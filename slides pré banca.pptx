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1.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00.xml"/>
  <Override ContentType="application/vnd.openxmlformats-officedocument.presentationml.notesSlide+xml" PartName="/ppt/notesSlides/notesSlide4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77.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93.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97.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20.xml"/>
  <Override ContentType="application/vnd.openxmlformats-officedocument.presentationml.notesSlide+xml" PartName="/ppt/notesSlides/notesSlide60.xml"/>
  <Override ContentType="application/vnd.openxmlformats-officedocument.presentationml.notesSlide+xml" PartName="/ppt/notesSlides/notesSlide18.xml"/>
  <Override ContentType="application/vnd.openxmlformats-officedocument.presentationml.notesSlide+xml" PartName="/ppt/notesSlides/notesSlide48.xml"/>
  <Override ContentType="application/vnd.openxmlformats-officedocument.presentationml.notesSlide+xml" PartName="/ppt/notesSlides/notesSlide95.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1.xml"/>
  <Override ContentType="application/vnd.openxmlformats-officedocument.presentationml.notesSlide+xml" PartName="/ppt/notesSlides/notesSlide92.xml"/>
  <Override ContentType="application/vnd.openxmlformats-officedocument.presentationml.notesSlide+xml" PartName="/ppt/notesSlides/notesSlide84.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82.xml"/>
  <Override ContentType="application/vnd.openxmlformats-officedocument.presentationml.notesSlide+xml" PartName="/ppt/notesSlides/notesSlide94.xml"/>
  <Override ContentType="application/vnd.openxmlformats-officedocument.presentationml.notesSlide+xml" PartName="/ppt/notesSlides/notesSlide51.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99.xml"/>
  <Override ContentType="application/vnd.openxmlformats-officedocument.presentationml.notesSlide+xml" PartName="/ppt/notesSlides/notesSlide56.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2.xml"/>
  <Override ContentType="application/vnd.openxmlformats-officedocument.presentationml.notesSlide+xml" PartName="/ppt/notesSlides/notesSlide62.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28.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98.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6.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96.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68.xml"/>
  <Override ContentType="application/vnd.openxmlformats-officedocument.presentationml.slide+xml" PartName="/ppt/slides/slide94.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10.xml"/>
  <Override ContentType="application/vnd.openxmlformats-officedocument.presentationml.slide+xml" PartName="/ppt/slides/slide53.xml"/>
  <Override ContentType="application/vnd.openxmlformats-officedocument.presentationml.slide+xml" PartName="/ppt/slides/slide96.xml"/>
  <Override ContentType="application/vnd.openxmlformats-officedocument.presentationml.slide+xml" PartName="/ppt/slides/slide48.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2.xml"/>
  <Override ContentType="application/vnd.openxmlformats-officedocument.presentationml.slide+xml" PartName="/ppt/slides/slide98.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76.xml"/>
  <Override ContentType="application/vnd.openxmlformats-officedocument.presentationml.slide+xml" PartName="/ppt/slides/slide63.xml"/>
  <Override ContentType="application/vnd.openxmlformats-officedocument.presentationml.slide+xml" PartName="/ppt/slides/slide93.xml"/>
  <Override ContentType="application/vnd.openxmlformats-officedocument.presentationml.slide+xml" PartName="/ppt/slides/slide80.xml"/>
  <Override ContentType="application/vnd.openxmlformats-officedocument.presentationml.slide+xml" PartName="/ppt/slides/slide61.xml"/>
  <Override ContentType="application/vnd.openxmlformats-officedocument.presentationml.slide+xml" PartName="/ppt/slides/slide9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9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42.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97.xml"/>
  <Override ContentType="application/vnd.openxmlformats-officedocument.presentationml.slide+xml" PartName="/ppt/slides/slide11.xml"/>
  <Override ContentType="application/vnd.openxmlformats-officedocument.presentationml.slide+xml" PartName="/ppt/slides/slide6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79.xml"/>
  <Override ContentType="application/vnd.openxmlformats-officedocument.presentationml.slide+xml" PartName="/ppt/slides/slide49.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99.xml"/>
  <Override ContentType="application/vnd.openxmlformats-officedocument.presentationml.slide+xml" PartName="/ppt/slides/slide3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47.xml"/>
  <Override ContentType="application/vnd.openxmlformats-officedocument.presentationml.slide+xml" PartName="/ppt/slides/slide21.xml"/>
  <Override ContentType="application/vnd.openxmlformats-officedocument.presentationml.slide+xml" PartName="/ppt/slides/slide100.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90.xml"/>
  <Override ContentType="application/vnd.openxmlformats-officedocument.presentationml.slide+xml" PartName="/ppt/slides/slide8.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88.xml"/>
  <Override ContentType="application/vnd.openxmlformats-officedocument.presentationml.slide+xml" PartName="/ppt/slides/slide92.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4"/>
    <p:sldMasterId id="214748367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Lst>
  <p:sldSz cy="5143500" cx="9144000"/>
  <p:notesSz cx="6858000" cy="9144000"/>
  <p:embeddedFontLst>
    <p:embeddedFont>
      <p:font typeface="IBM Plex Mono Medium"/>
      <p:regular r:id="rId107"/>
      <p:bold r:id="rId108"/>
      <p:italic r:id="rId109"/>
      <p:boldItalic r:id="rId110"/>
    </p:embeddedFont>
    <p:embeddedFont>
      <p:font typeface="Proxima Nova"/>
      <p:regular r:id="rId111"/>
      <p:bold r:id="rId112"/>
      <p:italic r:id="rId113"/>
      <p:boldItalic r:id="rId114"/>
    </p:embeddedFont>
    <p:embeddedFont>
      <p:font typeface="Roboto"/>
      <p:regular r:id="rId115"/>
      <p:bold r:id="rId116"/>
      <p:italic r:id="rId117"/>
      <p:boldItalic r:id="rId118"/>
    </p:embeddedFont>
    <p:embeddedFont>
      <p:font typeface="Roboto Medium"/>
      <p:regular r:id="rId119"/>
      <p:bold r:id="rId120"/>
      <p:italic r:id="rId121"/>
      <p:boldItalic r:id="rId122"/>
    </p:embeddedFont>
    <p:embeddedFont>
      <p:font typeface="Amatic SC"/>
      <p:regular r:id="rId123"/>
      <p:bold r:id="rId124"/>
    </p:embeddedFont>
    <p:embeddedFont>
      <p:font typeface="Poppins"/>
      <p:regular r:id="rId125"/>
      <p:bold r:id="rId126"/>
      <p:italic r:id="rId127"/>
      <p:boldItalic r:id="rId128"/>
    </p:embeddedFont>
    <p:embeddedFont>
      <p:font typeface="Source Code Pro"/>
      <p:regular r:id="rId129"/>
      <p:bold r:id="rId130"/>
      <p:italic r:id="rId131"/>
      <p:boldItalic r:id="rId132"/>
    </p:embeddedFont>
    <p:embeddedFont>
      <p:font typeface="PT Sans"/>
      <p:regular r:id="rId133"/>
      <p:bold r:id="rId134"/>
      <p:italic r:id="rId135"/>
      <p:boldItalic r:id="rId136"/>
    </p:embeddedFont>
    <p:embeddedFont>
      <p:font typeface="IBM Plex Mono"/>
      <p:regular r:id="rId137"/>
      <p:bold r:id="rId138"/>
      <p:italic r:id="rId139"/>
      <p:boldItalic r:id="rId14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GoogleSlidesCustomDataVersion2">
      <go:slidesCustomData xmlns:go="http://customooxmlschemas.google.com/" r:id="rId141" roundtripDataSignature="AMtx7mjdsoxX+3DlFyklrX0n1lpAyI9NsA=="/>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A439BA7-F0D7-459F-B904-4AD791DA4FB8}">
  <a:tblStyle styleId="{CA439BA7-F0D7-459F-B904-4AD791DA4FB8}" styleName="Table_0">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07" Type="http://schemas.openxmlformats.org/officeDocument/2006/relationships/font" Target="fonts/IBMPlexMonoMedium-regular.fntdata"/><Relationship Id="rId106" Type="http://schemas.openxmlformats.org/officeDocument/2006/relationships/slide" Target="slides/slide100.xml"/><Relationship Id="rId105" Type="http://schemas.openxmlformats.org/officeDocument/2006/relationships/slide" Target="slides/slide99.xml"/><Relationship Id="rId104" Type="http://schemas.openxmlformats.org/officeDocument/2006/relationships/slide" Target="slides/slide98.xml"/><Relationship Id="rId109" Type="http://schemas.openxmlformats.org/officeDocument/2006/relationships/font" Target="fonts/IBMPlexMonoMedium-italic.fntdata"/><Relationship Id="rId108" Type="http://schemas.openxmlformats.org/officeDocument/2006/relationships/font" Target="fonts/IBMPlexMonoMedium-bold.fntdata"/><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3" Type="http://schemas.openxmlformats.org/officeDocument/2006/relationships/slide" Target="slides/slide97.xml"/><Relationship Id="rId102" Type="http://schemas.openxmlformats.org/officeDocument/2006/relationships/slide" Target="slides/slide96.xml"/><Relationship Id="rId101" Type="http://schemas.openxmlformats.org/officeDocument/2006/relationships/slide" Target="slides/slide95.xml"/><Relationship Id="rId100" Type="http://schemas.openxmlformats.org/officeDocument/2006/relationships/slide" Target="slides/slide94.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129" Type="http://schemas.openxmlformats.org/officeDocument/2006/relationships/font" Target="fonts/SourceCodePro-regular.fntdata"/><Relationship Id="rId128" Type="http://schemas.openxmlformats.org/officeDocument/2006/relationships/font" Target="fonts/Poppins-boldItalic.fntdata"/><Relationship Id="rId127" Type="http://schemas.openxmlformats.org/officeDocument/2006/relationships/font" Target="fonts/Poppins-italic.fntdata"/><Relationship Id="rId126" Type="http://schemas.openxmlformats.org/officeDocument/2006/relationships/font" Target="fonts/Poppins-bold.fntdata"/><Relationship Id="rId26" Type="http://schemas.openxmlformats.org/officeDocument/2006/relationships/slide" Target="slides/slide20.xml"/><Relationship Id="rId121" Type="http://schemas.openxmlformats.org/officeDocument/2006/relationships/font" Target="fonts/RobotoMedium-italic.fntdata"/><Relationship Id="rId25" Type="http://schemas.openxmlformats.org/officeDocument/2006/relationships/slide" Target="slides/slide19.xml"/><Relationship Id="rId120" Type="http://schemas.openxmlformats.org/officeDocument/2006/relationships/font" Target="fonts/RobotoMedium-bold.fntdata"/><Relationship Id="rId28" Type="http://schemas.openxmlformats.org/officeDocument/2006/relationships/slide" Target="slides/slide22.xml"/><Relationship Id="rId27" Type="http://schemas.openxmlformats.org/officeDocument/2006/relationships/slide" Target="slides/slide21.xml"/><Relationship Id="rId125" Type="http://schemas.openxmlformats.org/officeDocument/2006/relationships/font" Target="fonts/Poppins-regular.fntdata"/><Relationship Id="rId29" Type="http://schemas.openxmlformats.org/officeDocument/2006/relationships/slide" Target="slides/slide23.xml"/><Relationship Id="rId124" Type="http://schemas.openxmlformats.org/officeDocument/2006/relationships/font" Target="fonts/AmaticSC-bold.fntdata"/><Relationship Id="rId123" Type="http://schemas.openxmlformats.org/officeDocument/2006/relationships/font" Target="fonts/AmaticSC-regular.fntdata"/><Relationship Id="rId122" Type="http://schemas.openxmlformats.org/officeDocument/2006/relationships/font" Target="fonts/RobotoMedium-boldItalic.fntdata"/><Relationship Id="rId95" Type="http://schemas.openxmlformats.org/officeDocument/2006/relationships/slide" Target="slides/slide89.xml"/><Relationship Id="rId94" Type="http://schemas.openxmlformats.org/officeDocument/2006/relationships/slide" Target="slides/slide88.xml"/><Relationship Id="rId97" Type="http://schemas.openxmlformats.org/officeDocument/2006/relationships/slide" Target="slides/slide91.xml"/><Relationship Id="rId96" Type="http://schemas.openxmlformats.org/officeDocument/2006/relationships/slide" Target="slides/slide90.xml"/><Relationship Id="rId11" Type="http://schemas.openxmlformats.org/officeDocument/2006/relationships/slide" Target="slides/slide5.xml"/><Relationship Id="rId99" Type="http://schemas.openxmlformats.org/officeDocument/2006/relationships/slide" Target="slides/slide93.xml"/><Relationship Id="rId10" Type="http://schemas.openxmlformats.org/officeDocument/2006/relationships/slide" Target="slides/slide4.xml"/><Relationship Id="rId98" Type="http://schemas.openxmlformats.org/officeDocument/2006/relationships/slide" Target="slides/slide92.xml"/><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slide" Target="slides/slide85.xml"/><Relationship Id="rId90" Type="http://schemas.openxmlformats.org/officeDocument/2006/relationships/slide" Target="slides/slide84.xml"/><Relationship Id="rId93" Type="http://schemas.openxmlformats.org/officeDocument/2006/relationships/slide" Target="slides/slide87.xml"/><Relationship Id="rId92" Type="http://schemas.openxmlformats.org/officeDocument/2006/relationships/slide" Target="slides/slide86.xml"/><Relationship Id="rId118" Type="http://schemas.openxmlformats.org/officeDocument/2006/relationships/font" Target="fonts/Roboto-boldItalic.fntdata"/><Relationship Id="rId117" Type="http://schemas.openxmlformats.org/officeDocument/2006/relationships/font" Target="fonts/Roboto-italic.fntdata"/><Relationship Id="rId116" Type="http://schemas.openxmlformats.org/officeDocument/2006/relationships/font" Target="fonts/Roboto-bold.fntdata"/><Relationship Id="rId115" Type="http://schemas.openxmlformats.org/officeDocument/2006/relationships/font" Target="fonts/Roboto-regular.fntdata"/><Relationship Id="rId119" Type="http://schemas.openxmlformats.org/officeDocument/2006/relationships/font" Target="fonts/RobotoMedium-regular.fntdata"/><Relationship Id="rId15" Type="http://schemas.openxmlformats.org/officeDocument/2006/relationships/slide" Target="slides/slide9.xml"/><Relationship Id="rId110" Type="http://schemas.openxmlformats.org/officeDocument/2006/relationships/font" Target="fonts/IBMPlexMonoMedium-boldItalic.fntdata"/><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14" Type="http://schemas.openxmlformats.org/officeDocument/2006/relationships/font" Target="fonts/ProximaNova-boldItalic.fntdata"/><Relationship Id="rId18" Type="http://schemas.openxmlformats.org/officeDocument/2006/relationships/slide" Target="slides/slide12.xml"/><Relationship Id="rId113" Type="http://schemas.openxmlformats.org/officeDocument/2006/relationships/font" Target="fonts/ProximaNova-italic.fntdata"/><Relationship Id="rId112" Type="http://schemas.openxmlformats.org/officeDocument/2006/relationships/font" Target="fonts/ProximaNova-bold.fntdata"/><Relationship Id="rId111" Type="http://schemas.openxmlformats.org/officeDocument/2006/relationships/font" Target="fonts/ProximaNova-regular.fntdata"/><Relationship Id="rId84" Type="http://schemas.openxmlformats.org/officeDocument/2006/relationships/slide" Target="slides/slide78.xml"/><Relationship Id="rId83" Type="http://schemas.openxmlformats.org/officeDocument/2006/relationships/slide" Target="slides/slide77.xml"/><Relationship Id="rId86" Type="http://schemas.openxmlformats.org/officeDocument/2006/relationships/slide" Target="slides/slide80.xml"/><Relationship Id="rId85" Type="http://schemas.openxmlformats.org/officeDocument/2006/relationships/slide" Target="slides/slide79.xml"/><Relationship Id="rId88" Type="http://schemas.openxmlformats.org/officeDocument/2006/relationships/slide" Target="slides/slide82.xml"/><Relationship Id="rId87" Type="http://schemas.openxmlformats.org/officeDocument/2006/relationships/slide" Target="slides/slide81.xml"/><Relationship Id="rId89" Type="http://schemas.openxmlformats.org/officeDocument/2006/relationships/slide" Target="slides/slide83.xml"/><Relationship Id="rId80" Type="http://schemas.openxmlformats.org/officeDocument/2006/relationships/slide" Target="slides/slide74.xml"/><Relationship Id="rId82" Type="http://schemas.openxmlformats.org/officeDocument/2006/relationships/slide" Target="slides/slide76.xml"/><Relationship Id="rId81" Type="http://schemas.openxmlformats.org/officeDocument/2006/relationships/slide" Target="slides/slide75.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141" Type="http://customschemas.google.com/relationships/presentationmetadata" Target="metadata"/><Relationship Id="rId140" Type="http://schemas.openxmlformats.org/officeDocument/2006/relationships/font" Target="fonts/IBMPlexMono-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slide" Target="slides/slide73.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139" Type="http://schemas.openxmlformats.org/officeDocument/2006/relationships/font" Target="fonts/IBMPlexMono-italic.fntdata"/><Relationship Id="rId138" Type="http://schemas.openxmlformats.org/officeDocument/2006/relationships/font" Target="fonts/IBMPlexMono-bold.fntdata"/><Relationship Id="rId137" Type="http://schemas.openxmlformats.org/officeDocument/2006/relationships/font" Target="fonts/IBMPlexMono-regular.fntdata"/><Relationship Id="rId132" Type="http://schemas.openxmlformats.org/officeDocument/2006/relationships/font" Target="fonts/SourceCodePro-boldItalic.fntdata"/><Relationship Id="rId131" Type="http://schemas.openxmlformats.org/officeDocument/2006/relationships/font" Target="fonts/SourceCodePro-italic.fntdata"/><Relationship Id="rId130" Type="http://schemas.openxmlformats.org/officeDocument/2006/relationships/font" Target="fonts/SourceCodePro-bold.fntdata"/><Relationship Id="rId136" Type="http://schemas.openxmlformats.org/officeDocument/2006/relationships/font" Target="fonts/PTSans-boldItalic.fntdata"/><Relationship Id="rId135" Type="http://schemas.openxmlformats.org/officeDocument/2006/relationships/font" Target="fonts/PTSans-italic.fntdata"/><Relationship Id="rId134" Type="http://schemas.openxmlformats.org/officeDocument/2006/relationships/font" Target="fonts/PTSans-bold.fntdata"/><Relationship Id="rId133" Type="http://schemas.openxmlformats.org/officeDocument/2006/relationships/font" Target="fonts/PTSans-regular.fntdata"/><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 Type="http://schemas.openxmlformats.org/officeDocument/2006/relationships/slide" Target="slides/slide54.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7" name="Shape 1427"/>
        <p:cNvGrpSpPr/>
        <p:nvPr/>
      </p:nvGrpSpPr>
      <p:grpSpPr>
        <a:xfrm>
          <a:off x="0" y="0"/>
          <a:ext cx="0" cy="0"/>
          <a:chOff x="0" y="0"/>
          <a:chExt cx="0" cy="0"/>
        </a:xfrm>
      </p:grpSpPr>
      <p:sp>
        <p:nvSpPr>
          <p:cNvPr id="1428" name="Google Shape;1428;p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29" name="Google Shape;1429;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4" name="Shape 1454"/>
        <p:cNvGrpSpPr/>
        <p:nvPr/>
      </p:nvGrpSpPr>
      <p:grpSpPr>
        <a:xfrm>
          <a:off x="0" y="0"/>
          <a:ext cx="0" cy="0"/>
          <a:chOff x="0" y="0"/>
          <a:chExt cx="0" cy="0"/>
        </a:xfrm>
      </p:grpSpPr>
      <p:sp>
        <p:nvSpPr>
          <p:cNvPr id="1455" name="Google Shape;1455;p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56" name="Google Shape;1456;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1" name="Shape 1461"/>
        <p:cNvGrpSpPr/>
        <p:nvPr/>
      </p:nvGrpSpPr>
      <p:grpSpPr>
        <a:xfrm>
          <a:off x="0" y="0"/>
          <a:ext cx="0" cy="0"/>
          <a:chOff x="0" y="0"/>
          <a:chExt cx="0" cy="0"/>
        </a:xfrm>
      </p:grpSpPr>
      <p:sp>
        <p:nvSpPr>
          <p:cNvPr id="1462" name="Google Shape;1462;p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63" name="Google Shape;1463;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7" name="Shape 1467"/>
        <p:cNvGrpSpPr/>
        <p:nvPr/>
      </p:nvGrpSpPr>
      <p:grpSpPr>
        <a:xfrm>
          <a:off x="0" y="0"/>
          <a:ext cx="0" cy="0"/>
          <a:chOff x="0" y="0"/>
          <a:chExt cx="0" cy="0"/>
        </a:xfrm>
      </p:grpSpPr>
      <p:sp>
        <p:nvSpPr>
          <p:cNvPr id="1468" name="Google Shape;1468;p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69" name="Google Shape;1469;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1" name="Shape 1481"/>
        <p:cNvGrpSpPr/>
        <p:nvPr/>
      </p:nvGrpSpPr>
      <p:grpSpPr>
        <a:xfrm>
          <a:off x="0" y="0"/>
          <a:ext cx="0" cy="0"/>
          <a:chOff x="0" y="0"/>
          <a:chExt cx="0" cy="0"/>
        </a:xfrm>
      </p:grpSpPr>
      <p:sp>
        <p:nvSpPr>
          <p:cNvPr id="1482" name="Google Shape;1482;p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83" name="Google Shape;1483;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p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66" name="Google Shape;1566;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8" name="Shape 1568"/>
        <p:cNvGrpSpPr/>
        <p:nvPr/>
      </p:nvGrpSpPr>
      <p:grpSpPr>
        <a:xfrm>
          <a:off x="0" y="0"/>
          <a:ext cx="0" cy="0"/>
          <a:chOff x="0" y="0"/>
          <a:chExt cx="0" cy="0"/>
        </a:xfrm>
      </p:grpSpPr>
      <p:sp>
        <p:nvSpPr>
          <p:cNvPr id="1569" name="Google Shape;1569;p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70" name="Google Shape;1570;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2" name="Shape 1572"/>
        <p:cNvGrpSpPr/>
        <p:nvPr/>
      </p:nvGrpSpPr>
      <p:grpSpPr>
        <a:xfrm>
          <a:off x="0" y="0"/>
          <a:ext cx="0" cy="0"/>
          <a:chOff x="0" y="0"/>
          <a:chExt cx="0" cy="0"/>
        </a:xfrm>
      </p:grpSpPr>
      <p:sp>
        <p:nvSpPr>
          <p:cNvPr id="1573" name="Google Shape;1573;p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74" name="Google Shape;1574;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6" name="Shape 1576"/>
        <p:cNvGrpSpPr/>
        <p:nvPr/>
      </p:nvGrpSpPr>
      <p:grpSpPr>
        <a:xfrm>
          <a:off x="0" y="0"/>
          <a:ext cx="0" cy="0"/>
          <a:chOff x="0" y="0"/>
          <a:chExt cx="0" cy="0"/>
        </a:xfrm>
      </p:grpSpPr>
      <p:sp>
        <p:nvSpPr>
          <p:cNvPr id="1577" name="Google Shape;1577;p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78" name="Google Shape;1578;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0" name="Shape 1580"/>
        <p:cNvGrpSpPr/>
        <p:nvPr/>
      </p:nvGrpSpPr>
      <p:grpSpPr>
        <a:xfrm>
          <a:off x="0" y="0"/>
          <a:ext cx="0" cy="0"/>
          <a:chOff x="0" y="0"/>
          <a:chExt cx="0" cy="0"/>
        </a:xfrm>
      </p:grpSpPr>
      <p:sp>
        <p:nvSpPr>
          <p:cNvPr id="1581" name="Google Shape;1581;p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82" name="Google Shape;1582;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4" name="Shape 1584"/>
        <p:cNvGrpSpPr/>
        <p:nvPr/>
      </p:nvGrpSpPr>
      <p:grpSpPr>
        <a:xfrm>
          <a:off x="0" y="0"/>
          <a:ext cx="0" cy="0"/>
          <a:chOff x="0" y="0"/>
          <a:chExt cx="0" cy="0"/>
        </a:xfrm>
      </p:grpSpPr>
      <p:sp>
        <p:nvSpPr>
          <p:cNvPr id="1585" name="Google Shape;1585;p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86" name="Google Shape;1586;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6" name="Shape 1596"/>
        <p:cNvGrpSpPr/>
        <p:nvPr/>
      </p:nvGrpSpPr>
      <p:grpSpPr>
        <a:xfrm>
          <a:off x="0" y="0"/>
          <a:ext cx="0" cy="0"/>
          <a:chOff x="0" y="0"/>
          <a:chExt cx="0" cy="0"/>
        </a:xfrm>
      </p:grpSpPr>
      <p:sp>
        <p:nvSpPr>
          <p:cNvPr id="1597" name="Google Shape;1597;p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98" name="Google Shape;1598;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p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54" name="Google Shape;1654;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1" name="Shape 1681"/>
        <p:cNvGrpSpPr/>
        <p:nvPr/>
      </p:nvGrpSpPr>
      <p:grpSpPr>
        <a:xfrm>
          <a:off x="0" y="0"/>
          <a:ext cx="0" cy="0"/>
          <a:chOff x="0" y="0"/>
          <a:chExt cx="0" cy="0"/>
        </a:xfrm>
      </p:grpSpPr>
      <p:sp>
        <p:nvSpPr>
          <p:cNvPr id="1682" name="Google Shape;1682;p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83" name="Google Shape;1683;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4" name="Shape 1754"/>
        <p:cNvGrpSpPr/>
        <p:nvPr/>
      </p:nvGrpSpPr>
      <p:grpSpPr>
        <a:xfrm>
          <a:off x="0" y="0"/>
          <a:ext cx="0" cy="0"/>
          <a:chOff x="0" y="0"/>
          <a:chExt cx="0" cy="0"/>
        </a:xfrm>
      </p:grpSpPr>
      <p:sp>
        <p:nvSpPr>
          <p:cNvPr id="1755" name="Google Shape;1755;p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756" name="Google Shape;1756;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1" name="Shape 1801"/>
        <p:cNvGrpSpPr/>
        <p:nvPr/>
      </p:nvGrpSpPr>
      <p:grpSpPr>
        <a:xfrm>
          <a:off x="0" y="0"/>
          <a:ext cx="0" cy="0"/>
          <a:chOff x="0" y="0"/>
          <a:chExt cx="0" cy="0"/>
        </a:xfrm>
      </p:grpSpPr>
      <p:sp>
        <p:nvSpPr>
          <p:cNvPr id="1802" name="Google Shape;1802;g2975d56d0dc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03" name="Google Shape;1803;g2975d56d0dc_2_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8" name="Shape 1828"/>
        <p:cNvGrpSpPr/>
        <p:nvPr/>
      </p:nvGrpSpPr>
      <p:grpSpPr>
        <a:xfrm>
          <a:off x="0" y="0"/>
          <a:ext cx="0" cy="0"/>
          <a:chOff x="0" y="0"/>
          <a:chExt cx="0" cy="0"/>
        </a:xfrm>
      </p:grpSpPr>
      <p:sp>
        <p:nvSpPr>
          <p:cNvPr id="1829" name="Google Shape;1829;g2975d56d0dc_2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30" name="Google Shape;1830;g2975d56d0dc_2_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5" name="Shape 1835"/>
        <p:cNvGrpSpPr/>
        <p:nvPr/>
      </p:nvGrpSpPr>
      <p:grpSpPr>
        <a:xfrm>
          <a:off x="0" y="0"/>
          <a:ext cx="0" cy="0"/>
          <a:chOff x="0" y="0"/>
          <a:chExt cx="0" cy="0"/>
        </a:xfrm>
      </p:grpSpPr>
      <p:sp>
        <p:nvSpPr>
          <p:cNvPr id="1836" name="Google Shape;1836;g2975d56d0dc_2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37" name="Google Shape;1837;g2975d56d0dc_2_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1" name="Shape 1841"/>
        <p:cNvGrpSpPr/>
        <p:nvPr/>
      </p:nvGrpSpPr>
      <p:grpSpPr>
        <a:xfrm>
          <a:off x="0" y="0"/>
          <a:ext cx="0" cy="0"/>
          <a:chOff x="0" y="0"/>
          <a:chExt cx="0" cy="0"/>
        </a:xfrm>
      </p:grpSpPr>
      <p:sp>
        <p:nvSpPr>
          <p:cNvPr id="1842" name="Google Shape;1842;g2975d56d0dc_2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43" name="Google Shape;1843;g2975d56d0dc_2_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5" name="Shape 1855"/>
        <p:cNvGrpSpPr/>
        <p:nvPr/>
      </p:nvGrpSpPr>
      <p:grpSpPr>
        <a:xfrm>
          <a:off x="0" y="0"/>
          <a:ext cx="0" cy="0"/>
          <a:chOff x="0" y="0"/>
          <a:chExt cx="0" cy="0"/>
        </a:xfrm>
      </p:grpSpPr>
      <p:sp>
        <p:nvSpPr>
          <p:cNvPr id="1856" name="Google Shape;1856;g2975d56d0dc_2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57" name="Google Shape;1857;g2975d56d0dc_2_5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8" name="Shape 1938"/>
        <p:cNvGrpSpPr/>
        <p:nvPr/>
      </p:nvGrpSpPr>
      <p:grpSpPr>
        <a:xfrm>
          <a:off x="0" y="0"/>
          <a:ext cx="0" cy="0"/>
          <a:chOff x="0" y="0"/>
          <a:chExt cx="0" cy="0"/>
        </a:xfrm>
      </p:grpSpPr>
      <p:sp>
        <p:nvSpPr>
          <p:cNvPr id="1939" name="Google Shape;1939;g2975d56d0dc_2_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40" name="Google Shape;1940;g2975d56d0dc_2_1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2" name="Shape 1942"/>
        <p:cNvGrpSpPr/>
        <p:nvPr/>
      </p:nvGrpSpPr>
      <p:grpSpPr>
        <a:xfrm>
          <a:off x="0" y="0"/>
          <a:ext cx="0" cy="0"/>
          <a:chOff x="0" y="0"/>
          <a:chExt cx="0" cy="0"/>
        </a:xfrm>
      </p:grpSpPr>
      <p:sp>
        <p:nvSpPr>
          <p:cNvPr id="1943" name="Google Shape;1943;g2975d56d0dc_2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44" name="Google Shape;1944;g2975d56d0dc_2_1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6" name="Shape 1946"/>
        <p:cNvGrpSpPr/>
        <p:nvPr/>
      </p:nvGrpSpPr>
      <p:grpSpPr>
        <a:xfrm>
          <a:off x="0" y="0"/>
          <a:ext cx="0" cy="0"/>
          <a:chOff x="0" y="0"/>
          <a:chExt cx="0" cy="0"/>
        </a:xfrm>
      </p:grpSpPr>
      <p:sp>
        <p:nvSpPr>
          <p:cNvPr id="1947" name="Google Shape;1947;g2975d56d0dc_2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48" name="Google Shape;1948;g2975d56d0dc_2_1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0" name="Shape 1950"/>
        <p:cNvGrpSpPr/>
        <p:nvPr/>
      </p:nvGrpSpPr>
      <p:grpSpPr>
        <a:xfrm>
          <a:off x="0" y="0"/>
          <a:ext cx="0" cy="0"/>
          <a:chOff x="0" y="0"/>
          <a:chExt cx="0" cy="0"/>
        </a:xfrm>
      </p:grpSpPr>
      <p:sp>
        <p:nvSpPr>
          <p:cNvPr id="1951" name="Google Shape;1951;g2975d56d0dc_2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52" name="Google Shape;1952;g2975d56d0dc_2_1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4" name="Shape 1954"/>
        <p:cNvGrpSpPr/>
        <p:nvPr/>
      </p:nvGrpSpPr>
      <p:grpSpPr>
        <a:xfrm>
          <a:off x="0" y="0"/>
          <a:ext cx="0" cy="0"/>
          <a:chOff x="0" y="0"/>
          <a:chExt cx="0" cy="0"/>
        </a:xfrm>
      </p:grpSpPr>
      <p:sp>
        <p:nvSpPr>
          <p:cNvPr id="1955" name="Google Shape;1955;g2975d56d0dc_2_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56" name="Google Shape;1956;g2975d56d0dc_2_1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8" name="Shape 1958"/>
        <p:cNvGrpSpPr/>
        <p:nvPr/>
      </p:nvGrpSpPr>
      <p:grpSpPr>
        <a:xfrm>
          <a:off x="0" y="0"/>
          <a:ext cx="0" cy="0"/>
          <a:chOff x="0" y="0"/>
          <a:chExt cx="0" cy="0"/>
        </a:xfrm>
      </p:grpSpPr>
      <p:sp>
        <p:nvSpPr>
          <p:cNvPr id="1959" name="Google Shape;1959;g2975d56d0dc_2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60" name="Google Shape;1960;g2975d56d0dc_2_1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0" name="Shape 1970"/>
        <p:cNvGrpSpPr/>
        <p:nvPr/>
      </p:nvGrpSpPr>
      <p:grpSpPr>
        <a:xfrm>
          <a:off x="0" y="0"/>
          <a:ext cx="0" cy="0"/>
          <a:chOff x="0" y="0"/>
          <a:chExt cx="0" cy="0"/>
        </a:xfrm>
      </p:grpSpPr>
      <p:sp>
        <p:nvSpPr>
          <p:cNvPr id="1971" name="Google Shape;1971;g2975d56d0dc_2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72" name="Google Shape;1972;g2975d56d0dc_2_15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6" name="Shape 2026"/>
        <p:cNvGrpSpPr/>
        <p:nvPr/>
      </p:nvGrpSpPr>
      <p:grpSpPr>
        <a:xfrm>
          <a:off x="0" y="0"/>
          <a:ext cx="0" cy="0"/>
          <a:chOff x="0" y="0"/>
          <a:chExt cx="0" cy="0"/>
        </a:xfrm>
      </p:grpSpPr>
      <p:sp>
        <p:nvSpPr>
          <p:cNvPr id="2027" name="Google Shape;2027;g2975d56d0dc_2_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28" name="Google Shape;2028;g2975d56d0dc_2_2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5" name="Shape 2055"/>
        <p:cNvGrpSpPr/>
        <p:nvPr/>
      </p:nvGrpSpPr>
      <p:grpSpPr>
        <a:xfrm>
          <a:off x="0" y="0"/>
          <a:ext cx="0" cy="0"/>
          <a:chOff x="0" y="0"/>
          <a:chExt cx="0" cy="0"/>
        </a:xfrm>
      </p:grpSpPr>
      <p:sp>
        <p:nvSpPr>
          <p:cNvPr id="2056" name="Google Shape;2056;g2975d56d0dc_2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57" name="Google Shape;2057;g2975d56d0dc_2_2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8" name="Shape 2128"/>
        <p:cNvGrpSpPr/>
        <p:nvPr/>
      </p:nvGrpSpPr>
      <p:grpSpPr>
        <a:xfrm>
          <a:off x="0" y="0"/>
          <a:ext cx="0" cy="0"/>
          <a:chOff x="0" y="0"/>
          <a:chExt cx="0" cy="0"/>
        </a:xfrm>
      </p:grpSpPr>
      <p:sp>
        <p:nvSpPr>
          <p:cNvPr id="2129" name="Google Shape;2129;g2975d56d0dc_2_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30" name="Google Shape;2130;g2975d56d0dc_2_3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5" name="Shape 2175"/>
        <p:cNvGrpSpPr/>
        <p:nvPr/>
      </p:nvGrpSpPr>
      <p:grpSpPr>
        <a:xfrm>
          <a:off x="0" y="0"/>
          <a:ext cx="0" cy="0"/>
          <a:chOff x="0" y="0"/>
          <a:chExt cx="0" cy="0"/>
        </a:xfrm>
      </p:grpSpPr>
      <p:sp>
        <p:nvSpPr>
          <p:cNvPr id="2176" name="Google Shape;2176;g2975d56d0dc_2_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77" name="Google Shape;2177;g2975d56d0dc_2_36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1" name="Shape 2181"/>
        <p:cNvGrpSpPr/>
        <p:nvPr/>
      </p:nvGrpSpPr>
      <p:grpSpPr>
        <a:xfrm>
          <a:off x="0" y="0"/>
          <a:ext cx="0" cy="0"/>
          <a:chOff x="0" y="0"/>
          <a:chExt cx="0" cy="0"/>
        </a:xfrm>
      </p:grpSpPr>
      <p:sp>
        <p:nvSpPr>
          <p:cNvPr id="2182" name="Google Shape;2182;g2975d56d0dc_2_3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83" name="Google Shape;2183;g2975d56d0dc_2_36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3" name="Shape 2203"/>
        <p:cNvGrpSpPr/>
        <p:nvPr/>
      </p:nvGrpSpPr>
      <p:grpSpPr>
        <a:xfrm>
          <a:off x="0" y="0"/>
          <a:ext cx="0" cy="0"/>
          <a:chOff x="0" y="0"/>
          <a:chExt cx="0" cy="0"/>
        </a:xfrm>
      </p:grpSpPr>
      <p:sp>
        <p:nvSpPr>
          <p:cNvPr id="2204" name="Google Shape;2204;g2975d56d0dc_2_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05" name="Google Shape;2205;g2975d56d0dc_2_38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4" name="Shape 2224"/>
        <p:cNvGrpSpPr/>
        <p:nvPr/>
      </p:nvGrpSpPr>
      <p:grpSpPr>
        <a:xfrm>
          <a:off x="0" y="0"/>
          <a:ext cx="0" cy="0"/>
          <a:chOff x="0" y="0"/>
          <a:chExt cx="0" cy="0"/>
        </a:xfrm>
      </p:grpSpPr>
      <p:sp>
        <p:nvSpPr>
          <p:cNvPr id="2225" name="Google Shape;2225;g2975d56d0dc_2_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26" name="Google Shape;2226;g2975d56d0dc_2_40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9" name="Shape 2249"/>
        <p:cNvGrpSpPr/>
        <p:nvPr/>
      </p:nvGrpSpPr>
      <p:grpSpPr>
        <a:xfrm>
          <a:off x="0" y="0"/>
          <a:ext cx="0" cy="0"/>
          <a:chOff x="0" y="0"/>
          <a:chExt cx="0" cy="0"/>
        </a:xfrm>
      </p:grpSpPr>
      <p:sp>
        <p:nvSpPr>
          <p:cNvPr id="2250" name="Google Shape;2250;g2975d56d0dc_2_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51" name="Google Shape;2251;g2975d56d0dc_2_4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5" name="Shape 2295"/>
        <p:cNvGrpSpPr/>
        <p:nvPr/>
      </p:nvGrpSpPr>
      <p:grpSpPr>
        <a:xfrm>
          <a:off x="0" y="0"/>
          <a:ext cx="0" cy="0"/>
          <a:chOff x="0" y="0"/>
          <a:chExt cx="0" cy="0"/>
        </a:xfrm>
      </p:grpSpPr>
      <p:sp>
        <p:nvSpPr>
          <p:cNvPr id="2296" name="Google Shape;2296;g2975d56d0dc_2_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97" name="Google Shape;2297;g2975d56d0dc_2_47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1" name="Shape 2301"/>
        <p:cNvGrpSpPr/>
        <p:nvPr/>
      </p:nvGrpSpPr>
      <p:grpSpPr>
        <a:xfrm>
          <a:off x="0" y="0"/>
          <a:ext cx="0" cy="0"/>
          <a:chOff x="0" y="0"/>
          <a:chExt cx="0" cy="0"/>
        </a:xfrm>
      </p:grpSpPr>
      <p:sp>
        <p:nvSpPr>
          <p:cNvPr id="2302" name="Google Shape;2302;g2975d56d0dc_2_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303" name="Google Shape;2303;g2975d56d0dc_2_48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9" name="Shape 2319"/>
        <p:cNvGrpSpPr/>
        <p:nvPr/>
      </p:nvGrpSpPr>
      <p:grpSpPr>
        <a:xfrm>
          <a:off x="0" y="0"/>
          <a:ext cx="0" cy="0"/>
          <a:chOff x="0" y="0"/>
          <a:chExt cx="0" cy="0"/>
        </a:xfrm>
      </p:grpSpPr>
      <p:sp>
        <p:nvSpPr>
          <p:cNvPr id="2320" name="Google Shape;2320;g2975d56d0dc_2_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321" name="Google Shape;2321;g2975d56d0dc_2_49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8" name="Shape 2328"/>
        <p:cNvGrpSpPr/>
        <p:nvPr/>
      </p:nvGrpSpPr>
      <p:grpSpPr>
        <a:xfrm>
          <a:off x="0" y="0"/>
          <a:ext cx="0" cy="0"/>
          <a:chOff x="0" y="0"/>
          <a:chExt cx="0" cy="0"/>
        </a:xfrm>
      </p:grpSpPr>
      <p:sp>
        <p:nvSpPr>
          <p:cNvPr id="2329" name="Google Shape;2329;g2975d56d0dc_2_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330" name="Google Shape;2330;g2975d56d0dc_2_50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7" name="Shape 2387"/>
        <p:cNvGrpSpPr/>
        <p:nvPr/>
      </p:nvGrpSpPr>
      <p:grpSpPr>
        <a:xfrm>
          <a:off x="0" y="0"/>
          <a:ext cx="0" cy="0"/>
          <a:chOff x="0" y="0"/>
          <a:chExt cx="0" cy="0"/>
        </a:xfrm>
      </p:grpSpPr>
      <p:sp>
        <p:nvSpPr>
          <p:cNvPr id="2388" name="Google Shape;2388;g2975d56d0dc_2_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389" name="Google Shape;2389;g2975d56d0dc_2_56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3" name="Shape 2403"/>
        <p:cNvGrpSpPr/>
        <p:nvPr/>
      </p:nvGrpSpPr>
      <p:grpSpPr>
        <a:xfrm>
          <a:off x="0" y="0"/>
          <a:ext cx="0" cy="0"/>
          <a:chOff x="0" y="0"/>
          <a:chExt cx="0" cy="0"/>
        </a:xfrm>
      </p:grpSpPr>
      <p:sp>
        <p:nvSpPr>
          <p:cNvPr id="2404" name="Google Shape;2404;g2975d56d0dc_2_5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405" name="Google Shape;2405;g2975d56d0dc_2_57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5" name="Shape 2425"/>
        <p:cNvGrpSpPr/>
        <p:nvPr/>
      </p:nvGrpSpPr>
      <p:grpSpPr>
        <a:xfrm>
          <a:off x="0" y="0"/>
          <a:ext cx="0" cy="0"/>
          <a:chOff x="0" y="0"/>
          <a:chExt cx="0" cy="0"/>
        </a:xfrm>
      </p:grpSpPr>
      <p:sp>
        <p:nvSpPr>
          <p:cNvPr id="2426" name="Google Shape;2426;g2975d56d0dc_2_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427" name="Google Shape;2427;g2975d56d0dc_2_59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4" name="Shape 2494"/>
        <p:cNvGrpSpPr/>
        <p:nvPr/>
      </p:nvGrpSpPr>
      <p:grpSpPr>
        <a:xfrm>
          <a:off x="0" y="0"/>
          <a:ext cx="0" cy="0"/>
          <a:chOff x="0" y="0"/>
          <a:chExt cx="0" cy="0"/>
        </a:xfrm>
      </p:grpSpPr>
      <p:sp>
        <p:nvSpPr>
          <p:cNvPr id="2495" name="Google Shape;2495;g2975d56d0dc_2_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496" name="Google Shape;2496;g2975d56d0dc_2_66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3" name="Shape 2513"/>
        <p:cNvGrpSpPr/>
        <p:nvPr/>
      </p:nvGrpSpPr>
      <p:grpSpPr>
        <a:xfrm>
          <a:off x="0" y="0"/>
          <a:ext cx="0" cy="0"/>
          <a:chOff x="0" y="0"/>
          <a:chExt cx="0" cy="0"/>
        </a:xfrm>
      </p:grpSpPr>
      <p:sp>
        <p:nvSpPr>
          <p:cNvPr id="2514" name="Google Shape;2514;g2975d56d0dc_2_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515" name="Google Shape;2515;g2975d56d0dc_2_68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4" name="Shape 2574"/>
        <p:cNvGrpSpPr/>
        <p:nvPr/>
      </p:nvGrpSpPr>
      <p:grpSpPr>
        <a:xfrm>
          <a:off x="0" y="0"/>
          <a:ext cx="0" cy="0"/>
          <a:chOff x="0" y="0"/>
          <a:chExt cx="0" cy="0"/>
        </a:xfrm>
      </p:grpSpPr>
      <p:sp>
        <p:nvSpPr>
          <p:cNvPr id="2575" name="Google Shape;2575;g2975d56d0dc_2_7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576" name="Google Shape;2576;g2975d56d0dc_2_7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1" name="Shape 3191"/>
        <p:cNvGrpSpPr/>
        <p:nvPr/>
      </p:nvGrpSpPr>
      <p:grpSpPr>
        <a:xfrm>
          <a:off x="0" y="0"/>
          <a:ext cx="0" cy="0"/>
          <a:chOff x="0" y="0"/>
          <a:chExt cx="0" cy="0"/>
        </a:xfrm>
      </p:grpSpPr>
      <p:sp>
        <p:nvSpPr>
          <p:cNvPr id="3192" name="Google Shape;3192;g2975d56d0dc_2_1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193" name="Google Shape;3193;g2975d56d0dc_2_136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2" name="Shape 3262"/>
        <p:cNvGrpSpPr/>
        <p:nvPr/>
      </p:nvGrpSpPr>
      <p:grpSpPr>
        <a:xfrm>
          <a:off x="0" y="0"/>
          <a:ext cx="0" cy="0"/>
          <a:chOff x="0" y="0"/>
          <a:chExt cx="0" cy="0"/>
        </a:xfrm>
      </p:grpSpPr>
      <p:sp>
        <p:nvSpPr>
          <p:cNvPr id="3263" name="Google Shape;3263;g2975d56d0dc_2_14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264" name="Google Shape;3264;g2975d56d0dc_2_14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9" name="Shape 3269"/>
        <p:cNvGrpSpPr/>
        <p:nvPr/>
      </p:nvGrpSpPr>
      <p:grpSpPr>
        <a:xfrm>
          <a:off x="0" y="0"/>
          <a:ext cx="0" cy="0"/>
          <a:chOff x="0" y="0"/>
          <a:chExt cx="0" cy="0"/>
        </a:xfrm>
      </p:grpSpPr>
      <p:sp>
        <p:nvSpPr>
          <p:cNvPr id="3270" name="Google Shape;3270;g2975d56d0dc_2_1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271" name="Google Shape;3271;g2975d56d0dc_2_14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5" name="Shape 3275"/>
        <p:cNvGrpSpPr/>
        <p:nvPr/>
      </p:nvGrpSpPr>
      <p:grpSpPr>
        <a:xfrm>
          <a:off x="0" y="0"/>
          <a:ext cx="0" cy="0"/>
          <a:chOff x="0" y="0"/>
          <a:chExt cx="0" cy="0"/>
        </a:xfrm>
      </p:grpSpPr>
      <p:sp>
        <p:nvSpPr>
          <p:cNvPr id="3276" name="Google Shape;3276;g2975d56d0dc_2_1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277" name="Google Shape;3277;g2975d56d0dc_2_14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81" name="Shape 3281"/>
        <p:cNvGrpSpPr/>
        <p:nvPr/>
      </p:nvGrpSpPr>
      <p:grpSpPr>
        <a:xfrm>
          <a:off x="0" y="0"/>
          <a:ext cx="0" cy="0"/>
          <a:chOff x="0" y="0"/>
          <a:chExt cx="0" cy="0"/>
        </a:xfrm>
      </p:grpSpPr>
      <p:sp>
        <p:nvSpPr>
          <p:cNvPr id="3282" name="Google Shape;3282;g2975d56d0dc_2_14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283" name="Google Shape;3283;g2975d56d0dc_2_14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9" name="Shape 3299"/>
        <p:cNvGrpSpPr/>
        <p:nvPr/>
      </p:nvGrpSpPr>
      <p:grpSpPr>
        <a:xfrm>
          <a:off x="0" y="0"/>
          <a:ext cx="0" cy="0"/>
          <a:chOff x="0" y="0"/>
          <a:chExt cx="0" cy="0"/>
        </a:xfrm>
      </p:grpSpPr>
      <p:sp>
        <p:nvSpPr>
          <p:cNvPr id="3300" name="Google Shape;3300;g2975d56d0dc_2_1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301" name="Google Shape;3301;g2975d56d0dc_2_146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5" name="Shape 3315"/>
        <p:cNvGrpSpPr/>
        <p:nvPr/>
      </p:nvGrpSpPr>
      <p:grpSpPr>
        <a:xfrm>
          <a:off x="0" y="0"/>
          <a:ext cx="0" cy="0"/>
          <a:chOff x="0" y="0"/>
          <a:chExt cx="0" cy="0"/>
        </a:xfrm>
      </p:grpSpPr>
      <p:sp>
        <p:nvSpPr>
          <p:cNvPr id="3316" name="Google Shape;3316;g2975d56d0dc_2_1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317" name="Google Shape;3317;g2975d56d0dc_2_147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2" name="Shape 3652"/>
        <p:cNvGrpSpPr/>
        <p:nvPr/>
      </p:nvGrpSpPr>
      <p:grpSpPr>
        <a:xfrm>
          <a:off x="0" y="0"/>
          <a:ext cx="0" cy="0"/>
          <a:chOff x="0" y="0"/>
          <a:chExt cx="0" cy="0"/>
        </a:xfrm>
      </p:grpSpPr>
      <p:sp>
        <p:nvSpPr>
          <p:cNvPr id="3653" name="Google Shape;3653;g2975d56d0dc_2_18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654" name="Google Shape;3654;g2975d56d0dc_2_18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6" name="Shape 9566"/>
        <p:cNvGrpSpPr/>
        <p:nvPr/>
      </p:nvGrpSpPr>
      <p:grpSpPr>
        <a:xfrm>
          <a:off x="0" y="0"/>
          <a:ext cx="0" cy="0"/>
          <a:chOff x="0" y="0"/>
          <a:chExt cx="0" cy="0"/>
        </a:xfrm>
      </p:grpSpPr>
      <p:sp>
        <p:nvSpPr>
          <p:cNvPr id="9567" name="Google Shape;9567;g2975d56d0dc_2_7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568" name="Google Shape;9568;g2975d56d0dc_2_77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3" name="Shape 9993"/>
        <p:cNvGrpSpPr/>
        <p:nvPr/>
      </p:nvGrpSpPr>
      <p:grpSpPr>
        <a:xfrm>
          <a:off x="0" y="0"/>
          <a:ext cx="0" cy="0"/>
          <a:chOff x="0" y="0"/>
          <a:chExt cx="0" cy="0"/>
        </a:xfrm>
      </p:grpSpPr>
      <p:sp>
        <p:nvSpPr>
          <p:cNvPr id="9994" name="Google Shape;9994;g2975d56d0dc_2_8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995" name="Google Shape;9995;g2975d56d0dc_2_815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6" name="Shape 10156"/>
        <p:cNvGrpSpPr/>
        <p:nvPr/>
      </p:nvGrpSpPr>
      <p:grpSpPr>
        <a:xfrm>
          <a:off x="0" y="0"/>
          <a:ext cx="0" cy="0"/>
          <a:chOff x="0" y="0"/>
          <a:chExt cx="0" cy="0"/>
        </a:xfrm>
      </p:grpSpPr>
      <p:sp>
        <p:nvSpPr>
          <p:cNvPr id="10157" name="Google Shape;10157;g2975d56d0dc_2_8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158" name="Google Shape;10158;g2975d56d0dc_2_83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8" name="Shape 10558"/>
        <p:cNvGrpSpPr/>
        <p:nvPr/>
      </p:nvGrpSpPr>
      <p:grpSpPr>
        <a:xfrm>
          <a:off x="0" y="0"/>
          <a:ext cx="0" cy="0"/>
          <a:chOff x="0" y="0"/>
          <a:chExt cx="0" cy="0"/>
        </a:xfrm>
      </p:grpSpPr>
      <p:sp>
        <p:nvSpPr>
          <p:cNvPr id="10559" name="Google Shape;10559;g2975d56d0dc_2_87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560" name="Google Shape;10560;g2975d56d0dc_2_87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29" name="Shape 10929"/>
        <p:cNvGrpSpPr/>
        <p:nvPr/>
      </p:nvGrpSpPr>
      <p:grpSpPr>
        <a:xfrm>
          <a:off x="0" y="0"/>
          <a:ext cx="0" cy="0"/>
          <a:chOff x="0" y="0"/>
          <a:chExt cx="0" cy="0"/>
        </a:xfrm>
      </p:grpSpPr>
      <p:sp>
        <p:nvSpPr>
          <p:cNvPr id="10930" name="Google Shape;10930;g2975d56d0dc_2_90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931" name="Google Shape;10931;g2975d56d0dc_2_908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18" name="Shape 11318"/>
        <p:cNvGrpSpPr/>
        <p:nvPr/>
      </p:nvGrpSpPr>
      <p:grpSpPr>
        <a:xfrm>
          <a:off x="0" y="0"/>
          <a:ext cx="0" cy="0"/>
          <a:chOff x="0" y="0"/>
          <a:chExt cx="0" cy="0"/>
        </a:xfrm>
      </p:grpSpPr>
      <p:sp>
        <p:nvSpPr>
          <p:cNvPr id="11319" name="Google Shape;11319;g2975d56d0dc_2_9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320" name="Google Shape;11320;g2975d56d0dc_2_947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49" name="Shape 11749"/>
        <p:cNvGrpSpPr/>
        <p:nvPr/>
      </p:nvGrpSpPr>
      <p:grpSpPr>
        <a:xfrm>
          <a:off x="0" y="0"/>
          <a:ext cx="0" cy="0"/>
          <a:chOff x="0" y="0"/>
          <a:chExt cx="0" cy="0"/>
        </a:xfrm>
      </p:grpSpPr>
      <p:sp>
        <p:nvSpPr>
          <p:cNvPr id="11750" name="Google Shape;11750;g2975d56d0dc_2_9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751" name="Google Shape;11751;g2975d56d0dc_2_990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2" name="Shape 12542"/>
        <p:cNvGrpSpPr/>
        <p:nvPr/>
      </p:nvGrpSpPr>
      <p:grpSpPr>
        <a:xfrm>
          <a:off x="0" y="0"/>
          <a:ext cx="0" cy="0"/>
          <a:chOff x="0" y="0"/>
          <a:chExt cx="0" cy="0"/>
        </a:xfrm>
      </p:grpSpPr>
      <p:sp>
        <p:nvSpPr>
          <p:cNvPr id="12543" name="Google Shape;12543;g2975d56d0dc_2_106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544" name="Google Shape;12544;g2975d56d0dc_2_1069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83" name="Shape 13283"/>
        <p:cNvGrpSpPr/>
        <p:nvPr/>
      </p:nvGrpSpPr>
      <p:grpSpPr>
        <a:xfrm>
          <a:off x="0" y="0"/>
          <a:ext cx="0" cy="0"/>
          <a:chOff x="0" y="0"/>
          <a:chExt cx="0" cy="0"/>
        </a:xfrm>
      </p:grpSpPr>
      <p:sp>
        <p:nvSpPr>
          <p:cNvPr id="13284" name="Google Shape;13284;g2975d56d0dc_2_11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285" name="Google Shape;13285;g2975d56d0dc_2_114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76" name="Shape 13976"/>
        <p:cNvGrpSpPr/>
        <p:nvPr/>
      </p:nvGrpSpPr>
      <p:grpSpPr>
        <a:xfrm>
          <a:off x="0" y="0"/>
          <a:ext cx="0" cy="0"/>
          <a:chOff x="0" y="0"/>
          <a:chExt cx="0" cy="0"/>
        </a:xfrm>
      </p:grpSpPr>
      <p:sp>
        <p:nvSpPr>
          <p:cNvPr id="13977" name="Google Shape;13977;g2975d56d0dc_2_12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978" name="Google Shape;13978;g2975d56d0dc_2_121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78" name="Shape 14278"/>
        <p:cNvGrpSpPr/>
        <p:nvPr/>
      </p:nvGrpSpPr>
      <p:grpSpPr>
        <a:xfrm>
          <a:off x="0" y="0"/>
          <a:ext cx="0" cy="0"/>
          <a:chOff x="0" y="0"/>
          <a:chExt cx="0" cy="0"/>
        </a:xfrm>
      </p:grpSpPr>
      <p:sp>
        <p:nvSpPr>
          <p:cNvPr id="14279" name="Google Shape;14279;g2975d56d0dc_2_12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280" name="Google Shape;14280;g2975d56d0dc_2_124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18" name="Shape 14918"/>
        <p:cNvGrpSpPr/>
        <p:nvPr/>
      </p:nvGrpSpPr>
      <p:grpSpPr>
        <a:xfrm>
          <a:off x="0" y="0"/>
          <a:ext cx="0" cy="0"/>
          <a:chOff x="0" y="0"/>
          <a:chExt cx="0" cy="0"/>
        </a:xfrm>
      </p:grpSpPr>
      <p:sp>
        <p:nvSpPr>
          <p:cNvPr id="14919" name="Google Shape;14919;g2975d56d0dc_2_130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920" name="Google Shape;14920;g2975d56d0dc_2_1306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23" name="Shape 14923"/>
        <p:cNvGrpSpPr/>
        <p:nvPr/>
      </p:nvGrpSpPr>
      <p:grpSpPr>
        <a:xfrm>
          <a:off x="0" y="0"/>
          <a:ext cx="0" cy="0"/>
          <a:chOff x="0" y="0"/>
          <a:chExt cx="0" cy="0"/>
        </a:xfrm>
      </p:grpSpPr>
      <p:sp>
        <p:nvSpPr>
          <p:cNvPr id="14924" name="Google Shape;14924;p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925" name="Google Shape;14925;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29" name="Shape 14929"/>
        <p:cNvGrpSpPr/>
        <p:nvPr/>
      </p:nvGrpSpPr>
      <p:grpSpPr>
        <a:xfrm>
          <a:off x="0" y="0"/>
          <a:ext cx="0" cy="0"/>
          <a:chOff x="0" y="0"/>
          <a:chExt cx="0" cy="0"/>
        </a:xfrm>
      </p:grpSpPr>
      <p:sp>
        <p:nvSpPr>
          <p:cNvPr id="14930" name="Google Shape;14930;p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931" name="Google Shape;14931;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51" name="Shape 14951"/>
        <p:cNvGrpSpPr/>
        <p:nvPr/>
      </p:nvGrpSpPr>
      <p:grpSpPr>
        <a:xfrm>
          <a:off x="0" y="0"/>
          <a:ext cx="0" cy="0"/>
          <a:chOff x="0" y="0"/>
          <a:chExt cx="0" cy="0"/>
        </a:xfrm>
      </p:grpSpPr>
      <p:sp>
        <p:nvSpPr>
          <p:cNvPr id="14952" name="Google Shape;14952;p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953" name="Google Shape;14953;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72" name="Shape 14972"/>
        <p:cNvGrpSpPr/>
        <p:nvPr/>
      </p:nvGrpSpPr>
      <p:grpSpPr>
        <a:xfrm>
          <a:off x="0" y="0"/>
          <a:ext cx="0" cy="0"/>
          <a:chOff x="0" y="0"/>
          <a:chExt cx="0" cy="0"/>
        </a:xfrm>
      </p:grpSpPr>
      <p:sp>
        <p:nvSpPr>
          <p:cNvPr id="14973" name="Google Shape;14973;p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974" name="Google Shape;14974;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97" name="Shape 14997"/>
        <p:cNvGrpSpPr/>
        <p:nvPr/>
      </p:nvGrpSpPr>
      <p:grpSpPr>
        <a:xfrm>
          <a:off x="0" y="0"/>
          <a:ext cx="0" cy="0"/>
          <a:chOff x="0" y="0"/>
          <a:chExt cx="0" cy="0"/>
        </a:xfrm>
      </p:grpSpPr>
      <p:sp>
        <p:nvSpPr>
          <p:cNvPr id="14998" name="Google Shape;14998;p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999" name="Google Shape;14999;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43" name="Shape 15043"/>
        <p:cNvGrpSpPr/>
        <p:nvPr/>
      </p:nvGrpSpPr>
      <p:grpSpPr>
        <a:xfrm>
          <a:off x="0" y="0"/>
          <a:ext cx="0" cy="0"/>
          <a:chOff x="0" y="0"/>
          <a:chExt cx="0" cy="0"/>
        </a:xfrm>
      </p:grpSpPr>
      <p:sp>
        <p:nvSpPr>
          <p:cNvPr id="15044" name="Google Shape;15044;p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045" name="Google Shape;15045;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49" name="Shape 15049"/>
        <p:cNvGrpSpPr/>
        <p:nvPr/>
      </p:nvGrpSpPr>
      <p:grpSpPr>
        <a:xfrm>
          <a:off x="0" y="0"/>
          <a:ext cx="0" cy="0"/>
          <a:chOff x="0" y="0"/>
          <a:chExt cx="0" cy="0"/>
        </a:xfrm>
      </p:grpSpPr>
      <p:sp>
        <p:nvSpPr>
          <p:cNvPr id="15050" name="Google Shape;15050;p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051" name="Google Shape;15051;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67" name="Shape 15067"/>
        <p:cNvGrpSpPr/>
        <p:nvPr/>
      </p:nvGrpSpPr>
      <p:grpSpPr>
        <a:xfrm>
          <a:off x="0" y="0"/>
          <a:ext cx="0" cy="0"/>
          <a:chOff x="0" y="0"/>
          <a:chExt cx="0" cy="0"/>
        </a:xfrm>
      </p:grpSpPr>
      <p:sp>
        <p:nvSpPr>
          <p:cNvPr id="15068" name="Google Shape;15068;p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069" name="Google Shape;15069;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76" name="Shape 15076"/>
        <p:cNvGrpSpPr/>
        <p:nvPr/>
      </p:nvGrpSpPr>
      <p:grpSpPr>
        <a:xfrm>
          <a:off x="0" y="0"/>
          <a:ext cx="0" cy="0"/>
          <a:chOff x="0" y="0"/>
          <a:chExt cx="0" cy="0"/>
        </a:xfrm>
      </p:grpSpPr>
      <p:sp>
        <p:nvSpPr>
          <p:cNvPr id="15077" name="Google Shape;15077;p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078" name="Google Shape;15078;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35" name="Shape 15135"/>
        <p:cNvGrpSpPr/>
        <p:nvPr/>
      </p:nvGrpSpPr>
      <p:grpSpPr>
        <a:xfrm>
          <a:off x="0" y="0"/>
          <a:ext cx="0" cy="0"/>
          <a:chOff x="0" y="0"/>
          <a:chExt cx="0" cy="0"/>
        </a:xfrm>
      </p:grpSpPr>
      <p:sp>
        <p:nvSpPr>
          <p:cNvPr id="15136" name="Google Shape;15136;p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137" name="Google Shape;15137;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51" name="Shape 15151"/>
        <p:cNvGrpSpPr/>
        <p:nvPr/>
      </p:nvGrpSpPr>
      <p:grpSpPr>
        <a:xfrm>
          <a:off x="0" y="0"/>
          <a:ext cx="0" cy="0"/>
          <a:chOff x="0" y="0"/>
          <a:chExt cx="0" cy="0"/>
        </a:xfrm>
      </p:grpSpPr>
      <p:sp>
        <p:nvSpPr>
          <p:cNvPr id="15152" name="Google Shape;15152;p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153" name="Google Shape;15153;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73" name="Shape 15173"/>
        <p:cNvGrpSpPr/>
        <p:nvPr/>
      </p:nvGrpSpPr>
      <p:grpSpPr>
        <a:xfrm>
          <a:off x="0" y="0"/>
          <a:ext cx="0" cy="0"/>
          <a:chOff x="0" y="0"/>
          <a:chExt cx="0" cy="0"/>
        </a:xfrm>
      </p:grpSpPr>
      <p:sp>
        <p:nvSpPr>
          <p:cNvPr id="15174" name="Google Shape;15174;p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175" name="Google Shape;15175;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2" name="Shape 15242"/>
        <p:cNvGrpSpPr/>
        <p:nvPr/>
      </p:nvGrpSpPr>
      <p:grpSpPr>
        <a:xfrm>
          <a:off x="0" y="0"/>
          <a:ext cx="0" cy="0"/>
          <a:chOff x="0" y="0"/>
          <a:chExt cx="0" cy="0"/>
        </a:xfrm>
      </p:grpSpPr>
      <p:sp>
        <p:nvSpPr>
          <p:cNvPr id="15243" name="Google Shape;15243;p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244" name="Google Shape;15244;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1" name="Shape 15261"/>
        <p:cNvGrpSpPr/>
        <p:nvPr/>
      </p:nvGrpSpPr>
      <p:grpSpPr>
        <a:xfrm>
          <a:off x="0" y="0"/>
          <a:ext cx="0" cy="0"/>
          <a:chOff x="0" y="0"/>
          <a:chExt cx="0" cy="0"/>
        </a:xfrm>
      </p:grpSpPr>
      <p:sp>
        <p:nvSpPr>
          <p:cNvPr id="15262" name="Google Shape;15262;p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263" name="Google Shape;15263;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22" name="Shape 15322"/>
        <p:cNvGrpSpPr/>
        <p:nvPr/>
      </p:nvGrpSpPr>
      <p:grpSpPr>
        <a:xfrm>
          <a:off x="0" y="0"/>
          <a:ext cx="0" cy="0"/>
          <a:chOff x="0" y="0"/>
          <a:chExt cx="0" cy="0"/>
        </a:xfrm>
      </p:grpSpPr>
      <p:sp>
        <p:nvSpPr>
          <p:cNvPr id="15323" name="Google Shape;15323;p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324" name="Google Shape;15324;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39" name="Shape 15939"/>
        <p:cNvGrpSpPr/>
        <p:nvPr/>
      </p:nvGrpSpPr>
      <p:grpSpPr>
        <a:xfrm>
          <a:off x="0" y="0"/>
          <a:ext cx="0" cy="0"/>
          <a:chOff x="0" y="0"/>
          <a:chExt cx="0" cy="0"/>
        </a:xfrm>
      </p:grpSpPr>
      <p:sp>
        <p:nvSpPr>
          <p:cNvPr id="15940" name="Google Shape;15940;p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941" name="Google Shape;15941;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0" name="Shape 16010"/>
        <p:cNvGrpSpPr/>
        <p:nvPr/>
      </p:nvGrpSpPr>
      <p:grpSpPr>
        <a:xfrm>
          <a:off x="0" y="0"/>
          <a:ext cx="0" cy="0"/>
          <a:chOff x="0" y="0"/>
          <a:chExt cx="0" cy="0"/>
        </a:xfrm>
      </p:grpSpPr>
      <p:sp>
        <p:nvSpPr>
          <p:cNvPr id="16011" name="Google Shape;16011;p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012" name="Google Shape;16012;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7" name="Shape 16017"/>
        <p:cNvGrpSpPr/>
        <p:nvPr/>
      </p:nvGrpSpPr>
      <p:grpSpPr>
        <a:xfrm>
          <a:off x="0" y="0"/>
          <a:ext cx="0" cy="0"/>
          <a:chOff x="0" y="0"/>
          <a:chExt cx="0" cy="0"/>
        </a:xfrm>
      </p:grpSpPr>
      <p:sp>
        <p:nvSpPr>
          <p:cNvPr id="16018" name="Google Shape;16018;p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019" name="Google Shape;16019;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23" name="Shape 16023"/>
        <p:cNvGrpSpPr/>
        <p:nvPr/>
      </p:nvGrpSpPr>
      <p:grpSpPr>
        <a:xfrm>
          <a:off x="0" y="0"/>
          <a:ext cx="0" cy="0"/>
          <a:chOff x="0" y="0"/>
          <a:chExt cx="0" cy="0"/>
        </a:xfrm>
      </p:grpSpPr>
      <p:sp>
        <p:nvSpPr>
          <p:cNvPr id="16024" name="Google Shape;16024;p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025" name="Google Shape;16025;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29" name="Shape 16029"/>
        <p:cNvGrpSpPr/>
        <p:nvPr/>
      </p:nvGrpSpPr>
      <p:grpSpPr>
        <a:xfrm>
          <a:off x="0" y="0"/>
          <a:ext cx="0" cy="0"/>
          <a:chOff x="0" y="0"/>
          <a:chExt cx="0" cy="0"/>
        </a:xfrm>
      </p:grpSpPr>
      <p:sp>
        <p:nvSpPr>
          <p:cNvPr id="16030" name="Google Shape;16030;p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031" name="Google Shape;16031;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47" name="Shape 16047"/>
        <p:cNvGrpSpPr/>
        <p:nvPr/>
      </p:nvGrpSpPr>
      <p:grpSpPr>
        <a:xfrm>
          <a:off x="0" y="0"/>
          <a:ext cx="0" cy="0"/>
          <a:chOff x="0" y="0"/>
          <a:chExt cx="0" cy="0"/>
        </a:xfrm>
      </p:grpSpPr>
      <p:sp>
        <p:nvSpPr>
          <p:cNvPr id="16048" name="Google Shape;16048;p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049" name="Google Shape;16049;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63" name="Shape 16063"/>
        <p:cNvGrpSpPr/>
        <p:nvPr/>
      </p:nvGrpSpPr>
      <p:grpSpPr>
        <a:xfrm>
          <a:off x="0" y="0"/>
          <a:ext cx="0" cy="0"/>
          <a:chOff x="0" y="0"/>
          <a:chExt cx="0" cy="0"/>
        </a:xfrm>
      </p:grpSpPr>
      <p:sp>
        <p:nvSpPr>
          <p:cNvPr id="16064" name="Google Shape;16064;p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065" name="Google Shape;16065;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00" name="Shape 16400"/>
        <p:cNvGrpSpPr/>
        <p:nvPr/>
      </p:nvGrpSpPr>
      <p:grpSpPr>
        <a:xfrm>
          <a:off x="0" y="0"/>
          <a:ext cx="0" cy="0"/>
          <a:chOff x="0" y="0"/>
          <a:chExt cx="0" cy="0"/>
        </a:xfrm>
      </p:grpSpPr>
      <p:sp>
        <p:nvSpPr>
          <p:cNvPr id="16401" name="Google Shape;16401;p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402" name="Google Shape;16402;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14" name="Shape 22314"/>
        <p:cNvGrpSpPr/>
        <p:nvPr/>
      </p:nvGrpSpPr>
      <p:grpSpPr>
        <a:xfrm>
          <a:off x="0" y="0"/>
          <a:ext cx="0" cy="0"/>
          <a:chOff x="0" y="0"/>
          <a:chExt cx="0" cy="0"/>
        </a:xfrm>
      </p:grpSpPr>
      <p:sp>
        <p:nvSpPr>
          <p:cNvPr id="22315" name="Google Shape;22315;p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316" name="Google Shape;22316;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41" name="Shape 22741"/>
        <p:cNvGrpSpPr/>
        <p:nvPr/>
      </p:nvGrpSpPr>
      <p:grpSpPr>
        <a:xfrm>
          <a:off x="0" y="0"/>
          <a:ext cx="0" cy="0"/>
          <a:chOff x="0" y="0"/>
          <a:chExt cx="0" cy="0"/>
        </a:xfrm>
      </p:grpSpPr>
      <p:sp>
        <p:nvSpPr>
          <p:cNvPr id="22742" name="Google Shape;22742;p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743" name="Google Shape;22743;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04" name="Shape 22904"/>
        <p:cNvGrpSpPr/>
        <p:nvPr/>
      </p:nvGrpSpPr>
      <p:grpSpPr>
        <a:xfrm>
          <a:off x="0" y="0"/>
          <a:ext cx="0" cy="0"/>
          <a:chOff x="0" y="0"/>
          <a:chExt cx="0" cy="0"/>
        </a:xfrm>
      </p:grpSpPr>
      <p:sp>
        <p:nvSpPr>
          <p:cNvPr id="22905" name="Google Shape;22905;p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906" name="Google Shape;22906;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06" name="Shape 23306"/>
        <p:cNvGrpSpPr/>
        <p:nvPr/>
      </p:nvGrpSpPr>
      <p:grpSpPr>
        <a:xfrm>
          <a:off x="0" y="0"/>
          <a:ext cx="0" cy="0"/>
          <a:chOff x="0" y="0"/>
          <a:chExt cx="0" cy="0"/>
        </a:xfrm>
      </p:grpSpPr>
      <p:sp>
        <p:nvSpPr>
          <p:cNvPr id="23307" name="Google Shape;23307;p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3308" name="Google Shape;23308;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77" name="Shape 23677"/>
        <p:cNvGrpSpPr/>
        <p:nvPr/>
      </p:nvGrpSpPr>
      <p:grpSpPr>
        <a:xfrm>
          <a:off x="0" y="0"/>
          <a:ext cx="0" cy="0"/>
          <a:chOff x="0" y="0"/>
          <a:chExt cx="0" cy="0"/>
        </a:xfrm>
      </p:grpSpPr>
      <p:sp>
        <p:nvSpPr>
          <p:cNvPr id="23678" name="Google Shape;23678;p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3679" name="Google Shape;23679;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66" name="Shape 24066"/>
        <p:cNvGrpSpPr/>
        <p:nvPr/>
      </p:nvGrpSpPr>
      <p:grpSpPr>
        <a:xfrm>
          <a:off x="0" y="0"/>
          <a:ext cx="0" cy="0"/>
          <a:chOff x="0" y="0"/>
          <a:chExt cx="0" cy="0"/>
        </a:xfrm>
      </p:grpSpPr>
      <p:sp>
        <p:nvSpPr>
          <p:cNvPr id="24067" name="Google Shape;24067;p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4068" name="Google Shape;24068;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97" name="Shape 24497"/>
        <p:cNvGrpSpPr/>
        <p:nvPr/>
      </p:nvGrpSpPr>
      <p:grpSpPr>
        <a:xfrm>
          <a:off x="0" y="0"/>
          <a:ext cx="0" cy="0"/>
          <a:chOff x="0" y="0"/>
          <a:chExt cx="0" cy="0"/>
        </a:xfrm>
      </p:grpSpPr>
      <p:sp>
        <p:nvSpPr>
          <p:cNvPr id="24498" name="Google Shape;24498;p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4499" name="Google Shape;24499;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90" name="Shape 25290"/>
        <p:cNvGrpSpPr/>
        <p:nvPr/>
      </p:nvGrpSpPr>
      <p:grpSpPr>
        <a:xfrm>
          <a:off x="0" y="0"/>
          <a:ext cx="0" cy="0"/>
          <a:chOff x="0" y="0"/>
          <a:chExt cx="0" cy="0"/>
        </a:xfrm>
      </p:grpSpPr>
      <p:sp>
        <p:nvSpPr>
          <p:cNvPr id="25291" name="Google Shape;25291;p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5292" name="Google Shape;25292;p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31" name="Shape 26031"/>
        <p:cNvGrpSpPr/>
        <p:nvPr/>
      </p:nvGrpSpPr>
      <p:grpSpPr>
        <a:xfrm>
          <a:off x="0" y="0"/>
          <a:ext cx="0" cy="0"/>
          <a:chOff x="0" y="0"/>
          <a:chExt cx="0" cy="0"/>
        </a:xfrm>
      </p:grpSpPr>
      <p:sp>
        <p:nvSpPr>
          <p:cNvPr id="26032" name="Google Shape;26032;p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6033" name="Google Shape;26033;p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24" name="Shape 26724"/>
        <p:cNvGrpSpPr/>
        <p:nvPr/>
      </p:nvGrpSpPr>
      <p:grpSpPr>
        <a:xfrm>
          <a:off x="0" y="0"/>
          <a:ext cx="0" cy="0"/>
          <a:chOff x="0" y="0"/>
          <a:chExt cx="0" cy="0"/>
        </a:xfrm>
      </p:grpSpPr>
      <p:sp>
        <p:nvSpPr>
          <p:cNvPr id="26725" name="Google Shape;26725;p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6726" name="Google Shape;26726;p4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26" name="Shape 27026"/>
        <p:cNvGrpSpPr/>
        <p:nvPr/>
      </p:nvGrpSpPr>
      <p:grpSpPr>
        <a:xfrm>
          <a:off x="0" y="0"/>
          <a:ext cx="0" cy="0"/>
          <a:chOff x="0" y="0"/>
          <a:chExt cx="0" cy="0"/>
        </a:xfrm>
      </p:grpSpPr>
      <p:sp>
        <p:nvSpPr>
          <p:cNvPr id="27027" name="Google Shape;27027;p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7028" name="Google Shape;27028;p5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66" name="Shape 27666"/>
        <p:cNvGrpSpPr/>
        <p:nvPr/>
      </p:nvGrpSpPr>
      <p:grpSpPr>
        <a:xfrm>
          <a:off x="0" y="0"/>
          <a:ext cx="0" cy="0"/>
          <a:chOff x="0" y="0"/>
          <a:chExt cx="0" cy="0"/>
        </a:xfrm>
      </p:grpSpPr>
      <p:sp>
        <p:nvSpPr>
          <p:cNvPr id="27667" name="Google Shape;27667;p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7668" name="Google Shape;27668;p5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53"/>
          <p:cNvGrpSpPr/>
          <p:nvPr/>
        </p:nvGrpSpPr>
        <p:grpSpPr>
          <a:xfrm>
            <a:off x="-3255181" y="-2900775"/>
            <a:ext cx="10039931" cy="6871129"/>
            <a:chOff x="-3102781" y="-2727750"/>
            <a:chExt cx="10039931" cy="6871129"/>
          </a:xfrm>
        </p:grpSpPr>
        <p:grpSp>
          <p:nvGrpSpPr>
            <p:cNvPr id="10" name="Google Shape;10;p53"/>
            <p:cNvGrpSpPr/>
            <p:nvPr/>
          </p:nvGrpSpPr>
          <p:grpSpPr>
            <a:xfrm rot="-7778255">
              <a:off x="-2414440" y="-1445047"/>
              <a:ext cx="5355679" cy="4305725"/>
              <a:chOff x="7103825" y="-713112"/>
              <a:chExt cx="3785226" cy="3043150"/>
            </a:xfrm>
          </p:grpSpPr>
          <p:sp>
            <p:nvSpPr>
              <p:cNvPr id="11" name="Google Shape;11;p53"/>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12" name="Google Shape;12;p53"/>
              <p:cNvPicPr preferRelativeResize="0"/>
              <p:nvPr/>
            </p:nvPicPr>
            <p:blipFill rotWithShape="1">
              <a:blip r:embed="rId2">
                <a:alphaModFix/>
              </a:blip>
              <a:srcRect b="17662" l="0" r="0" t="17657"/>
              <a:stretch/>
            </p:blipFill>
            <p:spPr>
              <a:xfrm>
                <a:off x="7103825" y="-713112"/>
                <a:ext cx="3785226" cy="2888974"/>
              </a:xfrm>
              <a:prstGeom prst="rect">
                <a:avLst/>
              </a:prstGeom>
              <a:noFill/>
              <a:ln>
                <a:noFill/>
              </a:ln>
            </p:spPr>
          </p:pic>
        </p:grpSp>
        <p:sp>
          <p:nvSpPr>
            <p:cNvPr id="13" name="Google Shape;13;p53"/>
            <p:cNvSpPr/>
            <p:nvPr/>
          </p:nvSpPr>
          <p:spPr>
            <a:xfrm>
              <a:off x="-289323" y="-166742"/>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 name="Google Shape;14;p53"/>
            <p:cNvSpPr/>
            <p:nvPr/>
          </p:nvSpPr>
          <p:spPr>
            <a:xfrm rot="2700000">
              <a:off x="917817" y="-2200499"/>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 name="Google Shape;15;p53"/>
            <p:cNvSpPr/>
            <p:nvPr/>
          </p:nvSpPr>
          <p:spPr>
            <a:xfrm>
              <a:off x="-201475" y="-361175"/>
              <a:ext cx="7138625" cy="819350"/>
            </a:xfrm>
            <a:custGeom>
              <a:rect b="b" l="l" r="r" t="t"/>
              <a:pathLst>
                <a:path extrusionOk="0" h="32774" w="285545">
                  <a:moveTo>
                    <a:pt x="0" y="32774"/>
                  </a:moveTo>
                  <a:lnTo>
                    <a:pt x="188861" y="32774"/>
                  </a:lnTo>
                  <a:lnTo>
                    <a:pt x="221636" y="0"/>
                  </a:lnTo>
                  <a:lnTo>
                    <a:pt x="285545" y="0"/>
                  </a:lnTo>
                </a:path>
              </a:pathLst>
            </a:custGeom>
            <a:noFill/>
            <a:ln cap="flat" cmpd="sng" w="9525">
              <a:solidFill>
                <a:schemeClr val="dk2"/>
              </a:solidFill>
              <a:prstDash val="solid"/>
              <a:round/>
              <a:headEnd len="sm" w="sm" type="none"/>
              <a:tailEnd len="sm" w="sm" type="none"/>
            </a:ln>
          </p:spPr>
        </p:sp>
        <p:sp>
          <p:nvSpPr>
            <p:cNvPr id="16" name="Google Shape;16;p53"/>
            <p:cNvSpPr/>
            <p:nvPr/>
          </p:nvSpPr>
          <p:spPr>
            <a:xfrm rot="5400000">
              <a:off x="1110859" y="-1245788"/>
              <a:ext cx="577450" cy="3045475"/>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274"/>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 name="Google Shape;17;p53"/>
            <p:cNvSpPr/>
            <p:nvPr/>
          </p:nvSpPr>
          <p:spPr>
            <a:xfrm rot="5400000">
              <a:off x="654013" y="-781254"/>
              <a:ext cx="687411" cy="2731351"/>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 name="Google Shape;18;p53"/>
            <p:cNvGrpSpPr/>
            <p:nvPr/>
          </p:nvGrpSpPr>
          <p:grpSpPr>
            <a:xfrm flipH="1">
              <a:off x="4446909" y="391151"/>
              <a:ext cx="134044" cy="134013"/>
              <a:chOff x="1101075" y="2142375"/>
              <a:chExt cx="439200" cy="439100"/>
            </a:xfrm>
          </p:grpSpPr>
          <p:sp>
            <p:nvSpPr>
              <p:cNvPr id="19" name="Google Shape;19;p5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5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 name="Google Shape;21;p53"/>
            <p:cNvGrpSpPr/>
            <p:nvPr/>
          </p:nvGrpSpPr>
          <p:grpSpPr>
            <a:xfrm flipH="1">
              <a:off x="1373609" y="694563"/>
              <a:ext cx="134044" cy="134013"/>
              <a:chOff x="1101075" y="2142375"/>
              <a:chExt cx="439200" cy="439100"/>
            </a:xfrm>
          </p:grpSpPr>
          <p:sp>
            <p:nvSpPr>
              <p:cNvPr id="22" name="Google Shape;22;p5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 name="Google Shape;23;p5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 name="Google Shape;24;p53"/>
            <p:cNvGrpSpPr/>
            <p:nvPr/>
          </p:nvGrpSpPr>
          <p:grpSpPr>
            <a:xfrm flipH="1">
              <a:off x="1086834" y="957463"/>
              <a:ext cx="134044" cy="134013"/>
              <a:chOff x="1101075" y="2142375"/>
              <a:chExt cx="439200" cy="439100"/>
            </a:xfrm>
          </p:grpSpPr>
          <p:sp>
            <p:nvSpPr>
              <p:cNvPr id="25" name="Google Shape;25;p5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 name="Google Shape;26;p5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 name="Google Shape;27;p53"/>
            <p:cNvGrpSpPr/>
            <p:nvPr/>
          </p:nvGrpSpPr>
          <p:grpSpPr>
            <a:xfrm flipH="1">
              <a:off x="277709" y="957463"/>
              <a:ext cx="134044" cy="134013"/>
              <a:chOff x="1101075" y="2142375"/>
              <a:chExt cx="439200" cy="439100"/>
            </a:xfrm>
          </p:grpSpPr>
          <p:sp>
            <p:nvSpPr>
              <p:cNvPr id="28" name="Google Shape;28;p5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 name="Google Shape;29;p5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 name="Google Shape;30;p53"/>
            <p:cNvGrpSpPr/>
            <p:nvPr/>
          </p:nvGrpSpPr>
          <p:grpSpPr>
            <a:xfrm flipH="1">
              <a:off x="277709" y="640813"/>
              <a:ext cx="134044" cy="134013"/>
              <a:chOff x="1101075" y="2142375"/>
              <a:chExt cx="439200" cy="439100"/>
            </a:xfrm>
          </p:grpSpPr>
          <p:sp>
            <p:nvSpPr>
              <p:cNvPr id="31" name="Google Shape;31;p5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 name="Google Shape;32;p5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3" name="Google Shape;33;p53"/>
          <p:cNvGrpSpPr/>
          <p:nvPr/>
        </p:nvGrpSpPr>
        <p:grpSpPr>
          <a:xfrm>
            <a:off x="6385735" y="3039700"/>
            <a:ext cx="3920501" cy="3213899"/>
            <a:chOff x="6309535" y="2842975"/>
            <a:chExt cx="3920501" cy="3213899"/>
          </a:xfrm>
        </p:grpSpPr>
        <p:pic>
          <p:nvPicPr>
            <p:cNvPr id="34" name="Google Shape;34;p53"/>
            <p:cNvPicPr preferRelativeResize="0"/>
            <p:nvPr/>
          </p:nvPicPr>
          <p:blipFill rotWithShape="1">
            <a:blip r:embed="rId3">
              <a:alphaModFix/>
            </a:blip>
            <a:srcRect b="26177" l="16960" r="7121" t="24718"/>
            <a:stretch/>
          </p:blipFill>
          <p:spPr>
            <a:xfrm>
              <a:off x="6309535" y="3064650"/>
              <a:ext cx="3920501" cy="2992224"/>
            </a:xfrm>
            <a:prstGeom prst="rect">
              <a:avLst/>
            </a:prstGeom>
            <a:noFill/>
            <a:ln>
              <a:noFill/>
            </a:ln>
          </p:spPr>
        </p:pic>
        <p:sp>
          <p:nvSpPr>
            <p:cNvPr id="35" name="Google Shape;35;p53"/>
            <p:cNvSpPr/>
            <p:nvPr/>
          </p:nvSpPr>
          <p:spPr>
            <a:xfrm rot="10800000">
              <a:off x="7535449" y="294113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 name="Google Shape;36;p53"/>
            <p:cNvSpPr/>
            <p:nvPr/>
          </p:nvSpPr>
          <p:spPr>
            <a:xfrm rot="10800000">
              <a:off x="7694795" y="2941747"/>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7" name="Google Shape;37;p53"/>
            <p:cNvGrpSpPr/>
            <p:nvPr/>
          </p:nvGrpSpPr>
          <p:grpSpPr>
            <a:xfrm>
              <a:off x="7280400" y="3719575"/>
              <a:ext cx="582050" cy="582425"/>
              <a:chOff x="959750" y="3039275"/>
              <a:chExt cx="582050" cy="582425"/>
            </a:xfrm>
          </p:grpSpPr>
          <p:sp>
            <p:nvSpPr>
              <p:cNvPr id="38" name="Google Shape;38;p53"/>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 name="Google Shape;39;p53"/>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 name="Google Shape;40;p53"/>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 name="Google Shape;41;p53"/>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 name="Google Shape;42;p53"/>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 name="Google Shape;43;p53"/>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 name="Google Shape;44;p53"/>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5" name="Google Shape;45;p53"/>
            <p:cNvSpPr/>
            <p:nvPr/>
          </p:nvSpPr>
          <p:spPr>
            <a:xfrm>
              <a:off x="8430775" y="2842975"/>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 name="Google Shape;46;p53"/>
            <p:cNvGrpSpPr/>
            <p:nvPr/>
          </p:nvGrpSpPr>
          <p:grpSpPr>
            <a:xfrm>
              <a:off x="8337812" y="3492483"/>
              <a:ext cx="699928" cy="1651024"/>
              <a:chOff x="8337812" y="3492483"/>
              <a:chExt cx="699928" cy="1651024"/>
            </a:xfrm>
          </p:grpSpPr>
          <p:sp>
            <p:nvSpPr>
              <p:cNvPr id="47" name="Google Shape;47;p53"/>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 name="Google Shape;48;p53"/>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 name="Google Shape;49;p53"/>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 name="Google Shape;50;p53"/>
            <p:cNvGrpSpPr/>
            <p:nvPr/>
          </p:nvGrpSpPr>
          <p:grpSpPr>
            <a:xfrm>
              <a:off x="7945225" y="4302000"/>
              <a:ext cx="904666" cy="726121"/>
              <a:chOff x="7945225" y="4302000"/>
              <a:chExt cx="904666" cy="726121"/>
            </a:xfrm>
          </p:grpSpPr>
          <p:sp>
            <p:nvSpPr>
              <p:cNvPr id="51" name="Google Shape;51;p53"/>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 name="Google Shape;52;p53"/>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 name="Google Shape;53;p53"/>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54" name="Google Shape;54;p53"/>
          <p:cNvSpPr txBox="1"/>
          <p:nvPr>
            <p:ph type="ctrTitle"/>
          </p:nvPr>
        </p:nvSpPr>
        <p:spPr>
          <a:xfrm>
            <a:off x="1096850" y="816324"/>
            <a:ext cx="6974700" cy="23265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Clr>
                <a:srgbClr val="191919"/>
              </a:buClr>
              <a:buSzPts val="5200"/>
              <a:buNone/>
              <a:defRPr sz="4500"/>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
        <p:nvSpPr>
          <p:cNvPr id="55" name="Google Shape;55;p53"/>
          <p:cNvSpPr txBox="1"/>
          <p:nvPr>
            <p:ph idx="1" type="subTitle"/>
          </p:nvPr>
        </p:nvSpPr>
        <p:spPr>
          <a:xfrm>
            <a:off x="1096850" y="3456250"/>
            <a:ext cx="4882500" cy="4758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56" name="Google Shape;56;p53"/>
          <p:cNvGrpSpPr/>
          <p:nvPr/>
        </p:nvGrpSpPr>
        <p:grpSpPr>
          <a:xfrm>
            <a:off x="-309885" y="3617406"/>
            <a:ext cx="1448824" cy="2238805"/>
            <a:chOff x="-309885" y="3617406"/>
            <a:chExt cx="1448824" cy="2238805"/>
          </a:xfrm>
        </p:grpSpPr>
        <p:grpSp>
          <p:nvGrpSpPr>
            <p:cNvPr id="57" name="Google Shape;57;p53"/>
            <p:cNvGrpSpPr/>
            <p:nvPr/>
          </p:nvGrpSpPr>
          <p:grpSpPr>
            <a:xfrm>
              <a:off x="-277007" y="3870159"/>
              <a:ext cx="981772" cy="1986052"/>
              <a:chOff x="-293545" y="3454371"/>
              <a:chExt cx="981772" cy="1986052"/>
            </a:xfrm>
          </p:grpSpPr>
          <p:sp>
            <p:nvSpPr>
              <p:cNvPr id="58" name="Google Shape;58;p53"/>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 name="Google Shape;59;p53"/>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 name="Google Shape;60;p53"/>
            <p:cNvGrpSpPr/>
            <p:nvPr/>
          </p:nvGrpSpPr>
          <p:grpSpPr>
            <a:xfrm>
              <a:off x="363249" y="4906873"/>
              <a:ext cx="699940" cy="478601"/>
              <a:chOff x="39723" y="4349021"/>
              <a:chExt cx="1061964" cy="726143"/>
            </a:xfrm>
          </p:grpSpPr>
          <p:grpSp>
            <p:nvGrpSpPr>
              <p:cNvPr id="61" name="Google Shape;61;p53"/>
              <p:cNvGrpSpPr/>
              <p:nvPr/>
            </p:nvGrpSpPr>
            <p:grpSpPr>
              <a:xfrm rot="2700000">
                <a:off x="140502" y="4460924"/>
                <a:ext cx="524584" cy="502337"/>
                <a:chOff x="1189791" y="-1767331"/>
                <a:chExt cx="904284" cy="865933"/>
              </a:xfrm>
            </p:grpSpPr>
            <p:sp>
              <p:nvSpPr>
                <p:cNvPr id="62" name="Google Shape;62;p5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3" name="Google Shape;63;p53"/>
                <p:cNvGrpSpPr/>
                <p:nvPr/>
              </p:nvGrpSpPr>
              <p:grpSpPr>
                <a:xfrm>
                  <a:off x="1232795" y="-1740829"/>
                  <a:ext cx="717622" cy="717393"/>
                  <a:chOff x="1483457" y="3953671"/>
                  <a:chExt cx="717622" cy="717393"/>
                </a:xfrm>
              </p:grpSpPr>
              <p:sp>
                <p:nvSpPr>
                  <p:cNvPr id="64" name="Google Shape;64;p5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 name="Google Shape;65;p5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 name="Google Shape;66;p5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 name="Google Shape;67;p5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 name="Google Shape;68;p5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69" name="Google Shape;69;p5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 name="Google Shape;70;p53"/>
            <p:cNvGrpSpPr/>
            <p:nvPr/>
          </p:nvGrpSpPr>
          <p:grpSpPr>
            <a:xfrm rot="-5400000">
              <a:off x="-461872" y="3769394"/>
              <a:ext cx="1351491" cy="1047516"/>
              <a:chOff x="-2460210" y="2758494"/>
              <a:chExt cx="1351491" cy="1047516"/>
            </a:xfrm>
          </p:grpSpPr>
          <p:sp>
            <p:nvSpPr>
              <p:cNvPr id="71" name="Google Shape;71;p53"/>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srgbClr>
                  </a:gs>
                  <a:gs pos="100000">
                    <a:srgbClr val="FFFFFF">
                      <a:alpha val="46666"/>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 name="Google Shape;72;p53"/>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srgbClr>
                  </a:gs>
                  <a:gs pos="100000">
                    <a:srgbClr val="FFFFFF">
                      <a:alpha val="46666"/>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 name="Google Shape;73;p53"/>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srgbClr>
                  </a:gs>
                  <a:gs pos="100000">
                    <a:srgbClr val="FFFFFF">
                      <a:alpha val="46666"/>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 name="Google Shape;74;p53"/>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srgbClr>
                  </a:gs>
                  <a:gs pos="100000">
                    <a:srgbClr val="FFFFFF">
                      <a:alpha val="46666"/>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 name="Google Shape;75;p53"/>
            <p:cNvGrpSpPr/>
            <p:nvPr/>
          </p:nvGrpSpPr>
          <p:grpSpPr>
            <a:xfrm>
              <a:off x="438999" y="4567398"/>
              <a:ext cx="699940" cy="478601"/>
              <a:chOff x="39723" y="4349021"/>
              <a:chExt cx="1061964" cy="726143"/>
            </a:xfrm>
          </p:grpSpPr>
          <p:grpSp>
            <p:nvGrpSpPr>
              <p:cNvPr id="76" name="Google Shape;76;p53"/>
              <p:cNvGrpSpPr/>
              <p:nvPr/>
            </p:nvGrpSpPr>
            <p:grpSpPr>
              <a:xfrm rot="2700000">
                <a:off x="140502" y="4460924"/>
                <a:ext cx="524584" cy="502337"/>
                <a:chOff x="1189791" y="-1767331"/>
                <a:chExt cx="904284" cy="865933"/>
              </a:xfrm>
            </p:grpSpPr>
            <p:sp>
              <p:nvSpPr>
                <p:cNvPr id="77" name="Google Shape;77;p5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 name="Google Shape;78;p53"/>
                <p:cNvGrpSpPr/>
                <p:nvPr/>
              </p:nvGrpSpPr>
              <p:grpSpPr>
                <a:xfrm>
                  <a:off x="1232795" y="-1740829"/>
                  <a:ext cx="717622" cy="717393"/>
                  <a:chOff x="1483457" y="3953671"/>
                  <a:chExt cx="717622" cy="717393"/>
                </a:xfrm>
              </p:grpSpPr>
              <p:sp>
                <p:nvSpPr>
                  <p:cNvPr id="79" name="Google Shape;79;p5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 name="Google Shape;80;p5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 name="Google Shape;81;p5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 name="Google Shape;82;p5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 name="Google Shape;83;p5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84" name="Google Shape;84;p5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 name="Google Shape;85;p53"/>
            <p:cNvGrpSpPr/>
            <p:nvPr/>
          </p:nvGrpSpPr>
          <p:grpSpPr>
            <a:xfrm>
              <a:off x="-65076" y="4623886"/>
              <a:ext cx="699940" cy="478601"/>
              <a:chOff x="39723" y="4349021"/>
              <a:chExt cx="1061964" cy="726143"/>
            </a:xfrm>
          </p:grpSpPr>
          <p:grpSp>
            <p:nvGrpSpPr>
              <p:cNvPr id="86" name="Google Shape;86;p53"/>
              <p:cNvGrpSpPr/>
              <p:nvPr/>
            </p:nvGrpSpPr>
            <p:grpSpPr>
              <a:xfrm rot="2700000">
                <a:off x="140502" y="4460924"/>
                <a:ext cx="524584" cy="502337"/>
                <a:chOff x="1189791" y="-1767331"/>
                <a:chExt cx="904284" cy="865933"/>
              </a:xfrm>
            </p:grpSpPr>
            <p:sp>
              <p:nvSpPr>
                <p:cNvPr id="87" name="Google Shape;87;p53"/>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 name="Google Shape;88;p53"/>
                <p:cNvGrpSpPr/>
                <p:nvPr/>
              </p:nvGrpSpPr>
              <p:grpSpPr>
                <a:xfrm>
                  <a:off x="1232795" y="-1740829"/>
                  <a:ext cx="717622" cy="717393"/>
                  <a:chOff x="1483457" y="3953671"/>
                  <a:chExt cx="717622" cy="717393"/>
                </a:xfrm>
              </p:grpSpPr>
              <p:sp>
                <p:nvSpPr>
                  <p:cNvPr id="89" name="Google Shape;89;p53"/>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 name="Google Shape;90;p53"/>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 name="Google Shape;91;p53"/>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 name="Google Shape;92;p53"/>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 name="Google Shape;93;p53"/>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94" name="Google Shape;94;p53"/>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95" name="Shape 95"/>
        <p:cNvGrpSpPr/>
        <p:nvPr/>
      </p:nvGrpSpPr>
      <p:grpSpPr>
        <a:xfrm>
          <a:off x="0" y="0"/>
          <a:ext cx="0" cy="0"/>
          <a:chOff x="0" y="0"/>
          <a:chExt cx="0" cy="0"/>
        </a:xfrm>
      </p:grpSpPr>
      <p:sp>
        <p:nvSpPr>
          <p:cNvPr id="96" name="Google Shape;96;p54"/>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97" name="Google Shape;97;p54"/>
          <p:cNvSpPr txBox="1"/>
          <p:nvPr>
            <p:ph idx="1" type="body"/>
          </p:nvPr>
        </p:nvSpPr>
        <p:spPr>
          <a:xfrm>
            <a:off x="720000" y="1139551"/>
            <a:ext cx="7704000" cy="4113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Clr>
                <a:srgbClr val="434343"/>
              </a:buClr>
              <a:buSzPts val="1400"/>
              <a:buAutoNum type="arabicPeriod"/>
              <a:defRPr>
                <a:solidFill>
                  <a:srgbClr val="191919"/>
                </a:solidFill>
              </a:defRPr>
            </a:lvl1pPr>
            <a:lvl2pPr indent="-317500" lvl="1" marL="914400" algn="l">
              <a:lnSpc>
                <a:spcPct val="115000"/>
              </a:lnSpc>
              <a:spcBef>
                <a:spcPts val="0"/>
              </a:spcBef>
              <a:spcAft>
                <a:spcPts val="0"/>
              </a:spcAft>
              <a:buClr>
                <a:srgbClr val="434343"/>
              </a:buClr>
              <a:buSzPts val="1400"/>
              <a:buFont typeface="Roboto Condensed Light"/>
              <a:buAutoNum type="alphaLcPeriod"/>
              <a:defRPr>
                <a:solidFill>
                  <a:srgbClr val="434343"/>
                </a:solidFill>
              </a:defRPr>
            </a:lvl2pPr>
            <a:lvl3pPr indent="-317500" lvl="2" marL="1371600" algn="l">
              <a:lnSpc>
                <a:spcPct val="115000"/>
              </a:lnSpc>
              <a:spcBef>
                <a:spcPts val="0"/>
              </a:spcBef>
              <a:spcAft>
                <a:spcPts val="0"/>
              </a:spcAft>
              <a:buClr>
                <a:srgbClr val="434343"/>
              </a:buClr>
              <a:buSzPts val="1400"/>
              <a:buFont typeface="Roboto Condensed Light"/>
              <a:buAutoNum type="romanLcPeriod"/>
              <a:defRPr>
                <a:solidFill>
                  <a:srgbClr val="434343"/>
                </a:solidFill>
              </a:defRPr>
            </a:lvl3pPr>
            <a:lvl4pPr indent="-317500" lvl="3" marL="1828800" algn="l">
              <a:lnSpc>
                <a:spcPct val="115000"/>
              </a:lnSpc>
              <a:spcBef>
                <a:spcPts val="0"/>
              </a:spcBef>
              <a:spcAft>
                <a:spcPts val="0"/>
              </a:spcAft>
              <a:buClr>
                <a:srgbClr val="434343"/>
              </a:buClr>
              <a:buSzPts val="1400"/>
              <a:buFont typeface="Roboto Condensed Light"/>
              <a:buAutoNum type="arabicPeriod"/>
              <a:defRPr>
                <a:solidFill>
                  <a:srgbClr val="434343"/>
                </a:solidFill>
              </a:defRPr>
            </a:lvl4pPr>
            <a:lvl5pPr indent="-317500" lvl="4" marL="2286000" algn="l">
              <a:lnSpc>
                <a:spcPct val="115000"/>
              </a:lnSpc>
              <a:spcBef>
                <a:spcPts val="0"/>
              </a:spcBef>
              <a:spcAft>
                <a:spcPts val="0"/>
              </a:spcAft>
              <a:buClr>
                <a:srgbClr val="434343"/>
              </a:buClr>
              <a:buSzPts val="1400"/>
              <a:buFont typeface="Roboto Condensed Light"/>
              <a:buAutoNum type="alphaLcPeriod"/>
              <a:defRPr>
                <a:solidFill>
                  <a:srgbClr val="434343"/>
                </a:solidFill>
              </a:defRPr>
            </a:lvl5pPr>
            <a:lvl6pPr indent="-317500" lvl="5" marL="2743200" algn="l">
              <a:lnSpc>
                <a:spcPct val="115000"/>
              </a:lnSpc>
              <a:spcBef>
                <a:spcPts val="0"/>
              </a:spcBef>
              <a:spcAft>
                <a:spcPts val="0"/>
              </a:spcAft>
              <a:buClr>
                <a:srgbClr val="434343"/>
              </a:buClr>
              <a:buSzPts val="1400"/>
              <a:buFont typeface="Roboto Condensed Light"/>
              <a:buAutoNum type="romanLcPeriod"/>
              <a:defRPr>
                <a:solidFill>
                  <a:srgbClr val="434343"/>
                </a:solidFill>
              </a:defRPr>
            </a:lvl6pPr>
            <a:lvl7pPr indent="-317500" lvl="6" marL="3200400" algn="l">
              <a:lnSpc>
                <a:spcPct val="115000"/>
              </a:lnSpc>
              <a:spcBef>
                <a:spcPts val="0"/>
              </a:spcBef>
              <a:spcAft>
                <a:spcPts val="0"/>
              </a:spcAft>
              <a:buClr>
                <a:srgbClr val="434343"/>
              </a:buClr>
              <a:buSzPts val="1400"/>
              <a:buFont typeface="Roboto Condensed Light"/>
              <a:buAutoNum type="arabicPeriod"/>
              <a:defRPr>
                <a:solidFill>
                  <a:srgbClr val="434343"/>
                </a:solidFill>
              </a:defRPr>
            </a:lvl7pPr>
            <a:lvl8pPr indent="-317500" lvl="7" marL="3657600" algn="l">
              <a:lnSpc>
                <a:spcPct val="115000"/>
              </a:lnSpc>
              <a:spcBef>
                <a:spcPts val="0"/>
              </a:spcBef>
              <a:spcAft>
                <a:spcPts val="0"/>
              </a:spcAft>
              <a:buClr>
                <a:srgbClr val="434343"/>
              </a:buClr>
              <a:buSzPts val="1400"/>
              <a:buFont typeface="Roboto Condensed Light"/>
              <a:buAutoNum type="alphaLcPeriod"/>
              <a:defRPr>
                <a:solidFill>
                  <a:srgbClr val="434343"/>
                </a:solidFill>
              </a:defRPr>
            </a:lvl8pPr>
            <a:lvl9pPr indent="-317500" lvl="8" marL="4114800" algn="l">
              <a:lnSpc>
                <a:spcPct val="115000"/>
              </a:lnSpc>
              <a:spcBef>
                <a:spcPts val="0"/>
              </a:spcBef>
              <a:spcAft>
                <a:spcPts val="0"/>
              </a:spcAft>
              <a:buClr>
                <a:srgbClr val="434343"/>
              </a:buClr>
              <a:buSzPts val="1400"/>
              <a:buFont typeface="Roboto Condensed Light"/>
              <a:buAutoNum type="romanLcPeriod"/>
              <a:defRPr>
                <a:solidFill>
                  <a:srgbClr val="434343"/>
                </a:solidFill>
              </a:defRPr>
            </a:lvl9pPr>
          </a:lstStyle>
          <a:p/>
        </p:txBody>
      </p:sp>
      <p:grpSp>
        <p:nvGrpSpPr>
          <p:cNvPr id="98" name="Google Shape;98;p54"/>
          <p:cNvGrpSpPr/>
          <p:nvPr/>
        </p:nvGrpSpPr>
        <p:grpSpPr>
          <a:xfrm>
            <a:off x="7365150" y="-1147799"/>
            <a:ext cx="3733124" cy="6537004"/>
            <a:chOff x="7212750" y="-1147799"/>
            <a:chExt cx="3733124" cy="6537004"/>
          </a:xfrm>
        </p:grpSpPr>
        <p:pic>
          <p:nvPicPr>
            <p:cNvPr id="99" name="Google Shape;99;p54"/>
            <p:cNvPicPr preferRelativeResize="0"/>
            <p:nvPr/>
          </p:nvPicPr>
          <p:blipFill rotWithShape="1">
            <a:blip r:embed="rId2">
              <a:alphaModFix/>
            </a:blip>
            <a:srcRect b="26177" l="16960" r="7121" t="24718"/>
            <a:stretch/>
          </p:blipFill>
          <p:spPr>
            <a:xfrm>
              <a:off x="7212750" y="-1147799"/>
              <a:ext cx="3733124" cy="2849200"/>
            </a:xfrm>
            <a:prstGeom prst="rect">
              <a:avLst/>
            </a:prstGeom>
            <a:noFill/>
            <a:ln>
              <a:noFill/>
            </a:ln>
          </p:spPr>
        </p:pic>
        <p:grpSp>
          <p:nvGrpSpPr>
            <p:cNvPr id="100" name="Google Shape;100;p54"/>
            <p:cNvGrpSpPr/>
            <p:nvPr/>
          </p:nvGrpSpPr>
          <p:grpSpPr>
            <a:xfrm>
              <a:off x="7392021" y="539499"/>
              <a:ext cx="1518472" cy="3030657"/>
              <a:chOff x="7785196" y="342199"/>
              <a:chExt cx="1518472" cy="3030657"/>
            </a:xfrm>
          </p:grpSpPr>
          <p:sp>
            <p:nvSpPr>
              <p:cNvPr id="101" name="Google Shape;101;p54"/>
              <p:cNvSpPr/>
              <p:nvPr/>
            </p:nvSpPr>
            <p:spPr>
              <a:xfrm rot="10800000">
                <a:off x="7882621" y="5394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 name="Google Shape;102;p54"/>
              <p:cNvSpPr/>
              <p:nvPr/>
            </p:nvSpPr>
            <p:spPr>
              <a:xfrm rot="10800000">
                <a:off x="7785196" y="3421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3" name="Google Shape;103;p54"/>
            <p:cNvSpPr/>
            <p:nvPr/>
          </p:nvSpPr>
          <p:spPr>
            <a:xfrm rot="5400000">
              <a:off x="8098189" y="-87718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 name="Google Shape;104;p54"/>
            <p:cNvGrpSpPr/>
            <p:nvPr/>
          </p:nvGrpSpPr>
          <p:grpSpPr>
            <a:xfrm>
              <a:off x="7740801" y="270000"/>
              <a:ext cx="3153315" cy="5119205"/>
              <a:chOff x="7740801" y="270000"/>
              <a:chExt cx="3153315" cy="5119205"/>
            </a:xfrm>
          </p:grpSpPr>
          <p:sp>
            <p:nvSpPr>
              <p:cNvPr id="105" name="Google Shape;105;p54"/>
              <p:cNvSpPr/>
              <p:nvPr/>
            </p:nvSpPr>
            <p:spPr>
              <a:xfrm>
                <a:off x="7740801" y="27000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 name="Google Shape;106;p54"/>
              <p:cNvGrpSpPr/>
              <p:nvPr/>
            </p:nvGrpSpPr>
            <p:grpSpPr>
              <a:xfrm>
                <a:off x="8192886" y="4736397"/>
                <a:ext cx="134004" cy="134004"/>
                <a:chOff x="8356813" y="1074288"/>
                <a:chExt cx="351900" cy="351900"/>
              </a:xfrm>
            </p:grpSpPr>
            <p:sp>
              <p:nvSpPr>
                <p:cNvPr id="107" name="Google Shape;107;p5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5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 name="Google Shape;109;p54"/>
              <p:cNvGrpSpPr/>
              <p:nvPr/>
            </p:nvGrpSpPr>
            <p:grpSpPr>
              <a:xfrm>
                <a:off x="8788211" y="3794722"/>
                <a:ext cx="134004" cy="134004"/>
                <a:chOff x="8356813" y="1074288"/>
                <a:chExt cx="351900" cy="351900"/>
              </a:xfrm>
            </p:grpSpPr>
            <p:sp>
              <p:nvSpPr>
                <p:cNvPr id="110" name="Google Shape;110;p5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 name="Google Shape;111;p5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 name="Google Shape;112;p54"/>
              <p:cNvGrpSpPr/>
              <p:nvPr/>
            </p:nvGrpSpPr>
            <p:grpSpPr>
              <a:xfrm>
                <a:off x="8654186" y="2424672"/>
                <a:ext cx="134004" cy="134004"/>
                <a:chOff x="8356813" y="1074288"/>
                <a:chExt cx="351900" cy="351900"/>
              </a:xfrm>
            </p:grpSpPr>
            <p:sp>
              <p:nvSpPr>
                <p:cNvPr id="113" name="Google Shape;113;p5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 name="Google Shape;114;p5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115" name="Google Shape;115;p54"/>
          <p:cNvGrpSpPr/>
          <p:nvPr/>
        </p:nvGrpSpPr>
        <p:grpSpPr>
          <a:xfrm rot="-2529045">
            <a:off x="105741" y="3680210"/>
            <a:ext cx="591691" cy="2260270"/>
            <a:chOff x="-132364" y="1829399"/>
            <a:chExt cx="591677" cy="2260214"/>
          </a:xfrm>
        </p:grpSpPr>
        <p:sp>
          <p:nvSpPr>
            <p:cNvPr id="116" name="Google Shape;116;p54"/>
            <p:cNvSpPr/>
            <p:nvPr/>
          </p:nvSpPr>
          <p:spPr>
            <a:xfrm rot="10800000">
              <a:off x="62461" y="1829399"/>
              <a:ext cx="396852" cy="2260214"/>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54"/>
            <p:cNvSpPr/>
            <p:nvPr/>
          </p:nvSpPr>
          <p:spPr>
            <a:xfrm rot="10800000">
              <a:off x="-132364" y="1829399"/>
              <a:ext cx="396852" cy="2260214"/>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 name="Google Shape;118;p54"/>
          <p:cNvGrpSpPr/>
          <p:nvPr/>
        </p:nvGrpSpPr>
        <p:grpSpPr>
          <a:xfrm>
            <a:off x="-520148" y="-573164"/>
            <a:ext cx="1502291" cy="2806842"/>
            <a:chOff x="-367748" y="-573164"/>
            <a:chExt cx="1502291" cy="2806842"/>
          </a:xfrm>
        </p:grpSpPr>
        <p:grpSp>
          <p:nvGrpSpPr>
            <p:cNvPr id="119" name="Google Shape;119;p54"/>
            <p:cNvGrpSpPr/>
            <p:nvPr/>
          </p:nvGrpSpPr>
          <p:grpSpPr>
            <a:xfrm rot="10800000">
              <a:off x="-191449" y="1507557"/>
              <a:ext cx="904666" cy="726121"/>
              <a:chOff x="7945225" y="4302000"/>
              <a:chExt cx="904666" cy="726121"/>
            </a:xfrm>
          </p:grpSpPr>
          <p:sp>
            <p:nvSpPr>
              <p:cNvPr id="120" name="Google Shape;120;p54"/>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 name="Google Shape;121;p54"/>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 name="Google Shape;122;p54"/>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 name="Google Shape;123;p54"/>
            <p:cNvSpPr/>
            <p:nvPr/>
          </p:nvSpPr>
          <p:spPr>
            <a:xfrm>
              <a:off x="152767" y="-57254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 name="Google Shape;124;p54"/>
            <p:cNvSpPr/>
            <p:nvPr/>
          </p:nvSpPr>
          <p:spPr>
            <a:xfrm>
              <a:off x="-6579" y="-57316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 name="Google Shape;125;p54"/>
            <p:cNvGrpSpPr/>
            <p:nvPr/>
          </p:nvGrpSpPr>
          <p:grpSpPr>
            <a:xfrm rot="10800000">
              <a:off x="-367748" y="-467133"/>
              <a:ext cx="699928" cy="1651024"/>
              <a:chOff x="8337812" y="3492483"/>
              <a:chExt cx="699928" cy="1651024"/>
            </a:xfrm>
          </p:grpSpPr>
          <p:sp>
            <p:nvSpPr>
              <p:cNvPr id="126" name="Google Shape;126;p54"/>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54"/>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54"/>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29" name="Shape 129"/>
        <p:cNvGrpSpPr/>
        <p:nvPr/>
      </p:nvGrpSpPr>
      <p:grpSpPr>
        <a:xfrm>
          <a:off x="0" y="0"/>
          <a:ext cx="0" cy="0"/>
          <a:chOff x="0" y="0"/>
          <a:chExt cx="0" cy="0"/>
        </a:xfrm>
      </p:grpSpPr>
      <p:sp>
        <p:nvSpPr>
          <p:cNvPr id="130" name="Google Shape;130;p5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
        <p:nvSpPr>
          <p:cNvPr id="131" name="Google Shape;131;p55"/>
          <p:cNvSpPr txBox="1"/>
          <p:nvPr>
            <p:ph idx="1" type="subTitle"/>
          </p:nvPr>
        </p:nvSpPr>
        <p:spPr>
          <a:xfrm>
            <a:off x="720000" y="2244725"/>
            <a:ext cx="2661000" cy="6042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 name="Google Shape;132;p55"/>
          <p:cNvSpPr txBox="1"/>
          <p:nvPr>
            <p:ph idx="2" type="subTitle"/>
          </p:nvPr>
        </p:nvSpPr>
        <p:spPr>
          <a:xfrm>
            <a:off x="4366700" y="2244725"/>
            <a:ext cx="2661000" cy="6042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 name="Google Shape;133;p55"/>
          <p:cNvSpPr txBox="1"/>
          <p:nvPr>
            <p:ph idx="3" type="subTitle"/>
          </p:nvPr>
        </p:nvSpPr>
        <p:spPr>
          <a:xfrm>
            <a:off x="720000" y="3940900"/>
            <a:ext cx="2661000" cy="6042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4" name="Google Shape;134;p55"/>
          <p:cNvSpPr txBox="1"/>
          <p:nvPr>
            <p:ph idx="4" type="subTitle"/>
          </p:nvPr>
        </p:nvSpPr>
        <p:spPr>
          <a:xfrm>
            <a:off x="4366700" y="3940900"/>
            <a:ext cx="2661000" cy="6042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5" name="Google Shape;135;p55"/>
          <p:cNvSpPr txBox="1"/>
          <p:nvPr>
            <p:ph idx="5" type="title"/>
          </p:nvPr>
        </p:nvSpPr>
        <p:spPr>
          <a:xfrm>
            <a:off x="720003" y="1344775"/>
            <a:ext cx="1057500" cy="6402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3000"/>
              <a:buNone/>
              <a:defRPr>
                <a:latin typeface="Poppins"/>
                <a:ea typeface="Poppins"/>
                <a:cs typeface="Poppins"/>
                <a:sym typeface="Poppins"/>
              </a:defRPr>
            </a:lvl1pPr>
            <a:lvl2pPr lvl="1"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2pPr>
            <a:lvl3pPr lvl="2"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3pPr>
            <a:lvl4pPr lvl="3"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4pPr>
            <a:lvl5pPr lvl="4"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5pPr>
            <a:lvl6pPr lvl="5"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6pPr>
            <a:lvl7pPr lvl="6"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7pPr>
            <a:lvl8pPr lvl="7"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8pPr>
            <a:lvl9pPr lvl="8"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9pPr>
          </a:lstStyle>
          <a:p/>
        </p:txBody>
      </p:sp>
      <p:sp>
        <p:nvSpPr>
          <p:cNvPr id="136" name="Google Shape;136;p55"/>
          <p:cNvSpPr txBox="1"/>
          <p:nvPr>
            <p:ph idx="6" type="title"/>
          </p:nvPr>
        </p:nvSpPr>
        <p:spPr>
          <a:xfrm>
            <a:off x="720003" y="3040971"/>
            <a:ext cx="1057500" cy="6402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3000"/>
              <a:buNone/>
              <a:defRPr>
                <a:latin typeface="Poppins"/>
                <a:ea typeface="Poppins"/>
                <a:cs typeface="Poppins"/>
                <a:sym typeface="Poppins"/>
              </a:defRPr>
            </a:lvl1pPr>
            <a:lvl2pPr lvl="1"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2pPr>
            <a:lvl3pPr lvl="2"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3pPr>
            <a:lvl4pPr lvl="3"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4pPr>
            <a:lvl5pPr lvl="4"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5pPr>
            <a:lvl6pPr lvl="5"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6pPr>
            <a:lvl7pPr lvl="6"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7pPr>
            <a:lvl8pPr lvl="7"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8pPr>
            <a:lvl9pPr lvl="8"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9pPr>
          </a:lstStyle>
          <a:p/>
        </p:txBody>
      </p:sp>
      <p:sp>
        <p:nvSpPr>
          <p:cNvPr id="137" name="Google Shape;137;p55"/>
          <p:cNvSpPr txBox="1"/>
          <p:nvPr>
            <p:ph idx="7" type="title"/>
          </p:nvPr>
        </p:nvSpPr>
        <p:spPr>
          <a:xfrm>
            <a:off x="4366698" y="1344775"/>
            <a:ext cx="1057500" cy="6402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3000"/>
              <a:buNone/>
              <a:defRPr>
                <a:latin typeface="Poppins"/>
                <a:ea typeface="Poppins"/>
                <a:cs typeface="Poppins"/>
                <a:sym typeface="Poppins"/>
              </a:defRPr>
            </a:lvl1pPr>
            <a:lvl2pPr lvl="1"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2pPr>
            <a:lvl3pPr lvl="2"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3pPr>
            <a:lvl4pPr lvl="3"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4pPr>
            <a:lvl5pPr lvl="4"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5pPr>
            <a:lvl6pPr lvl="5"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6pPr>
            <a:lvl7pPr lvl="6"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7pPr>
            <a:lvl8pPr lvl="7"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8pPr>
            <a:lvl9pPr lvl="8"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9pPr>
          </a:lstStyle>
          <a:p/>
        </p:txBody>
      </p:sp>
      <p:sp>
        <p:nvSpPr>
          <p:cNvPr id="138" name="Google Shape;138;p55"/>
          <p:cNvSpPr txBox="1"/>
          <p:nvPr>
            <p:ph idx="8" type="title"/>
          </p:nvPr>
        </p:nvSpPr>
        <p:spPr>
          <a:xfrm>
            <a:off x="4366698" y="3040971"/>
            <a:ext cx="1057500" cy="6402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3000"/>
              <a:buNone/>
              <a:defRPr>
                <a:latin typeface="Poppins"/>
                <a:ea typeface="Poppins"/>
                <a:cs typeface="Poppins"/>
                <a:sym typeface="Poppins"/>
              </a:defRPr>
            </a:lvl1pPr>
            <a:lvl2pPr lvl="1"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2pPr>
            <a:lvl3pPr lvl="2"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3pPr>
            <a:lvl4pPr lvl="3"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4pPr>
            <a:lvl5pPr lvl="4"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5pPr>
            <a:lvl6pPr lvl="5"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6pPr>
            <a:lvl7pPr lvl="6"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7pPr>
            <a:lvl8pPr lvl="7"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8pPr>
            <a:lvl9pPr lvl="8" algn="l">
              <a:lnSpc>
                <a:spcPct val="100000"/>
              </a:lnSpc>
              <a:spcBef>
                <a:spcPts val="0"/>
              </a:spcBef>
              <a:spcAft>
                <a:spcPts val="0"/>
              </a:spcAft>
              <a:buSzPts val="3000"/>
              <a:buFont typeface="IBM Plex Mono"/>
              <a:buNone/>
              <a:defRPr sz="3000">
                <a:latin typeface="IBM Plex Mono"/>
                <a:ea typeface="IBM Plex Mono"/>
                <a:cs typeface="IBM Plex Mono"/>
                <a:sym typeface="IBM Plex Mono"/>
              </a:defRPr>
            </a:lvl9pPr>
          </a:lstStyle>
          <a:p/>
        </p:txBody>
      </p:sp>
      <p:sp>
        <p:nvSpPr>
          <p:cNvPr id="139" name="Google Shape;139;p55"/>
          <p:cNvSpPr txBox="1"/>
          <p:nvPr>
            <p:ph idx="9" type="subTitle"/>
          </p:nvPr>
        </p:nvSpPr>
        <p:spPr>
          <a:xfrm>
            <a:off x="720000" y="1918675"/>
            <a:ext cx="32337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Source Code Pro"/>
              <a:buNone/>
              <a:defRPr b="1" sz="1900">
                <a:latin typeface="IBM Plex Mono"/>
                <a:ea typeface="IBM Plex Mono"/>
                <a:cs typeface="IBM Plex Mono"/>
                <a:sym typeface="IBM Plex Mono"/>
              </a:defRPr>
            </a:lvl1pPr>
            <a:lvl2pPr lvl="1"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2pPr>
            <a:lvl3pPr lvl="2"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3pPr>
            <a:lvl4pPr lvl="3"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4pPr>
            <a:lvl5pPr lvl="4"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5pPr>
            <a:lvl6pPr lvl="5"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6pPr>
            <a:lvl7pPr lvl="6"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7pPr>
            <a:lvl8pPr lvl="7"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8pPr>
            <a:lvl9pPr lvl="8"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9pPr>
          </a:lstStyle>
          <a:p/>
        </p:txBody>
      </p:sp>
      <p:sp>
        <p:nvSpPr>
          <p:cNvPr id="140" name="Google Shape;140;p55"/>
          <p:cNvSpPr txBox="1"/>
          <p:nvPr>
            <p:ph idx="13" type="subTitle"/>
          </p:nvPr>
        </p:nvSpPr>
        <p:spPr>
          <a:xfrm>
            <a:off x="4366698" y="1918675"/>
            <a:ext cx="32337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Source Code Pro"/>
              <a:buNone/>
              <a:defRPr b="1" sz="1900">
                <a:latin typeface="IBM Plex Mono"/>
                <a:ea typeface="IBM Plex Mono"/>
                <a:cs typeface="IBM Plex Mono"/>
                <a:sym typeface="IBM Plex Mono"/>
              </a:defRPr>
            </a:lvl1pPr>
            <a:lvl2pPr lvl="1"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2pPr>
            <a:lvl3pPr lvl="2"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3pPr>
            <a:lvl4pPr lvl="3"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4pPr>
            <a:lvl5pPr lvl="4"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5pPr>
            <a:lvl6pPr lvl="5"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6pPr>
            <a:lvl7pPr lvl="6"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7pPr>
            <a:lvl8pPr lvl="7"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8pPr>
            <a:lvl9pPr lvl="8" algn="ctr">
              <a:lnSpc>
                <a:spcPct val="100000"/>
              </a:lnSpc>
              <a:spcBef>
                <a:spcPts val="0"/>
              </a:spcBef>
              <a:spcAft>
                <a:spcPts val="0"/>
              </a:spcAft>
              <a:buSzPts val="2400"/>
              <a:buFont typeface="Source Code Pro"/>
              <a:buNone/>
              <a:defRPr b="1" sz="2400">
                <a:latin typeface="Source Code Pro"/>
                <a:ea typeface="Source Code Pro"/>
                <a:cs typeface="Source Code Pro"/>
                <a:sym typeface="Source Code Pro"/>
              </a:defRPr>
            </a:lvl9pPr>
          </a:lstStyle>
          <a:p/>
        </p:txBody>
      </p:sp>
      <p:sp>
        <p:nvSpPr>
          <p:cNvPr id="141" name="Google Shape;141;p55"/>
          <p:cNvSpPr txBox="1"/>
          <p:nvPr>
            <p:ph idx="14" type="subTitle"/>
          </p:nvPr>
        </p:nvSpPr>
        <p:spPr>
          <a:xfrm>
            <a:off x="720000" y="3614801"/>
            <a:ext cx="32337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19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42" name="Google Shape;142;p55"/>
          <p:cNvSpPr txBox="1"/>
          <p:nvPr>
            <p:ph idx="15" type="subTitle"/>
          </p:nvPr>
        </p:nvSpPr>
        <p:spPr>
          <a:xfrm>
            <a:off x="4366698" y="3614801"/>
            <a:ext cx="32337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19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143" name="Google Shape;143;p55"/>
          <p:cNvGrpSpPr/>
          <p:nvPr/>
        </p:nvGrpSpPr>
        <p:grpSpPr>
          <a:xfrm>
            <a:off x="-808923" y="2711464"/>
            <a:ext cx="2097951" cy="3309499"/>
            <a:chOff x="-656523" y="2711464"/>
            <a:chExt cx="2097951" cy="3309499"/>
          </a:xfrm>
        </p:grpSpPr>
        <p:sp>
          <p:nvSpPr>
            <p:cNvPr id="144" name="Google Shape;144;p55"/>
            <p:cNvSpPr/>
            <p:nvPr/>
          </p:nvSpPr>
          <p:spPr>
            <a:xfrm flipH="1">
              <a:off x="-352474" y="4279466"/>
              <a:ext cx="1139424" cy="986746"/>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5" name="Google Shape;145;p55"/>
            <p:cNvGrpSpPr/>
            <p:nvPr/>
          </p:nvGrpSpPr>
          <p:grpSpPr>
            <a:xfrm>
              <a:off x="323479" y="4682324"/>
              <a:ext cx="328346" cy="328531"/>
              <a:chOff x="3678700" y="407275"/>
              <a:chExt cx="708100" cy="708500"/>
            </a:xfrm>
          </p:grpSpPr>
          <p:sp>
            <p:nvSpPr>
              <p:cNvPr id="146" name="Google Shape;146;p55"/>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 name="Google Shape;147;p55"/>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55"/>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55"/>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55"/>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55"/>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55"/>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 name="Google Shape;153;p55"/>
            <p:cNvGrpSpPr/>
            <p:nvPr/>
          </p:nvGrpSpPr>
          <p:grpSpPr>
            <a:xfrm>
              <a:off x="-541317" y="2711464"/>
              <a:ext cx="1117945" cy="1598548"/>
              <a:chOff x="-541317" y="2711464"/>
              <a:chExt cx="1117945" cy="1598548"/>
            </a:xfrm>
          </p:grpSpPr>
          <p:sp>
            <p:nvSpPr>
              <p:cNvPr id="154" name="Google Shape;154;p55"/>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5" name="Google Shape;155;p55"/>
              <p:cNvGrpSpPr/>
              <p:nvPr/>
            </p:nvGrpSpPr>
            <p:grpSpPr>
              <a:xfrm>
                <a:off x="442584" y="4120912"/>
                <a:ext cx="134044" cy="134013"/>
                <a:chOff x="1101075" y="2142375"/>
                <a:chExt cx="439200" cy="439100"/>
              </a:xfrm>
            </p:grpSpPr>
            <p:sp>
              <p:nvSpPr>
                <p:cNvPr id="156" name="Google Shape;156;p5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6862"/>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5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6862"/>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58" name="Google Shape;158;p55"/>
            <p:cNvGrpSpPr/>
            <p:nvPr/>
          </p:nvGrpSpPr>
          <p:grpSpPr>
            <a:xfrm rot="-9080766">
              <a:off x="-341725" y="3731687"/>
              <a:ext cx="1117904" cy="1598489"/>
              <a:chOff x="-541317" y="2711464"/>
              <a:chExt cx="1117945" cy="1598548"/>
            </a:xfrm>
          </p:grpSpPr>
          <p:sp>
            <p:nvSpPr>
              <p:cNvPr id="159" name="Google Shape;159;p55"/>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0" name="Google Shape;160;p55"/>
              <p:cNvGrpSpPr/>
              <p:nvPr/>
            </p:nvGrpSpPr>
            <p:grpSpPr>
              <a:xfrm>
                <a:off x="442584" y="4120912"/>
                <a:ext cx="134044" cy="134013"/>
                <a:chOff x="1101075" y="2142375"/>
                <a:chExt cx="439200" cy="439100"/>
              </a:xfrm>
            </p:grpSpPr>
            <p:sp>
              <p:nvSpPr>
                <p:cNvPr id="161" name="Google Shape;161;p5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6862"/>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 name="Google Shape;162;p5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6862"/>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63" name="Google Shape;163;p55"/>
            <p:cNvGrpSpPr/>
            <p:nvPr/>
          </p:nvGrpSpPr>
          <p:grpSpPr>
            <a:xfrm rot="10800000">
              <a:off x="323483" y="4422415"/>
              <a:ext cx="1117945" cy="1598548"/>
              <a:chOff x="-541317" y="2711464"/>
              <a:chExt cx="1117945" cy="1598548"/>
            </a:xfrm>
          </p:grpSpPr>
          <p:sp>
            <p:nvSpPr>
              <p:cNvPr id="164" name="Google Shape;164;p55"/>
              <p:cNvSpPr/>
              <p:nvPr/>
            </p:nvSpPr>
            <p:spPr>
              <a:xfrm rot="8999999">
                <a:off x="-132025" y="2659081"/>
                <a:ext cx="246869" cy="1703314"/>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rgbClr val="0C0A9E">
                  <a:alpha val="3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5" name="Google Shape;165;p55"/>
              <p:cNvGrpSpPr/>
              <p:nvPr/>
            </p:nvGrpSpPr>
            <p:grpSpPr>
              <a:xfrm>
                <a:off x="442584" y="4120912"/>
                <a:ext cx="134044" cy="134013"/>
                <a:chOff x="1101075" y="2142375"/>
                <a:chExt cx="439200" cy="439100"/>
              </a:xfrm>
            </p:grpSpPr>
            <p:sp>
              <p:nvSpPr>
                <p:cNvPr id="166" name="Google Shape;166;p5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36862"/>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 name="Google Shape;167;p5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36862"/>
                      </a:srgbClr>
                    </a:gs>
                    <a:gs pos="100000">
                      <a:srgbClr val="FFFFFF">
                        <a:alpha val="0"/>
                      </a:srgbClr>
                    </a:gs>
                  </a:gsLst>
                  <a:lin ang="13500032" scaled="0"/>
                </a:gradFill>
                <a:ln>
                  <a:noFill/>
                </a:ln>
                <a:effectLst>
                  <a:outerShdw blurRad="42863" rotWithShape="0" algn="bl" dir="2280000" dist="952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168" name="Google Shape;168;p55"/>
          <p:cNvGrpSpPr/>
          <p:nvPr/>
        </p:nvGrpSpPr>
        <p:grpSpPr>
          <a:xfrm>
            <a:off x="6470875" y="-1735181"/>
            <a:ext cx="4257001" cy="4171657"/>
            <a:chOff x="6394675" y="-1658981"/>
            <a:chExt cx="4257001" cy="4171657"/>
          </a:xfrm>
        </p:grpSpPr>
        <p:grpSp>
          <p:nvGrpSpPr>
            <p:cNvPr id="169" name="Google Shape;169;p55"/>
            <p:cNvGrpSpPr/>
            <p:nvPr/>
          </p:nvGrpSpPr>
          <p:grpSpPr>
            <a:xfrm flipH="1" rot="-2700000">
              <a:off x="7289785" y="-1246897"/>
              <a:ext cx="2552124" cy="3347490"/>
              <a:chOff x="2976325" y="908175"/>
              <a:chExt cx="4028179" cy="5283555"/>
            </a:xfrm>
          </p:grpSpPr>
          <p:sp>
            <p:nvSpPr>
              <p:cNvPr id="170" name="Google Shape;170;p55"/>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 name="Google Shape;171;p55"/>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55"/>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3" name="Google Shape;173;p55"/>
            <p:cNvSpPr/>
            <p:nvPr/>
          </p:nvSpPr>
          <p:spPr>
            <a:xfrm>
              <a:off x="6394675" y="0"/>
              <a:ext cx="284119" cy="246048"/>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55"/>
            <p:cNvSpPr/>
            <p:nvPr/>
          </p:nvSpPr>
          <p:spPr>
            <a:xfrm>
              <a:off x="6627600" y="-49075"/>
              <a:ext cx="570546" cy="494095"/>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5" name="Google Shape;175;p55"/>
          <p:cNvGrpSpPr/>
          <p:nvPr/>
        </p:nvGrpSpPr>
        <p:grpSpPr>
          <a:xfrm>
            <a:off x="783712" y="-601348"/>
            <a:ext cx="993792" cy="1795200"/>
            <a:chOff x="783712" y="-601348"/>
            <a:chExt cx="993792" cy="1795200"/>
          </a:xfrm>
        </p:grpSpPr>
        <p:sp>
          <p:nvSpPr>
            <p:cNvPr id="176" name="Google Shape;176;p55"/>
            <p:cNvSpPr/>
            <p:nvPr/>
          </p:nvSpPr>
          <p:spPr>
            <a:xfrm>
              <a:off x="1643404" y="2292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77" name="Google Shape;177;p55"/>
            <p:cNvCxnSpPr/>
            <p:nvPr/>
          </p:nvCxnSpPr>
          <p:spPr>
            <a:xfrm rot="10800000">
              <a:off x="783712" y="-601348"/>
              <a:ext cx="0" cy="1795200"/>
            </a:xfrm>
            <a:prstGeom prst="straightConnector1">
              <a:avLst/>
            </a:prstGeom>
            <a:noFill/>
            <a:ln cap="flat" cmpd="sng" w="9525">
              <a:solidFill>
                <a:schemeClr val="dk2"/>
              </a:solidFill>
              <a:prstDash val="solid"/>
              <a:round/>
              <a:headEnd len="sm" w="sm" type="none"/>
              <a:tailEnd len="sm" w="sm" type="none"/>
            </a:ln>
          </p:spPr>
        </p:cxnSp>
        <p:sp>
          <p:nvSpPr>
            <p:cNvPr id="178" name="Google Shape;178;p55"/>
            <p:cNvSpPr/>
            <p:nvPr/>
          </p:nvSpPr>
          <p:spPr>
            <a:xfrm>
              <a:off x="1673517" y="2593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79" name="Shape 179"/>
        <p:cNvGrpSpPr/>
        <p:nvPr/>
      </p:nvGrpSpPr>
      <p:grpSpPr>
        <a:xfrm>
          <a:off x="0" y="0"/>
          <a:ext cx="0" cy="0"/>
          <a:chOff x="0" y="0"/>
          <a:chExt cx="0" cy="0"/>
        </a:xfrm>
      </p:grpSpPr>
      <p:sp>
        <p:nvSpPr>
          <p:cNvPr id="180" name="Google Shape;180;p56"/>
          <p:cNvSpPr txBox="1"/>
          <p:nvPr>
            <p:ph type="title"/>
          </p:nvPr>
        </p:nvSpPr>
        <p:spPr>
          <a:xfrm>
            <a:off x="720000" y="2079325"/>
            <a:ext cx="5598000" cy="8418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600"/>
              <a:buNone/>
              <a:defRPr sz="50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81" name="Google Shape;181;p56"/>
          <p:cNvSpPr txBox="1"/>
          <p:nvPr>
            <p:ph idx="2" type="title"/>
          </p:nvPr>
        </p:nvSpPr>
        <p:spPr>
          <a:xfrm>
            <a:off x="720000" y="1025725"/>
            <a:ext cx="1702500" cy="9936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6000"/>
              <a:buNone/>
              <a:defRPr sz="6200">
                <a:latin typeface="Poppins"/>
                <a:ea typeface="Poppins"/>
                <a:cs typeface="Poppins"/>
                <a:sym typeface="Poppins"/>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82" name="Google Shape;182;p56"/>
          <p:cNvSpPr txBox="1"/>
          <p:nvPr>
            <p:ph idx="1" type="subTitle"/>
          </p:nvPr>
        </p:nvSpPr>
        <p:spPr>
          <a:xfrm>
            <a:off x="720000" y="3252375"/>
            <a:ext cx="5598000" cy="457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83" name="Google Shape;183;p56"/>
          <p:cNvGrpSpPr/>
          <p:nvPr/>
        </p:nvGrpSpPr>
        <p:grpSpPr>
          <a:xfrm>
            <a:off x="-539205" y="-1717975"/>
            <a:ext cx="4397193" cy="4171657"/>
            <a:chOff x="-494405" y="-1584825"/>
            <a:chExt cx="4397193" cy="4171657"/>
          </a:xfrm>
        </p:grpSpPr>
        <p:grpSp>
          <p:nvGrpSpPr>
            <p:cNvPr id="184" name="Google Shape;184;p56"/>
            <p:cNvGrpSpPr/>
            <p:nvPr/>
          </p:nvGrpSpPr>
          <p:grpSpPr>
            <a:xfrm>
              <a:off x="-494405" y="-252396"/>
              <a:ext cx="1741563" cy="1288563"/>
              <a:chOff x="-494405" y="-252396"/>
              <a:chExt cx="1741563" cy="1288563"/>
            </a:xfrm>
          </p:grpSpPr>
          <p:sp>
            <p:nvSpPr>
              <p:cNvPr id="185" name="Google Shape;185;p56"/>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 name="Google Shape;186;p56"/>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 name="Google Shape;187;p56"/>
            <p:cNvGrpSpPr/>
            <p:nvPr/>
          </p:nvGrpSpPr>
          <p:grpSpPr>
            <a:xfrm>
              <a:off x="245875" y="-51824"/>
              <a:ext cx="208200" cy="1824700"/>
              <a:chOff x="1040050" y="3812126"/>
              <a:chExt cx="208200" cy="1824700"/>
            </a:xfrm>
          </p:grpSpPr>
          <p:sp>
            <p:nvSpPr>
              <p:cNvPr id="188" name="Google Shape;188;p56"/>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 name="Google Shape;189;p56"/>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0" name="Google Shape;190;p56"/>
            <p:cNvGrpSpPr/>
            <p:nvPr/>
          </p:nvGrpSpPr>
          <p:grpSpPr>
            <a:xfrm>
              <a:off x="441574" y="-36652"/>
              <a:ext cx="699940" cy="478601"/>
              <a:chOff x="39723" y="4349021"/>
              <a:chExt cx="1061964" cy="726143"/>
            </a:xfrm>
          </p:grpSpPr>
          <p:grpSp>
            <p:nvGrpSpPr>
              <p:cNvPr id="191" name="Google Shape;191;p56"/>
              <p:cNvGrpSpPr/>
              <p:nvPr/>
            </p:nvGrpSpPr>
            <p:grpSpPr>
              <a:xfrm rot="2700000">
                <a:off x="140502" y="4460924"/>
                <a:ext cx="524584" cy="502337"/>
                <a:chOff x="1189791" y="-1767331"/>
                <a:chExt cx="904284" cy="865933"/>
              </a:xfrm>
            </p:grpSpPr>
            <p:sp>
              <p:nvSpPr>
                <p:cNvPr id="192" name="Google Shape;192;p5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3" name="Google Shape;193;p56"/>
                <p:cNvGrpSpPr/>
                <p:nvPr/>
              </p:nvGrpSpPr>
              <p:grpSpPr>
                <a:xfrm>
                  <a:off x="1232795" y="-1740829"/>
                  <a:ext cx="717622" cy="717393"/>
                  <a:chOff x="1483457" y="3953671"/>
                  <a:chExt cx="717622" cy="717393"/>
                </a:xfrm>
              </p:grpSpPr>
              <p:sp>
                <p:nvSpPr>
                  <p:cNvPr id="194" name="Google Shape;194;p5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5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5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 name="Google Shape;197;p5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 name="Google Shape;198;p5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99" name="Google Shape;199;p5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0" name="Google Shape;200;p56"/>
            <p:cNvGrpSpPr/>
            <p:nvPr/>
          </p:nvGrpSpPr>
          <p:grpSpPr>
            <a:xfrm>
              <a:off x="955673" y="11"/>
              <a:ext cx="592576" cy="405260"/>
              <a:chOff x="39723" y="4349021"/>
              <a:chExt cx="1061964" cy="726143"/>
            </a:xfrm>
          </p:grpSpPr>
          <p:grpSp>
            <p:nvGrpSpPr>
              <p:cNvPr id="201" name="Google Shape;201;p56"/>
              <p:cNvGrpSpPr/>
              <p:nvPr/>
            </p:nvGrpSpPr>
            <p:grpSpPr>
              <a:xfrm rot="2700000">
                <a:off x="140502" y="4460924"/>
                <a:ext cx="524584" cy="502337"/>
                <a:chOff x="1189791" y="-1767331"/>
                <a:chExt cx="904284" cy="865933"/>
              </a:xfrm>
            </p:grpSpPr>
            <p:sp>
              <p:nvSpPr>
                <p:cNvPr id="202" name="Google Shape;202;p5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3" name="Google Shape;203;p56"/>
                <p:cNvGrpSpPr/>
                <p:nvPr/>
              </p:nvGrpSpPr>
              <p:grpSpPr>
                <a:xfrm>
                  <a:off x="1232795" y="-1740829"/>
                  <a:ext cx="717622" cy="717393"/>
                  <a:chOff x="1483457" y="3953671"/>
                  <a:chExt cx="717622" cy="717393"/>
                </a:xfrm>
              </p:grpSpPr>
              <p:sp>
                <p:nvSpPr>
                  <p:cNvPr id="204" name="Google Shape;204;p5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 name="Google Shape;205;p5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 name="Google Shape;206;p5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 name="Google Shape;207;p5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 name="Google Shape;208;p5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09" name="Google Shape;209;p5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 name="Google Shape;210;p56"/>
            <p:cNvGrpSpPr/>
            <p:nvPr/>
          </p:nvGrpSpPr>
          <p:grpSpPr>
            <a:xfrm>
              <a:off x="-1" y="621223"/>
              <a:ext cx="699940" cy="478601"/>
              <a:chOff x="39723" y="4349021"/>
              <a:chExt cx="1061964" cy="726143"/>
            </a:xfrm>
          </p:grpSpPr>
          <p:grpSp>
            <p:nvGrpSpPr>
              <p:cNvPr id="211" name="Google Shape;211;p56"/>
              <p:cNvGrpSpPr/>
              <p:nvPr/>
            </p:nvGrpSpPr>
            <p:grpSpPr>
              <a:xfrm rot="2700000">
                <a:off x="140502" y="4460924"/>
                <a:ext cx="524584" cy="502337"/>
                <a:chOff x="1189791" y="-1767331"/>
                <a:chExt cx="904284" cy="865933"/>
              </a:xfrm>
            </p:grpSpPr>
            <p:sp>
              <p:nvSpPr>
                <p:cNvPr id="212" name="Google Shape;212;p5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3" name="Google Shape;213;p56"/>
                <p:cNvGrpSpPr/>
                <p:nvPr/>
              </p:nvGrpSpPr>
              <p:grpSpPr>
                <a:xfrm>
                  <a:off x="1232795" y="-1740829"/>
                  <a:ext cx="717622" cy="717393"/>
                  <a:chOff x="1483457" y="3953671"/>
                  <a:chExt cx="717622" cy="717393"/>
                </a:xfrm>
              </p:grpSpPr>
              <p:sp>
                <p:nvSpPr>
                  <p:cNvPr id="214" name="Google Shape;214;p5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 name="Google Shape;215;p5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 name="Google Shape;216;p5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5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 name="Google Shape;218;p5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19" name="Google Shape;219;p5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0" name="Google Shape;220;p56"/>
            <p:cNvGrpSpPr/>
            <p:nvPr/>
          </p:nvGrpSpPr>
          <p:grpSpPr>
            <a:xfrm rot="-8100000">
              <a:off x="540898" y="-1172741"/>
              <a:ext cx="2552124" cy="3347490"/>
              <a:chOff x="2976325" y="908175"/>
              <a:chExt cx="4028179" cy="5283555"/>
            </a:xfrm>
          </p:grpSpPr>
          <p:sp>
            <p:nvSpPr>
              <p:cNvPr id="221" name="Google Shape;221;p56"/>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 name="Google Shape;222;p56"/>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 name="Google Shape;223;p56"/>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224" name="Shape 224"/>
        <p:cNvGrpSpPr/>
        <p:nvPr/>
      </p:nvGrpSpPr>
      <p:grpSpPr>
        <a:xfrm>
          <a:off x="0" y="0"/>
          <a:ext cx="0" cy="0"/>
          <a:chOff x="0" y="0"/>
          <a:chExt cx="0" cy="0"/>
        </a:xfrm>
      </p:grpSpPr>
      <p:sp>
        <p:nvSpPr>
          <p:cNvPr id="225" name="Google Shape;225;p5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
        <p:nvSpPr>
          <p:cNvPr id="226" name="Google Shape;226;p57"/>
          <p:cNvSpPr txBox="1"/>
          <p:nvPr>
            <p:ph idx="1" type="subTitle"/>
          </p:nvPr>
        </p:nvSpPr>
        <p:spPr>
          <a:xfrm>
            <a:off x="4881006" y="1786675"/>
            <a:ext cx="3543000" cy="18306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7" name="Google Shape;227;p57"/>
          <p:cNvSpPr txBox="1"/>
          <p:nvPr>
            <p:ph idx="2" type="subTitle"/>
          </p:nvPr>
        </p:nvSpPr>
        <p:spPr>
          <a:xfrm>
            <a:off x="720000" y="1786675"/>
            <a:ext cx="3543000" cy="18306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b="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228" name="Google Shape;228;p57"/>
          <p:cNvGrpSpPr/>
          <p:nvPr/>
        </p:nvGrpSpPr>
        <p:grpSpPr>
          <a:xfrm>
            <a:off x="-96328" y="4888563"/>
            <a:ext cx="1590409" cy="88126"/>
            <a:chOff x="124625" y="4953514"/>
            <a:chExt cx="1137388" cy="88143"/>
          </a:xfrm>
        </p:grpSpPr>
        <p:sp>
          <p:nvSpPr>
            <p:cNvPr id="229" name="Google Shape;229;p57"/>
            <p:cNvSpPr/>
            <p:nvPr/>
          </p:nvSpPr>
          <p:spPr>
            <a:xfrm rot="5400000">
              <a:off x="687043" y="4391096"/>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 name="Google Shape;230;p57"/>
            <p:cNvSpPr/>
            <p:nvPr/>
          </p:nvSpPr>
          <p:spPr>
            <a:xfrm rot="5400000">
              <a:off x="687063" y="4466709"/>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 name="Google Shape;231;p57"/>
          <p:cNvGrpSpPr/>
          <p:nvPr/>
        </p:nvGrpSpPr>
        <p:grpSpPr>
          <a:xfrm>
            <a:off x="6883700" y="1385725"/>
            <a:ext cx="4028179" cy="5283555"/>
            <a:chOff x="6883700" y="1385725"/>
            <a:chExt cx="4028179" cy="5283555"/>
          </a:xfrm>
        </p:grpSpPr>
        <p:sp>
          <p:nvSpPr>
            <p:cNvPr id="232" name="Google Shape;232;p57"/>
            <p:cNvSpPr/>
            <p:nvPr/>
          </p:nvSpPr>
          <p:spPr>
            <a:xfrm>
              <a:off x="6883700" y="140758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 name="Google Shape;233;p57"/>
            <p:cNvSpPr/>
            <p:nvPr/>
          </p:nvSpPr>
          <p:spPr>
            <a:xfrm>
              <a:off x="7842318" y="138572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 name="Google Shape;234;p57"/>
            <p:cNvSpPr/>
            <p:nvPr/>
          </p:nvSpPr>
          <p:spPr>
            <a:xfrm>
              <a:off x="7734200" y="2571774"/>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 name="Google Shape;235;p57"/>
            <p:cNvSpPr/>
            <p:nvPr/>
          </p:nvSpPr>
          <p:spPr>
            <a:xfrm>
              <a:off x="7758564" y="155007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 name="Google Shape;236;p57"/>
          <p:cNvGrpSpPr/>
          <p:nvPr/>
        </p:nvGrpSpPr>
        <p:grpSpPr>
          <a:xfrm>
            <a:off x="4598006" y="-1699037"/>
            <a:ext cx="5579795" cy="3203424"/>
            <a:chOff x="4521806" y="-1546637"/>
            <a:chExt cx="5579795" cy="3203424"/>
          </a:xfrm>
        </p:grpSpPr>
        <p:grpSp>
          <p:nvGrpSpPr>
            <p:cNvPr id="237" name="Google Shape;237;p57"/>
            <p:cNvGrpSpPr/>
            <p:nvPr/>
          </p:nvGrpSpPr>
          <p:grpSpPr>
            <a:xfrm>
              <a:off x="4619858" y="-154439"/>
              <a:ext cx="916824" cy="700199"/>
              <a:chOff x="4619858" y="-154439"/>
              <a:chExt cx="916824" cy="700199"/>
            </a:xfrm>
          </p:grpSpPr>
          <p:sp>
            <p:nvSpPr>
              <p:cNvPr id="238" name="Google Shape;238;p57"/>
              <p:cNvSpPr/>
              <p:nvPr/>
            </p:nvSpPr>
            <p:spPr>
              <a:xfrm>
                <a:off x="4823308" y="126723"/>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 name="Google Shape;239;p57"/>
              <p:cNvSpPr/>
              <p:nvPr/>
            </p:nvSpPr>
            <p:spPr>
              <a:xfrm>
                <a:off x="4619858" y="-114577"/>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57"/>
              <p:cNvSpPr/>
              <p:nvPr/>
            </p:nvSpPr>
            <p:spPr>
              <a:xfrm>
                <a:off x="5052808" y="-154439"/>
                <a:ext cx="483874" cy="419037"/>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241" name="Google Shape;241;p57"/>
            <p:cNvPicPr preferRelativeResize="0"/>
            <p:nvPr/>
          </p:nvPicPr>
          <p:blipFill rotWithShape="1">
            <a:blip r:embed="rId2">
              <a:alphaModFix/>
            </a:blip>
            <a:srcRect b="26177" l="16960" r="7121" t="24718"/>
            <a:stretch/>
          </p:blipFill>
          <p:spPr>
            <a:xfrm>
              <a:off x="5904350" y="-1546637"/>
              <a:ext cx="4197251" cy="3203424"/>
            </a:xfrm>
            <a:prstGeom prst="rect">
              <a:avLst/>
            </a:prstGeom>
            <a:noFill/>
            <a:ln>
              <a:noFill/>
            </a:ln>
          </p:spPr>
        </p:pic>
        <p:sp>
          <p:nvSpPr>
            <p:cNvPr id="242" name="Google Shape;242;p57"/>
            <p:cNvSpPr/>
            <p:nvPr/>
          </p:nvSpPr>
          <p:spPr>
            <a:xfrm rot="-5400000">
              <a:off x="5282845" y="-105894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57"/>
            <p:cNvSpPr/>
            <p:nvPr/>
          </p:nvSpPr>
          <p:spPr>
            <a:xfrm rot="-5400000">
              <a:off x="5282230" y="-899603"/>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274"/>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4" name="Google Shape;244;p57"/>
            <p:cNvGrpSpPr/>
            <p:nvPr/>
          </p:nvGrpSpPr>
          <p:grpSpPr>
            <a:xfrm rot="10800000">
              <a:off x="8323179" y="210224"/>
              <a:ext cx="1493504" cy="88126"/>
              <a:chOff x="124625" y="4953514"/>
              <a:chExt cx="1137388" cy="88143"/>
            </a:xfrm>
          </p:grpSpPr>
          <p:sp>
            <p:nvSpPr>
              <p:cNvPr id="245" name="Google Shape;245;p57"/>
              <p:cNvSpPr/>
              <p:nvPr/>
            </p:nvSpPr>
            <p:spPr>
              <a:xfrm rot="5400000">
                <a:off x="687043" y="4391096"/>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 name="Google Shape;246;p57"/>
              <p:cNvSpPr/>
              <p:nvPr/>
            </p:nvSpPr>
            <p:spPr>
              <a:xfrm rot="5400000">
                <a:off x="687063" y="4466709"/>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 name="Google Shape;247;p57"/>
            <p:cNvGrpSpPr/>
            <p:nvPr/>
          </p:nvGrpSpPr>
          <p:grpSpPr>
            <a:xfrm>
              <a:off x="4619231" y="-32636"/>
              <a:ext cx="254987" cy="255131"/>
              <a:chOff x="3678700" y="407275"/>
              <a:chExt cx="708100" cy="708500"/>
            </a:xfrm>
          </p:grpSpPr>
          <p:sp>
            <p:nvSpPr>
              <p:cNvPr id="248" name="Google Shape;248;p5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 name="Google Shape;249;p5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 name="Google Shape;250;p5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 name="Google Shape;251;p5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 name="Google Shape;252;p5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 name="Google Shape;253;p5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 name="Google Shape;254;p5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 name="Google Shape;255;p57"/>
            <p:cNvGrpSpPr/>
            <p:nvPr/>
          </p:nvGrpSpPr>
          <p:grpSpPr>
            <a:xfrm>
              <a:off x="4521806" y="126714"/>
              <a:ext cx="254987" cy="255131"/>
              <a:chOff x="3678700" y="407275"/>
              <a:chExt cx="708100" cy="708500"/>
            </a:xfrm>
          </p:grpSpPr>
          <p:sp>
            <p:nvSpPr>
              <p:cNvPr id="256" name="Google Shape;256;p57"/>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57"/>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 name="Google Shape;258;p57"/>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 name="Google Shape;259;p57"/>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 name="Google Shape;260;p57"/>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 name="Google Shape;261;p57"/>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 name="Google Shape;262;p57"/>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63" name="Shape 263"/>
        <p:cNvGrpSpPr/>
        <p:nvPr/>
      </p:nvGrpSpPr>
      <p:grpSpPr>
        <a:xfrm>
          <a:off x="0" y="0"/>
          <a:ext cx="0" cy="0"/>
          <a:chOff x="0" y="0"/>
          <a:chExt cx="0" cy="0"/>
        </a:xfrm>
      </p:grpSpPr>
      <p:sp>
        <p:nvSpPr>
          <p:cNvPr id="264" name="Google Shape;264;p58"/>
          <p:cNvSpPr txBox="1"/>
          <p:nvPr>
            <p:ph type="title"/>
          </p:nvPr>
        </p:nvSpPr>
        <p:spPr>
          <a:xfrm>
            <a:off x="713225" y="3349250"/>
            <a:ext cx="6691200" cy="531900"/>
          </a:xfrm>
          <a:prstGeom prst="rect">
            <a:avLst/>
          </a:prstGeom>
          <a:noFill/>
          <a:ln>
            <a:noFill/>
          </a:ln>
        </p:spPr>
        <p:txBody>
          <a:bodyPr anchorCtr="0" anchor="ctr" bIns="91425" lIns="91425" spcFirstLastPara="1" rIns="91425" wrap="square" tIns="91425">
            <a:noAutofit/>
          </a:bodyPr>
          <a:lstStyle>
            <a:lvl1pPr lvl="0" algn="l">
              <a:lnSpc>
                <a:spcPct val="115000"/>
              </a:lnSpc>
              <a:spcBef>
                <a:spcPts val="0"/>
              </a:spcBef>
              <a:spcAft>
                <a:spcPts val="0"/>
              </a:spcAft>
              <a:buSzPts val="3000"/>
              <a:buNone/>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265" name="Google Shape;265;p58"/>
          <p:cNvSpPr txBox="1"/>
          <p:nvPr>
            <p:ph idx="1" type="subTitle"/>
          </p:nvPr>
        </p:nvSpPr>
        <p:spPr>
          <a:xfrm>
            <a:off x="713225" y="1511313"/>
            <a:ext cx="6691200" cy="1478400"/>
          </a:xfrm>
          <a:prstGeom prst="rect">
            <a:avLst/>
          </a:prstGeom>
          <a:noFill/>
          <a:ln>
            <a:noFill/>
          </a:ln>
        </p:spPr>
        <p:txBody>
          <a:bodyPr anchorCtr="0" anchor="ctr" bIns="91425" lIns="91425" spcFirstLastPara="1" rIns="91425" wrap="square" tIns="91425">
            <a:noAutofit/>
          </a:bodyPr>
          <a:lstStyle>
            <a:lvl1pPr lvl="0" algn="l">
              <a:lnSpc>
                <a:spcPct val="115000"/>
              </a:lnSpc>
              <a:spcBef>
                <a:spcPts val="0"/>
              </a:spcBef>
              <a:spcAft>
                <a:spcPts val="0"/>
              </a:spcAft>
              <a:buSzPts val="3000"/>
              <a:buNone/>
              <a:defRPr sz="28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6" name="Shape 266"/>
        <p:cNvGrpSpPr/>
        <p:nvPr/>
      </p:nvGrpSpPr>
      <p:grpSpPr>
        <a:xfrm>
          <a:off x="0" y="0"/>
          <a:ext cx="0" cy="0"/>
          <a:chOff x="0" y="0"/>
          <a:chExt cx="0" cy="0"/>
        </a:xfrm>
      </p:grpSpPr>
      <p:sp>
        <p:nvSpPr>
          <p:cNvPr id="267" name="Google Shape;267;p5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268" name="Google Shape;268;p59"/>
          <p:cNvSpPr txBox="1"/>
          <p:nvPr>
            <p:ph idx="1" type="subTitle"/>
          </p:nvPr>
        </p:nvSpPr>
        <p:spPr>
          <a:xfrm>
            <a:off x="4999903" y="2372500"/>
            <a:ext cx="2340300" cy="13206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269" name="Google Shape;269;p59"/>
          <p:cNvSpPr txBox="1"/>
          <p:nvPr>
            <p:ph idx="2" type="subTitle"/>
          </p:nvPr>
        </p:nvSpPr>
        <p:spPr>
          <a:xfrm>
            <a:off x="1803800" y="2372500"/>
            <a:ext cx="2340300" cy="13206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270" name="Google Shape;270;p59"/>
          <p:cNvSpPr txBox="1"/>
          <p:nvPr>
            <p:ph idx="3" type="subTitle"/>
          </p:nvPr>
        </p:nvSpPr>
        <p:spPr>
          <a:xfrm>
            <a:off x="4999908" y="2048488"/>
            <a:ext cx="23403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271" name="Google Shape;271;p59"/>
          <p:cNvSpPr txBox="1"/>
          <p:nvPr>
            <p:ph idx="4" type="subTitle"/>
          </p:nvPr>
        </p:nvSpPr>
        <p:spPr>
          <a:xfrm>
            <a:off x="1803800" y="2048488"/>
            <a:ext cx="23403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272" name="Google Shape;272;p59"/>
          <p:cNvGrpSpPr/>
          <p:nvPr/>
        </p:nvGrpSpPr>
        <p:grpSpPr>
          <a:xfrm>
            <a:off x="7579113" y="-890400"/>
            <a:ext cx="2898275" cy="3032950"/>
            <a:chOff x="7198113" y="-890400"/>
            <a:chExt cx="2898275" cy="3032950"/>
          </a:xfrm>
        </p:grpSpPr>
        <p:pic>
          <p:nvPicPr>
            <p:cNvPr id="273" name="Google Shape;273;p59"/>
            <p:cNvPicPr preferRelativeResize="0"/>
            <p:nvPr/>
          </p:nvPicPr>
          <p:blipFill rotWithShape="1">
            <a:blip r:embed="rId2">
              <a:alphaModFix/>
            </a:blip>
            <a:srcRect b="26177" l="16960" r="7121" t="24718"/>
            <a:stretch/>
          </p:blipFill>
          <p:spPr>
            <a:xfrm rot="-5400000">
              <a:off x="7130775" y="-823062"/>
              <a:ext cx="3032950" cy="2898275"/>
            </a:xfrm>
            <a:prstGeom prst="rect">
              <a:avLst/>
            </a:prstGeom>
            <a:noFill/>
            <a:ln>
              <a:noFill/>
            </a:ln>
          </p:spPr>
        </p:pic>
        <p:grpSp>
          <p:nvGrpSpPr>
            <p:cNvPr id="274" name="Google Shape;274;p59"/>
            <p:cNvGrpSpPr/>
            <p:nvPr/>
          </p:nvGrpSpPr>
          <p:grpSpPr>
            <a:xfrm>
              <a:off x="8319318" y="-249682"/>
              <a:ext cx="1460040" cy="1171886"/>
              <a:chOff x="7945225" y="4302000"/>
              <a:chExt cx="904666" cy="726121"/>
            </a:xfrm>
          </p:grpSpPr>
          <p:sp>
            <p:nvSpPr>
              <p:cNvPr id="275" name="Google Shape;275;p59"/>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 name="Google Shape;276;p59"/>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 name="Google Shape;277;p59"/>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78" name="Google Shape;278;p59"/>
          <p:cNvGrpSpPr/>
          <p:nvPr/>
        </p:nvGrpSpPr>
        <p:grpSpPr>
          <a:xfrm>
            <a:off x="-613920" y="3693606"/>
            <a:ext cx="2048058" cy="2238805"/>
            <a:chOff x="-461520" y="3617406"/>
            <a:chExt cx="2048058" cy="2238805"/>
          </a:xfrm>
        </p:grpSpPr>
        <p:grpSp>
          <p:nvGrpSpPr>
            <p:cNvPr id="279" name="Google Shape;279;p59"/>
            <p:cNvGrpSpPr/>
            <p:nvPr/>
          </p:nvGrpSpPr>
          <p:grpSpPr>
            <a:xfrm>
              <a:off x="-461520" y="3617406"/>
              <a:ext cx="1916534" cy="2238805"/>
              <a:chOff x="-461520" y="3617406"/>
              <a:chExt cx="1916534" cy="2238805"/>
            </a:xfrm>
          </p:grpSpPr>
          <p:grpSp>
            <p:nvGrpSpPr>
              <p:cNvPr id="280" name="Google Shape;280;p59"/>
              <p:cNvGrpSpPr/>
              <p:nvPr/>
            </p:nvGrpSpPr>
            <p:grpSpPr>
              <a:xfrm flipH="1">
                <a:off x="-461520" y="4010132"/>
                <a:ext cx="1916534" cy="1538287"/>
                <a:chOff x="7945225" y="4302000"/>
                <a:chExt cx="904666" cy="726121"/>
              </a:xfrm>
            </p:grpSpPr>
            <p:sp>
              <p:nvSpPr>
                <p:cNvPr id="281" name="Google Shape;281;p59"/>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 name="Google Shape;282;p59"/>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 name="Google Shape;283;p59"/>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4" name="Google Shape;284;p59"/>
              <p:cNvGrpSpPr/>
              <p:nvPr/>
            </p:nvGrpSpPr>
            <p:grpSpPr>
              <a:xfrm>
                <a:off x="-309885" y="3617406"/>
                <a:ext cx="1448824" cy="2238805"/>
                <a:chOff x="-309885" y="3617406"/>
                <a:chExt cx="1448824" cy="2238805"/>
              </a:xfrm>
            </p:grpSpPr>
            <p:grpSp>
              <p:nvGrpSpPr>
                <p:cNvPr id="285" name="Google Shape;285;p59"/>
                <p:cNvGrpSpPr/>
                <p:nvPr/>
              </p:nvGrpSpPr>
              <p:grpSpPr>
                <a:xfrm>
                  <a:off x="-277007" y="3870159"/>
                  <a:ext cx="981772" cy="1986052"/>
                  <a:chOff x="-293545" y="3454371"/>
                  <a:chExt cx="981772" cy="1986052"/>
                </a:xfrm>
              </p:grpSpPr>
              <p:sp>
                <p:nvSpPr>
                  <p:cNvPr id="286" name="Google Shape;286;p59"/>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 name="Google Shape;287;p59"/>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8" name="Google Shape;288;p59"/>
                <p:cNvGrpSpPr/>
                <p:nvPr/>
              </p:nvGrpSpPr>
              <p:grpSpPr>
                <a:xfrm>
                  <a:off x="363249" y="4906873"/>
                  <a:ext cx="699940" cy="478601"/>
                  <a:chOff x="39723" y="4349021"/>
                  <a:chExt cx="1061964" cy="726143"/>
                </a:xfrm>
              </p:grpSpPr>
              <p:grpSp>
                <p:nvGrpSpPr>
                  <p:cNvPr id="289" name="Google Shape;289;p59"/>
                  <p:cNvGrpSpPr/>
                  <p:nvPr/>
                </p:nvGrpSpPr>
                <p:grpSpPr>
                  <a:xfrm rot="2700000">
                    <a:off x="140502" y="4460924"/>
                    <a:ext cx="524584" cy="502337"/>
                    <a:chOff x="1189791" y="-1767331"/>
                    <a:chExt cx="904284" cy="865933"/>
                  </a:xfrm>
                </p:grpSpPr>
                <p:sp>
                  <p:nvSpPr>
                    <p:cNvPr id="290" name="Google Shape;290;p5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91" name="Google Shape;291;p59"/>
                    <p:cNvGrpSpPr/>
                    <p:nvPr/>
                  </p:nvGrpSpPr>
                  <p:grpSpPr>
                    <a:xfrm>
                      <a:off x="1232795" y="-1740829"/>
                      <a:ext cx="717622" cy="717393"/>
                      <a:chOff x="1483457" y="3953671"/>
                      <a:chExt cx="717622" cy="717393"/>
                    </a:xfrm>
                  </p:grpSpPr>
                  <p:sp>
                    <p:nvSpPr>
                      <p:cNvPr id="292" name="Google Shape;292;p5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 name="Google Shape;293;p5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 name="Google Shape;294;p5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 name="Google Shape;295;p5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 name="Google Shape;296;p5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97" name="Google Shape;297;p5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8" name="Google Shape;298;p59"/>
                <p:cNvGrpSpPr/>
                <p:nvPr/>
              </p:nvGrpSpPr>
              <p:grpSpPr>
                <a:xfrm rot="-5400000">
                  <a:off x="-461872" y="3769394"/>
                  <a:ext cx="1351491" cy="1047516"/>
                  <a:chOff x="-2460210" y="2758494"/>
                  <a:chExt cx="1351491" cy="1047516"/>
                </a:xfrm>
              </p:grpSpPr>
              <p:sp>
                <p:nvSpPr>
                  <p:cNvPr id="299" name="Google Shape;299;p59"/>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srgbClr>
                      </a:gs>
                      <a:gs pos="100000">
                        <a:srgbClr val="FFFFFF">
                          <a:alpha val="46666"/>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 name="Google Shape;300;p59"/>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srgbClr>
                      </a:gs>
                      <a:gs pos="100000">
                        <a:srgbClr val="FFFFFF">
                          <a:alpha val="46666"/>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 name="Google Shape;301;p59"/>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srgbClr>
                      </a:gs>
                      <a:gs pos="100000">
                        <a:srgbClr val="FFFFFF">
                          <a:alpha val="46666"/>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 name="Google Shape;302;p59"/>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9900FF">
                          <a:alpha val="46666"/>
                        </a:srgbClr>
                      </a:gs>
                      <a:gs pos="100000">
                        <a:srgbClr val="FFFFFF">
                          <a:alpha val="46666"/>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3" name="Google Shape;303;p59"/>
                <p:cNvGrpSpPr/>
                <p:nvPr/>
              </p:nvGrpSpPr>
              <p:grpSpPr>
                <a:xfrm>
                  <a:off x="438999" y="4567398"/>
                  <a:ext cx="699940" cy="478601"/>
                  <a:chOff x="39723" y="4349021"/>
                  <a:chExt cx="1061964" cy="726143"/>
                </a:xfrm>
              </p:grpSpPr>
              <p:grpSp>
                <p:nvGrpSpPr>
                  <p:cNvPr id="304" name="Google Shape;304;p59"/>
                  <p:cNvGrpSpPr/>
                  <p:nvPr/>
                </p:nvGrpSpPr>
                <p:grpSpPr>
                  <a:xfrm rot="2700000">
                    <a:off x="140502" y="4460924"/>
                    <a:ext cx="524584" cy="502337"/>
                    <a:chOff x="1189791" y="-1767331"/>
                    <a:chExt cx="904284" cy="865933"/>
                  </a:xfrm>
                </p:grpSpPr>
                <p:sp>
                  <p:nvSpPr>
                    <p:cNvPr id="305" name="Google Shape;305;p5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6" name="Google Shape;306;p59"/>
                    <p:cNvGrpSpPr/>
                    <p:nvPr/>
                  </p:nvGrpSpPr>
                  <p:grpSpPr>
                    <a:xfrm>
                      <a:off x="1232795" y="-1740829"/>
                      <a:ext cx="717622" cy="717393"/>
                      <a:chOff x="1483457" y="3953671"/>
                      <a:chExt cx="717622" cy="717393"/>
                    </a:xfrm>
                  </p:grpSpPr>
                  <p:sp>
                    <p:nvSpPr>
                      <p:cNvPr id="307" name="Google Shape;307;p5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 name="Google Shape;308;p5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 name="Google Shape;309;p5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5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 name="Google Shape;311;p5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312" name="Google Shape;312;p5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3" name="Google Shape;313;p59"/>
                <p:cNvGrpSpPr/>
                <p:nvPr/>
              </p:nvGrpSpPr>
              <p:grpSpPr>
                <a:xfrm>
                  <a:off x="-65076" y="4623886"/>
                  <a:ext cx="699940" cy="478601"/>
                  <a:chOff x="39723" y="4349021"/>
                  <a:chExt cx="1061964" cy="726143"/>
                </a:xfrm>
              </p:grpSpPr>
              <p:grpSp>
                <p:nvGrpSpPr>
                  <p:cNvPr id="314" name="Google Shape;314;p59"/>
                  <p:cNvGrpSpPr/>
                  <p:nvPr/>
                </p:nvGrpSpPr>
                <p:grpSpPr>
                  <a:xfrm rot="2700000">
                    <a:off x="140502" y="4460924"/>
                    <a:ext cx="524584" cy="502337"/>
                    <a:chOff x="1189791" y="-1767331"/>
                    <a:chExt cx="904284" cy="865933"/>
                  </a:xfrm>
                </p:grpSpPr>
                <p:sp>
                  <p:nvSpPr>
                    <p:cNvPr id="315" name="Google Shape;315;p5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16" name="Google Shape;316;p59"/>
                    <p:cNvGrpSpPr/>
                    <p:nvPr/>
                  </p:nvGrpSpPr>
                  <p:grpSpPr>
                    <a:xfrm>
                      <a:off x="1232795" y="-1740829"/>
                      <a:ext cx="717622" cy="717393"/>
                      <a:chOff x="1483457" y="3953671"/>
                      <a:chExt cx="717622" cy="717393"/>
                    </a:xfrm>
                  </p:grpSpPr>
                  <p:sp>
                    <p:nvSpPr>
                      <p:cNvPr id="317" name="Google Shape;317;p5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 name="Google Shape;318;p5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 name="Google Shape;319;p5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 name="Google Shape;320;p5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 name="Google Shape;321;p5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322" name="Google Shape;322;p5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323" name="Google Shape;323;p59"/>
            <p:cNvGrpSpPr/>
            <p:nvPr/>
          </p:nvGrpSpPr>
          <p:grpSpPr>
            <a:xfrm rot="5400000">
              <a:off x="1147388" y="4839000"/>
              <a:ext cx="439200" cy="439100"/>
              <a:chOff x="1101075" y="2142375"/>
              <a:chExt cx="439200" cy="439100"/>
            </a:xfrm>
          </p:grpSpPr>
          <p:sp>
            <p:nvSpPr>
              <p:cNvPr id="324" name="Google Shape;324;p5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 name="Google Shape;325;p5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26" name="Google Shape;326;p59"/>
          <p:cNvGrpSpPr/>
          <p:nvPr/>
        </p:nvGrpSpPr>
        <p:grpSpPr>
          <a:xfrm>
            <a:off x="-2352525" y="-402069"/>
            <a:ext cx="5307515" cy="2438356"/>
            <a:chOff x="-2276325" y="-249669"/>
            <a:chExt cx="5307515" cy="2438356"/>
          </a:xfrm>
        </p:grpSpPr>
        <p:grpSp>
          <p:nvGrpSpPr>
            <p:cNvPr id="327" name="Google Shape;327;p59"/>
            <p:cNvGrpSpPr/>
            <p:nvPr/>
          </p:nvGrpSpPr>
          <p:grpSpPr>
            <a:xfrm rot="10800000">
              <a:off x="-1297788" y="-249669"/>
              <a:ext cx="2601921" cy="2438356"/>
              <a:chOff x="7340129" y="2866613"/>
              <a:chExt cx="2439225" cy="2438356"/>
            </a:xfrm>
          </p:grpSpPr>
          <p:sp>
            <p:nvSpPr>
              <p:cNvPr id="328" name="Google Shape;328;p59"/>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 name="Google Shape;329;p59"/>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30" name="Google Shape;330;p59"/>
            <p:cNvSpPr/>
            <p:nvPr/>
          </p:nvSpPr>
          <p:spPr>
            <a:xfrm rot="-5400000">
              <a:off x="1755111" y="-89601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31" name="Google Shape;331;p59"/>
            <p:cNvGrpSpPr/>
            <p:nvPr/>
          </p:nvGrpSpPr>
          <p:grpSpPr>
            <a:xfrm>
              <a:off x="-2276325" y="245976"/>
              <a:ext cx="4558967" cy="134100"/>
              <a:chOff x="796100" y="3019701"/>
              <a:chExt cx="4558967" cy="134100"/>
            </a:xfrm>
          </p:grpSpPr>
          <p:sp>
            <p:nvSpPr>
              <p:cNvPr id="332" name="Google Shape;332;p59"/>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333" name="Google Shape;333;p59"/>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334" name="Google Shape;334;p59"/>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35" name="Google Shape;335;p59"/>
          <p:cNvGrpSpPr/>
          <p:nvPr/>
        </p:nvGrpSpPr>
        <p:grpSpPr>
          <a:xfrm>
            <a:off x="6795100" y="3095213"/>
            <a:ext cx="4558967" cy="2438356"/>
            <a:chOff x="6490300" y="2866613"/>
            <a:chExt cx="4558967" cy="2438356"/>
          </a:xfrm>
        </p:grpSpPr>
        <p:grpSp>
          <p:nvGrpSpPr>
            <p:cNvPr id="336" name="Google Shape;336;p59"/>
            <p:cNvGrpSpPr/>
            <p:nvPr/>
          </p:nvGrpSpPr>
          <p:grpSpPr>
            <a:xfrm>
              <a:off x="7340129" y="2866613"/>
              <a:ext cx="2439225" cy="2438356"/>
              <a:chOff x="7340129" y="2866613"/>
              <a:chExt cx="2439225" cy="2438356"/>
            </a:xfrm>
          </p:grpSpPr>
          <p:sp>
            <p:nvSpPr>
              <p:cNvPr id="337" name="Google Shape;337;p59"/>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 name="Google Shape;338;p59"/>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9" name="Google Shape;339;p59"/>
            <p:cNvGrpSpPr/>
            <p:nvPr/>
          </p:nvGrpSpPr>
          <p:grpSpPr>
            <a:xfrm rot="10800000">
              <a:off x="6490300" y="4774026"/>
              <a:ext cx="4558967" cy="134100"/>
              <a:chOff x="796100" y="3019701"/>
              <a:chExt cx="4558967" cy="134100"/>
            </a:xfrm>
          </p:grpSpPr>
          <p:sp>
            <p:nvSpPr>
              <p:cNvPr id="340" name="Google Shape;340;p59"/>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341" name="Google Shape;341;p59"/>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342" name="Google Shape;342;p59"/>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43" name="Shape 343"/>
        <p:cNvGrpSpPr/>
        <p:nvPr/>
      </p:nvGrpSpPr>
      <p:grpSpPr>
        <a:xfrm>
          <a:off x="0" y="0"/>
          <a:ext cx="0" cy="0"/>
          <a:chOff x="0" y="0"/>
          <a:chExt cx="0" cy="0"/>
        </a:xfrm>
      </p:grpSpPr>
      <p:grpSp>
        <p:nvGrpSpPr>
          <p:cNvPr id="344" name="Google Shape;344;p60"/>
          <p:cNvGrpSpPr/>
          <p:nvPr/>
        </p:nvGrpSpPr>
        <p:grpSpPr>
          <a:xfrm>
            <a:off x="7059553" y="-2136807"/>
            <a:ext cx="4192757" cy="4558967"/>
            <a:chOff x="6983353" y="-2136807"/>
            <a:chExt cx="4192757" cy="4558967"/>
          </a:xfrm>
        </p:grpSpPr>
        <p:grpSp>
          <p:nvGrpSpPr>
            <p:cNvPr id="345" name="Google Shape;345;p60"/>
            <p:cNvGrpSpPr/>
            <p:nvPr/>
          </p:nvGrpSpPr>
          <p:grpSpPr>
            <a:xfrm rot="-509296">
              <a:off x="7187207" y="-982000"/>
              <a:ext cx="3785049" cy="3043008"/>
              <a:chOff x="7103825" y="-713112"/>
              <a:chExt cx="3785226" cy="3043150"/>
            </a:xfrm>
          </p:grpSpPr>
          <p:sp>
            <p:nvSpPr>
              <p:cNvPr id="346" name="Google Shape;346;p60"/>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347" name="Google Shape;347;p60"/>
              <p:cNvPicPr preferRelativeResize="0"/>
              <p:nvPr/>
            </p:nvPicPr>
            <p:blipFill rotWithShape="1">
              <a:blip r:embed="rId2">
                <a:alphaModFix/>
              </a:blip>
              <a:srcRect b="17662" l="0" r="0" t="17657"/>
              <a:stretch/>
            </p:blipFill>
            <p:spPr>
              <a:xfrm>
                <a:off x="7103825" y="-713112"/>
                <a:ext cx="3785226" cy="2888974"/>
              </a:xfrm>
              <a:prstGeom prst="rect">
                <a:avLst/>
              </a:prstGeom>
              <a:noFill/>
              <a:ln>
                <a:noFill/>
              </a:ln>
            </p:spPr>
          </p:pic>
        </p:grpSp>
        <p:grpSp>
          <p:nvGrpSpPr>
            <p:cNvPr id="348" name="Google Shape;348;p60"/>
            <p:cNvGrpSpPr/>
            <p:nvPr/>
          </p:nvGrpSpPr>
          <p:grpSpPr>
            <a:xfrm rot="5400000">
              <a:off x="6489450" y="75626"/>
              <a:ext cx="4558967" cy="134100"/>
              <a:chOff x="796100" y="3019701"/>
              <a:chExt cx="4558967" cy="134100"/>
            </a:xfrm>
          </p:grpSpPr>
          <p:sp>
            <p:nvSpPr>
              <p:cNvPr id="349" name="Google Shape;349;p60"/>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350" name="Google Shape;350;p60"/>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351" name="Google Shape;351;p60"/>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352" name="Google Shape;352;p60"/>
          <p:cNvSpPr txBox="1"/>
          <p:nvPr>
            <p:ph idx="1" type="subTitle"/>
          </p:nvPr>
        </p:nvSpPr>
        <p:spPr>
          <a:xfrm>
            <a:off x="720000" y="2649975"/>
            <a:ext cx="1981800" cy="10881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3" name="Google Shape;353;p60"/>
          <p:cNvSpPr txBox="1"/>
          <p:nvPr>
            <p:ph idx="2" type="subTitle"/>
          </p:nvPr>
        </p:nvSpPr>
        <p:spPr>
          <a:xfrm>
            <a:off x="3584484" y="2649975"/>
            <a:ext cx="1981800" cy="10881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4" name="Google Shape;354;p60"/>
          <p:cNvSpPr txBox="1"/>
          <p:nvPr>
            <p:ph idx="3" type="subTitle"/>
          </p:nvPr>
        </p:nvSpPr>
        <p:spPr>
          <a:xfrm>
            <a:off x="6448975" y="2649975"/>
            <a:ext cx="1981800" cy="10881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55" name="Google Shape;355;p6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356" name="Google Shape;356;p60"/>
          <p:cNvSpPr txBox="1"/>
          <p:nvPr>
            <p:ph idx="4" type="subTitle"/>
          </p:nvPr>
        </p:nvSpPr>
        <p:spPr>
          <a:xfrm>
            <a:off x="720000" y="2323875"/>
            <a:ext cx="19818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357" name="Google Shape;357;p60"/>
          <p:cNvSpPr txBox="1"/>
          <p:nvPr>
            <p:ph idx="5" type="subTitle"/>
          </p:nvPr>
        </p:nvSpPr>
        <p:spPr>
          <a:xfrm>
            <a:off x="3584483" y="2323875"/>
            <a:ext cx="19818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358" name="Google Shape;358;p60"/>
          <p:cNvSpPr txBox="1"/>
          <p:nvPr>
            <p:ph idx="6" type="subTitle"/>
          </p:nvPr>
        </p:nvSpPr>
        <p:spPr>
          <a:xfrm>
            <a:off x="6448972" y="2323875"/>
            <a:ext cx="19818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359" name="Google Shape;359;p60"/>
          <p:cNvGrpSpPr/>
          <p:nvPr/>
        </p:nvGrpSpPr>
        <p:grpSpPr>
          <a:xfrm>
            <a:off x="6067575" y="2796625"/>
            <a:ext cx="4006263" cy="4771152"/>
            <a:chOff x="5915175" y="2339425"/>
            <a:chExt cx="4006263" cy="4771152"/>
          </a:xfrm>
        </p:grpSpPr>
        <p:sp>
          <p:nvSpPr>
            <p:cNvPr id="360" name="Google Shape;360;p60"/>
            <p:cNvSpPr/>
            <p:nvPr/>
          </p:nvSpPr>
          <p:spPr>
            <a:xfrm>
              <a:off x="5915175" y="236128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 name="Google Shape;361;p60"/>
            <p:cNvSpPr/>
            <p:nvPr/>
          </p:nvSpPr>
          <p:spPr>
            <a:xfrm>
              <a:off x="6873793" y="233942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62" name="Google Shape;362;p60"/>
            <p:cNvGrpSpPr/>
            <p:nvPr/>
          </p:nvGrpSpPr>
          <p:grpSpPr>
            <a:xfrm>
              <a:off x="7520550" y="4608575"/>
              <a:ext cx="582050" cy="582425"/>
              <a:chOff x="959750" y="3039275"/>
              <a:chExt cx="582050" cy="582425"/>
            </a:xfrm>
          </p:grpSpPr>
          <p:sp>
            <p:nvSpPr>
              <p:cNvPr id="363" name="Google Shape;363;p6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 name="Google Shape;364;p6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 name="Google Shape;365;p6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 name="Google Shape;366;p6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 name="Google Shape;367;p6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 name="Google Shape;368;p6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 name="Google Shape;369;p6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0" name="Google Shape;370;p60"/>
            <p:cNvGrpSpPr/>
            <p:nvPr/>
          </p:nvGrpSpPr>
          <p:grpSpPr>
            <a:xfrm>
              <a:off x="8484675" y="3658275"/>
              <a:ext cx="582050" cy="582425"/>
              <a:chOff x="959750" y="3039275"/>
              <a:chExt cx="582050" cy="582425"/>
            </a:xfrm>
          </p:grpSpPr>
          <p:sp>
            <p:nvSpPr>
              <p:cNvPr id="371" name="Google Shape;371;p6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 name="Google Shape;372;p6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 name="Google Shape;373;p6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 name="Google Shape;374;p6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 name="Google Shape;375;p6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 name="Google Shape;376;p6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 name="Google Shape;377;p6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78" name="Google Shape;378;p60"/>
          <p:cNvGrpSpPr/>
          <p:nvPr/>
        </p:nvGrpSpPr>
        <p:grpSpPr>
          <a:xfrm>
            <a:off x="-235366" y="3828554"/>
            <a:ext cx="5249360" cy="2992224"/>
            <a:chOff x="-258616" y="3430829"/>
            <a:chExt cx="5249360" cy="2992224"/>
          </a:xfrm>
        </p:grpSpPr>
        <p:pic>
          <p:nvPicPr>
            <p:cNvPr id="379" name="Google Shape;379;p60"/>
            <p:cNvPicPr preferRelativeResize="0"/>
            <p:nvPr/>
          </p:nvPicPr>
          <p:blipFill rotWithShape="1">
            <a:blip r:embed="rId3">
              <a:alphaModFix/>
            </a:blip>
            <a:srcRect b="26177" l="16960" r="7121" t="24718"/>
            <a:stretch/>
          </p:blipFill>
          <p:spPr>
            <a:xfrm>
              <a:off x="1070243" y="3430829"/>
              <a:ext cx="3920501" cy="2992224"/>
            </a:xfrm>
            <a:prstGeom prst="rect">
              <a:avLst/>
            </a:prstGeom>
            <a:noFill/>
            <a:ln>
              <a:noFill/>
            </a:ln>
          </p:spPr>
        </p:pic>
        <p:sp>
          <p:nvSpPr>
            <p:cNvPr id="380" name="Google Shape;380;p60"/>
            <p:cNvSpPr/>
            <p:nvPr/>
          </p:nvSpPr>
          <p:spPr>
            <a:xfrm>
              <a:off x="363250" y="46677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 name="Google Shape;381;p60"/>
            <p:cNvSpPr/>
            <p:nvPr/>
          </p:nvSpPr>
          <p:spPr>
            <a:xfrm>
              <a:off x="941424" y="47243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60"/>
            <p:cNvSpPr/>
            <p:nvPr/>
          </p:nvSpPr>
          <p:spPr>
            <a:xfrm>
              <a:off x="820562" y="49581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60"/>
            <p:cNvSpPr/>
            <p:nvPr/>
          </p:nvSpPr>
          <p:spPr>
            <a:xfrm>
              <a:off x="1299000" y="4608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 name="Google Shape;384;p60"/>
            <p:cNvSpPr/>
            <p:nvPr/>
          </p:nvSpPr>
          <p:spPr>
            <a:xfrm rot="5400000">
              <a:off x="447539" y="31337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85" name="Google Shape;385;p60"/>
            <p:cNvGrpSpPr/>
            <p:nvPr/>
          </p:nvGrpSpPr>
          <p:grpSpPr>
            <a:xfrm>
              <a:off x="736485" y="4387072"/>
              <a:ext cx="161977" cy="161940"/>
              <a:chOff x="1101075" y="2142375"/>
              <a:chExt cx="439200" cy="439100"/>
            </a:xfrm>
          </p:grpSpPr>
          <p:sp>
            <p:nvSpPr>
              <p:cNvPr id="386" name="Google Shape;386;p6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 name="Google Shape;387;p6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8" name="Google Shape;388;p60"/>
            <p:cNvGrpSpPr/>
            <p:nvPr/>
          </p:nvGrpSpPr>
          <p:grpSpPr>
            <a:xfrm rot="10800000">
              <a:off x="2118901" y="4805293"/>
              <a:ext cx="161977" cy="161940"/>
              <a:chOff x="1101075" y="2142375"/>
              <a:chExt cx="439200" cy="439100"/>
            </a:xfrm>
          </p:grpSpPr>
          <p:sp>
            <p:nvSpPr>
              <p:cNvPr id="389" name="Google Shape;389;p60"/>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 name="Google Shape;390;p60"/>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91" name="Google Shape;391;p60"/>
          <p:cNvGrpSpPr/>
          <p:nvPr/>
        </p:nvGrpSpPr>
        <p:grpSpPr>
          <a:xfrm>
            <a:off x="-515562" y="-797997"/>
            <a:ext cx="1433416" cy="2584783"/>
            <a:chOff x="-363162" y="-645597"/>
            <a:chExt cx="1433416" cy="2584783"/>
          </a:xfrm>
        </p:grpSpPr>
        <p:grpSp>
          <p:nvGrpSpPr>
            <p:cNvPr id="392" name="Google Shape;392;p60"/>
            <p:cNvGrpSpPr/>
            <p:nvPr/>
          </p:nvGrpSpPr>
          <p:grpSpPr>
            <a:xfrm rot="10800000">
              <a:off x="-64596" y="-645597"/>
              <a:ext cx="1134850" cy="2370192"/>
              <a:chOff x="-575575" y="3685599"/>
              <a:chExt cx="1421049" cy="2967933"/>
            </a:xfrm>
          </p:grpSpPr>
          <p:sp>
            <p:nvSpPr>
              <p:cNvPr id="393" name="Google Shape;393;p60"/>
              <p:cNvSpPr/>
              <p:nvPr/>
            </p:nvSpPr>
            <p:spPr>
              <a:xfrm>
                <a:off x="-575575" y="36855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 name="Google Shape;394;p60"/>
              <p:cNvSpPr/>
              <p:nvPr/>
            </p:nvSpPr>
            <p:spPr>
              <a:xfrm rot="10800000">
                <a:off x="-575573" y="3820175"/>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5" name="Google Shape;395;p60"/>
            <p:cNvSpPr/>
            <p:nvPr/>
          </p:nvSpPr>
          <p:spPr>
            <a:xfrm>
              <a:off x="0" y="36165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 name="Google Shape;396;p60"/>
            <p:cNvSpPr/>
            <p:nvPr/>
          </p:nvSpPr>
          <p:spPr>
            <a:xfrm>
              <a:off x="131225" y="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97" name="Google Shape;397;p60"/>
            <p:cNvGrpSpPr/>
            <p:nvPr/>
          </p:nvGrpSpPr>
          <p:grpSpPr>
            <a:xfrm flipH="1" rot="-2700000">
              <a:off x="-216370" y="1084101"/>
              <a:ext cx="708093" cy="708493"/>
              <a:chOff x="3678700" y="407275"/>
              <a:chExt cx="708100" cy="708500"/>
            </a:xfrm>
          </p:grpSpPr>
          <p:sp>
            <p:nvSpPr>
              <p:cNvPr id="398" name="Google Shape;398;p60"/>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 name="Google Shape;399;p60"/>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60"/>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60"/>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 name="Google Shape;402;p60"/>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 name="Google Shape;403;p60"/>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60"/>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405" name="Shape 405"/>
        <p:cNvGrpSpPr/>
        <p:nvPr/>
      </p:nvGrpSpPr>
      <p:grpSpPr>
        <a:xfrm>
          <a:off x="0" y="0"/>
          <a:ext cx="0" cy="0"/>
          <a:chOff x="0" y="0"/>
          <a:chExt cx="0" cy="0"/>
        </a:xfrm>
      </p:grpSpPr>
      <p:sp>
        <p:nvSpPr>
          <p:cNvPr id="406" name="Google Shape;406;p6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407" name="Google Shape;407;p61"/>
          <p:cNvSpPr txBox="1"/>
          <p:nvPr>
            <p:ph idx="1" type="subTitle"/>
          </p:nvPr>
        </p:nvSpPr>
        <p:spPr>
          <a:xfrm>
            <a:off x="1804750" y="1935218"/>
            <a:ext cx="2102100" cy="6654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8" name="Google Shape;408;p61"/>
          <p:cNvSpPr txBox="1"/>
          <p:nvPr>
            <p:ph idx="2" type="subTitle"/>
          </p:nvPr>
        </p:nvSpPr>
        <p:spPr>
          <a:xfrm>
            <a:off x="5237152" y="1935218"/>
            <a:ext cx="2102100" cy="6654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9" name="Google Shape;409;p61"/>
          <p:cNvSpPr txBox="1"/>
          <p:nvPr>
            <p:ph idx="3" type="subTitle"/>
          </p:nvPr>
        </p:nvSpPr>
        <p:spPr>
          <a:xfrm>
            <a:off x="1804750" y="3561374"/>
            <a:ext cx="2102100" cy="6654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0" name="Google Shape;410;p61"/>
          <p:cNvSpPr txBox="1"/>
          <p:nvPr>
            <p:ph idx="4" type="subTitle"/>
          </p:nvPr>
        </p:nvSpPr>
        <p:spPr>
          <a:xfrm>
            <a:off x="5237152" y="3561374"/>
            <a:ext cx="2102100" cy="6654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1" name="Google Shape;411;p61"/>
          <p:cNvSpPr txBox="1"/>
          <p:nvPr>
            <p:ph idx="5" type="subTitle"/>
          </p:nvPr>
        </p:nvSpPr>
        <p:spPr>
          <a:xfrm>
            <a:off x="1804750" y="1605775"/>
            <a:ext cx="2102100" cy="4056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412" name="Google Shape;412;p61"/>
          <p:cNvSpPr txBox="1"/>
          <p:nvPr>
            <p:ph idx="6" type="subTitle"/>
          </p:nvPr>
        </p:nvSpPr>
        <p:spPr>
          <a:xfrm>
            <a:off x="5237150" y="1605775"/>
            <a:ext cx="2102100" cy="4056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413" name="Google Shape;413;p61"/>
          <p:cNvSpPr txBox="1"/>
          <p:nvPr>
            <p:ph idx="7" type="subTitle"/>
          </p:nvPr>
        </p:nvSpPr>
        <p:spPr>
          <a:xfrm>
            <a:off x="1804750" y="3231981"/>
            <a:ext cx="2102100" cy="4056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414" name="Google Shape;414;p61"/>
          <p:cNvSpPr txBox="1"/>
          <p:nvPr>
            <p:ph idx="8" type="subTitle"/>
          </p:nvPr>
        </p:nvSpPr>
        <p:spPr>
          <a:xfrm>
            <a:off x="5237150" y="3231981"/>
            <a:ext cx="2102100" cy="4056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415" name="Google Shape;415;p61"/>
          <p:cNvGrpSpPr/>
          <p:nvPr/>
        </p:nvGrpSpPr>
        <p:grpSpPr>
          <a:xfrm>
            <a:off x="-2902028" y="1271890"/>
            <a:ext cx="6191221" cy="6191221"/>
            <a:chOff x="-2825828" y="1271890"/>
            <a:chExt cx="6191221" cy="6191221"/>
          </a:xfrm>
        </p:grpSpPr>
        <p:pic>
          <p:nvPicPr>
            <p:cNvPr id="416" name="Google Shape;416;p61"/>
            <p:cNvPicPr preferRelativeResize="0"/>
            <p:nvPr/>
          </p:nvPicPr>
          <p:blipFill rotWithShape="1">
            <a:blip r:embed="rId2">
              <a:alphaModFix/>
            </a:blip>
            <a:srcRect b="26177" l="16960" r="7121" t="24718"/>
            <a:stretch/>
          </p:blipFill>
          <p:spPr>
            <a:xfrm>
              <a:off x="-680950" y="3866725"/>
              <a:ext cx="2441950" cy="1863749"/>
            </a:xfrm>
            <a:prstGeom prst="rect">
              <a:avLst/>
            </a:prstGeom>
            <a:noFill/>
            <a:ln>
              <a:noFill/>
            </a:ln>
          </p:spPr>
        </p:pic>
        <p:grpSp>
          <p:nvGrpSpPr>
            <p:cNvPr id="417" name="Google Shape;417;p61"/>
            <p:cNvGrpSpPr/>
            <p:nvPr/>
          </p:nvGrpSpPr>
          <p:grpSpPr>
            <a:xfrm>
              <a:off x="-2825828" y="1271890"/>
              <a:ext cx="6191221" cy="6191221"/>
              <a:chOff x="-2825828" y="1271890"/>
              <a:chExt cx="6191221" cy="6191221"/>
            </a:xfrm>
          </p:grpSpPr>
          <p:sp>
            <p:nvSpPr>
              <p:cNvPr id="418" name="Google Shape;418;p61"/>
              <p:cNvSpPr/>
              <p:nvPr/>
            </p:nvSpPr>
            <p:spPr>
              <a:xfrm flipH="1" rot="2700000">
                <a:off x="-1733384" y="199281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 name="Google Shape;419;p61"/>
              <p:cNvSpPr/>
              <p:nvPr/>
            </p:nvSpPr>
            <p:spPr>
              <a:xfrm flipH="1" rot="2700000">
                <a:off x="-1192832" y="2500186"/>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20" name="Google Shape;420;p61"/>
              <p:cNvGrpSpPr/>
              <p:nvPr/>
            </p:nvGrpSpPr>
            <p:grpSpPr>
              <a:xfrm rot="10800000">
                <a:off x="384881" y="3042905"/>
                <a:ext cx="134100" cy="134100"/>
                <a:chOff x="-1999139" y="3143772"/>
                <a:chExt cx="134100" cy="134100"/>
              </a:xfrm>
            </p:grpSpPr>
            <p:sp>
              <p:nvSpPr>
                <p:cNvPr id="421" name="Google Shape;421;p6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 name="Google Shape;422;p6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3" name="Google Shape;423;p61"/>
              <p:cNvGrpSpPr/>
              <p:nvPr/>
            </p:nvGrpSpPr>
            <p:grpSpPr>
              <a:xfrm rot="10800000">
                <a:off x="146106" y="3710980"/>
                <a:ext cx="134100" cy="134100"/>
                <a:chOff x="-1999139" y="3143772"/>
                <a:chExt cx="134100" cy="134100"/>
              </a:xfrm>
            </p:grpSpPr>
            <p:sp>
              <p:nvSpPr>
                <p:cNvPr id="424" name="Google Shape;424;p6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6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6" name="Google Shape;426;p61"/>
              <p:cNvGrpSpPr/>
              <p:nvPr/>
            </p:nvGrpSpPr>
            <p:grpSpPr>
              <a:xfrm>
                <a:off x="-102297" y="3780153"/>
                <a:ext cx="939901" cy="2449421"/>
                <a:chOff x="-102297" y="3780153"/>
                <a:chExt cx="939901" cy="2449421"/>
              </a:xfrm>
            </p:grpSpPr>
            <p:sp>
              <p:nvSpPr>
                <p:cNvPr id="427" name="Google Shape;427;p61"/>
                <p:cNvSpPr/>
                <p:nvPr/>
              </p:nvSpPr>
              <p:spPr>
                <a:xfrm rot="10800000">
                  <a:off x="260154" y="4254866"/>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 name="Google Shape;428;p61"/>
                <p:cNvSpPr/>
                <p:nvPr/>
              </p:nvSpPr>
              <p:spPr>
                <a:xfrm rot="10800000">
                  <a:off x="-102297" y="3780153"/>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29" name="Google Shape;429;p61"/>
                <p:cNvGrpSpPr/>
                <p:nvPr/>
              </p:nvGrpSpPr>
              <p:grpSpPr>
                <a:xfrm rot="10800000">
                  <a:off x="532825" y="5492502"/>
                  <a:ext cx="134004" cy="134004"/>
                  <a:chOff x="8356813" y="1074288"/>
                  <a:chExt cx="351900" cy="351900"/>
                </a:xfrm>
              </p:grpSpPr>
              <p:sp>
                <p:nvSpPr>
                  <p:cNvPr id="430" name="Google Shape;430;p6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 name="Google Shape;431;p61"/>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432" name="Google Shape;432;p61"/>
          <p:cNvGrpSpPr/>
          <p:nvPr/>
        </p:nvGrpSpPr>
        <p:grpSpPr>
          <a:xfrm>
            <a:off x="5650172" y="-1036475"/>
            <a:ext cx="6191221" cy="6865136"/>
            <a:chOff x="5497772" y="-1036475"/>
            <a:chExt cx="6191221" cy="6865136"/>
          </a:xfrm>
        </p:grpSpPr>
        <p:grpSp>
          <p:nvGrpSpPr>
            <p:cNvPr id="433" name="Google Shape;433;p61"/>
            <p:cNvGrpSpPr/>
            <p:nvPr/>
          </p:nvGrpSpPr>
          <p:grpSpPr>
            <a:xfrm>
              <a:off x="5497772" y="-362560"/>
              <a:ext cx="6191221" cy="6191221"/>
              <a:chOff x="5584372" y="-362560"/>
              <a:chExt cx="6191221" cy="6191221"/>
            </a:xfrm>
          </p:grpSpPr>
          <p:grpSp>
            <p:nvGrpSpPr>
              <p:cNvPr id="434" name="Google Shape;434;p61"/>
              <p:cNvGrpSpPr/>
              <p:nvPr/>
            </p:nvGrpSpPr>
            <p:grpSpPr>
              <a:xfrm>
                <a:off x="5584372" y="-362560"/>
                <a:ext cx="6191221" cy="6191221"/>
                <a:chOff x="5443672" y="-405860"/>
                <a:chExt cx="6191221" cy="6191221"/>
              </a:xfrm>
            </p:grpSpPr>
            <p:sp>
              <p:nvSpPr>
                <p:cNvPr id="435" name="Google Shape;435;p61"/>
                <p:cNvSpPr/>
                <p:nvPr/>
              </p:nvSpPr>
              <p:spPr>
                <a:xfrm flipH="1" rot="-8100000">
                  <a:off x="6536116" y="31506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 name="Google Shape;436;p61"/>
                <p:cNvSpPr/>
                <p:nvPr/>
              </p:nvSpPr>
              <p:spPr>
                <a:xfrm flipH="1" rot="-8100000">
                  <a:off x="7076657" y="1499343"/>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 name="Google Shape;437;p61"/>
                <p:cNvSpPr/>
                <p:nvPr/>
              </p:nvSpPr>
              <p:spPr>
                <a:xfrm>
                  <a:off x="8301511" y="-335348"/>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61"/>
                <p:cNvSpPr/>
                <p:nvPr/>
              </p:nvSpPr>
              <p:spPr>
                <a:xfrm>
                  <a:off x="8554000" y="27076"/>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9" name="Google Shape;439;p61"/>
              <p:cNvGrpSpPr/>
              <p:nvPr/>
            </p:nvGrpSpPr>
            <p:grpSpPr>
              <a:xfrm>
                <a:off x="8430786" y="3923547"/>
                <a:ext cx="134100" cy="134100"/>
                <a:chOff x="-1999139" y="3143772"/>
                <a:chExt cx="134100" cy="134100"/>
              </a:xfrm>
            </p:grpSpPr>
            <p:sp>
              <p:nvSpPr>
                <p:cNvPr id="440" name="Google Shape;440;p6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6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2" name="Google Shape;442;p61"/>
              <p:cNvGrpSpPr/>
              <p:nvPr/>
            </p:nvGrpSpPr>
            <p:grpSpPr>
              <a:xfrm>
                <a:off x="8669561" y="3255472"/>
                <a:ext cx="134100" cy="134100"/>
                <a:chOff x="-1999139" y="3143772"/>
                <a:chExt cx="134100" cy="134100"/>
              </a:xfrm>
            </p:grpSpPr>
            <p:sp>
              <p:nvSpPr>
                <p:cNvPr id="443" name="Google Shape;443;p61"/>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 name="Google Shape;444;p61"/>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5" name="Google Shape;445;p61"/>
              <p:cNvGrpSpPr/>
              <p:nvPr/>
            </p:nvGrpSpPr>
            <p:grpSpPr>
              <a:xfrm>
                <a:off x="8612986" y="311022"/>
                <a:ext cx="134004" cy="134004"/>
                <a:chOff x="8356813" y="1074288"/>
                <a:chExt cx="351900" cy="351900"/>
              </a:xfrm>
            </p:grpSpPr>
            <p:sp>
              <p:nvSpPr>
                <p:cNvPr id="446" name="Google Shape;446;p6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61"/>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pic>
          <p:nvPicPr>
            <p:cNvPr id="448" name="Google Shape;448;p61"/>
            <p:cNvPicPr preferRelativeResize="0"/>
            <p:nvPr/>
          </p:nvPicPr>
          <p:blipFill rotWithShape="1">
            <a:blip r:embed="rId2">
              <a:alphaModFix/>
            </a:blip>
            <a:srcRect b="26177" l="16960" r="7121" t="24718"/>
            <a:stretch/>
          </p:blipFill>
          <p:spPr>
            <a:xfrm>
              <a:off x="6929350" y="-1036475"/>
              <a:ext cx="2441950" cy="1863749"/>
            </a:xfrm>
            <a:prstGeom prst="rect">
              <a:avLst/>
            </a:prstGeom>
            <a:noFill/>
            <a:ln>
              <a:noFill/>
            </a:ln>
          </p:spPr>
        </p:pic>
      </p:grpSp>
      <p:grpSp>
        <p:nvGrpSpPr>
          <p:cNvPr id="449" name="Google Shape;449;p61"/>
          <p:cNvGrpSpPr/>
          <p:nvPr/>
        </p:nvGrpSpPr>
        <p:grpSpPr>
          <a:xfrm>
            <a:off x="3983988" y="4933175"/>
            <a:ext cx="667915" cy="439200"/>
            <a:chOff x="3983988" y="4933175"/>
            <a:chExt cx="667915" cy="439200"/>
          </a:xfrm>
        </p:grpSpPr>
        <p:grpSp>
          <p:nvGrpSpPr>
            <p:cNvPr id="450" name="Google Shape;450;p61"/>
            <p:cNvGrpSpPr/>
            <p:nvPr/>
          </p:nvGrpSpPr>
          <p:grpSpPr>
            <a:xfrm rot="5400000">
              <a:off x="3983938" y="4933225"/>
              <a:ext cx="439200" cy="439100"/>
              <a:chOff x="1101075" y="2142375"/>
              <a:chExt cx="439200" cy="439100"/>
            </a:xfrm>
          </p:grpSpPr>
          <p:sp>
            <p:nvSpPr>
              <p:cNvPr id="451" name="Google Shape;451;p6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6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3" name="Google Shape;453;p61"/>
            <p:cNvGrpSpPr/>
            <p:nvPr/>
          </p:nvGrpSpPr>
          <p:grpSpPr>
            <a:xfrm rot="5400000">
              <a:off x="4423062" y="5038369"/>
              <a:ext cx="228867" cy="228815"/>
              <a:chOff x="1101075" y="2142375"/>
              <a:chExt cx="439200" cy="439100"/>
            </a:xfrm>
          </p:grpSpPr>
          <p:sp>
            <p:nvSpPr>
              <p:cNvPr id="454" name="Google Shape;454;p6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 name="Google Shape;455;p6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0C0A9E">
                      <a:alpha val="20000"/>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456" name="Shape 456"/>
        <p:cNvGrpSpPr/>
        <p:nvPr/>
      </p:nvGrpSpPr>
      <p:grpSpPr>
        <a:xfrm>
          <a:off x="0" y="0"/>
          <a:ext cx="0" cy="0"/>
          <a:chOff x="0" y="0"/>
          <a:chExt cx="0" cy="0"/>
        </a:xfrm>
      </p:grpSpPr>
      <p:sp>
        <p:nvSpPr>
          <p:cNvPr id="457" name="Google Shape;457;p62"/>
          <p:cNvSpPr txBox="1"/>
          <p:nvPr>
            <p:ph idx="1" type="subTitle"/>
          </p:nvPr>
        </p:nvSpPr>
        <p:spPr>
          <a:xfrm>
            <a:off x="720000" y="3520475"/>
            <a:ext cx="1981800" cy="10881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8" name="Google Shape;458;p62"/>
          <p:cNvSpPr txBox="1"/>
          <p:nvPr>
            <p:ph idx="2" type="subTitle"/>
          </p:nvPr>
        </p:nvSpPr>
        <p:spPr>
          <a:xfrm>
            <a:off x="3584484" y="3520475"/>
            <a:ext cx="1981800" cy="10881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9" name="Google Shape;459;p62"/>
          <p:cNvSpPr txBox="1"/>
          <p:nvPr>
            <p:ph idx="3" type="subTitle"/>
          </p:nvPr>
        </p:nvSpPr>
        <p:spPr>
          <a:xfrm>
            <a:off x="6448975" y="3520475"/>
            <a:ext cx="1981800" cy="10881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0" name="Google Shape;460;p6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461" name="Google Shape;461;p62"/>
          <p:cNvSpPr txBox="1"/>
          <p:nvPr>
            <p:ph idx="4" type="subTitle"/>
          </p:nvPr>
        </p:nvSpPr>
        <p:spPr>
          <a:xfrm>
            <a:off x="720000" y="3194375"/>
            <a:ext cx="19818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462" name="Google Shape;462;p62"/>
          <p:cNvSpPr txBox="1"/>
          <p:nvPr>
            <p:ph idx="5" type="subTitle"/>
          </p:nvPr>
        </p:nvSpPr>
        <p:spPr>
          <a:xfrm>
            <a:off x="3584483" y="3194375"/>
            <a:ext cx="19818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463" name="Google Shape;463;p62"/>
          <p:cNvSpPr txBox="1"/>
          <p:nvPr>
            <p:ph idx="6" type="subTitle"/>
          </p:nvPr>
        </p:nvSpPr>
        <p:spPr>
          <a:xfrm>
            <a:off x="6448972" y="3194375"/>
            <a:ext cx="19818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464" name="Google Shape;464;p62"/>
          <p:cNvSpPr/>
          <p:nvPr>
            <p:ph idx="7" type="pic"/>
          </p:nvPr>
        </p:nvSpPr>
        <p:spPr>
          <a:xfrm>
            <a:off x="720000" y="1236800"/>
            <a:ext cx="1981800" cy="1662300"/>
          </a:xfrm>
          <a:prstGeom prst="snip1Rect">
            <a:avLst>
              <a:gd fmla="val 16667" name="adj"/>
            </a:avLst>
          </a:prstGeom>
          <a:noFill/>
          <a:ln>
            <a:noFill/>
          </a:ln>
        </p:spPr>
      </p:sp>
      <p:sp>
        <p:nvSpPr>
          <p:cNvPr id="465" name="Google Shape;465;p62"/>
          <p:cNvSpPr/>
          <p:nvPr>
            <p:ph idx="8" type="pic"/>
          </p:nvPr>
        </p:nvSpPr>
        <p:spPr>
          <a:xfrm>
            <a:off x="3584475" y="1236800"/>
            <a:ext cx="1981800" cy="1662300"/>
          </a:xfrm>
          <a:prstGeom prst="snip1Rect">
            <a:avLst>
              <a:gd fmla="val 16667" name="adj"/>
            </a:avLst>
          </a:prstGeom>
          <a:noFill/>
          <a:ln>
            <a:noFill/>
          </a:ln>
        </p:spPr>
      </p:sp>
      <p:sp>
        <p:nvSpPr>
          <p:cNvPr id="466" name="Google Shape;466;p62"/>
          <p:cNvSpPr/>
          <p:nvPr>
            <p:ph idx="9" type="pic"/>
          </p:nvPr>
        </p:nvSpPr>
        <p:spPr>
          <a:xfrm>
            <a:off x="6448950" y="1236800"/>
            <a:ext cx="1981800" cy="1662300"/>
          </a:xfrm>
          <a:prstGeom prst="snip1Rect">
            <a:avLst>
              <a:gd fmla="val 16667" name="adj"/>
            </a:avLst>
          </a:prstGeom>
          <a:noFill/>
          <a:ln>
            <a:noFill/>
          </a:ln>
        </p:spPr>
      </p:sp>
      <p:grpSp>
        <p:nvGrpSpPr>
          <p:cNvPr id="467" name="Google Shape;467;p62"/>
          <p:cNvGrpSpPr/>
          <p:nvPr/>
        </p:nvGrpSpPr>
        <p:grpSpPr>
          <a:xfrm>
            <a:off x="-928041" y="3925887"/>
            <a:ext cx="2833357" cy="1517787"/>
            <a:chOff x="-623241" y="3849687"/>
            <a:chExt cx="2833357" cy="1517787"/>
          </a:xfrm>
        </p:grpSpPr>
        <p:grpSp>
          <p:nvGrpSpPr>
            <p:cNvPr id="468" name="Google Shape;468;p62"/>
            <p:cNvGrpSpPr/>
            <p:nvPr/>
          </p:nvGrpSpPr>
          <p:grpSpPr>
            <a:xfrm rot="5400000">
              <a:off x="-879113" y="4155104"/>
              <a:ext cx="1517787" cy="906953"/>
              <a:chOff x="-55500" y="4835979"/>
              <a:chExt cx="1517787" cy="906953"/>
            </a:xfrm>
          </p:grpSpPr>
          <p:sp>
            <p:nvSpPr>
              <p:cNvPr id="469" name="Google Shape;469;p62"/>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 name="Google Shape;470;p62"/>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62"/>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62"/>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3" name="Google Shape;473;p62"/>
            <p:cNvGrpSpPr/>
            <p:nvPr/>
          </p:nvGrpSpPr>
          <p:grpSpPr>
            <a:xfrm>
              <a:off x="-623241" y="3946425"/>
              <a:ext cx="2833357" cy="1421047"/>
              <a:chOff x="-677366" y="4067275"/>
              <a:chExt cx="2833357" cy="1421047"/>
            </a:xfrm>
          </p:grpSpPr>
          <p:sp>
            <p:nvSpPr>
              <p:cNvPr id="474" name="Google Shape;474;p62"/>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5" name="Google Shape;475;p62"/>
              <p:cNvGrpSpPr/>
              <p:nvPr/>
            </p:nvGrpSpPr>
            <p:grpSpPr>
              <a:xfrm>
                <a:off x="317735" y="4614472"/>
                <a:ext cx="161977" cy="161940"/>
                <a:chOff x="1101075" y="2142375"/>
                <a:chExt cx="439200" cy="439100"/>
              </a:xfrm>
            </p:grpSpPr>
            <p:sp>
              <p:nvSpPr>
                <p:cNvPr id="476" name="Google Shape;476;p6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 name="Google Shape;477;p6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8" name="Google Shape;478;p62"/>
              <p:cNvGrpSpPr/>
              <p:nvPr/>
            </p:nvGrpSpPr>
            <p:grpSpPr>
              <a:xfrm rot="10800000">
                <a:off x="1700151" y="5032693"/>
                <a:ext cx="161977" cy="161940"/>
                <a:chOff x="1101075" y="2142375"/>
                <a:chExt cx="439200" cy="439100"/>
              </a:xfrm>
            </p:grpSpPr>
            <p:sp>
              <p:nvSpPr>
                <p:cNvPr id="479" name="Google Shape;479;p6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 name="Google Shape;480;p6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481" name="Google Shape;481;p62"/>
            <p:cNvSpPr/>
            <p:nvPr/>
          </p:nvSpPr>
          <p:spPr>
            <a:xfrm rot="-5400000">
              <a:off x="289120"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2" name="Google Shape;482;p62"/>
          <p:cNvGrpSpPr/>
          <p:nvPr/>
        </p:nvGrpSpPr>
        <p:grpSpPr>
          <a:xfrm>
            <a:off x="6400126" y="-1754449"/>
            <a:ext cx="4189198" cy="3065874"/>
            <a:chOff x="6171526" y="-1678249"/>
            <a:chExt cx="4189198" cy="3065874"/>
          </a:xfrm>
        </p:grpSpPr>
        <p:sp>
          <p:nvSpPr>
            <p:cNvPr id="483" name="Google Shape;483;p62"/>
            <p:cNvSpPr/>
            <p:nvPr/>
          </p:nvSpPr>
          <p:spPr>
            <a:xfrm rot="-5400000">
              <a:off x="6808863" y="-808395"/>
              <a:ext cx="1558682"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484" name="Google Shape;484;p62"/>
            <p:cNvPicPr preferRelativeResize="0"/>
            <p:nvPr/>
          </p:nvPicPr>
          <p:blipFill rotWithShape="1">
            <a:blip r:embed="rId2">
              <a:alphaModFix/>
            </a:blip>
            <a:srcRect b="26177" l="16960" r="7121" t="24718"/>
            <a:stretch/>
          </p:blipFill>
          <p:spPr>
            <a:xfrm>
              <a:off x="6587425" y="-1678249"/>
              <a:ext cx="3773299" cy="2879876"/>
            </a:xfrm>
            <a:prstGeom prst="rect">
              <a:avLst/>
            </a:prstGeom>
            <a:noFill/>
            <a:ln>
              <a:noFill/>
            </a:ln>
          </p:spPr>
        </p:pic>
        <p:sp>
          <p:nvSpPr>
            <p:cNvPr id="485" name="Google Shape;485;p62"/>
            <p:cNvSpPr/>
            <p:nvPr/>
          </p:nvSpPr>
          <p:spPr>
            <a:xfrm>
              <a:off x="8292929" y="-80469"/>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86" name="Google Shape;486;p62"/>
            <p:cNvGrpSpPr/>
            <p:nvPr/>
          </p:nvGrpSpPr>
          <p:grpSpPr>
            <a:xfrm rot="-2700000">
              <a:off x="8302147" y="61289"/>
              <a:ext cx="582044" cy="582419"/>
              <a:chOff x="959750" y="3039275"/>
              <a:chExt cx="582050" cy="582425"/>
            </a:xfrm>
          </p:grpSpPr>
          <p:sp>
            <p:nvSpPr>
              <p:cNvPr id="487" name="Google Shape;487;p62"/>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62"/>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 name="Google Shape;489;p62"/>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62"/>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62"/>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62"/>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62"/>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4" name="Google Shape;494;p62"/>
            <p:cNvGrpSpPr/>
            <p:nvPr/>
          </p:nvGrpSpPr>
          <p:grpSpPr>
            <a:xfrm rot="-2700000">
              <a:off x="8551447" y="61289"/>
              <a:ext cx="582044" cy="582419"/>
              <a:chOff x="959750" y="3039275"/>
              <a:chExt cx="582050" cy="582425"/>
            </a:xfrm>
          </p:grpSpPr>
          <p:sp>
            <p:nvSpPr>
              <p:cNvPr id="495" name="Google Shape;495;p62"/>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62"/>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62"/>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 name="Google Shape;498;p62"/>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 name="Google Shape;499;p62"/>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 name="Google Shape;500;p62"/>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 name="Google Shape;501;p62"/>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02" name="Google Shape;502;p62"/>
          <p:cNvGrpSpPr/>
          <p:nvPr/>
        </p:nvGrpSpPr>
        <p:grpSpPr>
          <a:xfrm rot="2700000">
            <a:off x="8945322" y="2352177"/>
            <a:ext cx="439196" cy="439096"/>
            <a:chOff x="1101075" y="2142375"/>
            <a:chExt cx="439200" cy="439100"/>
          </a:xfrm>
        </p:grpSpPr>
        <p:sp>
          <p:nvSpPr>
            <p:cNvPr id="503" name="Google Shape;503;p6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 name="Google Shape;504;p6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5" name="Google Shape;505;p62"/>
          <p:cNvGrpSpPr/>
          <p:nvPr/>
        </p:nvGrpSpPr>
        <p:grpSpPr>
          <a:xfrm rot="10800000">
            <a:off x="4995775" y="180626"/>
            <a:ext cx="4558967" cy="134100"/>
            <a:chOff x="796100" y="3019701"/>
            <a:chExt cx="4558967" cy="134100"/>
          </a:xfrm>
        </p:grpSpPr>
        <p:sp>
          <p:nvSpPr>
            <p:cNvPr id="506" name="Google Shape;506;p62"/>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07" name="Google Shape;507;p62"/>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508" name="Google Shape;508;p62"/>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09" name="Shape 509"/>
        <p:cNvGrpSpPr/>
        <p:nvPr/>
      </p:nvGrpSpPr>
      <p:grpSpPr>
        <a:xfrm>
          <a:off x="0" y="0"/>
          <a:ext cx="0" cy="0"/>
          <a:chOff x="0" y="0"/>
          <a:chExt cx="0" cy="0"/>
        </a:xfrm>
      </p:grpSpPr>
      <p:sp>
        <p:nvSpPr>
          <p:cNvPr id="510" name="Google Shape;510;p63"/>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511" name="Google Shape;511;p63"/>
          <p:cNvSpPr txBox="1"/>
          <p:nvPr>
            <p:ph idx="1" type="subTitle"/>
          </p:nvPr>
        </p:nvSpPr>
        <p:spPr>
          <a:xfrm>
            <a:off x="720000" y="2113784"/>
            <a:ext cx="2204100" cy="5727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2" name="Google Shape;512;p63"/>
          <p:cNvSpPr txBox="1"/>
          <p:nvPr>
            <p:ph idx="2" type="subTitle"/>
          </p:nvPr>
        </p:nvSpPr>
        <p:spPr>
          <a:xfrm>
            <a:off x="3469872" y="2113784"/>
            <a:ext cx="2204100" cy="5727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3" name="Google Shape;513;p63"/>
          <p:cNvSpPr txBox="1"/>
          <p:nvPr>
            <p:ph idx="3" type="subTitle"/>
          </p:nvPr>
        </p:nvSpPr>
        <p:spPr>
          <a:xfrm>
            <a:off x="720000" y="3859222"/>
            <a:ext cx="2204100" cy="5727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4" name="Google Shape;514;p63"/>
          <p:cNvSpPr txBox="1"/>
          <p:nvPr>
            <p:ph idx="4" type="subTitle"/>
          </p:nvPr>
        </p:nvSpPr>
        <p:spPr>
          <a:xfrm>
            <a:off x="3469872" y="3859222"/>
            <a:ext cx="2204100" cy="5727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5" name="Google Shape;515;p63"/>
          <p:cNvSpPr txBox="1"/>
          <p:nvPr>
            <p:ph idx="5" type="subTitle"/>
          </p:nvPr>
        </p:nvSpPr>
        <p:spPr>
          <a:xfrm>
            <a:off x="6219751" y="2113784"/>
            <a:ext cx="2204100" cy="5727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6" name="Google Shape;516;p63"/>
          <p:cNvSpPr txBox="1"/>
          <p:nvPr>
            <p:ph idx="6" type="subTitle"/>
          </p:nvPr>
        </p:nvSpPr>
        <p:spPr>
          <a:xfrm>
            <a:off x="6219751" y="3859222"/>
            <a:ext cx="2204100" cy="5727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7" name="Google Shape;517;p63"/>
          <p:cNvSpPr txBox="1"/>
          <p:nvPr>
            <p:ph idx="7" type="subTitle"/>
          </p:nvPr>
        </p:nvSpPr>
        <p:spPr>
          <a:xfrm>
            <a:off x="720000" y="1787675"/>
            <a:ext cx="22041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518" name="Google Shape;518;p63"/>
          <p:cNvSpPr txBox="1"/>
          <p:nvPr>
            <p:ph idx="8" type="subTitle"/>
          </p:nvPr>
        </p:nvSpPr>
        <p:spPr>
          <a:xfrm>
            <a:off x="3469873" y="1787675"/>
            <a:ext cx="22041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519" name="Google Shape;519;p63"/>
          <p:cNvSpPr txBox="1"/>
          <p:nvPr>
            <p:ph idx="9" type="subTitle"/>
          </p:nvPr>
        </p:nvSpPr>
        <p:spPr>
          <a:xfrm>
            <a:off x="720000" y="3533123"/>
            <a:ext cx="22041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520" name="Google Shape;520;p63"/>
          <p:cNvSpPr txBox="1"/>
          <p:nvPr>
            <p:ph idx="13" type="subTitle"/>
          </p:nvPr>
        </p:nvSpPr>
        <p:spPr>
          <a:xfrm>
            <a:off x="3469873" y="3533123"/>
            <a:ext cx="22041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521" name="Google Shape;521;p63"/>
          <p:cNvSpPr txBox="1"/>
          <p:nvPr>
            <p:ph idx="14" type="subTitle"/>
          </p:nvPr>
        </p:nvSpPr>
        <p:spPr>
          <a:xfrm>
            <a:off x="6219752" y="1787675"/>
            <a:ext cx="22041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522" name="Google Shape;522;p63"/>
          <p:cNvSpPr txBox="1"/>
          <p:nvPr>
            <p:ph idx="15" type="subTitle"/>
          </p:nvPr>
        </p:nvSpPr>
        <p:spPr>
          <a:xfrm>
            <a:off x="6219752" y="3533123"/>
            <a:ext cx="22041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523" name="Google Shape;523;p63"/>
          <p:cNvGrpSpPr/>
          <p:nvPr/>
        </p:nvGrpSpPr>
        <p:grpSpPr>
          <a:xfrm>
            <a:off x="6102850" y="-1735181"/>
            <a:ext cx="4625026" cy="4171657"/>
            <a:chOff x="6026650" y="-1658981"/>
            <a:chExt cx="4625026" cy="4171657"/>
          </a:xfrm>
        </p:grpSpPr>
        <p:pic>
          <p:nvPicPr>
            <p:cNvPr id="524" name="Google Shape;524;p63"/>
            <p:cNvPicPr preferRelativeResize="0"/>
            <p:nvPr/>
          </p:nvPicPr>
          <p:blipFill rotWithShape="1">
            <a:blip r:embed="rId2">
              <a:alphaModFix/>
            </a:blip>
            <a:srcRect b="26177" l="16960" r="7121" t="24718"/>
            <a:stretch/>
          </p:blipFill>
          <p:spPr>
            <a:xfrm>
              <a:off x="7361325" y="-596625"/>
              <a:ext cx="2441950" cy="1863749"/>
            </a:xfrm>
            <a:prstGeom prst="rect">
              <a:avLst/>
            </a:prstGeom>
            <a:noFill/>
            <a:ln>
              <a:noFill/>
            </a:ln>
          </p:spPr>
        </p:pic>
        <p:grpSp>
          <p:nvGrpSpPr>
            <p:cNvPr id="525" name="Google Shape;525;p63"/>
            <p:cNvGrpSpPr/>
            <p:nvPr/>
          </p:nvGrpSpPr>
          <p:grpSpPr>
            <a:xfrm flipH="1" rot="-2700000">
              <a:off x="7289785" y="-1246897"/>
              <a:ext cx="2552124" cy="3347490"/>
              <a:chOff x="2976325" y="908175"/>
              <a:chExt cx="4028179" cy="5283555"/>
            </a:xfrm>
          </p:grpSpPr>
          <p:sp>
            <p:nvSpPr>
              <p:cNvPr id="526" name="Google Shape;526;p63"/>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 name="Google Shape;527;p63"/>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 name="Google Shape;528;p63"/>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9" name="Google Shape;529;p63"/>
            <p:cNvGrpSpPr/>
            <p:nvPr/>
          </p:nvGrpSpPr>
          <p:grpSpPr>
            <a:xfrm>
              <a:off x="6026650" y="-49075"/>
              <a:ext cx="803471" cy="494095"/>
              <a:chOff x="6394675" y="-49075"/>
              <a:chExt cx="803471" cy="494095"/>
            </a:xfrm>
          </p:grpSpPr>
          <p:sp>
            <p:nvSpPr>
              <p:cNvPr id="530" name="Google Shape;530;p63"/>
              <p:cNvSpPr/>
              <p:nvPr/>
            </p:nvSpPr>
            <p:spPr>
              <a:xfrm>
                <a:off x="6394675" y="0"/>
                <a:ext cx="284119" cy="246048"/>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 name="Google Shape;531;p63"/>
              <p:cNvSpPr/>
              <p:nvPr/>
            </p:nvSpPr>
            <p:spPr>
              <a:xfrm>
                <a:off x="6627600" y="-49075"/>
                <a:ext cx="570546" cy="494095"/>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32" name="Google Shape;532;p63"/>
          <p:cNvGrpSpPr/>
          <p:nvPr/>
        </p:nvGrpSpPr>
        <p:grpSpPr>
          <a:xfrm>
            <a:off x="-1089100" y="4200325"/>
            <a:ext cx="5368850" cy="1863749"/>
            <a:chOff x="-1089100" y="4200325"/>
            <a:chExt cx="5368850" cy="1863749"/>
          </a:xfrm>
        </p:grpSpPr>
        <p:grpSp>
          <p:nvGrpSpPr>
            <p:cNvPr id="533" name="Google Shape;533;p63"/>
            <p:cNvGrpSpPr/>
            <p:nvPr/>
          </p:nvGrpSpPr>
          <p:grpSpPr>
            <a:xfrm>
              <a:off x="-185037" y="4598363"/>
              <a:ext cx="904666" cy="726121"/>
              <a:chOff x="7945225" y="4302000"/>
              <a:chExt cx="904666" cy="726121"/>
            </a:xfrm>
          </p:grpSpPr>
          <p:sp>
            <p:nvSpPr>
              <p:cNvPr id="534" name="Google Shape;534;p63"/>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 name="Google Shape;535;p63"/>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 name="Google Shape;536;p63"/>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537" name="Google Shape;537;p63"/>
            <p:cNvPicPr preferRelativeResize="0"/>
            <p:nvPr/>
          </p:nvPicPr>
          <p:blipFill rotWithShape="1">
            <a:blip r:embed="rId2">
              <a:alphaModFix/>
            </a:blip>
            <a:srcRect b="26177" l="16960" r="7121" t="24718"/>
            <a:stretch/>
          </p:blipFill>
          <p:spPr>
            <a:xfrm>
              <a:off x="1837800" y="4200325"/>
              <a:ext cx="2441950" cy="1863749"/>
            </a:xfrm>
            <a:prstGeom prst="rect">
              <a:avLst/>
            </a:prstGeom>
            <a:noFill/>
            <a:ln>
              <a:noFill/>
            </a:ln>
          </p:spPr>
        </p:pic>
        <p:grpSp>
          <p:nvGrpSpPr>
            <p:cNvPr id="538" name="Google Shape;538;p63"/>
            <p:cNvGrpSpPr/>
            <p:nvPr/>
          </p:nvGrpSpPr>
          <p:grpSpPr>
            <a:xfrm rot="-2700000">
              <a:off x="390377" y="4688868"/>
              <a:ext cx="299453" cy="545119"/>
              <a:chOff x="-66426" y="1151064"/>
              <a:chExt cx="299455" cy="545125"/>
            </a:xfrm>
          </p:grpSpPr>
          <p:grpSp>
            <p:nvGrpSpPr>
              <p:cNvPr id="539" name="Google Shape;539;p63"/>
              <p:cNvGrpSpPr/>
              <p:nvPr/>
            </p:nvGrpSpPr>
            <p:grpSpPr>
              <a:xfrm>
                <a:off x="-66426" y="1396564"/>
                <a:ext cx="299455" cy="299625"/>
                <a:chOff x="3678700" y="407275"/>
                <a:chExt cx="708100" cy="708500"/>
              </a:xfrm>
            </p:grpSpPr>
            <p:sp>
              <p:nvSpPr>
                <p:cNvPr id="540" name="Google Shape;540;p63"/>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 name="Google Shape;541;p63"/>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 name="Google Shape;542;p63"/>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 name="Google Shape;543;p63"/>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 name="Google Shape;544;p63"/>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63"/>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 name="Google Shape;546;p63"/>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7" name="Google Shape;547;p63"/>
              <p:cNvGrpSpPr/>
              <p:nvPr/>
            </p:nvGrpSpPr>
            <p:grpSpPr>
              <a:xfrm>
                <a:off x="-66426" y="1151064"/>
                <a:ext cx="299455" cy="299625"/>
                <a:chOff x="3678700" y="407275"/>
                <a:chExt cx="708100" cy="708500"/>
              </a:xfrm>
            </p:grpSpPr>
            <p:sp>
              <p:nvSpPr>
                <p:cNvPr id="548" name="Google Shape;548;p63"/>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63"/>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 name="Google Shape;550;p63"/>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 name="Google Shape;551;p63"/>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 name="Google Shape;552;p63"/>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 name="Google Shape;553;p63"/>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 name="Google Shape;554;p63"/>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55" name="Google Shape;555;p63"/>
            <p:cNvGrpSpPr/>
            <p:nvPr/>
          </p:nvGrpSpPr>
          <p:grpSpPr>
            <a:xfrm>
              <a:off x="-1089100" y="4894376"/>
              <a:ext cx="4558967" cy="134100"/>
              <a:chOff x="796100" y="3019701"/>
              <a:chExt cx="4558967" cy="134100"/>
            </a:xfrm>
          </p:grpSpPr>
          <p:sp>
            <p:nvSpPr>
              <p:cNvPr id="556" name="Google Shape;556;p63"/>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57" name="Google Shape;557;p63"/>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558" name="Google Shape;558;p63"/>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59" name="Shape 559"/>
        <p:cNvGrpSpPr/>
        <p:nvPr/>
      </p:nvGrpSpPr>
      <p:grpSpPr>
        <a:xfrm>
          <a:off x="0" y="0"/>
          <a:ext cx="0" cy="0"/>
          <a:chOff x="0" y="0"/>
          <a:chExt cx="0" cy="0"/>
        </a:xfrm>
      </p:grpSpPr>
      <p:sp>
        <p:nvSpPr>
          <p:cNvPr id="560" name="Google Shape;560;p64"/>
          <p:cNvSpPr txBox="1"/>
          <p:nvPr>
            <p:ph type="title"/>
          </p:nvPr>
        </p:nvSpPr>
        <p:spPr>
          <a:xfrm>
            <a:off x="720000" y="919750"/>
            <a:ext cx="3145200" cy="14034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561" name="Google Shape;561;p64"/>
          <p:cNvSpPr txBox="1"/>
          <p:nvPr>
            <p:ph idx="1" type="subTitle"/>
          </p:nvPr>
        </p:nvSpPr>
        <p:spPr>
          <a:xfrm>
            <a:off x="720000" y="2628350"/>
            <a:ext cx="3145200" cy="15954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800"/>
              <a:buFont typeface="Open Sans"/>
              <a:buChar char="●"/>
              <a:defRPr/>
            </a:lvl1pPr>
            <a:lvl2pPr lvl="1" algn="ctr">
              <a:lnSpc>
                <a:spcPct val="100000"/>
              </a:lnSpc>
              <a:spcBef>
                <a:spcPts val="0"/>
              </a:spcBef>
              <a:spcAft>
                <a:spcPts val="0"/>
              </a:spcAft>
              <a:buSzPts val="800"/>
              <a:buFont typeface="Open Sans"/>
              <a:buChar char="○"/>
              <a:defRPr/>
            </a:lvl2pPr>
            <a:lvl3pPr lvl="2" algn="ctr">
              <a:lnSpc>
                <a:spcPct val="100000"/>
              </a:lnSpc>
              <a:spcBef>
                <a:spcPts val="0"/>
              </a:spcBef>
              <a:spcAft>
                <a:spcPts val="0"/>
              </a:spcAft>
              <a:buSzPts val="800"/>
              <a:buFont typeface="Open Sans"/>
              <a:buChar char="■"/>
              <a:defRPr/>
            </a:lvl3pPr>
            <a:lvl4pPr lvl="3" algn="ctr">
              <a:lnSpc>
                <a:spcPct val="100000"/>
              </a:lnSpc>
              <a:spcBef>
                <a:spcPts val="0"/>
              </a:spcBef>
              <a:spcAft>
                <a:spcPts val="0"/>
              </a:spcAft>
              <a:buSzPts val="800"/>
              <a:buFont typeface="Open Sans"/>
              <a:buChar char="●"/>
              <a:defRPr/>
            </a:lvl4pPr>
            <a:lvl5pPr lvl="4" algn="ctr">
              <a:lnSpc>
                <a:spcPct val="100000"/>
              </a:lnSpc>
              <a:spcBef>
                <a:spcPts val="0"/>
              </a:spcBef>
              <a:spcAft>
                <a:spcPts val="0"/>
              </a:spcAft>
              <a:buSzPts val="1200"/>
              <a:buFont typeface="Open Sans"/>
              <a:buChar char="○"/>
              <a:defRPr/>
            </a:lvl5pPr>
            <a:lvl6pPr lvl="5" algn="ctr">
              <a:lnSpc>
                <a:spcPct val="100000"/>
              </a:lnSpc>
              <a:spcBef>
                <a:spcPts val="0"/>
              </a:spcBef>
              <a:spcAft>
                <a:spcPts val="0"/>
              </a:spcAft>
              <a:buSzPts val="1200"/>
              <a:buFont typeface="Open Sans"/>
              <a:buChar char="■"/>
              <a:defRPr/>
            </a:lvl6pPr>
            <a:lvl7pPr lvl="6" algn="ctr">
              <a:lnSpc>
                <a:spcPct val="100000"/>
              </a:lnSpc>
              <a:spcBef>
                <a:spcPts val="0"/>
              </a:spcBef>
              <a:spcAft>
                <a:spcPts val="0"/>
              </a:spcAft>
              <a:buSzPts val="700"/>
              <a:buFont typeface="Open Sans"/>
              <a:buChar char="●"/>
              <a:defRPr/>
            </a:lvl7pPr>
            <a:lvl8pPr lvl="7" algn="ctr">
              <a:lnSpc>
                <a:spcPct val="100000"/>
              </a:lnSpc>
              <a:spcBef>
                <a:spcPts val="0"/>
              </a:spcBef>
              <a:spcAft>
                <a:spcPts val="0"/>
              </a:spcAft>
              <a:buSzPts val="700"/>
              <a:buFont typeface="Open Sans"/>
              <a:buChar char="○"/>
              <a:defRPr/>
            </a:lvl8pPr>
            <a:lvl9pPr lvl="8" algn="ctr">
              <a:lnSpc>
                <a:spcPct val="100000"/>
              </a:lnSpc>
              <a:spcBef>
                <a:spcPts val="0"/>
              </a:spcBef>
              <a:spcAft>
                <a:spcPts val="0"/>
              </a:spcAft>
              <a:buSzPts val="600"/>
              <a:buFont typeface="Open Sans"/>
              <a:buChar char="■"/>
              <a:defRPr/>
            </a:lvl9pPr>
          </a:lstStyle>
          <a:p/>
        </p:txBody>
      </p:sp>
      <p:sp>
        <p:nvSpPr>
          <p:cNvPr id="562" name="Google Shape;562;p64"/>
          <p:cNvSpPr/>
          <p:nvPr>
            <p:ph idx="2" type="pic"/>
          </p:nvPr>
        </p:nvSpPr>
        <p:spPr>
          <a:xfrm>
            <a:off x="4135800" y="539500"/>
            <a:ext cx="4295100" cy="4069200"/>
          </a:xfrm>
          <a:prstGeom prst="snip1Rect">
            <a:avLst>
              <a:gd fmla="val 16667" name="adj"/>
            </a:avLst>
          </a:prstGeom>
          <a:noFill/>
          <a:ln>
            <a:noFill/>
          </a:ln>
        </p:spPr>
      </p:sp>
      <p:grpSp>
        <p:nvGrpSpPr>
          <p:cNvPr id="563" name="Google Shape;563;p64"/>
          <p:cNvGrpSpPr/>
          <p:nvPr/>
        </p:nvGrpSpPr>
        <p:grpSpPr>
          <a:xfrm>
            <a:off x="-2393465" y="-1635538"/>
            <a:ext cx="4710415" cy="5344655"/>
            <a:chOff x="-2317265" y="-1559338"/>
            <a:chExt cx="4710415" cy="5344655"/>
          </a:xfrm>
        </p:grpSpPr>
        <p:pic>
          <p:nvPicPr>
            <p:cNvPr id="564" name="Google Shape;564;p64"/>
            <p:cNvPicPr preferRelativeResize="0"/>
            <p:nvPr/>
          </p:nvPicPr>
          <p:blipFill rotWithShape="1">
            <a:blip r:embed="rId2">
              <a:alphaModFix/>
            </a:blip>
            <a:srcRect b="26177" l="16960" r="7121" t="24718"/>
            <a:stretch/>
          </p:blipFill>
          <p:spPr>
            <a:xfrm>
              <a:off x="-2317265" y="-1559338"/>
              <a:ext cx="3920501" cy="2992224"/>
            </a:xfrm>
            <a:prstGeom prst="rect">
              <a:avLst/>
            </a:prstGeom>
            <a:noFill/>
            <a:ln>
              <a:noFill/>
            </a:ln>
          </p:spPr>
        </p:pic>
        <p:grpSp>
          <p:nvGrpSpPr>
            <p:cNvPr id="565" name="Google Shape;565;p64"/>
            <p:cNvGrpSpPr/>
            <p:nvPr/>
          </p:nvGrpSpPr>
          <p:grpSpPr>
            <a:xfrm>
              <a:off x="-1322674" y="-1333888"/>
              <a:ext cx="3153315" cy="5119205"/>
              <a:chOff x="6643701" y="816087"/>
              <a:chExt cx="3153315" cy="5119205"/>
            </a:xfrm>
          </p:grpSpPr>
          <p:sp>
            <p:nvSpPr>
              <p:cNvPr id="566" name="Google Shape;566;p64"/>
              <p:cNvSpPr/>
              <p:nvPr/>
            </p:nvSpPr>
            <p:spPr>
              <a:xfrm>
                <a:off x="6643701" y="816087"/>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7" name="Google Shape;567;p64"/>
              <p:cNvGrpSpPr/>
              <p:nvPr/>
            </p:nvGrpSpPr>
            <p:grpSpPr>
              <a:xfrm>
                <a:off x="8671986" y="2443197"/>
                <a:ext cx="134004" cy="134004"/>
                <a:chOff x="8356813" y="1074288"/>
                <a:chExt cx="351900" cy="351900"/>
              </a:xfrm>
            </p:grpSpPr>
            <p:sp>
              <p:nvSpPr>
                <p:cNvPr id="568" name="Google Shape;568;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 name="Google Shape;569;p6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0" name="Google Shape;570;p64"/>
              <p:cNvGrpSpPr/>
              <p:nvPr/>
            </p:nvGrpSpPr>
            <p:grpSpPr>
              <a:xfrm>
                <a:off x="7678536" y="3129397"/>
                <a:ext cx="134004" cy="134004"/>
                <a:chOff x="8356813" y="1074288"/>
                <a:chExt cx="351900" cy="351900"/>
              </a:xfrm>
            </p:grpSpPr>
            <p:sp>
              <p:nvSpPr>
                <p:cNvPr id="571" name="Google Shape;571;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 name="Google Shape;572;p6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3" name="Google Shape;573;p64"/>
              <p:cNvGrpSpPr/>
              <p:nvPr/>
            </p:nvGrpSpPr>
            <p:grpSpPr>
              <a:xfrm>
                <a:off x="8062611" y="3503222"/>
                <a:ext cx="134004" cy="134004"/>
                <a:chOff x="8356813" y="1074288"/>
                <a:chExt cx="351900" cy="351900"/>
              </a:xfrm>
            </p:grpSpPr>
            <p:sp>
              <p:nvSpPr>
                <p:cNvPr id="574" name="Google Shape;574;p6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6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76" name="Google Shape;576;p64"/>
            <p:cNvGrpSpPr/>
            <p:nvPr/>
          </p:nvGrpSpPr>
          <p:grpSpPr>
            <a:xfrm>
              <a:off x="121568" y="-846844"/>
              <a:ext cx="88152" cy="2151709"/>
              <a:chOff x="3054755" y="4367024"/>
              <a:chExt cx="88143" cy="1137387"/>
            </a:xfrm>
          </p:grpSpPr>
          <p:sp>
            <p:nvSpPr>
              <p:cNvPr id="577" name="Google Shape;577;p64"/>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EB9109">
                      <a:alpha val="46666"/>
                    </a:srgbClr>
                  </a:gs>
                  <a:gs pos="40000">
                    <a:srgbClr val="FF9900">
                      <a:alpha val="46666"/>
                    </a:srgbClr>
                  </a:gs>
                  <a:gs pos="100000">
                    <a:srgbClr val="FFFFFF">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64"/>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EB9109">
                      <a:alpha val="46666"/>
                    </a:srgbClr>
                  </a:gs>
                  <a:gs pos="40000">
                    <a:srgbClr val="FF9900">
                      <a:alpha val="46666"/>
                    </a:srgbClr>
                  </a:gs>
                  <a:gs pos="100000">
                    <a:srgbClr val="FFFFFF">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9" name="Google Shape;579;p64"/>
            <p:cNvGrpSpPr/>
            <p:nvPr/>
          </p:nvGrpSpPr>
          <p:grpSpPr>
            <a:xfrm>
              <a:off x="361243" y="-718832"/>
              <a:ext cx="88152" cy="2151709"/>
              <a:chOff x="3054755" y="4367024"/>
              <a:chExt cx="88143" cy="1137387"/>
            </a:xfrm>
          </p:grpSpPr>
          <p:sp>
            <p:nvSpPr>
              <p:cNvPr id="580" name="Google Shape;580;p64"/>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 name="Google Shape;581;p64"/>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82" name="Google Shape;582;p64"/>
            <p:cNvSpPr/>
            <p:nvPr/>
          </p:nvSpPr>
          <p:spPr>
            <a:xfrm rot="5400000">
              <a:off x="501466" y="-1277128"/>
              <a:ext cx="1031181" cy="275218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3" name="Google Shape;583;p64"/>
            <p:cNvGrpSpPr/>
            <p:nvPr/>
          </p:nvGrpSpPr>
          <p:grpSpPr>
            <a:xfrm>
              <a:off x="-175967" y="337269"/>
              <a:ext cx="480890" cy="481200"/>
              <a:chOff x="959750" y="3039275"/>
              <a:chExt cx="582050" cy="582425"/>
            </a:xfrm>
          </p:grpSpPr>
          <p:sp>
            <p:nvSpPr>
              <p:cNvPr id="584" name="Google Shape;584;p6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 name="Google Shape;585;p6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 name="Google Shape;586;p6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 name="Google Shape;587;p6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 name="Google Shape;588;p6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 name="Google Shape;589;p6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6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91" name="Google Shape;591;p64"/>
          <p:cNvGrpSpPr/>
          <p:nvPr/>
        </p:nvGrpSpPr>
        <p:grpSpPr>
          <a:xfrm>
            <a:off x="6719910" y="2898312"/>
            <a:ext cx="3920501" cy="3213898"/>
            <a:chOff x="6643710" y="2822113"/>
            <a:chExt cx="3920501" cy="3213898"/>
          </a:xfrm>
        </p:grpSpPr>
        <p:sp>
          <p:nvSpPr>
            <p:cNvPr id="592" name="Google Shape;592;p64"/>
            <p:cNvSpPr/>
            <p:nvPr/>
          </p:nvSpPr>
          <p:spPr>
            <a:xfrm>
              <a:off x="8764950" y="2822113"/>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593" name="Google Shape;593;p64"/>
            <p:cNvPicPr preferRelativeResize="0"/>
            <p:nvPr/>
          </p:nvPicPr>
          <p:blipFill rotWithShape="1">
            <a:blip r:embed="rId2">
              <a:alphaModFix/>
            </a:blip>
            <a:srcRect b="26177" l="16960" r="7121" t="24718"/>
            <a:stretch/>
          </p:blipFill>
          <p:spPr>
            <a:xfrm>
              <a:off x="6643710" y="3043787"/>
              <a:ext cx="3920501" cy="2992224"/>
            </a:xfrm>
            <a:prstGeom prst="rect">
              <a:avLst/>
            </a:prstGeom>
            <a:noFill/>
            <a:ln>
              <a:noFill/>
            </a:ln>
          </p:spPr>
        </p:pic>
        <p:grpSp>
          <p:nvGrpSpPr>
            <p:cNvPr id="594" name="Google Shape;594;p64"/>
            <p:cNvGrpSpPr/>
            <p:nvPr/>
          </p:nvGrpSpPr>
          <p:grpSpPr>
            <a:xfrm>
              <a:off x="8671987" y="3471620"/>
              <a:ext cx="699928" cy="1651024"/>
              <a:chOff x="8337812" y="3492483"/>
              <a:chExt cx="699928" cy="1651024"/>
            </a:xfrm>
          </p:grpSpPr>
          <p:sp>
            <p:nvSpPr>
              <p:cNvPr id="595" name="Google Shape;595;p64"/>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64"/>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 name="Google Shape;597;p64"/>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8" name="Google Shape;598;p64"/>
            <p:cNvGrpSpPr/>
            <p:nvPr/>
          </p:nvGrpSpPr>
          <p:grpSpPr>
            <a:xfrm>
              <a:off x="8279400" y="4281138"/>
              <a:ext cx="904666" cy="726121"/>
              <a:chOff x="7945225" y="4302000"/>
              <a:chExt cx="904666" cy="726121"/>
            </a:xfrm>
          </p:grpSpPr>
          <p:sp>
            <p:nvSpPr>
              <p:cNvPr id="599" name="Google Shape;599;p64"/>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 name="Google Shape;600;p64"/>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 name="Google Shape;601;p64"/>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02" name="Google Shape;602;p64"/>
            <p:cNvSpPr/>
            <p:nvPr/>
          </p:nvSpPr>
          <p:spPr>
            <a:xfrm rot="10800000">
              <a:off x="7869624" y="292026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 name="Google Shape;603;p64"/>
            <p:cNvSpPr/>
            <p:nvPr/>
          </p:nvSpPr>
          <p:spPr>
            <a:xfrm rot="10800000">
              <a:off x="8028970" y="292088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4" name="Google Shape;604;p64"/>
          <p:cNvGrpSpPr/>
          <p:nvPr/>
        </p:nvGrpSpPr>
        <p:grpSpPr>
          <a:xfrm>
            <a:off x="-1953175" y="4816451"/>
            <a:ext cx="4558967" cy="134100"/>
            <a:chOff x="796100" y="3019701"/>
            <a:chExt cx="4558967" cy="134100"/>
          </a:xfrm>
        </p:grpSpPr>
        <p:sp>
          <p:nvSpPr>
            <p:cNvPr id="605" name="Google Shape;605;p64"/>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06" name="Google Shape;606;p64"/>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607" name="Google Shape;607;p64"/>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08" name="Shape 608"/>
        <p:cNvGrpSpPr/>
        <p:nvPr/>
      </p:nvGrpSpPr>
      <p:grpSpPr>
        <a:xfrm>
          <a:off x="0" y="0"/>
          <a:ext cx="0" cy="0"/>
          <a:chOff x="0" y="0"/>
          <a:chExt cx="0" cy="0"/>
        </a:xfrm>
      </p:grpSpPr>
      <p:sp>
        <p:nvSpPr>
          <p:cNvPr id="609" name="Google Shape;609;p65"/>
          <p:cNvSpPr txBox="1"/>
          <p:nvPr>
            <p:ph hasCustomPrompt="1" type="title"/>
          </p:nvPr>
        </p:nvSpPr>
        <p:spPr>
          <a:xfrm>
            <a:off x="713225" y="1766475"/>
            <a:ext cx="6576000" cy="10362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9600"/>
              <a:buFont typeface="Poppins"/>
              <a:buNone/>
              <a:defRPr sz="6000">
                <a:latin typeface="Poppins"/>
                <a:ea typeface="Poppins"/>
                <a:cs typeface="Poppins"/>
                <a:sym typeface="Poppins"/>
              </a:defRPr>
            </a:lvl1pPr>
            <a:lvl2pPr lvl="1" algn="ctr">
              <a:lnSpc>
                <a:spcPct val="100000"/>
              </a:lnSpc>
              <a:spcBef>
                <a:spcPts val="0"/>
              </a:spcBef>
              <a:spcAft>
                <a:spcPts val="0"/>
              </a:spcAft>
              <a:buSzPts val="9600"/>
              <a:buFont typeface="Poppins"/>
              <a:buNone/>
              <a:defRPr sz="9600">
                <a:latin typeface="Poppins"/>
                <a:ea typeface="Poppins"/>
                <a:cs typeface="Poppins"/>
                <a:sym typeface="Poppins"/>
              </a:defRPr>
            </a:lvl2pPr>
            <a:lvl3pPr lvl="2" algn="ctr">
              <a:lnSpc>
                <a:spcPct val="100000"/>
              </a:lnSpc>
              <a:spcBef>
                <a:spcPts val="0"/>
              </a:spcBef>
              <a:spcAft>
                <a:spcPts val="0"/>
              </a:spcAft>
              <a:buSzPts val="9600"/>
              <a:buFont typeface="Poppins"/>
              <a:buNone/>
              <a:defRPr sz="9600">
                <a:latin typeface="Poppins"/>
                <a:ea typeface="Poppins"/>
                <a:cs typeface="Poppins"/>
                <a:sym typeface="Poppins"/>
              </a:defRPr>
            </a:lvl3pPr>
            <a:lvl4pPr lvl="3" algn="ctr">
              <a:lnSpc>
                <a:spcPct val="100000"/>
              </a:lnSpc>
              <a:spcBef>
                <a:spcPts val="0"/>
              </a:spcBef>
              <a:spcAft>
                <a:spcPts val="0"/>
              </a:spcAft>
              <a:buSzPts val="9600"/>
              <a:buFont typeface="Poppins"/>
              <a:buNone/>
              <a:defRPr sz="9600">
                <a:latin typeface="Poppins"/>
                <a:ea typeface="Poppins"/>
                <a:cs typeface="Poppins"/>
                <a:sym typeface="Poppins"/>
              </a:defRPr>
            </a:lvl4pPr>
            <a:lvl5pPr lvl="4" algn="ctr">
              <a:lnSpc>
                <a:spcPct val="100000"/>
              </a:lnSpc>
              <a:spcBef>
                <a:spcPts val="0"/>
              </a:spcBef>
              <a:spcAft>
                <a:spcPts val="0"/>
              </a:spcAft>
              <a:buSzPts val="9600"/>
              <a:buFont typeface="Poppins"/>
              <a:buNone/>
              <a:defRPr sz="9600">
                <a:latin typeface="Poppins"/>
                <a:ea typeface="Poppins"/>
                <a:cs typeface="Poppins"/>
                <a:sym typeface="Poppins"/>
              </a:defRPr>
            </a:lvl5pPr>
            <a:lvl6pPr lvl="5" algn="ctr">
              <a:lnSpc>
                <a:spcPct val="100000"/>
              </a:lnSpc>
              <a:spcBef>
                <a:spcPts val="0"/>
              </a:spcBef>
              <a:spcAft>
                <a:spcPts val="0"/>
              </a:spcAft>
              <a:buSzPts val="9600"/>
              <a:buFont typeface="Poppins"/>
              <a:buNone/>
              <a:defRPr sz="9600">
                <a:latin typeface="Poppins"/>
                <a:ea typeface="Poppins"/>
                <a:cs typeface="Poppins"/>
                <a:sym typeface="Poppins"/>
              </a:defRPr>
            </a:lvl6pPr>
            <a:lvl7pPr lvl="6" algn="ctr">
              <a:lnSpc>
                <a:spcPct val="100000"/>
              </a:lnSpc>
              <a:spcBef>
                <a:spcPts val="0"/>
              </a:spcBef>
              <a:spcAft>
                <a:spcPts val="0"/>
              </a:spcAft>
              <a:buSzPts val="9600"/>
              <a:buFont typeface="Poppins"/>
              <a:buNone/>
              <a:defRPr sz="9600">
                <a:latin typeface="Poppins"/>
                <a:ea typeface="Poppins"/>
                <a:cs typeface="Poppins"/>
                <a:sym typeface="Poppins"/>
              </a:defRPr>
            </a:lvl7pPr>
            <a:lvl8pPr lvl="7" algn="ctr">
              <a:lnSpc>
                <a:spcPct val="100000"/>
              </a:lnSpc>
              <a:spcBef>
                <a:spcPts val="0"/>
              </a:spcBef>
              <a:spcAft>
                <a:spcPts val="0"/>
              </a:spcAft>
              <a:buSzPts val="9600"/>
              <a:buFont typeface="Poppins"/>
              <a:buNone/>
              <a:defRPr sz="9600">
                <a:latin typeface="Poppins"/>
                <a:ea typeface="Poppins"/>
                <a:cs typeface="Poppins"/>
                <a:sym typeface="Poppins"/>
              </a:defRPr>
            </a:lvl8pPr>
            <a:lvl9pPr lvl="8" algn="ctr">
              <a:lnSpc>
                <a:spcPct val="100000"/>
              </a:lnSpc>
              <a:spcBef>
                <a:spcPts val="0"/>
              </a:spcBef>
              <a:spcAft>
                <a:spcPts val="0"/>
              </a:spcAft>
              <a:buSzPts val="9600"/>
              <a:buFont typeface="Poppins"/>
              <a:buNone/>
              <a:defRPr sz="9600">
                <a:latin typeface="Poppins"/>
                <a:ea typeface="Poppins"/>
                <a:cs typeface="Poppins"/>
                <a:sym typeface="Poppins"/>
              </a:defRPr>
            </a:lvl9pPr>
          </a:lstStyle>
          <a:p>
            <a:r>
              <a:t>xx%</a:t>
            </a:r>
          </a:p>
        </p:txBody>
      </p:sp>
      <p:sp>
        <p:nvSpPr>
          <p:cNvPr id="610" name="Google Shape;610;p65"/>
          <p:cNvSpPr txBox="1"/>
          <p:nvPr>
            <p:ph idx="1" type="subTitle"/>
          </p:nvPr>
        </p:nvSpPr>
        <p:spPr>
          <a:xfrm>
            <a:off x="713225" y="3118375"/>
            <a:ext cx="6576000" cy="497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611" name="Google Shape;611;p65"/>
          <p:cNvGrpSpPr/>
          <p:nvPr/>
        </p:nvGrpSpPr>
        <p:grpSpPr>
          <a:xfrm>
            <a:off x="-889904" y="4083136"/>
            <a:ext cx="4477057" cy="2336436"/>
            <a:chOff x="-889904" y="4006936"/>
            <a:chExt cx="4477057" cy="2336436"/>
          </a:xfrm>
        </p:grpSpPr>
        <p:grpSp>
          <p:nvGrpSpPr>
            <p:cNvPr id="612" name="Google Shape;612;p65"/>
            <p:cNvGrpSpPr/>
            <p:nvPr/>
          </p:nvGrpSpPr>
          <p:grpSpPr>
            <a:xfrm>
              <a:off x="-889904" y="4006936"/>
              <a:ext cx="4477057" cy="2336436"/>
              <a:chOff x="-900729" y="3974486"/>
              <a:chExt cx="4477057" cy="2336436"/>
            </a:xfrm>
          </p:grpSpPr>
          <p:sp>
            <p:nvSpPr>
              <p:cNvPr id="613" name="Google Shape;613;p65"/>
              <p:cNvSpPr/>
              <p:nvPr/>
            </p:nvSpPr>
            <p:spPr>
              <a:xfrm rot="-3600048">
                <a:off x="-675925" y="4363903"/>
                <a:ext cx="1798609" cy="1557602"/>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 name="Google Shape;614;p65"/>
              <p:cNvSpPr/>
              <p:nvPr/>
            </p:nvSpPr>
            <p:spPr>
              <a:xfrm rot="-5400000">
                <a:off x="891329" y="3148090"/>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15" name="Google Shape;615;p65"/>
              <p:cNvGrpSpPr/>
              <p:nvPr/>
            </p:nvGrpSpPr>
            <p:grpSpPr>
              <a:xfrm>
                <a:off x="63440" y="4608566"/>
                <a:ext cx="496803" cy="497084"/>
                <a:chOff x="3678700" y="407275"/>
                <a:chExt cx="708100" cy="708500"/>
              </a:xfrm>
            </p:grpSpPr>
            <p:sp>
              <p:nvSpPr>
                <p:cNvPr id="616" name="Google Shape;616;p65"/>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 name="Google Shape;617;p65"/>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 name="Google Shape;618;p65"/>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65"/>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65"/>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65"/>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65"/>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3" name="Google Shape;623;p65"/>
              <p:cNvGrpSpPr/>
              <p:nvPr/>
            </p:nvGrpSpPr>
            <p:grpSpPr>
              <a:xfrm>
                <a:off x="464815" y="4608566"/>
                <a:ext cx="496803" cy="497084"/>
                <a:chOff x="3678700" y="407275"/>
                <a:chExt cx="708100" cy="708500"/>
              </a:xfrm>
            </p:grpSpPr>
            <p:sp>
              <p:nvSpPr>
                <p:cNvPr id="624" name="Google Shape;624;p65"/>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 name="Google Shape;625;p65"/>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 name="Google Shape;626;p65"/>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 name="Google Shape;627;p65"/>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65"/>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 name="Google Shape;629;p65"/>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 name="Google Shape;630;p65"/>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31" name="Google Shape;631;p65"/>
            <p:cNvGrpSpPr/>
            <p:nvPr/>
          </p:nvGrpSpPr>
          <p:grpSpPr>
            <a:xfrm rot="5400000">
              <a:off x="1017275" y="4934200"/>
              <a:ext cx="439200" cy="439100"/>
              <a:chOff x="1101075" y="2142375"/>
              <a:chExt cx="439200" cy="439100"/>
            </a:xfrm>
          </p:grpSpPr>
          <p:sp>
            <p:nvSpPr>
              <p:cNvPr id="632" name="Google Shape;632;p6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 name="Google Shape;633;p6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34" name="Google Shape;634;p65"/>
          <p:cNvGrpSpPr/>
          <p:nvPr/>
        </p:nvGrpSpPr>
        <p:grpSpPr>
          <a:xfrm>
            <a:off x="-2613416" y="-2882410"/>
            <a:ext cx="8164418" cy="6343458"/>
            <a:chOff x="-2613416" y="-2806210"/>
            <a:chExt cx="8164418" cy="6343458"/>
          </a:xfrm>
        </p:grpSpPr>
        <p:grpSp>
          <p:nvGrpSpPr>
            <p:cNvPr id="635" name="Google Shape;635;p65"/>
            <p:cNvGrpSpPr/>
            <p:nvPr/>
          </p:nvGrpSpPr>
          <p:grpSpPr>
            <a:xfrm>
              <a:off x="-191059" y="95963"/>
              <a:ext cx="1538562" cy="971589"/>
              <a:chOff x="-191059" y="95963"/>
              <a:chExt cx="1538562" cy="971589"/>
            </a:xfrm>
          </p:grpSpPr>
          <p:grpSp>
            <p:nvGrpSpPr>
              <p:cNvPr id="636" name="Google Shape;636;p65"/>
              <p:cNvGrpSpPr/>
              <p:nvPr/>
            </p:nvGrpSpPr>
            <p:grpSpPr>
              <a:xfrm>
                <a:off x="-191059" y="201619"/>
                <a:ext cx="904284" cy="865933"/>
                <a:chOff x="2038491" y="-937756"/>
                <a:chExt cx="904284" cy="865933"/>
              </a:xfrm>
            </p:grpSpPr>
            <p:grpSp>
              <p:nvGrpSpPr>
                <p:cNvPr id="637" name="Google Shape;637;p65"/>
                <p:cNvGrpSpPr/>
                <p:nvPr/>
              </p:nvGrpSpPr>
              <p:grpSpPr>
                <a:xfrm>
                  <a:off x="2096570" y="-863491"/>
                  <a:ext cx="717622" cy="717393"/>
                  <a:chOff x="1483457" y="3953671"/>
                  <a:chExt cx="717622" cy="717393"/>
                </a:xfrm>
              </p:grpSpPr>
              <p:sp>
                <p:nvSpPr>
                  <p:cNvPr id="638" name="Google Shape;638;p6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 name="Google Shape;639;p6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 name="Google Shape;640;p6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 name="Google Shape;641;p6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 name="Google Shape;642;p6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43" name="Google Shape;643;p6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4" name="Google Shape;644;p65"/>
              <p:cNvGrpSpPr/>
              <p:nvPr/>
            </p:nvGrpSpPr>
            <p:grpSpPr>
              <a:xfrm>
                <a:off x="584533" y="95963"/>
                <a:ext cx="473483" cy="453403"/>
                <a:chOff x="2038491" y="-937756"/>
                <a:chExt cx="904284" cy="865933"/>
              </a:xfrm>
            </p:grpSpPr>
            <p:grpSp>
              <p:nvGrpSpPr>
                <p:cNvPr id="645" name="Google Shape;645;p65"/>
                <p:cNvGrpSpPr/>
                <p:nvPr/>
              </p:nvGrpSpPr>
              <p:grpSpPr>
                <a:xfrm>
                  <a:off x="2096570" y="-863491"/>
                  <a:ext cx="717622" cy="717393"/>
                  <a:chOff x="1483457" y="3953671"/>
                  <a:chExt cx="717622" cy="717393"/>
                </a:xfrm>
              </p:grpSpPr>
              <p:sp>
                <p:nvSpPr>
                  <p:cNvPr id="646" name="Google Shape;646;p6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 name="Google Shape;647;p6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 name="Google Shape;648;p6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 name="Google Shape;649;p6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 name="Google Shape;650;p6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1" name="Google Shape;651;p6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52" name="Google Shape;652;p65"/>
              <p:cNvGrpSpPr/>
              <p:nvPr/>
            </p:nvGrpSpPr>
            <p:grpSpPr>
              <a:xfrm>
                <a:off x="530445" y="481913"/>
                <a:ext cx="473483" cy="453403"/>
                <a:chOff x="2038491" y="-937756"/>
                <a:chExt cx="904284" cy="865933"/>
              </a:xfrm>
            </p:grpSpPr>
            <p:grpSp>
              <p:nvGrpSpPr>
                <p:cNvPr id="653" name="Google Shape;653;p65"/>
                <p:cNvGrpSpPr/>
                <p:nvPr/>
              </p:nvGrpSpPr>
              <p:grpSpPr>
                <a:xfrm>
                  <a:off x="2096570" y="-863491"/>
                  <a:ext cx="717622" cy="717393"/>
                  <a:chOff x="1483457" y="3953671"/>
                  <a:chExt cx="717622" cy="717393"/>
                </a:xfrm>
              </p:grpSpPr>
              <p:sp>
                <p:nvSpPr>
                  <p:cNvPr id="654" name="Google Shape;654;p6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 name="Google Shape;655;p6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6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6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6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9" name="Google Shape;659;p6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0" name="Google Shape;660;p65"/>
              <p:cNvGrpSpPr/>
              <p:nvPr/>
            </p:nvGrpSpPr>
            <p:grpSpPr>
              <a:xfrm>
                <a:off x="874020" y="312788"/>
                <a:ext cx="473483" cy="453403"/>
                <a:chOff x="2038491" y="-937756"/>
                <a:chExt cx="904284" cy="865933"/>
              </a:xfrm>
            </p:grpSpPr>
            <p:grpSp>
              <p:nvGrpSpPr>
                <p:cNvPr id="661" name="Google Shape;661;p65"/>
                <p:cNvGrpSpPr/>
                <p:nvPr/>
              </p:nvGrpSpPr>
              <p:grpSpPr>
                <a:xfrm>
                  <a:off x="2096570" y="-863491"/>
                  <a:ext cx="717622" cy="717393"/>
                  <a:chOff x="1483457" y="3953671"/>
                  <a:chExt cx="717622" cy="717393"/>
                </a:xfrm>
              </p:grpSpPr>
              <p:sp>
                <p:nvSpPr>
                  <p:cNvPr id="662" name="Google Shape;662;p6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 name="Google Shape;663;p6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 name="Google Shape;664;p6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 name="Google Shape;665;p6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6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67" name="Google Shape;667;p65"/>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68" name="Google Shape;668;p65"/>
            <p:cNvGrpSpPr/>
            <p:nvPr/>
          </p:nvGrpSpPr>
          <p:grpSpPr>
            <a:xfrm rot="-7479050">
              <a:off x="-2051246" y="-1642948"/>
              <a:ext cx="4889863" cy="3931229"/>
              <a:chOff x="7103825" y="-713112"/>
              <a:chExt cx="3785226" cy="3043150"/>
            </a:xfrm>
          </p:grpSpPr>
          <p:sp>
            <p:nvSpPr>
              <p:cNvPr id="669" name="Google Shape;669;p65"/>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670" name="Google Shape;670;p65"/>
              <p:cNvPicPr preferRelativeResize="0"/>
              <p:nvPr/>
            </p:nvPicPr>
            <p:blipFill rotWithShape="1">
              <a:blip r:embed="rId2">
                <a:alphaModFix/>
              </a:blip>
              <a:srcRect b="17662" l="0" r="0" t="17657"/>
              <a:stretch/>
            </p:blipFill>
            <p:spPr>
              <a:xfrm>
                <a:off x="7103825" y="-713112"/>
                <a:ext cx="3785226" cy="2888974"/>
              </a:xfrm>
              <a:prstGeom prst="rect">
                <a:avLst/>
              </a:prstGeom>
              <a:noFill/>
              <a:ln>
                <a:noFill/>
              </a:ln>
            </p:spPr>
          </p:pic>
        </p:grpSp>
        <p:grpSp>
          <p:nvGrpSpPr>
            <p:cNvPr id="671" name="Google Shape;671;p65"/>
            <p:cNvGrpSpPr/>
            <p:nvPr/>
          </p:nvGrpSpPr>
          <p:grpSpPr>
            <a:xfrm>
              <a:off x="-640220" y="-2653973"/>
              <a:ext cx="6191221" cy="6191221"/>
              <a:chOff x="-640220" y="-2502423"/>
              <a:chExt cx="6191221" cy="6191221"/>
            </a:xfrm>
          </p:grpSpPr>
          <p:sp>
            <p:nvSpPr>
              <p:cNvPr id="672" name="Google Shape;672;p65"/>
              <p:cNvSpPr/>
              <p:nvPr/>
            </p:nvSpPr>
            <p:spPr>
              <a:xfrm rot="-8100000">
                <a:off x="452224" y="-1781500"/>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65"/>
              <p:cNvSpPr/>
              <p:nvPr/>
            </p:nvSpPr>
            <p:spPr>
              <a:xfrm rot="-8100000">
                <a:off x="83608" y="-617740"/>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674" name="Shape 674"/>
        <p:cNvGrpSpPr/>
        <p:nvPr/>
      </p:nvGrpSpPr>
      <p:grpSpPr>
        <a:xfrm>
          <a:off x="0" y="0"/>
          <a:ext cx="0" cy="0"/>
          <a:chOff x="0" y="0"/>
          <a:chExt cx="0" cy="0"/>
        </a:xfrm>
      </p:grpSpPr>
      <p:sp>
        <p:nvSpPr>
          <p:cNvPr id="675" name="Google Shape;675;p66"/>
          <p:cNvSpPr txBox="1"/>
          <p:nvPr>
            <p:ph type="title"/>
          </p:nvPr>
        </p:nvSpPr>
        <p:spPr>
          <a:xfrm>
            <a:off x="2358450" y="664988"/>
            <a:ext cx="4696800" cy="768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lt1"/>
              </a:buClr>
              <a:buSzPts val="6000"/>
              <a:buNone/>
              <a:defRPr sz="4200">
                <a:latin typeface="Poppins"/>
                <a:ea typeface="Poppins"/>
                <a:cs typeface="Poppins"/>
                <a:sym typeface="Poppins"/>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p:txBody>
      </p:sp>
      <p:sp>
        <p:nvSpPr>
          <p:cNvPr id="676" name="Google Shape;676;p66"/>
          <p:cNvSpPr txBox="1"/>
          <p:nvPr>
            <p:ph idx="1" type="subTitle"/>
          </p:nvPr>
        </p:nvSpPr>
        <p:spPr>
          <a:xfrm>
            <a:off x="2358450" y="1282313"/>
            <a:ext cx="4696800" cy="598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dk1"/>
              </a:buClr>
              <a:buSzPts val="2400"/>
              <a:buFont typeface="PT Sans"/>
              <a:buNone/>
              <a:defRPr sz="16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677" name="Google Shape;677;p66"/>
          <p:cNvSpPr txBox="1"/>
          <p:nvPr>
            <p:ph idx="2" type="title"/>
          </p:nvPr>
        </p:nvSpPr>
        <p:spPr>
          <a:xfrm>
            <a:off x="2358450" y="2027244"/>
            <a:ext cx="4696800" cy="768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lt1"/>
              </a:buClr>
              <a:buSzPts val="6000"/>
              <a:buNone/>
              <a:defRPr sz="4200">
                <a:latin typeface="Poppins"/>
                <a:ea typeface="Poppins"/>
                <a:cs typeface="Poppins"/>
                <a:sym typeface="Poppins"/>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p:txBody>
      </p:sp>
      <p:sp>
        <p:nvSpPr>
          <p:cNvPr id="678" name="Google Shape;678;p66"/>
          <p:cNvSpPr txBox="1"/>
          <p:nvPr>
            <p:ph idx="3" type="subTitle"/>
          </p:nvPr>
        </p:nvSpPr>
        <p:spPr>
          <a:xfrm>
            <a:off x="2358450" y="2645558"/>
            <a:ext cx="4696800" cy="598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dk1"/>
              </a:buClr>
              <a:buSzPts val="2400"/>
              <a:buFont typeface="PT Sans"/>
              <a:buNone/>
              <a:defRPr sz="16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679" name="Google Shape;679;p66"/>
          <p:cNvSpPr txBox="1"/>
          <p:nvPr>
            <p:ph idx="4" type="title"/>
          </p:nvPr>
        </p:nvSpPr>
        <p:spPr>
          <a:xfrm>
            <a:off x="2358450" y="3390475"/>
            <a:ext cx="4696800" cy="768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lt1"/>
              </a:buClr>
              <a:buSzPts val="6000"/>
              <a:buNone/>
              <a:defRPr sz="4200">
                <a:latin typeface="Poppins"/>
                <a:ea typeface="Poppins"/>
                <a:cs typeface="Poppins"/>
                <a:sym typeface="Poppins"/>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p:txBody>
      </p:sp>
      <p:sp>
        <p:nvSpPr>
          <p:cNvPr id="680" name="Google Shape;680;p66"/>
          <p:cNvSpPr txBox="1"/>
          <p:nvPr>
            <p:ph idx="5" type="subTitle"/>
          </p:nvPr>
        </p:nvSpPr>
        <p:spPr>
          <a:xfrm>
            <a:off x="2358450" y="4009779"/>
            <a:ext cx="4696800" cy="598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dk1"/>
              </a:buClr>
              <a:buSzPts val="2400"/>
              <a:buFont typeface="PT Sans"/>
              <a:buNone/>
              <a:defRPr sz="16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681" name="Google Shape;681;p66"/>
          <p:cNvSpPr/>
          <p:nvPr/>
        </p:nvSpPr>
        <p:spPr>
          <a:xfrm>
            <a:off x="6751200" y="2645550"/>
            <a:ext cx="2925000" cy="2945400"/>
          </a:xfrm>
          <a:prstGeom prst="ellipse">
            <a:avLst/>
          </a:pr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2" name="Google Shape;682;p66"/>
          <p:cNvGrpSpPr/>
          <p:nvPr/>
        </p:nvGrpSpPr>
        <p:grpSpPr>
          <a:xfrm rot="5400000">
            <a:off x="8359950" y="-226050"/>
            <a:ext cx="439200" cy="439100"/>
            <a:chOff x="1101075" y="2142375"/>
            <a:chExt cx="439200" cy="439100"/>
          </a:xfrm>
        </p:grpSpPr>
        <p:sp>
          <p:nvSpPr>
            <p:cNvPr id="683" name="Google Shape;683;p6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 name="Google Shape;684;p6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5" name="Google Shape;685;p66"/>
          <p:cNvGrpSpPr/>
          <p:nvPr/>
        </p:nvGrpSpPr>
        <p:grpSpPr>
          <a:xfrm>
            <a:off x="-903250" y="4838101"/>
            <a:ext cx="4558967" cy="134100"/>
            <a:chOff x="796100" y="3019701"/>
            <a:chExt cx="4558967" cy="134100"/>
          </a:xfrm>
        </p:grpSpPr>
        <p:sp>
          <p:nvSpPr>
            <p:cNvPr id="686" name="Google Shape;686;p66"/>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687" name="Google Shape;687;p66"/>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688" name="Google Shape;688;p66"/>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89" name="Shape 689"/>
        <p:cNvGrpSpPr/>
        <p:nvPr/>
      </p:nvGrpSpPr>
      <p:grpSpPr>
        <a:xfrm>
          <a:off x="0" y="0"/>
          <a:ext cx="0" cy="0"/>
          <a:chOff x="0" y="0"/>
          <a:chExt cx="0" cy="0"/>
        </a:xfrm>
      </p:grpSpPr>
      <p:sp>
        <p:nvSpPr>
          <p:cNvPr id="690" name="Google Shape;690;p67"/>
          <p:cNvSpPr txBox="1"/>
          <p:nvPr>
            <p:ph type="title"/>
          </p:nvPr>
        </p:nvSpPr>
        <p:spPr>
          <a:xfrm>
            <a:off x="713225" y="2122600"/>
            <a:ext cx="7297500" cy="910200"/>
          </a:xfrm>
          <a:prstGeom prst="rect">
            <a:avLst/>
          </a:prstGeom>
          <a:noFill/>
          <a:ln>
            <a:noFill/>
          </a:ln>
        </p:spPr>
        <p:txBody>
          <a:bodyPr anchorCtr="0" anchor="ctr" bIns="91425" lIns="91425" spcFirstLastPara="1" rIns="91425" wrap="square" tIns="91425">
            <a:noAutofit/>
          </a:bodyPr>
          <a:lstStyle>
            <a:lvl1pPr lvl="0" algn="l">
              <a:lnSpc>
                <a:spcPct val="80000"/>
              </a:lnSpc>
              <a:spcBef>
                <a:spcPts val="0"/>
              </a:spcBef>
              <a:spcAft>
                <a:spcPts val="0"/>
              </a:spcAft>
              <a:buSzPts val="4800"/>
              <a:buNone/>
              <a:defRPr sz="60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grpSp>
        <p:nvGrpSpPr>
          <p:cNvPr id="691" name="Google Shape;691;p67"/>
          <p:cNvGrpSpPr/>
          <p:nvPr/>
        </p:nvGrpSpPr>
        <p:grpSpPr>
          <a:xfrm>
            <a:off x="6475810" y="-1541622"/>
            <a:ext cx="2583361" cy="2409685"/>
            <a:chOff x="6475810" y="-1541622"/>
            <a:chExt cx="2583361" cy="2409685"/>
          </a:xfrm>
        </p:grpSpPr>
        <p:grpSp>
          <p:nvGrpSpPr>
            <p:cNvPr id="692" name="Google Shape;692;p67"/>
            <p:cNvGrpSpPr/>
            <p:nvPr/>
          </p:nvGrpSpPr>
          <p:grpSpPr>
            <a:xfrm rot="-5400000">
              <a:off x="5879041" y="-944853"/>
              <a:ext cx="2133442" cy="939904"/>
              <a:chOff x="-149983" y="3754784"/>
              <a:chExt cx="2133442" cy="939904"/>
            </a:xfrm>
          </p:grpSpPr>
          <p:sp>
            <p:nvSpPr>
              <p:cNvPr id="693" name="Google Shape;693;p67"/>
              <p:cNvSpPr/>
              <p:nvPr/>
            </p:nvSpPr>
            <p:spPr>
              <a:xfrm rot="5400000">
                <a:off x="707379" y="3056155"/>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67"/>
              <p:cNvSpPr/>
              <p:nvPr/>
            </p:nvSpPr>
            <p:spPr>
              <a:xfrm rot="5400000">
                <a:off x="391825" y="3465468"/>
                <a:ext cx="687411" cy="1771028"/>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5" name="Google Shape;695;p67"/>
            <p:cNvSpPr/>
            <p:nvPr/>
          </p:nvSpPr>
          <p:spPr>
            <a:xfrm rot="5400000">
              <a:off x="7783092" y="-77047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67"/>
            <p:cNvSpPr/>
            <p:nvPr/>
          </p:nvSpPr>
          <p:spPr>
            <a:xfrm rot="5400000">
              <a:off x="7617537" y="-361157"/>
              <a:ext cx="687411" cy="1771028"/>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97" name="Google Shape;697;p67"/>
            <p:cNvGrpSpPr/>
            <p:nvPr/>
          </p:nvGrpSpPr>
          <p:grpSpPr>
            <a:xfrm>
              <a:off x="7741638" y="-258450"/>
              <a:ext cx="439200" cy="439100"/>
              <a:chOff x="1101075" y="2142375"/>
              <a:chExt cx="439200" cy="439100"/>
            </a:xfrm>
          </p:grpSpPr>
          <p:sp>
            <p:nvSpPr>
              <p:cNvPr id="698" name="Google Shape;698;p6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6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00" name="Shape 700"/>
        <p:cNvGrpSpPr/>
        <p:nvPr/>
      </p:nvGrpSpPr>
      <p:grpSpPr>
        <a:xfrm>
          <a:off x="0" y="0"/>
          <a:ext cx="0" cy="0"/>
          <a:chOff x="0" y="0"/>
          <a:chExt cx="0" cy="0"/>
        </a:xfrm>
      </p:grpSpPr>
      <p:sp>
        <p:nvSpPr>
          <p:cNvPr id="701" name="Google Shape;701;p68"/>
          <p:cNvSpPr/>
          <p:nvPr>
            <p:ph idx="2" type="pic"/>
          </p:nvPr>
        </p:nvSpPr>
        <p:spPr>
          <a:xfrm>
            <a:off x="0" y="0"/>
            <a:ext cx="9144000" cy="5143500"/>
          </a:xfrm>
          <a:prstGeom prst="rect">
            <a:avLst/>
          </a:prstGeom>
          <a:noFill/>
          <a:ln>
            <a:noFill/>
          </a:ln>
        </p:spPr>
      </p:sp>
      <p:sp>
        <p:nvSpPr>
          <p:cNvPr id="702" name="Google Shape;702;p68"/>
          <p:cNvSpPr txBox="1"/>
          <p:nvPr>
            <p:ph type="title"/>
          </p:nvPr>
        </p:nvSpPr>
        <p:spPr>
          <a:xfrm>
            <a:off x="720000" y="539500"/>
            <a:ext cx="3672000" cy="932700"/>
          </a:xfrm>
          <a:prstGeom prst="rect">
            <a:avLst/>
          </a:prstGeom>
          <a:solidFill>
            <a:schemeClr val="lt1"/>
          </a:solid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25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03" name="Shape 703"/>
        <p:cNvGrpSpPr/>
        <p:nvPr/>
      </p:nvGrpSpPr>
      <p:grpSpPr>
        <a:xfrm>
          <a:off x="0" y="0"/>
          <a:ext cx="0" cy="0"/>
          <a:chOff x="0" y="0"/>
          <a:chExt cx="0" cy="0"/>
        </a:xfrm>
      </p:grpSpPr>
      <p:sp>
        <p:nvSpPr>
          <p:cNvPr id="704" name="Google Shape;704;p69"/>
          <p:cNvSpPr txBox="1"/>
          <p:nvPr>
            <p:ph idx="1" type="subTitle"/>
          </p:nvPr>
        </p:nvSpPr>
        <p:spPr>
          <a:xfrm>
            <a:off x="713225" y="1160775"/>
            <a:ext cx="7710900" cy="34557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AutoNum type="arabicPeriod"/>
              <a:defRPr sz="1400"/>
            </a:lvl1pPr>
            <a:lvl2pPr lvl="1" algn="l">
              <a:lnSpc>
                <a:spcPct val="100000"/>
              </a:lnSpc>
              <a:spcBef>
                <a:spcPts val="0"/>
              </a:spcBef>
              <a:spcAft>
                <a:spcPts val="0"/>
              </a:spcAft>
              <a:buClr>
                <a:srgbClr val="999999"/>
              </a:buClr>
              <a:buSzPts val="800"/>
              <a:buFont typeface="Open Sans"/>
              <a:buAutoNum type="alphaLcPeriod"/>
              <a:defRPr/>
            </a:lvl2pPr>
            <a:lvl3pPr lvl="2" algn="l">
              <a:lnSpc>
                <a:spcPct val="100000"/>
              </a:lnSpc>
              <a:spcBef>
                <a:spcPts val="0"/>
              </a:spcBef>
              <a:spcAft>
                <a:spcPts val="0"/>
              </a:spcAft>
              <a:buClr>
                <a:srgbClr val="999999"/>
              </a:buClr>
              <a:buSzPts val="800"/>
              <a:buFont typeface="Open Sans"/>
              <a:buAutoNum type="romanLcPeriod"/>
              <a:defRPr/>
            </a:lvl3pPr>
            <a:lvl4pPr lvl="3" algn="l">
              <a:lnSpc>
                <a:spcPct val="100000"/>
              </a:lnSpc>
              <a:spcBef>
                <a:spcPts val="0"/>
              </a:spcBef>
              <a:spcAft>
                <a:spcPts val="0"/>
              </a:spcAft>
              <a:buClr>
                <a:srgbClr val="999999"/>
              </a:buClr>
              <a:buSzPts val="800"/>
              <a:buFont typeface="Open Sans"/>
              <a:buAutoNum type="arabicPeriod"/>
              <a:defRPr/>
            </a:lvl4pPr>
            <a:lvl5pPr lvl="4" algn="l">
              <a:lnSpc>
                <a:spcPct val="100000"/>
              </a:lnSpc>
              <a:spcBef>
                <a:spcPts val="0"/>
              </a:spcBef>
              <a:spcAft>
                <a:spcPts val="0"/>
              </a:spcAft>
              <a:buClr>
                <a:srgbClr val="999999"/>
              </a:buClr>
              <a:buSzPts val="1200"/>
              <a:buFont typeface="Open Sans"/>
              <a:buAutoNum type="alphaLcPeriod"/>
              <a:defRPr/>
            </a:lvl5pPr>
            <a:lvl6pPr lvl="5" algn="l">
              <a:lnSpc>
                <a:spcPct val="100000"/>
              </a:lnSpc>
              <a:spcBef>
                <a:spcPts val="0"/>
              </a:spcBef>
              <a:spcAft>
                <a:spcPts val="0"/>
              </a:spcAft>
              <a:buClr>
                <a:srgbClr val="999999"/>
              </a:buClr>
              <a:buSzPts val="1200"/>
              <a:buFont typeface="Open Sans"/>
              <a:buAutoNum type="romanLcPeriod"/>
              <a:defRPr/>
            </a:lvl6pPr>
            <a:lvl7pPr lvl="6" algn="l">
              <a:lnSpc>
                <a:spcPct val="100000"/>
              </a:lnSpc>
              <a:spcBef>
                <a:spcPts val="0"/>
              </a:spcBef>
              <a:spcAft>
                <a:spcPts val="0"/>
              </a:spcAft>
              <a:buClr>
                <a:srgbClr val="999999"/>
              </a:buClr>
              <a:buSzPts val="700"/>
              <a:buFont typeface="Open Sans"/>
              <a:buAutoNum type="arabicPeriod"/>
              <a:defRPr/>
            </a:lvl7pPr>
            <a:lvl8pPr lvl="7" algn="l">
              <a:lnSpc>
                <a:spcPct val="100000"/>
              </a:lnSpc>
              <a:spcBef>
                <a:spcPts val="0"/>
              </a:spcBef>
              <a:spcAft>
                <a:spcPts val="0"/>
              </a:spcAft>
              <a:buClr>
                <a:srgbClr val="999999"/>
              </a:buClr>
              <a:buSzPts val="700"/>
              <a:buFont typeface="Open Sans"/>
              <a:buAutoNum type="alphaLcPeriod"/>
              <a:defRPr/>
            </a:lvl8pPr>
            <a:lvl9pPr lvl="8" algn="l">
              <a:lnSpc>
                <a:spcPct val="100000"/>
              </a:lnSpc>
              <a:spcBef>
                <a:spcPts val="0"/>
              </a:spcBef>
              <a:spcAft>
                <a:spcPts val="0"/>
              </a:spcAft>
              <a:buClr>
                <a:srgbClr val="999999"/>
              </a:buClr>
              <a:buSzPts val="600"/>
              <a:buFont typeface="Open Sans"/>
              <a:buAutoNum type="romanLcPeriod"/>
              <a:defRPr/>
            </a:lvl9pPr>
          </a:lstStyle>
          <a:p/>
        </p:txBody>
      </p:sp>
      <p:sp>
        <p:nvSpPr>
          <p:cNvPr id="705" name="Google Shape;705;p6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grpSp>
        <p:nvGrpSpPr>
          <p:cNvPr id="706" name="Google Shape;706;p69"/>
          <p:cNvGrpSpPr/>
          <p:nvPr/>
        </p:nvGrpSpPr>
        <p:grpSpPr>
          <a:xfrm>
            <a:off x="8934675" y="3943438"/>
            <a:ext cx="439200" cy="439100"/>
            <a:chOff x="1101075" y="2142375"/>
            <a:chExt cx="439200" cy="439100"/>
          </a:xfrm>
        </p:grpSpPr>
        <p:sp>
          <p:nvSpPr>
            <p:cNvPr id="707" name="Google Shape;707;p6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6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9" name="Google Shape;709;p69"/>
          <p:cNvGrpSpPr/>
          <p:nvPr/>
        </p:nvGrpSpPr>
        <p:grpSpPr>
          <a:xfrm>
            <a:off x="5481594" y="-3117614"/>
            <a:ext cx="5954334" cy="6142759"/>
            <a:chOff x="5329194" y="-2965214"/>
            <a:chExt cx="5954334" cy="6142759"/>
          </a:xfrm>
        </p:grpSpPr>
        <p:sp>
          <p:nvSpPr>
            <p:cNvPr id="710" name="Google Shape;710;p69"/>
            <p:cNvSpPr/>
            <p:nvPr/>
          </p:nvSpPr>
          <p:spPr>
            <a:xfrm rot="-2700000">
              <a:off x="6677338" y="-230693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69"/>
            <p:cNvSpPr/>
            <p:nvPr/>
          </p:nvSpPr>
          <p:spPr>
            <a:xfrm rot="-2700000">
              <a:off x="6782013" y="-260003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12" name="Google Shape;712;p69"/>
            <p:cNvGrpSpPr/>
            <p:nvPr/>
          </p:nvGrpSpPr>
          <p:grpSpPr>
            <a:xfrm rot="10800000">
              <a:off x="5710125" y="185651"/>
              <a:ext cx="4558967" cy="134100"/>
              <a:chOff x="796100" y="3019701"/>
              <a:chExt cx="4558967" cy="134100"/>
            </a:xfrm>
          </p:grpSpPr>
          <p:sp>
            <p:nvSpPr>
              <p:cNvPr id="713" name="Google Shape;713;p69"/>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14" name="Google Shape;714;p69"/>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715" name="Google Shape;715;p69"/>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16" name="Google Shape;716;p69"/>
          <p:cNvGrpSpPr/>
          <p:nvPr/>
        </p:nvGrpSpPr>
        <p:grpSpPr>
          <a:xfrm flipH="1">
            <a:off x="-503517" y="3986929"/>
            <a:ext cx="5249360" cy="2992224"/>
            <a:chOff x="-258616" y="3430829"/>
            <a:chExt cx="5249360" cy="2992224"/>
          </a:xfrm>
        </p:grpSpPr>
        <p:pic>
          <p:nvPicPr>
            <p:cNvPr id="717" name="Google Shape;717;p69"/>
            <p:cNvPicPr preferRelativeResize="0"/>
            <p:nvPr/>
          </p:nvPicPr>
          <p:blipFill rotWithShape="1">
            <a:blip r:embed="rId2">
              <a:alphaModFix/>
            </a:blip>
            <a:srcRect b="26177" l="16960" r="7121" t="24718"/>
            <a:stretch/>
          </p:blipFill>
          <p:spPr>
            <a:xfrm>
              <a:off x="1070243" y="3430829"/>
              <a:ext cx="3920501" cy="2992224"/>
            </a:xfrm>
            <a:prstGeom prst="rect">
              <a:avLst/>
            </a:prstGeom>
            <a:noFill/>
            <a:ln>
              <a:noFill/>
            </a:ln>
          </p:spPr>
        </p:pic>
        <p:sp>
          <p:nvSpPr>
            <p:cNvPr id="718" name="Google Shape;718;p69"/>
            <p:cNvSpPr/>
            <p:nvPr/>
          </p:nvSpPr>
          <p:spPr>
            <a:xfrm>
              <a:off x="363250" y="46677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69"/>
            <p:cNvSpPr/>
            <p:nvPr/>
          </p:nvSpPr>
          <p:spPr>
            <a:xfrm>
              <a:off x="941424" y="47243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69"/>
            <p:cNvSpPr/>
            <p:nvPr/>
          </p:nvSpPr>
          <p:spPr>
            <a:xfrm>
              <a:off x="820562" y="49581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69"/>
            <p:cNvSpPr/>
            <p:nvPr/>
          </p:nvSpPr>
          <p:spPr>
            <a:xfrm>
              <a:off x="1299000" y="4608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 name="Google Shape;722;p69"/>
            <p:cNvSpPr/>
            <p:nvPr/>
          </p:nvSpPr>
          <p:spPr>
            <a:xfrm rot="5400000">
              <a:off x="447539" y="31337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23" name="Google Shape;723;p69"/>
            <p:cNvGrpSpPr/>
            <p:nvPr/>
          </p:nvGrpSpPr>
          <p:grpSpPr>
            <a:xfrm>
              <a:off x="736485" y="4387072"/>
              <a:ext cx="161977" cy="161940"/>
              <a:chOff x="1101075" y="2142375"/>
              <a:chExt cx="439200" cy="439100"/>
            </a:xfrm>
          </p:grpSpPr>
          <p:sp>
            <p:nvSpPr>
              <p:cNvPr id="724" name="Google Shape;724;p6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 name="Google Shape;725;p6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6" name="Google Shape;726;p69"/>
            <p:cNvGrpSpPr/>
            <p:nvPr/>
          </p:nvGrpSpPr>
          <p:grpSpPr>
            <a:xfrm rot="10800000">
              <a:off x="2118901" y="4805293"/>
              <a:ext cx="161977" cy="161940"/>
              <a:chOff x="1101075" y="2142375"/>
              <a:chExt cx="439200" cy="439100"/>
            </a:xfrm>
          </p:grpSpPr>
          <p:sp>
            <p:nvSpPr>
              <p:cNvPr id="727" name="Google Shape;727;p6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 name="Google Shape;728;p6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29" name="Shape 729"/>
        <p:cNvGrpSpPr/>
        <p:nvPr/>
      </p:nvGrpSpPr>
      <p:grpSpPr>
        <a:xfrm>
          <a:off x="0" y="0"/>
          <a:ext cx="0" cy="0"/>
          <a:chOff x="0" y="0"/>
          <a:chExt cx="0" cy="0"/>
        </a:xfrm>
      </p:grpSpPr>
      <p:grpSp>
        <p:nvGrpSpPr>
          <p:cNvPr id="730" name="Google Shape;730;p70"/>
          <p:cNvGrpSpPr/>
          <p:nvPr/>
        </p:nvGrpSpPr>
        <p:grpSpPr>
          <a:xfrm rot="-8100000">
            <a:off x="-1629951" y="-1138306"/>
            <a:ext cx="3785189" cy="3043121"/>
            <a:chOff x="7103825" y="-713112"/>
            <a:chExt cx="3785226" cy="3043150"/>
          </a:xfrm>
        </p:grpSpPr>
        <p:sp>
          <p:nvSpPr>
            <p:cNvPr id="731" name="Google Shape;731;p70"/>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732" name="Google Shape;732;p70"/>
            <p:cNvPicPr preferRelativeResize="0"/>
            <p:nvPr/>
          </p:nvPicPr>
          <p:blipFill rotWithShape="1">
            <a:blip r:embed="rId2">
              <a:alphaModFix/>
            </a:blip>
            <a:srcRect b="17662" l="0" r="0" t="17657"/>
            <a:stretch/>
          </p:blipFill>
          <p:spPr>
            <a:xfrm>
              <a:off x="7103825" y="-713112"/>
              <a:ext cx="3785226" cy="2888974"/>
            </a:xfrm>
            <a:prstGeom prst="rect">
              <a:avLst/>
            </a:prstGeom>
            <a:noFill/>
            <a:ln>
              <a:noFill/>
            </a:ln>
          </p:spPr>
        </p:pic>
      </p:grpSp>
      <p:sp>
        <p:nvSpPr>
          <p:cNvPr id="733" name="Google Shape;733;p7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grpSp>
        <p:nvGrpSpPr>
          <p:cNvPr id="734" name="Google Shape;734;p70"/>
          <p:cNvGrpSpPr/>
          <p:nvPr/>
        </p:nvGrpSpPr>
        <p:grpSpPr>
          <a:xfrm>
            <a:off x="8106279" y="-844414"/>
            <a:ext cx="1791131" cy="2767834"/>
            <a:chOff x="8030079" y="-844414"/>
            <a:chExt cx="1791131" cy="2767834"/>
          </a:xfrm>
        </p:grpSpPr>
        <p:grpSp>
          <p:nvGrpSpPr>
            <p:cNvPr id="735" name="Google Shape;735;p70"/>
            <p:cNvGrpSpPr/>
            <p:nvPr/>
          </p:nvGrpSpPr>
          <p:grpSpPr>
            <a:xfrm rot="10800000">
              <a:off x="8566799" y="-844414"/>
              <a:ext cx="1213764" cy="2455356"/>
              <a:chOff x="-293545" y="3454371"/>
              <a:chExt cx="981772" cy="1986052"/>
            </a:xfrm>
          </p:grpSpPr>
          <p:sp>
            <p:nvSpPr>
              <p:cNvPr id="736" name="Google Shape;736;p70"/>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70"/>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8" name="Google Shape;738;p70"/>
            <p:cNvGrpSpPr/>
            <p:nvPr/>
          </p:nvGrpSpPr>
          <p:grpSpPr>
            <a:xfrm rot="10800000">
              <a:off x="8123728" y="-262212"/>
              <a:ext cx="865288" cy="591661"/>
              <a:chOff x="39723" y="4349021"/>
              <a:chExt cx="1061964" cy="726143"/>
            </a:xfrm>
          </p:grpSpPr>
          <p:grpSp>
            <p:nvGrpSpPr>
              <p:cNvPr id="739" name="Google Shape;739;p70"/>
              <p:cNvGrpSpPr/>
              <p:nvPr/>
            </p:nvGrpSpPr>
            <p:grpSpPr>
              <a:xfrm rot="2700000">
                <a:off x="140502" y="4460924"/>
                <a:ext cx="524584" cy="502337"/>
                <a:chOff x="1189791" y="-1767331"/>
                <a:chExt cx="904284" cy="865933"/>
              </a:xfrm>
            </p:grpSpPr>
            <p:sp>
              <p:nvSpPr>
                <p:cNvPr id="740" name="Google Shape;740;p70"/>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41" name="Google Shape;741;p70"/>
                <p:cNvGrpSpPr/>
                <p:nvPr/>
              </p:nvGrpSpPr>
              <p:grpSpPr>
                <a:xfrm>
                  <a:off x="1232795" y="-1740829"/>
                  <a:ext cx="717622" cy="717393"/>
                  <a:chOff x="1483457" y="3953671"/>
                  <a:chExt cx="717622" cy="717393"/>
                </a:xfrm>
              </p:grpSpPr>
              <p:sp>
                <p:nvSpPr>
                  <p:cNvPr id="742" name="Google Shape;742;p7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 name="Google Shape;743;p7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 name="Google Shape;744;p7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 name="Google Shape;745;p7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 name="Google Shape;746;p7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747" name="Google Shape;747;p70"/>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8" name="Google Shape;748;p70"/>
            <p:cNvGrpSpPr/>
            <p:nvPr/>
          </p:nvGrpSpPr>
          <p:grpSpPr>
            <a:xfrm rot="5400000">
              <a:off x="8338263" y="440473"/>
              <a:ext cx="1670849" cy="1295044"/>
              <a:chOff x="-2460210" y="2758494"/>
              <a:chExt cx="1351491" cy="1047516"/>
            </a:xfrm>
          </p:grpSpPr>
          <p:sp>
            <p:nvSpPr>
              <p:cNvPr id="749" name="Google Shape;749;p70"/>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 name="Google Shape;750;p70"/>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70"/>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70"/>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3" name="Google Shape;753;p70"/>
            <p:cNvGrpSpPr/>
            <p:nvPr/>
          </p:nvGrpSpPr>
          <p:grpSpPr>
            <a:xfrm rot="10800000">
              <a:off x="8030079" y="157481"/>
              <a:ext cx="865288" cy="591661"/>
              <a:chOff x="39723" y="4349021"/>
              <a:chExt cx="1061964" cy="726143"/>
            </a:xfrm>
          </p:grpSpPr>
          <p:grpSp>
            <p:nvGrpSpPr>
              <p:cNvPr id="754" name="Google Shape;754;p70"/>
              <p:cNvGrpSpPr/>
              <p:nvPr/>
            </p:nvGrpSpPr>
            <p:grpSpPr>
              <a:xfrm rot="2700000">
                <a:off x="140502" y="4460924"/>
                <a:ext cx="524584" cy="502337"/>
                <a:chOff x="1189791" y="-1767331"/>
                <a:chExt cx="904284" cy="865933"/>
              </a:xfrm>
            </p:grpSpPr>
            <p:sp>
              <p:nvSpPr>
                <p:cNvPr id="755" name="Google Shape;755;p70"/>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56" name="Google Shape;756;p70"/>
                <p:cNvGrpSpPr/>
                <p:nvPr/>
              </p:nvGrpSpPr>
              <p:grpSpPr>
                <a:xfrm>
                  <a:off x="1232795" y="-1740829"/>
                  <a:ext cx="717622" cy="717393"/>
                  <a:chOff x="1483457" y="3953671"/>
                  <a:chExt cx="717622" cy="717393"/>
                </a:xfrm>
              </p:grpSpPr>
              <p:sp>
                <p:nvSpPr>
                  <p:cNvPr id="757" name="Google Shape;757;p7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 name="Google Shape;758;p7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 name="Google Shape;759;p7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 name="Google Shape;760;p7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 name="Google Shape;761;p7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762" name="Google Shape;762;p70"/>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3" name="Google Shape;763;p70"/>
            <p:cNvGrpSpPr/>
            <p:nvPr/>
          </p:nvGrpSpPr>
          <p:grpSpPr>
            <a:xfrm rot="10800000">
              <a:off x="8653266" y="87645"/>
              <a:ext cx="865288" cy="591661"/>
              <a:chOff x="39723" y="4349021"/>
              <a:chExt cx="1061964" cy="726143"/>
            </a:xfrm>
          </p:grpSpPr>
          <p:grpSp>
            <p:nvGrpSpPr>
              <p:cNvPr id="764" name="Google Shape;764;p70"/>
              <p:cNvGrpSpPr/>
              <p:nvPr/>
            </p:nvGrpSpPr>
            <p:grpSpPr>
              <a:xfrm rot="2700000">
                <a:off x="140502" y="4460924"/>
                <a:ext cx="524584" cy="502337"/>
                <a:chOff x="1189791" y="-1767331"/>
                <a:chExt cx="904284" cy="865933"/>
              </a:xfrm>
            </p:grpSpPr>
            <p:sp>
              <p:nvSpPr>
                <p:cNvPr id="765" name="Google Shape;765;p70"/>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6" name="Google Shape;766;p70"/>
                <p:cNvGrpSpPr/>
                <p:nvPr/>
              </p:nvGrpSpPr>
              <p:grpSpPr>
                <a:xfrm>
                  <a:off x="1232795" y="-1740829"/>
                  <a:ext cx="717622" cy="717393"/>
                  <a:chOff x="1483457" y="3953671"/>
                  <a:chExt cx="717622" cy="717393"/>
                </a:xfrm>
              </p:grpSpPr>
              <p:sp>
                <p:nvSpPr>
                  <p:cNvPr id="767" name="Google Shape;767;p7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 name="Google Shape;768;p7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 name="Google Shape;769;p7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 name="Google Shape;770;p7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 name="Google Shape;771;p7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772" name="Google Shape;772;p70"/>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73" name="Google Shape;773;p70"/>
          <p:cNvGrpSpPr/>
          <p:nvPr/>
        </p:nvGrpSpPr>
        <p:grpSpPr>
          <a:xfrm>
            <a:off x="-1499000" y="3182552"/>
            <a:ext cx="4558967" cy="3356865"/>
            <a:chOff x="-1422800" y="3106352"/>
            <a:chExt cx="4558967" cy="3356865"/>
          </a:xfrm>
        </p:grpSpPr>
        <p:grpSp>
          <p:nvGrpSpPr>
            <p:cNvPr id="774" name="Google Shape;774;p70"/>
            <p:cNvGrpSpPr/>
            <p:nvPr/>
          </p:nvGrpSpPr>
          <p:grpSpPr>
            <a:xfrm>
              <a:off x="-474664" y="3485331"/>
              <a:ext cx="1472068" cy="2977886"/>
              <a:chOff x="-293545" y="3454371"/>
              <a:chExt cx="981772" cy="1986052"/>
            </a:xfrm>
          </p:grpSpPr>
          <p:sp>
            <p:nvSpPr>
              <p:cNvPr id="775" name="Google Shape;775;p70"/>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 name="Google Shape;776;p70"/>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7" name="Google Shape;777;p70"/>
            <p:cNvGrpSpPr/>
            <p:nvPr/>
          </p:nvGrpSpPr>
          <p:grpSpPr>
            <a:xfrm>
              <a:off x="485338" y="5039978"/>
              <a:ext cx="1049539" cy="717647"/>
              <a:chOff x="39723" y="4349021"/>
              <a:chExt cx="1061964" cy="726143"/>
            </a:xfrm>
          </p:grpSpPr>
          <p:grpSp>
            <p:nvGrpSpPr>
              <p:cNvPr id="778" name="Google Shape;778;p70"/>
              <p:cNvGrpSpPr/>
              <p:nvPr/>
            </p:nvGrpSpPr>
            <p:grpSpPr>
              <a:xfrm rot="2700000">
                <a:off x="140502" y="4460924"/>
                <a:ext cx="524584" cy="502337"/>
                <a:chOff x="1189791" y="-1767331"/>
                <a:chExt cx="904284" cy="865933"/>
              </a:xfrm>
            </p:grpSpPr>
            <p:sp>
              <p:nvSpPr>
                <p:cNvPr id="779" name="Google Shape;779;p70"/>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0" name="Google Shape;780;p70"/>
                <p:cNvGrpSpPr/>
                <p:nvPr/>
              </p:nvGrpSpPr>
              <p:grpSpPr>
                <a:xfrm>
                  <a:off x="1232795" y="-1740829"/>
                  <a:ext cx="717622" cy="717393"/>
                  <a:chOff x="1483457" y="3953671"/>
                  <a:chExt cx="717622" cy="717393"/>
                </a:xfrm>
              </p:grpSpPr>
              <p:sp>
                <p:nvSpPr>
                  <p:cNvPr id="781" name="Google Shape;781;p7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 name="Google Shape;782;p7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 name="Google Shape;783;p7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7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 name="Google Shape;785;p7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786" name="Google Shape;786;p70"/>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7" name="Google Shape;787;p70"/>
            <p:cNvGrpSpPr/>
            <p:nvPr/>
          </p:nvGrpSpPr>
          <p:grpSpPr>
            <a:xfrm rot="5400000">
              <a:off x="-645365" y="3334242"/>
              <a:ext cx="2026426" cy="1570646"/>
              <a:chOff x="-2460210" y="2758494"/>
              <a:chExt cx="1351491" cy="1047516"/>
            </a:xfrm>
          </p:grpSpPr>
          <p:sp>
            <p:nvSpPr>
              <p:cNvPr id="788" name="Google Shape;788;p70"/>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70"/>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70"/>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 name="Google Shape;791;p70"/>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2" name="Google Shape;792;p70"/>
            <p:cNvGrpSpPr/>
            <p:nvPr/>
          </p:nvGrpSpPr>
          <p:grpSpPr>
            <a:xfrm>
              <a:off x="598918" y="4530969"/>
              <a:ext cx="1049539" cy="717647"/>
              <a:chOff x="39723" y="4349021"/>
              <a:chExt cx="1061964" cy="726143"/>
            </a:xfrm>
          </p:grpSpPr>
          <p:grpSp>
            <p:nvGrpSpPr>
              <p:cNvPr id="793" name="Google Shape;793;p70"/>
              <p:cNvGrpSpPr/>
              <p:nvPr/>
            </p:nvGrpSpPr>
            <p:grpSpPr>
              <a:xfrm rot="2700000">
                <a:off x="140502" y="4460924"/>
                <a:ext cx="524584" cy="502337"/>
                <a:chOff x="1189791" y="-1767331"/>
                <a:chExt cx="904284" cy="865933"/>
              </a:xfrm>
            </p:grpSpPr>
            <p:sp>
              <p:nvSpPr>
                <p:cNvPr id="794" name="Google Shape;794;p70"/>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5" name="Google Shape;795;p70"/>
                <p:cNvGrpSpPr/>
                <p:nvPr/>
              </p:nvGrpSpPr>
              <p:grpSpPr>
                <a:xfrm>
                  <a:off x="1232795" y="-1740829"/>
                  <a:ext cx="717622" cy="717393"/>
                  <a:chOff x="1483457" y="3953671"/>
                  <a:chExt cx="717622" cy="717393"/>
                </a:xfrm>
              </p:grpSpPr>
              <p:sp>
                <p:nvSpPr>
                  <p:cNvPr id="796" name="Google Shape;796;p7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7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7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7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7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801" name="Google Shape;801;p70"/>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 name="Google Shape;802;p70"/>
            <p:cNvGrpSpPr/>
            <p:nvPr/>
          </p:nvGrpSpPr>
          <p:grpSpPr>
            <a:xfrm>
              <a:off x="-156892" y="4615667"/>
              <a:ext cx="1049539" cy="717647"/>
              <a:chOff x="39723" y="4349021"/>
              <a:chExt cx="1061964" cy="726143"/>
            </a:xfrm>
          </p:grpSpPr>
          <p:grpSp>
            <p:nvGrpSpPr>
              <p:cNvPr id="803" name="Google Shape;803;p70"/>
              <p:cNvGrpSpPr/>
              <p:nvPr/>
            </p:nvGrpSpPr>
            <p:grpSpPr>
              <a:xfrm rot="2700000">
                <a:off x="140502" y="4460924"/>
                <a:ext cx="524584" cy="502337"/>
                <a:chOff x="1189791" y="-1767331"/>
                <a:chExt cx="904284" cy="865933"/>
              </a:xfrm>
            </p:grpSpPr>
            <p:sp>
              <p:nvSpPr>
                <p:cNvPr id="804" name="Google Shape;804;p70"/>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05" name="Google Shape;805;p70"/>
                <p:cNvGrpSpPr/>
                <p:nvPr/>
              </p:nvGrpSpPr>
              <p:grpSpPr>
                <a:xfrm>
                  <a:off x="1232795" y="-1740829"/>
                  <a:ext cx="717622" cy="717393"/>
                  <a:chOff x="1483457" y="3953671"/>
                  <a:chExt cx="717622" cy="717393"/>
                </a:xfrm>
              </p:grpSpPr>
              <p:sp>
                <p:nvSpPr>
                  <p:cNvPr id="806" name="Google Shape;806;p70"/>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 name="Google Shape;807;p70"/>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70"/>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70"/>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70"/>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811" name="Google Shape;811;p70"/>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 name="Google Shape;812;p70"/>
            <p:cNvGrpSpPr/>
            <p:nvPr/>
          </p:nvGrpSpPr>
          <p:grpSpPr>
            <a:xfrm>
              <a:off x="-1422800" y="4822751"/>
              <a:ext cx="4558967" cy="134100"/>
              <a:chOff x="796100" y="3019701"/>
              <a:chExt cx="4558967" cy="134100"/>
            </a:xfrm>
          </p:grpSpPr>
          <p:sp>
            <p:nvSpPr>
              <p:cNvPr id="813" name="Google Shape;813;p70"/>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14" name="Google Shape;814;p70"/>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815" name="Google Shape;815;p70"/>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816" name="Shape 816"/>
        <p:cNvGrpSpPr/>
        <p:nvPr/>
      </p:nvGrpSpPr>
      <p:grpSpPr>
        <a:xfrm>
          <a:off x="0" y="0"/>
          <a:ext cx="0" cy="0"/>
          <a:chOff x="0" y="0"/>
          <a:chExt cx="0" cy="0"/>
        </a:xfrm>
      </p:grpSpPr>
      <p:sp>
        <p:nvSpPr>
          <p:cNvPr id="817" name="Google Shape;817;p7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grpSp>
        <p:nvGrpSpPr>
          <p:cNvPr id="818" name="Google Shape;818;p71"/>
          <p:cNvGrpSpPr/>
          <p:nvPr/>
        </p:nvGrpSpPr>
        <p:grpSpPr>
          <a:xfrm>
            <a:off x="4967675" y="4931713"/>
            <a:ext cx="439200" cy="439100"/>
            <a:chOff x="1101075" y="2142375"/>
            <a:chExt cx="439200" cy="439100"/>
          </a:xfrm>
        </p:grpSpPr>
        <p:sp>
          <p:nvSpPr>
            <p:cNvPr id="819" name="Google Shape;819;p7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7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1" name="Google Shape;821;p71"/>
          <p:cNvGrpSpPr/>
          <p:nvPr/>
        </p:nvGrpSpPr>
        <p:grpSpPr>
          <a:xfrm>
            <a:off x="2176605" y="-3695660"/>
            <a:ext cx="7317722" cy="6983296"/>
            <a:chOff x="2100405" y="-3619460"/>
            <a:chExt cx="7317722" cy="6983296"/>
          </a:xfrm>
        </p:grpSpPr>
        <p:sp>
          <p:nvSpPr>
            <p:cNvPr id="822" name="Google Shape;822;p71"/>
            <p:cNvSpPr/>
            <p:nvPr/>
          </p:nvSpPr>
          <p:spPr>
            <a:xfrm flipH="1" rot="8100000">
              <a:off x="3778999" y="-2106462"/>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3" name="Google Shape;823;p71"/>
            <p:cNvGrpSpPr/>
            <p:nvPr/>
          </p:nvGrpSpPr>
          <p:grpSpPr>
            <a:xfrm rot="2700000">
              <a:off x="7787417" y="120497"/>
              <a:ext cx="582044" cy="582419"/>
              <a:chOff x="959750" y="3039275"/>
              <a:chExt cx="582050" cy="582425"/>
            </a:xfrm>
          </p:grpSpPr>
          <p:sp>
            <p:nvSpPr>
              <p:cNvPr id="824" name="Google Shape;824;p71"/>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71"/>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71"/>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71"/>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 name="Google Shape;828;p71"/>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 name="Google Shape;829;p71"/>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 name="Google Shape;830;p71"/>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1" name="Google Shape;831;p71"/>
            <p:cNvGrpSpPr/>
            <p:nvPr/>
          </p:nvGrpSpPr>
          <p:grpSpPr>
            <a:xfrm rot="2700000">
              <a:off x="8310742" y="-75303"/>
              <a:ext cx="582044" cy="582419"/>
              <a:chOff x="959750" y="3039275"/>
              <a:chExt cx="582050" cy="582425"/>
            </a:xfrm>
          </p:grpSpPr>
          <p:sp>
            <p:nvSpPr>
              <p:cNvPr id="832" name="Google Shape;832;p71"/>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71"/>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 name="Google Shape;834;p71"/>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71"/>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 name="Google Shape;836;p71"/>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 name="Google Shape;837;p71"/>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71"/>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39" name="Google Shape;839;p71"/>
            <p:cNvSpPr/>
            <p:nvPr/>
          </p:nvSpPr>
          <p:spPr>
            <a:xfrm rot="5400000">
              <a:off x="8142048" y="-57566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71"/>
            <p:cNvSpPr/>
            <p:nvPr/>
          </p:nvSpPr>
          <p:spPr>
            <a:xfrm rot="10800000">
              <a:off x="8365398" y="-290023"/>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 name="Google Shape;841;p71"/>
            <p:cNvSpPr/>
            <p:nvPr/>
          </p:nvSpPr>
          <p:spPr>
            <a:xfrm rot="10800000">
              <a:off x="8490148" y="2"/>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 name="Google Shape;842;p71"/>
            <p:cNvSpPr/>
            <p:nvPr/>
          </p:nvSpPr>
          <p:spPr>
            <a:xfrm flipH="1" rot="-2700000">
              <a:off x="3192849" y="-2898537"/>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 name="Google Shape;843;p71"/>
          <p:cNvGrpSpPr/>
          <p:nvPr/>
        </p:nvGrpSpPr>
        <p:grpSpPr>
          <a:xfrm>
            <a:off x="-2424241" y="2074146"/>
            <a:ext cx="6274943" cy="6257753"/>
            <a:chOff x="-2447691" y="2022396"/>
            <a:chExt cx="6274943" cy="6257753"/>
          </a:xfrm>
        </p:grpSpPr>
        <p:grpSp>
          <p:nvGrpSpPr>
            <p:cNvPr id="844" name="Google Shape;844;p71"/>
            <p:cNvGrpSpPr/>
            <p:nvPr/>
          </p:nvGrpSpPr>
          <p:grpSpPr>
            <a:xfrm flipH="1" rot="10800000">
              <a:off x="-25334" y="4406387"/>
              <a:ext cx="1538562" cy="971589"/>
              <a:chOff x="-191059" y="95963"/>
              <a:chExt cx="1538562" cy="971589"/>
            </a:xfrm>
          </p:grpSpPr>
          <p:grpSp>
            <p:nvGrpSpPr>
              <p:cNvPr id="845" name="Google Shape;845;p71"/>
              <p:cNvGrpSpPr/>
              <p:nvPr/>
            </p:nvGrpSpPr>
            <p:grpSpPr>
              <a:xfrm>
                <a:off x="-191059" y="201619"/>
                <a:ext cx="904284" cy="865933"/>
                <a:chOff x="2038491" y="-937756"/>
                <a:chExt cx="904284" cy="865933"/>
              </a:xfrm>
            </p:grpSpPr>
            <p:grpSp>
              <p:nvGrpSpPr>
                <p:cNvPr id="846" name="Google Shape;846;p71"/>
                <p:cNvGrpSpPr/>
                <p:nvPr/>
              </p:nvGrpSpPr>
              <p:grpSpPr>
                <a:xfrm>
                  <a:off x="2096570" y="-863491"/>
                  <a:ext cx="717622" cy="717393"/>
                  <a:chOff x="1483457" y="3953671"/>
                  <a:chExt cx="717622" cy="717393"/>
                </a:xfrm>
              </p:grpSpPr>
              <p:sp>
                <p:nvSpPr>
                  <p:cNvPr id="847" name="Google Shape;847;p7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 name="Google Shape;848;p7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 name="Google Shape;849;p7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 name="Google Shape;850;p7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 name="Google Shape;851;p7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2" name="Google Shape;852;p7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 name="Google Shape;853;p71"/>
              <p:cNvGrpSpPr/>
              <p:nvPr/>
            </p:nvGrpSpPr>
            <p:grpSpPr>
              <a:xfrm>
                <a:off x="584533" y="95963"/>
                <a:ext cx="473483" cy="453403"/>
                <a:chOff x="2038491" y="-937756"/>
                <a:chExt cx="904284" cy="865933"/>
              </a:xfrm>
            </p:grpSpPr>
            <p:grpSp>
              <p:nvGrpSpPr>
                <p:cNvPr id="854" name="Google Shape;854;p71"/>
                <p:cNvGrpSpPr/>
                <p:nvPr/>
              </p:nvGrpSpPr>
              <p:grpSpPr>
                <a:xfrm>
                  <a:off x="2096570" y="-863491"/>
                  <a:ext cx="717622" cy="717393"/>
                  <a:chOff x="1483457" y="3953671"/>
                  <a:chExt cx="717622" cy="717393"/>
                </a:xfrm>
              </p:grpSpPr>
              <p:sp>
                <p:nvSpPr>
                  <p:cNvPr id="855" name="Google Shape;855;p7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 name="Google Shape;856;p7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 name="Google Shape;857;p7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 name="Google Shape;858;p7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 name="Google Shape;859;p7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60" name="Google Shape;860;p7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 name="Google Shape;861;p71"/>
              <p:cNvGrpSpPr/>
              <p:nvPr/>
            </p:nvGrpSpPr>
            <p:grpSpPr>
              <a:xfrm>
                <a:off x="530445" y="481913"/>
                <a:ext cx="473483" cy="453403"/>
                <a:chOff x="2038491" y="-937756"/>
                <a:chExt cx="904284" cy="865933"/>
              </a:xfrm>
            </p:grpSpPr>
            <p:grpSp>
              <p:nvGrpSpPr>
                <p:cNvPr id="862" name="Google Shape;862;p71"/>
                <p:cNvGrpSpPr/>
                <p:nvPr/>
              </p:nvGrpSpPr>
              <p:grpSpPr>
                <a:xfrm>
                  <a:off x="2096570" y="-863491"/>
                  <a:ext cx="717622" cy="717393"/>
                  <a:chOff x="1483457" y="3953671"/>
                  <a:chExt cx="717622" cy="717393"/>
                </a:xfrm>
              </p:grpSpPr>
              <p:sp>
                <p:nvSpPr>
                  <p:cNvPr id="863" name="Google Shape;863;p7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 name="Google Shape;864;p7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7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 name="Google Shape;866;p7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7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68" name="Google Shape;868;p7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 name="Google Shape;869;p71"/>
              <p:cNvGrpSpPr/>
              <p:nvPr/>
            </p:nvGrpSpPr>
            <p:grpSpPr>
              <a:xfrm>
                <a:off x="874020" y="312788"/>
                <a:ext cx="473483" cy="453403"/>
                <a:chOff x="2038491" y="-937756"/>
                <a:chExt cx="904284" cy="865933"/>
              </a:xfrm>
            </p:grpSpPr>
            <p:grpSp>
              <p:nvGrpSpPr>
                <p:cNvPr id="870" name="Google Shape;870;p71"/>
                <p:cNvGrpSpPr/>
                <p:nvPr/>
              </p:nvGrpSpPr>
              <p:grpSpPr>
                <a:xfrm>
                  <a:off x="2096570" y="-863491"/>
                  <a:ext cx="717622" cy="717393"/>
                  <a:chOff x="1483457" y="3953671"/>
                  <a:chExt cx="717622" cy="717393"/>
                </a:xfrm>
              </p:grpSpPr>
              <p:sp>
                <p:nvSpPr>
                  <p:cNvPr id="871" name="Google Shape;871;p7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7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7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7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 name="Google Shape;875;p7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6" name="Google Shape;876;p7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7" name="Google Shape;877;p71"/>
            <p:cNvGrpSpPr/>
            <p:nvPr/>
          </p:nvGrpSpPr>
          <p:grpSpPr>
            <a:xfrm flipH="1" rot="-3320950">
              <a:off x="-1885521" y="3185658"/>
              <a:ext cx="4889863" cy="3931229"/>
              <a:chOff x="7103825" y="-713112"/>
              <a:chExt cx="3785226" cy="3043150"/>
            </a:xfrm>
          </p:grpSpPr>
          <p:sp>
            <p:nvSpPr>
              <p:cNvPr id="878" name="Google Shape;878;p71"/>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879" name="Google Shape;879;p71"/>
              <p:cNvPicPr preferRelativeResize="0"/>
              <p:nvPr/>
            </p:nvPicPr>
            <p:blipFill rotWithShape="1">
              <a:blip r:embed="rId2">
                <a:alphaModFix/>
              </a:blip>
              <a:srcRect b="17662" l="0" r="0" t="17657"/>
              <a:stretch/>
            </p:blipFill>
            <p:spPr>
              <a:xfrm>
                <a:off x="7103825" y="-713112"/>
                <a:ext cx="3785226" cy="2888974"/>
              </a:xfrm>
              <a:prstGeom prst="rect">
                <a:avLst/>
              </a:prstGeom>
              <a:noFill/>
              <a:ln>
                <a:noFill/>
              </a:ln>
            </p:spPr>
          </p:pic>
        </p:grpSp>
        <p:sp>
          <p:nvSpPr>
            <p:cNvPr id="880" name="Google Shape;880;p71"/>
            <p:cNvSpPr/>
            <p:nvPr/>
          </p:nvSpPr>
          <p:spPr>
            <a:xfrm flipH="1" rot="-2700000">
              <a:off x="249333" y="3270782"/>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1" name="Google Shape;881;p71"/>
            <p:cNvGrpSpPr/>
            <p:nvPr/>
          </p:nvGrpSpPr>
          <p:grpSpPr>
            <a:xfrm rot="5400000">
              <a:off x="1987129" y="4230949"/>
              <a:ext cx="88143" cy="1137387"/>
              <a:chOff x="3054755" y="4367024"/>
              <a:chExt cx="88143" cy="1137387"/>
            </a:xfrm>
          </p:grpSpPr>
          <p:sp>
            <p:nvSpPr>
              <p:cNvPr id="882" name="Google Shape;882;p71"/>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71"/>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884" name="Shape 884"/>
        <p:cNvGrpSpPr/>
        <p:nvPr/>
      </p:nvGrpSpPr>
      <p:grpSpPr>
        <a:xfrm>
          <a:off x="0" y="0"/>
          <a:ext cx="0" cy="0"/>
          <a:chOff x="0" y="0"/>
          <a:chExt cx="0" cy="0"/>
        </a:xfrm>
      </p:grpSpPr>
      <p:sp>
        <p:nvSpPr>
          <p:cNvPr id="885" name="Google Shape;885;p7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grpSp>
        <p:nvGrpSpPr>
          <p:cNvPr id="886" name="Google Shape;886;p72"/>
          <p:cNvGrpSpPr/>
          <p:nvPr/>
        </p:nvGrpSpPr>
        <p:grpSpPr>
          <a:xfrm>
            <a:off x="7810267" y="-622132"/>
            <a:ext cx="2587792" cy="2725915"/>
            <a:chOff x="7810267" y="-622132"/>
            <a:chExt cx="2587792" cy="2725915"/>
          </a:xfrm>
        </p:grpSpPr>
        <p:grpSp>
          <p:nvGrpSpPr>
            <p:cNvPr id="887" name="Google Shape;887;p72"/>
            <p:cNvGrpSpPr/>
            <p:nvPr/>
          </p:nvGrpSpPr>
          <p:grpSpPr>
            <a:xfrm>
              <a:off x="8520988" y="-90875"/>
              <a:ext cx="904666" cy="726121"/>
              <a:chOff x="7945225" y="4302000"/>
              <a:chExt cx="904666" cy="726121"/>
            </a:xfrm>
          </p:grpSpPr>
          <p:sp>
            <p:nvSpPr>
              <p:cNvPr id="888" name="Google Shape;888;p72"/>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72"/>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 name="Google Shape;890;p72"/>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 name="Google Shape;891;p72"/>
            <p:cNvGrpSpPr/>
            <p:nvPr/>
          </p:nvGrpSpPr>
          <p:grpSpPr>
            <a:xfrm>
              <a:off x="8869019" y="-622132"/>
              <a:ext cx="325155" cy="1788670"/>
              <a:chOff x="8869019" y="-622132"/>
              <a:chExt cx="325155" cy="1788670"/>
            </a:xfrm>
          </p:grpSpPr>
          <p:sp>
            <p:nvSpPr>
              <p:cNvPr id="892" name="Google Shape;892;p72"/>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0980"/>
                    </a:srgbClr>
                  </a:gs>
                  <a:gs pos="100000">
                    <a:srgbClr val="FFFFFF">
                      <a:alpha val="3098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3" name="Google Shape;893;p72"/>
              <p:cNvGrpSpPr/>
              <p:nvPr/>
            </p:nvGrpSpPr>
            <p:grpSpPr>
              <a:xfrm rot="1800062">
                <a:off x="9035610" y="1007995"/>
                <a:ext cx="134040" cy="134009"/>
                <a:chOff x="1101075" y="2142375"/>
                <a:chExt cx="439200" cy="439100"/>
              </a:xfrm>
            </p:grpSpPr>
            <p:sp>
              <p:nvSpPr>
                <p:cNvPr id="894" name="Google Shape;894;p7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7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896" name="Google Shape;896;p72"/>
            <p:cNvSpPr/>
            <p:nvPr/>
          </p:nvSpPr>
          <p:spPr>
            <a:xfrm rot="2700000">
              <a:off x="8482428" y="-422541"/>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 name="Google Shape;897;p72"/>
            <p:cNvSpPr/>
            <p:nvPr/>
          </p:nvSpPr>
          <p:spPr>
            <a:xfrm rot="2700000">
              <a:off x="8744103" y="-213191"/>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8" name="Google Shape;898;p72"/>
          <p:cNvGrpSpPr/>
          <p:nvPr/>
        </p:nvGrpSpPr>
        <p:grpSpPr>
          <a:xfrm>
            <a:off x="8332551" y="-7"/>
            <a:ext cx="2386151" cy="3293872"/>
            <a:chOff x="8256352" y="-7"/>
            <a:chExt cx="2386151" cy="3293872"/>
          </a:xfrm>
        </p:grpSpPr>
        <p:pic>
          <p:nvPicPr>
            <p:cNvPr id="899" name="Google Shape;899;p72"/>
            <p:cNvPicPr preferRelativeResize="0"/>
            <p:nvPr/>
          </p:nvPicPr>
          <p:blipFill rotWithShape="1">
            <a:blip r:embed="rId2">
              <a:alphaModFix/>
            </a:blip>
            <a:srcRect b="26177" l="16960" r="7121" t="24718"/>
            <a:stretch/>
          </p:blipFill>
          <p:spPr>
            <a:xfrm rot="5400000">
              <a:off x="7886227" y="537590"/>
              <a:ext cx="3126400" cy="2386151"/>
            </a:xfrm>
            <a:prstGeom prst="rect">
              <a:avLst/>
            </a:prstGeom>
            <a:noFill/>
            <a:ln>
              <a:noFill/>
            </a:ln>
          </p:spPr>
        </p:pic>
        <p:grpSp>
          <p:nvGrpSpPr>
            <p:cNvPr id="900" name="Google Shape;900;p72"/>
            <p:cNvGrpSpPr/>
            <p:nvPr/>
          </p:nvGrpSpPr>
          <p:grpSpPr>
            <a:xfrm rot="10800000">
              <a:off x="8452443" y="-7"/>
              <a:ext cx="325155" cy="1788670"/>
              <a:chOff x="8869019" y="-622132"/>
              <a:chExt cx="325155" cy="1788670"/>
            </a:xfrm>
          </p:grpSpPr>
          <p:sp>
            <p:nvSpPr>
              <p:cNvPr id="901" name="Google Shape;901;p72"/>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EB9109">
                      <a:alpha val="30980"/>
                    </a:srgbClr>
                  </a:gs>
                  <a:gs pos="40000">
                    <a:srgbClr val="FF9900">
                      <a:alpha val="30980"/>
                    </a:srgbClr>
                  </a:gs>
                  <a:gs pos="100000">
                    <a:srgbClr val="FFFFFF">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2" name="Google Shape;902;p72"/>
              <p:cNvGrpSpPr/>
              <p:nvPr/>
            </p:nvGrpSpPr>
            <p:grpSpPr>
              <a:xfrm rot="1800062">
                <a:off x="9035610" y="1007995"/>
                <a:ext cx="134040" cy="134009"/>
                <a:chOff x="1101075" y="2142375"/>
                <a:chExt cx="439200" cy="439100"/>
              </a:xfrm>
            </p:grpSpPr>
            <p:sp>
              <p:nvSpPr>
                <p:cNvPr id="903" name="Google Shape;903;p7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 name="Google Shape;904;p7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05" name="Google Shape;905;p72"/>
          <p:cNvGrpSpPr/>
          <p:nvPr/>
        </p:nvGrpSpPr>
        <p:grpSpPr>
          <a:xfrm>
            <a:off x="-213525" y="171225"/>
            <a:ext cx="439200" cy="439100"/>
            <a:chOff x="1101075" y="2142375"/>
            <a:chExt cx="439200" cy="439100"/>
          </a:xfrm>
        </p:grpSpPr>
        <p:sp>
          <p:nvSpPr>
            <p:cNvPr id="906" name="Google Shape;906;p7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 name="Google Shape;907;p7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 name="Google Shape;908;p72"/>
          <p:cNvGrpSpPr/>
          <p:nvPr/>
        </p:nvGrpSpPr>
        <p:grpSpPr>
          <a:xfrm>
            <a:off x="-1262974" y="3161327"/>
            <a:ext cx="4822591" cy="2934500"/>
            <a:chOff x="-1186774" y="3161328"/>
            <a:chExt cx="4822591" cy="2934500"/>
          </a:xfrm>
        </p:grpSpPr>
        <p:pic>
          <p:nvPicPr>
            <p:cNvPr id="909" name="Google Shape;909;p72"/>
            <p:cNvPicPr preferRelativeResize="0"/>
            <p:nvPr/>
          </p:nvPicPr>
          <p:blipFill rotWithShape="1">
            <a:blip r:embed="rId2">
              <a:alphaModFix/>
            </a:blip>
            <a:srcRect b="26177" l="16960" r="7121" t="24718"/>
            <a:stretch/>
          </p:blipFill>
          <p:spPr>
            <a:xfrm rot="5400000">
              <a:off x="-1534175" y="3508728"/>
              <a:ext cx="2934500" cy="2239699"/>
            </a:xfrm>
            <a:prstGeom prst="rect">
              <a:avLst/>
            </a:prstGeom>
            <a:noFill/>
            <a:ln>
              <a:noFill/>
            </a:ln>
          </p:spPr>
        </p:pic>
        <p:sp>
          <p:nvSpPr>
            <p:cNvPr id="910" name="Google Shape;910;p72"/>
            <p:cNvSpPr/>
            <p:nvPr/>
          </p:nvSpPr>
          <p:spPr>
            <a:xfrm rot="-5400000">
              <a:off x="-184180" y="3596444"/>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1" name="Google Shape;911;p72"/>
            <p:cNvGrpSpPr/>
            <p:nvPr/>
          </p:nvGrpSpPr>
          <p:grpSpPr>
            <a:xfrm>
              <a:off x="58899" y="4608583"/>
              <a:ext cx="604346" cy="657081"/>
              <a:chOff x="58899" y="4608583"/>
              <a:chExt cx="604346" cy="657081"/>
            </a:xfrm>
          </p:grpSpPr>
          <p:grpSp>
            <p:nvGrpSpPr>
              <p:cNvPr id="912" name="Google Shape;912;p72"/>
              <p:cNvGrpSpPr/>
              <p:nvPr/>
            </p:nvGrpSpPr>
            <p:grpSpPr>
              <a:xfrm rot="10800000">
                <a:off x="58899" y="4608583"/>
                <a:ext cx="328346" cy="328531"/>
                <a:chOff x="3678700" y="407275"/>
                <a:chExt cx="708100" cy="708500"/>
              </a:xfrm>
            </p:grpSpPr>
            <p:sp>
              <p:nvSpPr>
                <p:cNvPr id="913" name="Google Shape;913;p72"/>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 name="Google Shape;914;p72"/>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 name="Google Shape;915;p72"/>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72"/>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 name="Google Shape;917;p72"/>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72"/>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72"/>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0" name="Google Shape;920;p72"/>
              <p:cNvGrpSpPr/>
              <p:nvPr/>
            </p:nvGrpSpPr>
            <p:grpSpPr>
              <a:xfrm rot="10800000">
                <a:off x="334899" y="4608583"/>
                <a:ext cx="328346" cy="328531"/>
                <a:chOff x="3678700" y="407275"/>
                <a:chExt cx="708100" cy="708500"/>
              </a:xfrm>
            </p:grpSpPr>
            <p:sp>
              <p:nvSpPr>
                <p:cNvPr id="921" name="Google Shape;921;p72"/>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72"/>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72"/>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72"/>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72"/>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72"/>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72"/>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8" name="Google Shape;928;p72"/>
              <p:cNvGrpSpPr/>
              <p:nvPr/>
            </p:nvGrpSpPr>
            <p:grpSpPr>
              <a:xfrm rot="10800000">
                <a:off x="282574" y="4937133"/>
                <a:ext cx="328346" cy="328531"/>
                <a:chOff x="3678700" y="407275"/>
                <a:chExt cx="708100" cy="708500"/>
              </a:xfrm>
            </p:grpSpPr>
            <p:sp>
              <p:nvSpPr>
                <p:cNvPr id="929" name="Google Shape;929;p72"/>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72"/>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 name="Google Shape;931;p72"/>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 name="Google Shape;932;p72"/>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72"/>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72"/>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 name="Google Shape;935;p72"/>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6" name="Google Shape;936;p72"/>
            <p:cNvGrpSpPr/>
            <p:nvPr/>
          </p:nvGrpSpPr>
          <p:grpSpPr>
            <a:xfrm>
              <a:off x="-923150" y="4796551"/>
              <a:ext cx="4558967" cy="134100"/>
              <a:chOff x="796100" y="3019701"/>
              <a:chExt cx="4558967" cy="134100"/>
            </a:xfrm>
          </p:grpSpPr>
          <p:sp>
            <p:nvSpPr>
              <p:cNvPr id="937" name="Google Shape;937;p72"/>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38" name="Google Shape;938;p72"/>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939" name="Google Shape;939;p72"/>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940" name="Shape 940"/>
        <p:cNvGrpSpPr/>
        <p:nvPr/>
      </p:nvGrpSpPr>
      <p:grpSpPr>
        <a:xfrm>
          <a:off x="0" y="0"/>
          <a:ext cx="0" cy="0"/>
          <a:chOff x="0" y="0"/>
          <a:chExt cx="0" cy="0"/>
        </a:xfrm>
      </p:grpSpPr>
      <p:sp>
        <p:nvSpPr>
          <p:cNvPr id="941" name="Google Shape;941;p73"/>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grpSp>
        <p:nvGrpSpPr>
          <p:cNvPr id="942" name="Google Shape;942;p73"/>
          <p:cNvGrpSpPr/>
          <p:nvPr/>
        </p:nvGrpSpPr>
        <p:grpSpPr>
          <a:xfrm>
            <a:off x="-2176651" y="-112745"/>
            <a:ext cx="4680670" cy="5935195"/>
            <a:chOff x="-2176651" y="-112745"/>
            <a:chExt cx="4680670" cy="5935195"/>
          </a:xfrm>
        </p:grpSpPr>
        <p:grpSp>
          <p:nvGrpSpPr>
            <p:cNvPr id="943" name="Google Shape;943;p73"/>
            <p:cNvGrpSpPr/>
            <p:nvPr/>
          </p:nvGrpSpPr>
          <p:grpSpPr>
            <a:xfrm>
              <a:off x="-2176651" y="-112745"/>
              <a:ext cx="4680670" cy="5935195"/>
              <a:chOff x="-2176651" y="-112745"/>
              <a:chExt cx="4680670" cy="5935195"/>
            </a:xfrm>
          </p:grpSpPr>
          <p:sp>
            <p:nvSpPr>
              <p:cNvPr id="944" name="Google Shape;944;p73"/>
              <p:cNvSpPr/>
              <p:nvPr/>
            </p:nvSpPr>
            <p:spPr>
              <a:xfrm rot="-2700000">
                <a:off x="-1523974" y="2178291"/>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5" name="Google Shape;945;p73"/>
              <p:cNvGrpSpPr/>
              <p:nvPr/>
            </p:nvGrpSpPr>
            <p:grpSpPr>
              <a:xfrm rot="-2700000">
                <a:off x="10491" y="4440580"/>
                <a:ext cx="582044" cy="582419"/>
                <a:chOff x="959750" y="3039275"/>
                <a:chExt cx="582050" cy="582425"/>
              </a:xfrm>
            </p:grpSpPr>
            <p:sp>
              <p:nvSpPr>
                <p:cNvPr id="946" name="Google Shape;946;p73"/>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73"/>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 name="Google Shape;948;p73"/>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 name="Google Shape;949;p73"/>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 name="Google Shape;950;p73"/>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 name="Google Shape;951;p73"/>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73"/>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3" name="Google Shape;953;p73"/>
              <p:cNvGrpSpPr/>
              <p:nvPr/>
            </p:nvGrpSpPr>
            <p:grpSpPr>
              <a:xfrm rot="-2700000">
                <a:off x="-183259" y="2704590"/>
                <a:ext cx="582044" cy="582419"/>
                <a:chOff x="959750" y="3039275"/>
                <a:chExt cx="582050" cy="582425"/>
              </a:xfrm>
            </p:grpSpPr>
            <p:sp>
              <p:nvSpPr>
                <p:cNvPr id="954" name="Google Shape;954;p73"/>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EB9109">
                        <a:alpha val="37254"/>
                      </a:srgbClr>
                    </a:gs>
                    <a:gs pos="78000">
                      <a:srgbClr val="F5F8FF">
                        <a:alpha val="37254"/>
                      </a:srgbClr>
                    </a:gs>
                    <a:gs pos="100000">
                      <a:srgbClr val="F5F8FF">
                        <a:alpha val="37254"/>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 name="Google Shape;955;p73"/>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EB9109">
                        <a:alpha val="37254"/>
                      </a:srgbClr>
                    </a:gs>
                    <a:gs pos="78000">
                      <a:srgbClr val="F5F8FF">
                        <a:alpha val="37254"/>
                      </a:srgbClr>
                    </a:gs>
                    <a:gs pos="100000">
                      <a:srgbClr val="F5F8FF">
                        <a:alpha val="37254"/>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73"/>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EB9109">
                        <a:alpha val="37254"/>
                      </a:srgbClr>
                    </a:gs>
                    <a:gs pos="78000">
                      <a:srgbClr val="F5F8FF">
                        <a:alpha val="37254"/>
                      </a:srgbClr>
                    </a:gs>
                    <a:gs pos="100000">
                      <a:srgbClr val="F5F8FF">
                        <a:alpha val="37254"/>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73"/>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EB9109">
                        <a:alpha val="37254"/>
                      </a:srgbClr>
                    </a:gs>
                    <a:gs pos="78000">
                      <a:srgbClr val="F5F8FF">
                        <a:alpha val="37254"/>
                      </a:srgbClr>
                    </a:gs>
                    <a:gs pos="100000">
                      <a:srgbClr val="F5F8FF">
                        <a:alpha val="37254"/>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 name="Google Shape;958;p73"/>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EB9109">
                        <a:alpha val="37254"/>
                      </a:srgbClr>
                    </a:gs>
                    <a:gs pos="78000">
                      <a:srgbClr val="F5F8FF">
                        <a:alpha val="37254"/>
                      </a:srgbClr>
                    </a:gs>
                    <a:gs pos="100000">
                      <a:srgbClr val="F5F8FF">
                        <a:alpha val="37254"/>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 name="Google Shape;959;p73"/>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EB9109">
                        <a:alpha val="37254"/>
                      </a:srgbClr>
                    </a:gs>
                    <a:gs pos="78000">
                      <a:srgbClr val="F5F8FF">
                        <a:alpha val="37254"/>
                      </a:srgbClr>
                    </a:gs>
                    <a:gs pos="100000">
                      <a:srgbClr val="F5F8FF">
                        <a:alpha val="37254"/>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73"/>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EB9109">
                        <a:alpha val="37254"/>
                      </a:srgbClr>
                    </a:gs>
                    <a:gs pos="78000">
                      <a:srgbClr val="F5F8FF">
                        <a:alpha val="37254"/>
                      </a:srgbClr>
                    </a:gs>
                    <a:gs pos="100000">
                      <a:srgbClr val="F5F8FF">
                        <a:alpha val="37254"/>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1" name="Google Shape;961;p73"/>
              <p:cNvSpPr/>
              <p:nvPr/>
            </p:nvSpPr>
            <p:spPr>
              <a:xfrm flipH="1" rot="2700000">
                <a:off x="-1073899" y="473691"/>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2" name="Google Shape;962;p73"/>
            <p:cNvGrpSpPr/>
            <p:nvPr/>
          </p:nvGrpSpPr>
          <p:grpSpPr>
            <a:xfrm>
              <a:off x="-234425" y="3727550"/>
              <a:ext cx="439200" cy="439100"/>
              <a:chOff x="1101075" y="2142375"/>
              <a:chExt cx="439200" cy="439100"/>
            </a:xfrm>
          </p:grpSpPr>
          <p:sp>
            <p:nvSpPr>
              <p:cNvPr id="963" name="Google Shape;963;p7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7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 name="Google Shape;965;p73"/>
            <p:cNvGrpSpPr/>
            <p:nvPr/>
          </p:nvGrpSpPr>
          <p:grpSpPr>
            <a:xfrm rot="10800000">
              <a:off x="713225" y="4931225"/>
              <a:ext cx="439200" cy="439100"/>
              <a:chOff x="1101075" y="2142375"/>
              <a:chExt cx="439200" cy="439100"/>
            </a:xfrm>
          </p:grpSpPr>
          <p:sp>
            <p:nvSpPr>
              <p:cNvPr id="966" name="Google Shape;966;p73"/>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73"/>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68" name="Google Shape;968;p73"/>
          <p:cNvGrpSpPr/>
          <p:nvPr/>
        </p:nvGrpSpPr>
        <p:grpSpPr>
          <a:xfrm>
            <a:off x="6642300" y="-415700"/>
            <a:ext cx="4558967" cy="1887074"/>
            <a:chOff x="6566100" y="-415700"/>
            <a:chExt cx="4558967" cy="1887074"/>
          </a:xfrm>
        </p:grpSpPr>
        <p:pic>
          <p:nvPicPr>
            <p:cNvPr id="969" name="Google Shape;969;p73"/>
            <p:cNvPicPr preferRelativeResize="0"/>
            <p:nvPr/>
          </p:nvPicPr>
          <p:blipFill rotWithShape="1">
            <a:blip r:embed="rId2">
              <a:alphaModFix/>
            </a:blip>
            <a:srcRect b="26177" l="16960" r="7121" t="24718"/>
            <a:stretch/>
          </p:blipFill>
          <p:spPr>
            <a:xfrm>
              <a:off x="8278550" y="-392375"/>
              <a:ext cx="2441950" cy="1863749"/>
            </a:xfrm>
            <a:prstGeom prst="rect">
              <a:avLst/>
            </a:prstGeom>
            <a:noFill/>
            <a:ln>
              <a:noFill/>
            </a:ln>
          </p:spPr>
        </p:pic>
        <p:grpSp>
          <p:nvGrpSpPr>
            <p:cNvPr id="970" name="Google Shape;970;p73"/>
            <p:cNvGrpSpPr/>
            <p:nvPr/>
          </p:nvGrpSpPr>
          <p:grpSpPr>
            <a:xfrm rot="5400000">
              <a:off x="7714063" y="-991384"/>
              <a:ext cx="1433416" cy="2584783"/>
              <a:chOff x="-363162" y="-645597"/>
              <a:chExt cx="1433416" cy="2584783"/>
            </a:xfrm>
          </p:grpSpPr>
          <p:grpSp>
            <p:nvGrpSpPr>
              <p:cNvPr id="971" name="Google Shape;971;p73"/>
              <p:cNvGrpSpPr/>
              <p:nvPr/>
            </p:nvGrpSpPr>
            <p:grpSpPr>
              <a:xfrm rot="10800000">
                <a:off x="-64596" y="-645597"/>
                <a:ext cx="1134850" cy="2370192"/>
                <a:chOff x="-575575" y="3685599"/>
                <a:chExt cx="1421049" cy="2967933"/>
              </a:xfrm>
            </p:grpSpPr>
            <p:sp>
              <p:nvSpPr>
                <p:cNvPr id="972" name="Google Shape;972;p73"/>
                <p:cNvSpPr/>
                <p:nvPr/>
              </p:nvSpPr>
              <p:spPr>
                <a:xfrm>
                  <a:off x="-575575" y="3685599"/>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73"/>
                <p:cNvSpPr/>
                <p:nvPr/>
              </p:nvSpPr>
              <p:spPr>
                <a:xfrm rot="10800000">
                  <a:off x="-575573" y="3820175"/>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4" name="Google Shape;974;p73"/>
              <p:cNvSpPr/>
              <p:nvPr/>
            </p:nvSpPr>
            <p:spPr>
              <a:xfrm>
                <a:off x="0" y="36165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73"/>
              <p:cNvSpPr/>
              <p:nvPr/>
            </p:nvSpPr>
            <p:spPr>
              <a:xfrm>
                <a:off x="131225" y="0"/>
                <a:ext cx="581991" cy="575861"/>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6" name="Google Shape;976;p73"/>
              <p:cNvGrpSpPr/>
              <p:nvPr/>
            </p:nvGrpSpPr>
            <p:grpSpPr>
              <a:xfrm flipH="1" rot="-2700000">
                <a:off x="-216370" y="1084101"/>
                <a:ext cx="708093" cy="708493"/>
                <a:chOff x="3678700" y="407275"/>
                <a:chExt cx="708100" cy="708500"/>
              </a:xfrm>
            </p:grpSpPr>
            <p:sp>
              <p:nvSpPr>
                <p:cNvPr id="977" name="Google Shape;977;p73"/>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73"/>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73"/>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 name="Google Shape;980;p73"/>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 name="Google Shape;981;p73"/>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73"/>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73"/>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4" name="Google Shape;984;p73"/>
            <p:cNvGrpSpPr/>
            <p:nvPr/>
          </p:nvGrpSpPr>
          <p:grpSpPr>
            <a:xfrm rot="10800000">
              <a:off x="6566100" y="233963"/>
              <a:ext cx="4558967" cy="134100"/>
              <a:chOff x="796100" y="3019701"/>
              <a:chExt cx="4558967" cy="134100"/>
            </a:xfrm>
          </p:grpSpPr>
          <p:sp>
            <p:nvSpPr>
              <p:cNvPr id="985" name="Google Shape;985;p73"/>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86" name="Google Shape;986;p73"/>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987" name="Google Shape;987;p73"/>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0_1_1_1">
    <p:spTree>
      <p:nvGrpSpPr>
        <p:cNvPr id="988" name="Shape 988"/>
        <p:cNvGrpSpPr/>
        <p:nvPr/>
      </p:nvGrpSpPr>
      <p:grpSpPr>
        <a:xfrm>
          <a:off x="0" y="0"/>
          <a:ext cx="0" cy="0"/>
          <a:chOff x="0" y="0"/>
          <a:chExt cx="0" cy="0"/>
        </a:xfrm>
      </p:grpSpPr>
      <p:grpSp>
        <p:nvGrpSpPr>
          <p:cNvPr id="989" name="Google Shape;989;p74"/>
          <p:cNvGrpSpPr/>
          <p:nvPr/>
        </p:nvGrpSpPr>
        <p:grpSpPr>
          <a:xfrm>
            <a:off x="5404975" y="2221118"/>
            <a:ext cx="4263000" cy="3617400"/>
            <a:chOff x="5328775" y="2221118"/>
            <a:chExt cx="4263000" cy="3617400"/>
          </a:xfrm>
        </p:grpSpPr>
        <p:sp>
          <p:nvSpPr>
            <p:cNvPr id="990" name="Google Shape;990;p74"/>
            <p:cNvSpPr/>
            <p:nvPr/>
          </p:nvSpPr>
          <p:spPr>
            <a:xfrm>
              <a:off x="5328775" y="2221118"/>
              <a:ext cx="4263000" cy="3617400"/>
            </a:xfrm>
            <a:prstGeom prst="ellipse">
              <a:avLst/>
            </a:pr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1" name="Google Shape;991;p74"/>
            <p:cNvGrpSpPr/>
            <p:nvPr/>
          </p:nvGrpSpPr>
          <p:grpSpPr>
            <a:xfrm>
              <a:off x="7218100" y="4855088"/>
              <a:ext cx="931125" cy="525762"/>
              <a:chOff x="7218100" y="4855088"/>
              <a:chExt cx="931125" cy="525762"/>
            </a:xfrm>
          </p:grpSpPr>
          <p:grpSp>
            <p:nvGrpSpPr>
              <p:cNvPr id="992" name="Google Shape;992;p74"/>
              <p:cNvGrpSpPr/>
              <p:nvPr/>
            </p:nvGrpSpPr>
            <p:grpSpPr>
              <a:xfrm>
                <a:off x="7710025" y="4941750"/>
                <a:ext cx="439200" cy="439100"/>
                <a:chOff x="1101075" y="2142375"/>
                <a:chExt cx="439200" cy="439100"/>
              </a:xfrm>
            </p:grpSpPr>
            <p:sp>
              <p:nvSpPr>
                <p:cNvPr id="993" name="Google Shape;993;p7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7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5" name="Google Shape;995;p74"/>
              <p:cNvGrpSpPr/>
              <p:nvPr/>
            </p:nvGrpSpPr>
            <p:grpSpPr>
              <a:xfrm>
                <a:off x="7218100" y="4855088"/>
                <a:ext cx="439200" cy="439100"/>
                <a:chOff x="1101075" y="2142375"/>
                <a:chExt cx="439200" cy="439100"/>
              </a:xfrm>
            </p:grpSpPr>
            <p:sp>
              <p:nvSpPr>
                <p:cNvPr id="996" name="Google Shape;996;p7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7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
        <p:nvSpPr>
          <p:cNvPr id="998" name="Google Shape;998;p74"/>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grpSp>
        <p:nvGrpSpPr>
          <p:cNvPr id="999" name="Google Shape;999;p74"/>
          <p:cNvGrpSpPr/>
          <p:nvPr/>
        </p:nvGrpSpPr>
        <p:grpSpPr>
          <a:xfrm>
            <a:off x="-2175000" y="3012192"/>
            <a:ext cx="3701086" cy="3345171"/>
            <a:chOff x="-1886500" y="2599117"/>
            <a:chExt cx="3701086" cy="3345171"/>
          </a:xfrm>
        </p:grpSpPr>
        <p:pic>
          <p:nvPicPr>
            <p:cNvPr id="1000" name="Google Shape;1000;p74"/>
            <p:cNvPicPr preferRelativeResize="0"/>
            <p:nvPr/>
          </p:nvPicPr>
          <p:blipFill rotWithShape="1">
            <a:blip r:embed="rId2">
              <a:alphaModFix/>
            </a:blip>
            <a:srcRect b="26177" l="16960" r="7121" t="24718"/>
            <a:stretch/>
          </p:blipFill>
          <p:spPr>
            <a:xfrm rot="10800000">
              <a:off x="-1886500" y="3119537"/>
              <a:ext cx="3701086" cy="2824751"/>
            </a:xfrm>
            <a:prstGeom prst="rect">
              <a:avLst/>
            </a:prstGeom>
            <a:noFill/>
            <a:ln>
              <a:noFill/>
            </a:ln>
          </p:spPr>
        </p:pic>
        <p:sp>
          <p:nvSpPr>
            <p:cNvPr id="1001" name="Google Shape;1001;p74"/>
            <p:cNvSpPr/>
            <p:nvPr/>
          </p:nvSpPr>
          <p:spPr>
            <a:xfrm rot="10800000">
              <a:off x="-402274" y="2599117"/>
              <a:ext cx="1201697" cy="2824744"/>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74"/>
            <p:cNvSpPr/>
            <p:nvPr/>
          </p:nvSpPr>
          <p:spPr>
            <a:xfrm rot="10800000">
              <a:off x="-207237" y="2599870"/>
              <a:ext cx="1201697" cy="2824744"/>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274"/>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03" name="Google Shape;1003;p74"/>
            <p:cNvGrpSpPr/>
            <p:nvPr/>
          </p:nvGrpSpPr>
          <p:grpSpPr>
            <a:xfrm rot="10800000">
              <a:off x="-37979" y="5013439"/>
              <a:ext cx="134004" cy="134004"/>
              <a:chOff x="8356813" y="1074288"/>
              <a:chExt cx="351900" cy="351900"/>
            </a:xfrm>
          </p:grpSpPr>
          <p:sp>
            <p:nvSpPr>
              <p:cNvPr id="1004" name="Google Shape;1004;p7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7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6" name="Google Shape;1006;p74"/>
            <p:cNvGrpSpPr/>
            <p:nvPr/>
          </p:nvGrpSpPr>
          <p:grpSpPr>
            <a:xfrm rot="10800000">
              <a:off x="447446" y="4173589"/>
              <a:ext cx="134004" cy="134004"/>
              <a:chOff x="8356813" y="1074288"/>
              <a:chExt cx="351900" cy="351900"/>
            </a:xfrm>
          </p:grpSpPr>
          <p:sp>
            <p:nvSpPr>
              <p:cNvPr id="1007" name="Google Shape;1007;p7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7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9" name="Google Shape;1009;p74"/>
            <p:cNvGrpSpPr/>
            <p:nvPr/>
          </p:nvGrpSpPr>
          <p:grpSpPr>
            <a:xfrm rot="10800000">
              <a:off x="539621" y="2985514"/>
              <a:ext cx="134004" cy="134004"/>
              <a:chOff x="8356813" y="1074288"/>
              <a:chExt cx="351900" cy="351900"/>
            </a:xfrm>
          </p:grpSpPr>
          <p:sp>
            <p:nvSpPr>
              <p:cNvPr id="1010" name="Google Shape;1010;p7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7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12" name="Google Shape;1012;p74"/>
          <p:cNvGrpSpPr/>
          <p:nvPr/>
        </p:nvGrpSpPr>
        <p:grpSpPr>
          <a:xfrm>
            <a:off x="5928900" y="-249669"/>
            <a:ext cx="5688165" cy="3493826"/>
            <a:chOff x="5852700" y="-249669"/>
            <a:chExt cx="5688165" cy="3493826"/>
          </a:xfrm>
        </p:grpSpPr>
        <p:grpSp>
          <p:nvGrpSpPr>
            <p:cNvPr id="1013" name="Google Shape;1013;p74"/>
            <p:cNvGrpSpPr/>
            <p:nvPr/>
          </p:nvGrpSpPr>
          <p:grpSpPr>
            <a:xfrm>
              <a:off x="8783705" y="1899359"/>
              <a:ext cx="402160" cy="1344798"/>
              <a:chOff x="8668555" y="1976884"/>
              <a:chExt cx="402160" cy="1344798"/>
            </a:xfrm>
          </p:grpSpPr>
          <p:sp>
            <p:nvSpPr>
              <p:cNvPr id="1014" name="Google Shape;1014;p74"/>
              <p:cNvSpPr/>
              <p:nvPr/>
            </p:nvSpPr>
            <p:spPr>
              <a:xfrm flipH="1">
                <a:off x="8823846" y="2094964"/>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9900FF">
                      <a:alpha val="46274"/>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74"/>
              <p:cNvSpPr/>
              <p:nvPr/>
            </p:nvSpPr>
            <p:spPr>
              <a:xfrm flipH="1">
                <a:off x="8668555" y="19768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 name="Google Shape;1016;p74"/>
            <p:cNvGrpSpPr/>
            <p:nvPr/>
          </p:nvGrpSpPr>
          <p:grpSpPr>
            <a:xfrm>
              <a:off x="8598675" y="1421188"/>
              <a:ext cx="904666" cy="726121"/>
              <a:chOff x="7945225" y="4302000"/>
              <a:chExt cx="904666" cy="726121"/>
            </a:xfrm>
          </p:grpSpPr>
          <p:sp>
            <p:nvSpPr>
              <p:cNvPr id="1017" name="Google Shape;1017;p74"/>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74"/>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74"/>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 name="Google Shape;1020;p74"/>
            <p:cNvGrpSpPr/>
            <p:nvPr/>
          </p:nvGrpSpPr>
          <p:grpSpPr>
            <a:xfrm flipH="1" rot="10800000">
              <a:off x="7579757" y="-249669"/>
              <a:ext cx="2601921" cy="2438356"/>
              <a:chOff x="7340129" y="2866613"/>
              <a:chExt cx="2439225" cy="2438356"/>
            </a:xfrm>
          </p:grpSpPr>
          <p:sp>
            <p:nvSpPr>
              <p:cNvPr id="1021" name="Google Shape;1021;p74"/>
              <p:cNvSpPr/>
              <p:nvPr/>
            </p:nvSpPr>
            <p:spPr>
              <a:xfrm flipH="1" rot="2700000">
                <a:off x="8012290" y="2875755"/>
                <a:ext cx="981794" cy="230783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74"/>
              <p:cNvSpPr/>
              <p:nvPr/>
            </p:nvSpPr>
            <p:spPr>
              <a:xfrm flipH="1" rot="2700000">
                <a:off x="8125398" y="2987994"/>
                <a:ext cx="981794" cy="230783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3" name="Google Shape;1023;p74"/>
            <p:cNvSpPr/>
            <p:nvPr/>
          </p:nvSpPr>
          <p:spPr>
            <a:xfrm flipH="1" rot="5400000">
              <a:off x="6551329" y="-896010"/>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4" name="Google Shape;1024;p74"/>
            <p:cNvGrpSpPr/>
            <p:nvPr/>
          </p:nvGrpSpPr>
          <p:grpSpPr>
            <a:xfrm>
              <a:off x="6917731" y="246011"/>
              <a:ext cx="4623134" cy="134070"/>
              <a:chOff x="6917731" y="246011"/>
              <a:chExt cx="4623134" cy="134070"/>
            </a:xfrm>
          </p:grpSpPr>
          <p:sp>
            <p:nvSpPr>
              <p:cNvPr id="1025" name="Google Shape;1025;p74"/>
              <p:cNvSpPr/>
              <p:nvPr/>
            </p:nvSpPr>
            <p:spPr>
              <a:xfrm flipH="1">
                <a:off x="6917731" y="246011"/>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 name="Google Shape;1026;p74"/>
              <p:cNvSpPr/>
              <p:nvPr/>
            </p:nvSpPr>
            <p:spPr>
              <a:xfrm flipH="1">
                <a:off x="6947845" y="276153"/>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27" name="Google Shape;1027;p74"/>
              <p:cNvCxnSpPr/>
              <p:nvPr/>
            </p:nvCxnSpPr>
            <p:spPr>
              <a:xfrm rot="10800000">
                <a:off x="7013865" y="313050"/>
                <a:ext cx="4527000" cy="0"/>
              </a:xfrm>
              <a:prstGeom prst="straightConnector1">
                <a:avLst/>
              </a:prstGeom>
              <a:noFill/>
              <a:ln cap="flat" cmpd="sng" w="9525">
                <a:solidFill>
                  <a:schemeClr val="dk2"/>
                </a:solidFill>
                <a:prstDash val="solid"/>
                <a:round/>
                <a:headEnd len="sm" w="sm" type="none"/>
                <a:tailEnd len="sm" w="sm" type="none"/>
              </a:ln>
            </p:spPr>
          </p:cxn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028" name="Shape 1028"/>
        <p:cNvGrpSpPr/>
        <p:nvPr/>
      </p:nvGrpSpPr>
      <p:grpSpPr>
        <a:xfrm>
          <a:off x="0" y="0"/>
          <a:ext cx="0" cy="0"/>
          <a:chOff x="0" y="0"/>
          <a:chExt cx="0" cy="0"/>
        </a:xfrm>
      </p:grpSpPr>
      <p:sp>
        <p:nvSpPr>
          <p:cNvPr id="1029" name="Google Shape;1029;p7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030" name="Google Shape;1030;p75"/>
          <p:cNvSpPr txBox="1"/>
          <p:nvPr>
            <p:ph idx="1" type="subTitle"/>
          </p:nvPr>
        </p:nvSpPr>
        <p:spPr>
          <a:xfrm>
            <a:off x="713225" y="2041525"/>
            <a:ext cx="5578500" cy="6066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031" name="Google Shape;1031;p75"/>
          <p:cNvSpPr txBox="1"/>
          <p:nvPr>
            <p:ph idx="2" type="subTitle"/>
          </p:nvPr>
        </p:nvSpPr>
        <p:spPr>
          <a:xfrm>
            <a:off x="713225" y="3366650"/>
            <a:ext cx="5578500" cy="6426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2800"/>
              <a:buNone/>
              <a:defRPr b="0"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032" name="Google Shape;1032;p75"/>
          <p:cNvSpPr txBox="1"/>
          <p:nvPr>
            <p:ph idx="3" type="subTitle"/>
          </p:nvPr>
        </p:nvSpPr>
        <p:spPr>
          <a:xfrm>
            <a:off x="713225" y="1679400"/>
            <a:ext cx="55785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sp>
        <p:nvSpPr>
          <p:cNvPr id="1033" name="Google Shape;1033;p75"/>
          <p:cNvSpPr txBox="1"/>
          <p:nvPr>
            <p:ph idx="4" type="subTitle"/>
          </p:nvPr>
        </p:nvSpPr>
        <p:spPr>
          <a:xfrm>
            <a:off x="713225" y="3040550"/>
            <a:ext cx="5578500" cy="402300"/>
          </a:xfrm>
          <a:prstGeom prst="rect">
            <a:avLst/>
          </a:prstGeom>
          <a:noFill/>
          <a:ln>
            <a:noFill/>
          </a:ln>
        </p:spPr>
        <p:txBody>
          <a:bodyPr anchorCtr="0" anchor="b" bIns="91425" lIns="91425" spcFirstLastPara="1" rIns="91425" wrap="square" tIns="91425">
            <a:noAutofit/>
          </a:bodyPr>
          <a:lstStyle>
            <a:lvl1pPr lvl="0" algn="l">
              <a:lnSpc>
                <a:spcPct val="115000"/>
              </a:lnSpc>
              <a:spcBef>
                <a:spcPts val="0"/>
              </a:spcBef>
              <a:spcAft>
                <a:spcPts val="0"/>
              </a:spcAft>
              <a:buSzPts val="2400"/>
              <a:buFont typeface="IBM Plex Mono"/>
              <a:buNone/>
              <a:defRPr b="1" sz="2000">
                <a:latin typeface="IBM Plex Mono"/>
                <a:ea typeface="IBM Plex Mono"/>
                <a:cs typeface="IBM Plex Mono"/>
                <a:sym typeface="IBM Plex Mono"/>
              </a:defRPr>
            </a:lvl1pPr>
            <a:lvl2pPr lvl="1"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2pPr>
            <a:lvl3pPr lvl="2"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3pPr>
            <a:lvl4pPr lvl="3"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4pPr>
            <a:lvl5pPr lvl="4"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5pPr>
            <a:lvl6pPr lvl="5"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6pPr>
            <a:lvl7pPr lvl="6"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7pPr>
            <a:lvl8pPr lvl="7"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8pPr>
            <a:lvl9pPr lvl="8" algn="ctr">
              <a:lnSpc>
                <a:spcPct val="100000"/>
              </a:lnSpc>
              <a:spcBef>
                <a:spcPts val="0"/>
              </a:spcBef>
              <a:spcAft>
                <a:spcPts val="0"/>
              </a:spcAft>
              <a:buSzPts val="2400"/>
              <a:buFont typeface="IBM Plex Mono"/>
              <a:buNone/>
              <a:defRPr b="1" sz="2400">
                <a:latin typeface="IBM Plex Mono"/>
                <a:ea typeface="IBM Plex Mono"/>
                <a:cs typeface="IBM Plex Mono"/>
                <a:sym typeface="IBM Plex Mono"/>
              </a:defRPr>
            </a:lvl9pPr>
          </a:lstStyle>
          <a:p/>
        </p:txBody>
      </p:sp>
      <p:grpSp>
        <p:nvGrpSpPr>
          <p:cNvPr id="1034" name="Google Shape;1034;p75"/>
          <p:cNvGrpSpPr/>
          <p:nvPr/>
        </p:nvGrpSpPr>
        <p:grpSpPr>
          <a:xfrm flipH="1" rot="-5400000">
            <a:off x="6239120" y="1032768"/>
            <a:ext cx="5022035" cy="4764449"/>
            <a:chOff x="4571994" y="2268219"/>
            <a:chExt cx="5022035" cy="4764449"/>
          </a:xfrm>
        </p:grpSpPr>
        <p:pic>
          <p:nvPicPr>
            <p:cNvPr id="1035" name="Google Shape;1035;p75"/>
            <p:cNvPicPr preferRelativeResize="0"/>
            <p:nvPr/>
          </p:nvPicPr>
          <p:blipFill rotWithShape="1">
            <a:blip r:embed="rId2">
              <a:alphaModFix/>
            </a:blip>
            <a:srcRect b="26177" l="16960" r="7121" t="24718"/>
            <a:stretch/>
          </p:blipFill>
          <p:spPr>
            <a:xfrm flipH="1">
              <a:off x="5978271" y="3376950"/>
              <a:ext cx="3615750" cy="2759625"/>
            </a:xfrm>
            <a:prstGeom prst="rect">
              <a:avLst/>
            </a:prstGeom>
            <a:noFill/>
            <a:ln>
              <a:noFill/>
            </a:ln>
          </p:spPr>
        </p:pic>
        <p:grpSp>
          <p:nvGrpSpPr>
            <p:cNvPr id="1036" name="Google Shape;1036;p75"/>
            <p:cNvGrpSpPr/>
            <p:nvPr/>
          </p:nvGrpSpPr>
          <p:grpSpPr>
            <a:xfrm rot="10800000">
              <a:off x="4571994" y="2268219"/>
              <a:ext cx="5022035" cy="4764449"/>
              <a:chOff x="-494405" y="-1584825"/>
              <a:chExt cx="4397193" cy="4171657"/>
            </a:xfrm>
          </p:grpSpPr>
          <p:grpSp>
            <p:nvGrpSpPr>
              <p:cNvPr id="1037" name="Google Shape;1037;p75"/>
              <p:cNvGrpSpPr/>
              <p:nvPr/>
            </p:nvGrpSpPr>
            <p:grpSpPr>
              <a:xfrm>
                <a:off x="245875" y="-51824"/>
                <a:ext cx="208200" cy="1824700"/>
                <a:chOff x="1040050" y="3812126"/>
                <a:chExt cx="208200" cy="1824700"/>
              </a:xfrm>
            </p:grpSpPr>
            <p:sp>
              <p:nvSpPr>
                <p:cNvPr id="1038" name="Google Shape;1038;p75"/>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75"/>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0" name="Google Shape;1040;p75"/>
              <p:cNvGrpSpPr/>
              <p:nvPr/>
            </p:nvGrpSpPr>
            <p:grpSpPr>
              <a:xfrm rot="-8100000">
                <a:off x="540898" y="-1172741"/>
                <a:ext cx="2552124" cy="3347490"/>
                <a:chOff x="2976325" y="908175"/>
                <a:chExt cx="4028179" cy="5283555"/>
              </a:xfrm>
            </p:grpSpPr>
            <p:sp>
              <p:nvSpPr>
                <p:cNvPr id="1041" name="Google Shape;1041;p75"/>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 name="Google Shape;1042;p75"/>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 name="Google Shape;1043;p75"/>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4" name="Google Shape;1044;p75"/>
              <p:cNvGrpSpPr/>
              <p:nvPr/>
            </p:nvGrpSpPr>
            <p:grpSpPr>
              <a:xfrm>
                <a:off x="-1" y="621223"/>
                <a:ext cx="699940" cy="478601"/>
                <a:chOff x="39723" y="4349021"/>
                <a:chExt cx="1061964" cy="726143"/>
              </a:xfrm>
            </p:grpSpPr>
            <p:grpSp>
              <p:nvGrpSpPr>
                <p:cNvPr id="1045" name="Google Shape;1045;p75"/>
                <p:cNvGrpSpPr/>
                <p:nvPr/>
              </p:nvGrpSpPr>
              <p:grpSpPr>
                <a:xfrm rot="2700000">
                  <a:off x="140502" y="4460924"/>
                  <a:ext cx="524584" cy="502337"/>
                  <a:chOff x="1189791" y="-1767331"/>
                  <a:chExt cx="904284" cy="865933"/>
                </a:xfrm>
              </p:grpSpPr>
              <p:sp>
                <p:nvSpPr>
                  <p:cNvPr id="1046" name="Google Shape;1046;p7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7" name="Google Shape;1047;p75"/>
                  <p:cNvGrpSpPr/>
                  <p:nvPr/>
                </p:nvGrpSpPr>
                <p:grpSpPr>
                  <a:xfrm>
                    <a:off x="1232795" y="-1740829"/>
                    <a:ext cx="717622" cy="717393"/>
                    <a:chOff x="1483457" y="3953671"/>
                    <a:chExt cx="717622" cy="717393"/>
                  </a:xfrm>
                </p:grpSpPr>
                <p:sp>
                  <p:nvSpPr>
                    <p:cNvPr id="1048" name="Google Shape;1048;p7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p7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p7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p7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7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053" name="Google Shape;1053;p7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4" name="Google Shape;1054;p75"/>
              <p:cNvGrpSpPr/>
              <p:nvPr/>
            </p:nvGrpSpPr>
            <p:grpSpPr>
              <a:xfrm>
                <a:off x="955673" y="11"/>
                <a:ext cx="592576" cy="405260"/>
                <a:chOff x="39723" y="4349021"/>
                <a:chExt cx="1061964" cy="726143"/>
              </a:xfrm>
            </p:grpSpPr>
            <p:grpSp>
              <p:nvGrpSpPr>
                <p:cNvPr id="1055" name="Google Shape;1055;p75"/>
                <p:cNvGrpSpPr/>
                <p:nvPr/>
              </p:nvGrpSpPr>
              <p:grpSpPr>
                <a:xfrm rot="2700000">
                  <a:off x="140502" y="4460924"/>
                  <a:ext cx="524584" cy="502337"/>
                  <a:chOff x="1189791" y="-1767331"/>
                  <a:chExt cx="904284" cy="865933"/>
                </a:xfrm>
              </p:grpSpPr>
              <p:sp>
                <p:nvSpPr>
                  <p:cNvPr id="1056" name="Google Shape;1056;p7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7" name="Google Shape;1057;p75"/>
                  <p:cNvGrpSpPr/>
                  <p:nvPr/>
                </p:nvGrpSpPr>
                <p:grpSpPr>
                  <a:xfrm>
                    <a:off x="1232795" y="-1740829"/>
                    <a:ext cx="717622" cy="717393"/>
                    <a:chOff x="1483457" y="3953671"/>
                    <a:chExt cx="717622" cy="717393"/>
                  </a:xfrm>
                </p:grpSpPr>
                <p:sp>
                  <p:nvSpPr>
                    <p:cNvPr id="1058" name="Google Shape;1058;p7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p7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p7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 name="Google Shape;1061;p7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p7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063" name="Google Shape;1063;p7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4" name="Google Shape;1064;p75"/>
              <p:cNvGrpSpPr/>
              <p:nvPr/>
            </p:nvGrpSpPr>
            <p:grpSpPr>
              <a:xfrm>
                <a:off x="441574" y="-36652"/>
                <a:ext cx="699940" cy="478601"/>
                <a:chOff x="39723" y="4349021"/>
                <a:chExt cx="1061964" cy="726143"/>
              </a:xfrm>
            </p:grpSpPr>
            <p:grpSp>
              <p:nvGrpSpPr>
                <p:cNvPr id="1065" name="Google Shape;1065;p75"/>
                <p:cNvGrpSpPr/>
                <p:nvPr/>
              </p:nvGrpSpPr>
              <p:grpSpPr>
                <a:xfrm rot="2700000">
                  <a:off x="140502" y="4460924"/>
                  <a:ext cx="524584" cy="502337"/>
                  <a:chOff x="1189791" y="-1767331"/>
                  <a:chExt cx="904284" cy="865933"/>
                </a:xfrm>
              </p:grpSpPr>
              <p:sp>
                <p:nvSpPr>
                  <p:cNvPr id="1066" name="Google Shape;1066;p7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7" name="Google Shape;1067;p75"/>
                  <p:cNvGrpSpPr/>
                  <p:nvPr/>
                </p:nvGrpSpPr>
                <p:grpSpPr>
                  <a:xfrm>
                    <a:off x="1232795" y="-1740829"/>
                    <a:ext cx="717622" cy="717393"/>
                    <a:chOff x="1483457" y="3953671"/>
                    <a:chExt cx="717622" cy="717393"/>
                  </a:xfrm>
                </p:grpSpPr>
                <p:sp>
                  <p:nvSpPr>
                    <p:cNvPr id="1068" name="Google Shape;1068;p7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 name="Google Shape;1069;p7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 name="Google Shape;1070;p7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p7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p7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073" name="Google Shape;1073;p7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 name="Google Shape;1074;p75"/>
              <p:cNvGrpSpPr/>
              <p:nvPr/>
            </p:nvGrpSpPr>
            <p:grpSpPr>
              <a:xfrm>
                <a:off x="-494405" y="-252396"/>
                <a:ext cx="1741563" cy="1288563"/>
                <a:chOff x="-494405" y="-252396"/>
                <a:chExt cx="1741563" cy="1288563"/>
              </a:xfrm>
            </p:grpSpPr>
            <p:sp>
              <p:nvSpPr>
                <p:cNvPr id="1075" name="Google Shape;1075;p75"/>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75"/>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77" name="Google Shape;1077;p75"/>
            <p:cNvGrpSpPr/>
            <p:nvPr/>
          </p:nvGrpSpPr>
          <p:grpSpPr>
            <a:xfrm>
              <a:off x="5643425" y="4968525"/>
              <a:ext cx="439200" cy="439100"/>
              <a:chOff x="1101075" y="2142375"/>
              <a:chExt cx="439200" cy="439100"/>
            </a:xfrm>
          </p:grpSpPr>
          <p:sp>
            <p:nvSpPr>
              <p:cNvPr id="1078" name="Google Shape;1078;p7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p7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pic>
        <p:nvPicPr>
          <p:cNvPr id="1080" name="Google Shape;1080;p75"/>
          <p:cNvPicPr preferRelativeResize="0"/>
          <p:nvPr/>
        </p:nvPicPr>
        <p:blipFill rotWithShape="1">
          <a:blip r:embed="rId2">
            <a:alphaModFix/>
          </a:blip>
          <a:srcRect b="26177" l="16960" r="7121" t="24718"/>
          <a:stretch/>
        </p:blipFill>
        <p:spPr>
          <a:xfrm rot="5400000">
            <a:off x="-1432850" y="882950"/>
            <a:ext cx="2441950" cy="1863749"/>
          </a:xfrm>
          <a:prstGeom prst="rect">
            <a:avLst/>
          </a:prstGeom>
          <a:noFill/>
          <a:ln>
            <a:noFill/>
          </a:ln>
        </p:spPr>
      </p:pic>
      <p:grpSp>
        <p:nvGrpSpPr>
          <p:cNvPr id="1081" name="Google Shape;1081;p75"/>
          <p:cNvGrpSpPr/>
          <p:nvPr/>
        </p:nvGrpSpPr>
        <p:grpSpPr>
          <a:xfrm rot="10800000">
            <a:off x="6045700" y="237976"/>
            <a:ext cx="4558967" cy="134100"/>
            <a:chOff x="796100" y="3019701"/>
            <a:chExt cx="4558967" cy="134100"/>
          </a:xfrm>
        </p:grpSpPr>
        <p:sp>
          <p:nvSpPr>
            <p:cNvPr id="1082" name="Google Shape;1082;p7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83" name="Google Shape;1083;p75"/>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1084" name="Google Shape;1084;p7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5" name="Google Shape;1085;p75"/>
          <p:cNvGrpSpPr/>
          <p:nvPr/>
        </p:nvGrpSpPr>
        <p:grpSpPr>
          <a:xfrm>
            <a:off x="-1143750" y="3925887"/>
            <a:ext cx="4558967" cy="1517787"/>
            <a:chOff x="-1143750" y="3849687"/>
            <a:chExt cx="4558967" cy="1517787"/>
          </a:xfrm>
        </p:grpSpPr>
        <p:grpSp>
          <p:nvGrpSpPr>
            <p:cNvPr id="1086" name="Google Shape;1086;p75"/>
            <p:cNvGrpSpPr/>
            <p:nvPr/>
          </p:nvGrpSpPr>
          <p:grpSpPr>
            <a:xfrm rot="5400000">
              <a:off x="-805838" y="4155104"/>
              <a:ext cx="1517787" cy="906953"/>
              <a:chOff x="-55500" y="4835979"/>
              <a:chExt cx="1517787" cy="906953"/>
            </a:xfrm>
          </p:grpSpPr>
          <p:sp>
            <p:nvSpPr>
              <p:cNvPr id="1087" name="Google Shape;1087;p75"/>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75"/>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75"/>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 name="Google Shape;1090;p75"/>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1" name="Google Shape;1091;p75"/>
            <p:cNvGrpSpPr/>
            <p:nvPr/>
          </p:nvGrpSpPr>
          <p:grpSpPr>
            <a:xfrm>
              <a:off x="-549966" y="3946425"/>
              <a:ext cx="2833357" cy="1421047"/>
              <a:chOff x="-677366" y="4067275"/>
              <a:chExt cx="2833357" cy="1421047"/>
            </a:xfrm>
          </p:grpSpPr>
          <p:sp>
            <p:nvSpPr>
              <p:cNvPr id="1092" name="Google Shape;1092;p75"/>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3" name="Google Shape;1093;p75"/>
              <p:cNvGrpSpPr/>
              <p:nvPr/>
            </p:nvGrpSpPr>
            <p:grpSpPr>
              <a:xfrm>
                <a:off x="317735" y="4614472"/>
                <a:ext cx="161977" cy="161940"/>
                <a:chOff x="1101075" y="2142375"/>
                <a:chExt cx="439200" cy="439100"/>
              </a:xfrm>
            </p:grpSpPr>
            <p:sp>
              <p:nvSpPr>
                <p:cNvPr id="1094" name="Google Shape;1094;p7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7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6" name="Google Shape;1096;p75"/>
              <p:cNvGrpSpPr/>
              <p:nvPr/>
            </p:nvGrpSpPr>
            <p:grpSpPr>
              <a:xfrm rot="10800000">
                <a:off x="1700151" y="5032693"/>
                <a:ext cx="161977" cy="161940"/>
                <a:chOff x="1101075" y="2142375"/>
                <a:chExt cx="439200" cy="439100"/>
              </a:xfrm>
            </p:grpSpPr>
            <p:sp>
              <p:nvSpPr>
                <p:cNvPr id="1097" name="Google Shape;1097;p7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7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099" name="Google Shape;1099;p75"/>
            <p:cNvSpPr/>
            <p:nvPr/>
          </p:nvSpPr>
          <p:spPr>
            <a:xfrm rot="-5400000">
              <a:off x="362395"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0" name="Google Shape;1100;p75"/>
            <p:cNvGrpSpPr/>
            <p:nvPr/>
          </p:nvGrpSpPr>
          <p:grpSpPr>
            <a:xfrm>
              <a:off x="-1143750" y="4741576"/>
              <a:ext cx="4558967" cy="134100"/>
              <a:chOff x="796100" y="3019701"/>
              <a:chExt cx="4558967" cy="134100"/>
            </a:xfrm>
          </p:grpSpPr>
          <p:sp>
            <p:nvSpPr>
              <p:cNvPr id="1101" name="Google Shape;1101;p7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102" name="Google Shape;1102;p75"/>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1103" name="Google Shape;1103;p7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104" name="Shape 1104"/>
        <p:cNvGrpSpPr/>
        <p:nvPr/>
      </p:nvGrpSpPr>
      <p:grpSpPr>
        <a:xfrm>
          <a:off x="0" y="0"/>
          <a:ext cx="0" cy="0"/>
          <a:chOff x="0" y="0"/>
          <a:chExt cx="0" cy="0"/>
        </a:xfrm>
      </p:grpSpPr>
      <p:sp>
        <p:nvSpPr>
          <p:cNvPr id="1105" name="Google Shape;1105;p76"/>
          <p:cNvSpPr txBox="1"/>
          <p:nvPr>
            <p:ph type="title"/>
          </p:nvPr>
        </p:nvSpPr>
        <p:spPr>
          <a:xfrm>
            <a:off x="720000" y="1565925"/>
            <a:ext cx="2799000" cy="7608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106" name="Google Shape;1106;p76"/>
          <p:cNvSpPr txBox="1"/>
          <p:nvPr>
            <p:ph idx="1" type="subTitle"/>
          </p:nvPr>
        </p:nvSpPr>
        <p:spPr>
          <a:xfrm>
            <a:off x="720000" y="2326750"/>
            <a:ext cx="2799000" cy="11256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107" name="Google Shape;1107;p76"/>
          <p:cNvGrpSpPr/>
          <p:nvPr/>
        </p:nvGrpSpPr>
        <p:grpSpPr>
          <a:xfrm>
            <a:off x="-1623735" y="2499757"/>
            <a:ext cx="5119205" cy="4373891"/>
            <a:chOff x="-1547535" y="2499757"/>
            <a:chExt cx="5119205" cy="4373891"/>
          </a:xfrm>
        </p:grpSpPr>
        <p:pic>
          <p:nvPicPr>
            <p:cNvPr id="1108" name="Google Shape;1108;p76"/>
            <p:cNvPicPr preferRelativeResize="0"/>
            <p:nvPr/>
          </p:nvPicPr>
          <p:blipFill rotWithShape="1">
            <a:blip r:embed="rId2">
              <a:alphaModFix/>
            </a:blip>
            <a:srcRect b="26177" l="16960" r="7121" t="24718"/>
            <a:stretch/>
          </p:blipFill>
          <p:spPr>
            <a:xfrm rot="-5400000">
              <a:off x="-1751185" y="3417285"/>
              <a:ext cx="3920501" cy="2992224"/>
            </a:xfrm>
            <a:prstGeom prst="rect">
              <a:avLst/>
            </a:prstGeom>
            <a:noFill/>
            <a:ln>
              <a:noFill/>
            </a:ln>
          </p:spPr>
        </p:pic>
        <p:grpSp>
          <p:nvGrpSpPr>
            <p:cNvPr id="1109" name="Google Shape;1109;p76"/>
            <p:cNvGrpSpPr/>
            <p:nvPr/>
          </p:nvGrpSpPr>
          <p:grpSpPr>
            <a:xfrm rot="-5400000">
              <a:off x="123777" y="4587830"/>
              <a:ext cx="480890" cy="481200"/>
              <a:chOff x="959750" y="3039275"/>
              <a:chExt cx="582050" cy="582425"/>
            </a:xfrm>
          </p:grpSpPr>
          <p:sp>
            <p:nvSpPr>
              <p:cNvPr id="1110" name="Google Shape;1110;p76"/>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76"/>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76"/>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76"/>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p76"/>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p76"/>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76"/>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7" name="Google Shape;1117;p76"/>
            <p:cNvGrpSpPr/>
            <p:nvPr/>
          </p:nvGrpSpPr>
          <p:grpSpPr>
            <a:xfrm rot="-5400000">
              <a:off x="-564590" y="2079321"/>
              <a:ext cx="3153315" cy="5119205"/>
              <a:chOff x="6643701" y="816087"/>
              <a:chExt cx="3153315" cy="5119205"/>
            </a:xfrm>
          </p:grpSpPr>
          <p:sp>
            <p:nvSpPr>
              <p:cNvPr id="1118" name="Google Shape;1118;p76"/>
              <p:cNvSpPr/>
              <p:nvPr/>
            </p:nvSpPr>
            <p:spPr>
              <a:xfrm>
                <a:off x="6643701" y="816087"/>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9" name="Google Shape;1119;p76"/>
              <p:cNvGrpSpPr/>
              <p:nvPr/>
            </p:nvGrpSpPr>
            <p:grpSpPr>
              <a:xfrm>
                <a:off x="8062611" y="3503222"/>
                <a:ext cx="134004" cy="134004"/>
                <a:chOff x="8356813" y="1074288"/>
                <a:chExt cx="351900" cy="351900"/>
              </a:xfrm>
            </p:grpSpPr>
            <p:sp>
              <p:nvSpPr>
                <p:cNvPr id="1120" name="Google Shape;1120;p7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76"/>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2" name="Google Shape;1122;p76"/>
              <p:cNvGrpSpPr/>
              <p:nvPr/>
            </p:nvGrpSpPr>
            <p:grpSpPr>
              <a:xfrm>
                <a:off x="7678536" y="3129397"/>
                <a:ext cx="134004" cy="134004"/>
                <a:chOff x="8356813" y="1074288"/>
                <a:chExt cx="351900" cy="351900"/>
              </a:xfrm>
            </p:grpSpPr>
            <p:sp>
              <p:nvSpPr>
                <p:cNvPr id="1123" name="Google Shape;1123;p7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p76"/>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5" name="Google Shape;1125;p76"/>
              <p:cNvGrpSpPr/>
              <p:nvPr/>
            </p:nvGrpSpPr>
            <p:grpSpPr>
              <a:xfrm>
                <a:off x="8671986" y="2443197"/>
                <a:ext cx="134004" cy="134004"/>
                <a:chOff x="8356813" y="1074288"/>
                <a:chExt cx="351900" cy="351900"/>
              </a:xfrm>
            </p:grpSpPr>
            <p:sp>
              <p:nvSpPr>
                <p:cNvPr id="1126" name="Google Shape;1126;p7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p76"/>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128" name="Google Shape;1128;p76"/>
            <p:cNvSpPr/>
            <p:nvPr/>
          </p:nvSpPr>
          <p:spPr>
            <a:xfrm>
              <a:off x="-630272" y="2499757"/>
              <a:ext cx="1031181" cy="275218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9" name="Google Shape;1129;p76"/>
            <p:cNvGrpSpPr/>
            <p:nvPr/>
          </p:nvGrpSpPr>
          <p:grpSpPr>
            <a:xfrm rot="-5400000">
              <a:off x="99299" y="3411734"/>
              <a:ext cx="88152" cy="2151709"/>
              <a:chOff x="3054755" y="4367024"/>
              <a:chExt cx="88143" cy="1137387"/>
            </a:xfrm>
          </p:grpSpPr>
          <p:sp>
            <p:nvSpPr>
              <p:cNvPr id="1130" name="Google Shape;1130;p76"/>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 name="Google Shape;1131;p76"/>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2" name="Google Shape;1132;p76"/>
            <p:cNvGrpSpPr/>
            <p:nvPr/>
          </p:nvGrpSpPr>
          <p:grpSpPr>
            <a:xfrm rot="-5400000">
              <a:off x="-28714" y="3651409"/>
              <a:ext cx="88152" cy="2151709"/>
              <a:chOff x="3054755" y="4367024"/>
              <a:chExt cx="88143" cy="1137387"/>
            </a:xfrm>
          </p:grpSpPr>
          <p:sp>
            <p:nvSpPr>
              <p:cNvPr id="1133" name="Google Shape;1133;p76"/>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EB9109">
                      <a:alpha val="46666"/>
                    </a:srgbClr>
                  </a:gs>
                  <a:gs pos="40000">
                    <a:srgbClr val="FF9900">
                      <a:alpha val="46666"/>
                    </a:srgbClr>
                  </a:gs>
                  <a:gs pos="100000">
                    <a:srgbClr val="FFFFFF">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p76"/>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EB9109">
                      <a:alpha val="46666"/>
                    </a:srgbClr>
                  </a:gs>
                  <a:gs pos="40000">
                    <a:srgbClr val="FF9900">
                      <a:alpha val="46666"/>
                    </a:srgbClr>
                  </a:gs>
                  <a:gs pos="100000">
                    <a:srgbClr val="FFFFFF">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35" name="Google Shape;1135;p76"/>
          <p:cNvGrpSpPr/>
          <p:nvPr/>
        </p:nvGrpSpPr>
        <p:grpSpPr>
          <a:xfrm rot="-5400000">
            <a:off x="7274810" y="-1067450"/>
            <a:ext cx="3920501" cy="3213898"/>
            <a:chOff x="6643710" y="2822113"/>
            <a:chExt cx="3920501" cy="3213898"/>
          </a:xfrm>
        </p:grpSpPr>
        <p:pic>
          <p:nvPicPr>
            <p:cNvPr id="1136" name="Google Shape;1136;p76"/>
            <p:cNvPicPr preferRelativeResize="0"/>
            <p:nvPr/>
          </p:nvPicPr>
          <p:blipFill rotWithShape="1">
            <a:blip r:embed="rId2">
              <a:alphaModFix/>
            </a:blip>
            <a:srcRect b="26177" l="16960" r="7121" t="24718"/>
            <a:stretch/>
          </p:blipFill>
          <p:spPr>
            <a:xfrm>
              <a:off x="6643710" y="3043787"/>
              <a:ext cx="3920501" cy="2992224"/>
            </a:xfrm>
            <a:prstGeom prst="rect">
              <a:avLst/>
            </a:prstGeom>
            <a:noFill/>
            <a:ln>
              <a:noFill/>
            </a:ln>
          </p:spPr>
        </p:pic>
        <p:sp>
          <p:nvSpPr>
            <p:cNvPr id="1137" name="Google Shape;1137;p76"/>
            <p:cNvSpPr/>
            <p:nvPr/>
          </p:nvSpPr>
          <p:spPr>
            <a:xfrm rot="10800000">
              <a:off x="7869624" y="2920269"/>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p76"/>
            <p:cNvSpPr/>
            <p:nvPr/>
          </p:nvSpPr>
          <p:spPr>
            <a:xfrm rot="10800000">
              <a:off x="8028970" y="2920884"/>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p76"/>
            <p:cNvSpPr/>
            <p:nvPr/>
          </p:nvSpPr>
          <p:spPr>
            <a:xfrm>
              <a:off x="8764950" y="2822113"/>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0" name="Google Shape;1140;p76"/>
            <p:cNvGrpSpPr/>
            <p:nvPr/>
          </p:nvGrpSpPr>
          <p:grpSpPr>
            <a:xfrm>
              <a:off x="8671987" y="3471620"/>
              <a:ext cx="699928" cy="1651024"/>
              <a:chOff x="8337812" y="3492483"/>
              <a:chExt cx="699928" cy="1651024"/>
            </a:xfrm>
          </p:grpSpPr>
          <p:sp>
            <p:nvSpPr>
              <p:cNvPr id="1141" name="Google Shape;1141;p76"/>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76"/>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 name="Google Shape;1143;p76"/>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 name="Google Shape;1144;p76"/>
            <p:cNvGrpSpPr/>
            <p:nvPr/>
          </p:nvGrpSpPr>
          <p:grpSpPr>
            <a:xfrm>
              <a:off x="8279400" y="4281138"/>
              <a:ext cx="904666" cy="726121"/>
              <a:chOff x="7945225" y="4302000"/>
              <a:chExt cx="904666" cy="726121"/>
            </a:xfrm>
          </p:grpSpPr>
          <p:sp>
            <p:nvSpPr>
              <p:cNvPr id="1145" name="Google Shape;1145;p76"/>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 name="Google Shape;1146;p76"/>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p76"/>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1148" name="Shape 1148"/>
        <p:cNvGrpSpPr/>
        <p:nvPr/>
      </p:nvGrpSpPr>
      <p:grpSpPr>
        <a:xfrm>
          <a:off x="0" y="0"/>
          <a:ext cx="0" cy="0"/>
          <a:chOff x="0" y="0"/>
          <a:chExt cx="0" cy="0"/>
        </a:xfrm>
      </p:grpSpPr>
      <p:sp>
        <p:nvSpPr>
          <p:cNvPr id="1149" name="Google Shape;1149;p77"/>
          <p:cNvSpPr txBox="1"/>
          <p:nvPr>
            <p:ph type="title"/>
          </p:nvPr>
        </p:nvSpPr>
        <p:spPr>
          <a:xfrm>
            <a:off x="1157288" y="685275"/>
            <a:ext cx="4448100" cy="1058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70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150" name="Google Shape;1150;p77"/>
          <p:cNvSpPr txBox="1"/>
          <p:nvPr>
            <p:ph idx="1" type="subTitle"/>
          </p:nvPr>
        </p:nvSpPr>
        <p:spPr>
          <a:xfrm>
            <a:off x="1157250" y="2203275"/>
            <a:ext cx="4448100" cy="1007100"/>
          </a:xfrm>
          <a:prstGeom prst="rect">
            <a:avLst/>
          </a:prstGeom>
          <a:noFill/>
          <a:ln>
            <a:noFill/>
          </a:ln>
        </p:spPr>
        <p:txBody>
          <a:bodyPr anchorCtr="0" anchor="ctr" bIns="91425" lIns="91425" spcFirstLastPara="1" rIns="91425" wrap="square" tIns="91425">
            <a:noAutofit/>
          </a:bodyPr>
          <a:lstStyle>
            <a:lvl1pPr lvl="0" algn="l">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51" name="Google Shape;1151;p77"/>
          <p:cNvSpPr txBox="1"/>
          <p:nvPr>
            <p:ph idx="2" type="subTitle"/>
          </p:nvPr>
        </p:nvSpPr>
        <p:spPr>
          <a:xfrm>
            <a:off x="1157250" y="1800075"/>
            <a:ext cx="4448100" cy="3858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2500"/>
              <a:buFont typeface="IBM Plex Mono"/>
              <a:buNone/>
              <a:defRPr b="1" sz="2000">
                <a:latin typeface="IBM Plex Mono"/>
                <a:ea typeface="IBM Plex Mono"/>
                <a:cs typeface="IBM Plex Mono"/>
                <a:sym typeface="IBM Plex Mono"/>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400"/>
              <a:buNone/>
              <a:defRPr/>
            </a:lvl3pPr>
            <a:lvl4pPr lvl="3" algn="l">
              <a:lnSpc>
                <a:spcPct val="115000"/>
              </a:lnSpc>
              <a:spcBef>
                <a:spcPts val="0"/>
              </a:spcBef>
              <a:spcAft>
                <a:spcPts val="0"/>
              </a:spcAft>
              <a:buSzPts val="1400"/>
              <a:buNone/>
              <a:defRPr/>
            </a:lvl4pPr>
            <a:lvl5pPr lvl="4" algn="l">
              <a:lnSpc>
                <a:spcPct val="115000"/>
              </a:lnSpc>
              <a:spcBef>
                <a:spcPts val="0"/>
              </a:spcBef>
              <a:spcAft>
                <a:spcPts val="0"/>
              </a:spcAft>
              <a:buSzPts val="1400"/>
              <a:buNone/>
              <a:defRPr/>
            </a:lvl5pPr>
            <a:lvl6pPr lvl="5" algn="l">
              <a:lnSpc>
                <a:spcPct val="115000"/>
              </a:lnSpc>
              <a:spcBef>
                <a:spcPts val="0"/>
              </a:spcBef>
              <a:spcAft>
                <a:spcPts val="0"/>
              </a:spcAft>
              <a:buSzPts val="1400"/>
              <a:buNone/>
              <a:defRPr/>
            </a:lvl6pPr>
            <a:lvl7pPr lvl="6" algn="l">
              <a:lnSpc>
                <a:spcPct val="115000"/>
              </a:lnSpc>
              <a:spcBef>
                <a:spcPts val="0"/>
              </a:spcBef>
              <a:spcAft>
                <a:spcPts val="0"/>
              </a:spcAft>
              <a:buSzPts val="1400"/>
              <a:buNone/>
              <a:defRPr/>
            </a:lvl7pPr>
            <a:lvl8pPr lvl="7" algn="l">
              <a:lnSpc>
                <a:spcPct val="115000"/>
              </a:lnSpc>
              <a:spcBef>
                <a:spcPts val="0"/>
              </a:spcBef>
              <a:spcAft>
                <a:spcPts val="0"/>
              </a:spcAft>
              <a:buSzPts val="1400"/>
              <a:buNone/>
              <a:defRPr/>
            </a:lvl8pPr>
            <a:lvl9pPr lvl="8" algn="l">
              <a:lnSpc>
                <a:spcPct val="115000"/>
              </a:lnSpc>
              <a:spcBef>
                <a:spcPts val="0"/>
              </a:spcBef>
              <a:spcAft>
                <a:spcPts val="0"/>
              </a:spcAft>
              <a:buSzPts val="1400"/>
              <a:buNone/>
              <a:defRPr/>
            </a:lvl9pPr>
          </a:lstStyle>
          <a:p/>
        </p:txBody>
      </p:sp>
      <p:sp>
        <p:nvSpPr>
          <p:cNvPr id="1152" name="Google Shape;1152;p77"/>
          <p:cNvSpPr txBox="1"/>
          <p:nvPr/>
        </p:nvSpPr>
        <p:spPr>
          <a:xfrm>
            <a:off x="1157300" y="3286450"/>
            <a:ext cx="5320200" cy="605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300"/>
              </a:spcBef>
              <a:spcAft>
                <a:spcPts val="0"/>
              </a:spcAft>
              <a:buClr>
                <a:srgbClr val="000000"/>
              </a:buClr>
              <a:buSzPts val="1200"/>
              <a:buFont typeface="Arial"/>
              <a:buNone/>
            </a:pPr>
            <a:r>
              <a:rPr b="1" i="0" lang="en" sz="1200" u="none" cap="none" strike="noStrike">
                <a:solidFill>
                  <a:schemeClr val="dk1"/>
                </a:solidFill>
                <a:latin typeface="Poppins"/>
                <a:ea typeface="Poppins"/>
                <a:cs typeface="Poppins"/>
                <a:sym typeface="Poppins"/>
              </a:rPr>
              <a:t>CREDITS: </a:t>
            </a:r>
            <a:r>
              <a:rPr b="0" i="0" lang="en" sz="1200" u="none" cap="none" strike="noStrike">
                <a:solidFill>
                  <a:schemeClr val="dk1"/>
                </a:solidFill>
                <a:latin typeface="Poppins"/>
                <a:ea typeface="Poppins"/>
                <a:cs typeface="Poppins"/>
                <a:sym typeface="Poppins"/>
              </a:rPr>
              <a:t>This presentation template was created by </a:t>
            </a:r>
            <a:r>
              <a:rPr b="1" i="0" lang="en" sz="1200" u="sng" cap="none" strike="noStrike">
                <a:solidFill>
                  <a:schemeClr val="dk1"/>
                </a:solidFill>
                <a:latin typeface="Poppins"/>
                <a:ea typeface="Poppins"/>
                <a:cs typeface="Poppins"/>
                <a:sym typeface="Poppins"/>
                <a:hlinkClick r:id="rId2">
                  <a:extLst>
                    <a:ext uri="{A12FA001-AC4F-418D-AE19-62706E023703}">
                      <ahyp:hlinkClr val="tx"/>
                    </a:ext>
                  </a:extLst>
                </a:hlinkClick>
              </a:rPr>
              <a:t>Slidesgo</a:t>
            </a:r>
            <a:r>
              <a:rPr b="0" i="0" lang="en" sz="1200" u="none" cap="none" strike="noStrike">
                <a:solidFill>
                  <a:schemeClr val="dk1"/>
                </a:solidFill>
                <a:latin typeface="Poppins"/>
                <a:ea typeface="Poppins"/>
                <a:cs typeface="Poppins"/>
                <a:sym typeface="Poppins"/>
              </a:rPr>
              <a:t>, and includes icons by </a:t>
            </a:r>
            <a:r>
              <a:rPr b="1" i="0" lang="en" sz="1200" u="sng" cap="none" strike="noStrike">
                <a:solidFill>
                  <a:schemeClr val="dk1"/>
                </a:solidFill>
                <a:latin typeface="Poppins"/>
                <a:ea typeface="Poppins"/>
                <a:cs typeface="Poppins"/>
                <a:sym typeface="Poppins"/>
                <a:hlinkClick r:id="rId3">
                  <a:extLst>
                    <a:ext uri="{A12FA001-AC4F-418D-AE19-62706E023703}">
                      <ahyp:hlinkClr val="tx"/>
                    </a:ext>
                  </a:extLst>
                </a:hlinkClick>
              </a:rPr>
              <a:t>Flaticon</a:t>
            </a:r>
            <a:r>
              <a:rPr b="0" i="0" lang="en" sz="1200" u="none" cap="none" strike="noStrike">
                <a:solidFill>
                  <a:schemeClr val="dk1"/>
                </a:solidFill>
                <a:latin typeface="Poppins"/>
                <a:ea typeface="Poppins"/>
                <a:cs typeface="Poppins"/>
                <a:sym typeface="Poppins"/>
              </a:rPr>
              <a:t>, and infographics &amp; images by</a:t>
            </a:r>
            <a:r>
              <a:rPr b="1" i="0" lang="en" sz="1200" u="none" cap="none" strike="noStrike">
                <a:solidFill>
                  <a:schemeClr val="dk1"/>
                </a:solidFill>
                <a:latin typeface="Poppins"/>
                <a:ea typeface="Poppins"/>
                <a:cs typeface="Poppins"/>
                <a:sym typeface="Poppins"/>
              </a:rPr>
              <a:t> </a:t>
            </a:r>
            <a:r>
              <a:rPr b="1" i="0" lang="en" sz="1200" u="sng" cap="none" strike="noStrike">
                <a:solidFill>
                  <a:schemeClr val="dk1"/>
                </a:solidFill>
                <a:latin typeface="Poppins"/>
                <a:ea typeface="Poppins"/>
                <a:cs typeface="Poppins"/>
                <a:sym typeface="Poppins"/>
                <a:hlinkClick r:id="rId4">
                  <a:extLst>
                    <a:ext uri="{A12FA001-AC4F-418D-AE19-62706E023703}">
                      <ahyp:hlinkClr val="tx"/>
                    </a:ext>
                  </a:extLst>
                </a:hlinkClick>
              </a:rPr>
              <a:t>Freepik</a:t>
            </a:r>
            <a:r>
              <a:rPr b="1" i="0" lang="en" sz="1200" u="sng" cap="none" strike="noStrike">
                <a:solidFill>
                  <a:schemeClr val="dk1"/>
                </a:solidFill>
                <a:latin typeface="Poppins"/>
                <a:ea typeface="Poppins"/>
                <a:cs typeface="Poppins"/>
                <a:sym typeface="Poppins"/>
              </a:rPr>
              <a:t> </a:t>
            </a:r>
            <a:endParaRPr b="1" i="0" sz="1200" u="sng" cap="none" strike="noStrike">
              <a:solidFill>
                <a:schemeClr val="dk1"/>
              </a:solidFill>
              <a:latin typeface="Poppins"/>
              <a:ea typeface="Poppins"/>
              <a:cs typeface="Poppins"/>
              <a:sym typeface="Poppins"/>
            </a:endParaRPr>
          </a:p>
        </p:txBody>
      </p:sp>
      <p:grpSp>
        <p:nvGrpSpPr>
          <p:cNvPr id="1153" name="Google Shape;1153;p77"/>
          <p:cNvGrpSpPr/>
          <p:nvPr/>
        </p:nvGrpSpPr>
        <p:grpSpPr>
          <a:xfrm>
            <a:off x="-291585" y="-494819"/>
            <a:ext cx="1448824" cy="2238805"/>
            <a:chOff x="-308635" y="-494819"/>
            <a:chExt cx="1448824" cy="2238805"/>
          </a:xfrm>
        </p:grpSpPr>
        <p:grpSp>
          <p:nvGrpSpPr>
            <p:cNvPr id="1154" name="Google Shape;1154;p77"/>
            <p:cNvGrpSpPr/>
            <p:nvPr/>
          </p:nvGrpSpPr>
          <p:grpSpPr>
            <a:xfrm>
              <a:off x="-275757" y="-242066"/>
              <a:ext cx="981772" cy="1986052"/>
              <a:chOff x="-293545" y="3454371"/>
              <a:chExt cx="981772" cy="1986052"/>
            </a:xfrm>
          </p:grpSpPr>
          <p:sp>
            <p:nvSpPr>
              <p:cNvPr id="1155" name="Google Shape;1155;p77"/>
              <p:cNvSpPr/>
              <p:nvPr/>
            </p:nvSpPr>
            <p:spPr>
              <a:xfrm rot="10800000">
                <a:off x="-293545" y="3454371"/>
                <a:ext cx="844677" cy="1985522"/>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77"/>
              <p:cNvSpPr/>
              <p:nvPr/>
            </p:nvSpPr>
            <p:spPr>
              <a:xfrm rot="10800000">
                <a:off x="-156450" y="3454901"/>
                <a:ext cx="844677" cy="1985522"/>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 name="Google Shape;1157;p77"/>
            <p:cNvGrpSpPr/>
            <p:nvPr/>
          </p:nvGrpSpPr>
          <p:grpSpPr>
            <a:xfrm>
              <a:off x="364499" y="794648"/>
              <a:ext cx="699940" cy="478601"/>
              <a:chOff x="39723" y="4349021"/>
              <a:chExt cx="1061964" cy="726143"/>
            </a:xfrm>
          </p:grpSpPr>
          <p:grpSp>
            <p:nvGrpSpPr>
              <p:cNvPr id="1158" name="Google Shape;1158;p77"/>
              <p:cNvGrpSpPr/>
              <p:nvPr/>
            </p:nvGrpSpPr>
            <p:grpSpPr>
              <a:xfrm rot="2700000">
                <a:off x="140502" y="4460924"/>
                <a:ext cx="524584" cy="502337"/>
                <a:chOff x="1189791" y="-1767331"/>
                <a:chExt cx="904284" cy="865933"/>
              </a:xfrm>
            </p:grpSpPr>
            <p:sp>
              <p:nvSpPr>
                <p:cNvPr id="1159" name="Google Shape;1159;p77"/>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0" name="Google Shape;1160;p77"/>
                <p:cNvGrpSpPr/>
                <p:nvPr/>
              </p:nvGrpSpPr>
              <p:grpSpPr>
                <a:xfrm>
                  <a:off x="1232795" y="-1740829"/>
                  <a:ext cx="717622" cy="717393"/>
                  <a:chOff x="1483457" y="3953671"/>
                  <a:chExt cx="717622" cy="717393"/>
                </a:xfrm>
              </p:grpSpPr>
              <p:sp>
                <p:nvSpPr>
                  <p:cNvPr id="1161" name="Google Shape;1161;p77"/>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77"/>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77"/>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 name="Google Shape;1164;p77"/>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77"/>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166" name="Google Shape;1166;p77"/>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 name="Google Shape;1167;p77"/>
            <p:cNvGrpSpPr/>
            <p:nvPr/>
          </p:nvGrpSpPr>
          <p:grpSpPr>
            <a:xfrm rot="-5400000">
              <a:off x="-460622" y="-342831"/>
              <a:ext cx="1351491" cy="1047516"/>
              <a:chOff x="-2460210" y="2758494"/>
              <a:chExt cx="1351491" cy="1047516"/>
            </a:xfrm>
          </p:grpSpPr>
          <p:sp>
            <p:nvSpPr>
              <p:cNvPr id="1168" name="Google Shape;1168;p77"/>
              <p:cNvSpPr/>
              <p:nvPr/>
            </p:nvSpPr>
            <p:spPr>
              <a:xfrm rot="-2700000">
                <a:off x="-2341816" y="31085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77"/>
              <p:cNvSpPr/>
              <p:nvPr/>
            </p:nvSpPr>
            <p:spPr>
              <a:xfrm rot="-2700000">
                <a:off x="-2157466" y="30323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77"/>
              <p:cNvSpPr/>
              <p:nvPr/>
            </p:nvSpPr>
            <p:spPr>
              <a:xfrm rot="-2700000">
                <a:off x="-1993591" y="29561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77"/>
              <p:cNvSpPr/>
              <p:nvPr/>
            </p:nvSpPr>
            <p:spPr>
              <a:xfrm rot="-2700000">
                <a:off x="-1809241" y="2879954"/>
                <a:ext cx="582127" cy="575995"/>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 name="Google Shape;1172;p77"/>
            <p:cNvGrpSpPr/>
            <p:nvPr/>
          </p:nvGrpSpPr>
          <p:grpSpPr>
            <a:xfrm>
              <a:off x="440249" y="455173"/>
              <a:ext cx="699940" cy="478601"/>
              <a:chOff x="39723" y="4349021"/>
              <a:chExt cx="1061964" cy="726143"/>
            </a:xfrm>
          </p:grpSpPr>
          <p:grpSp>
            <p:nvGrpSpPr>
              <p:cNvPr id="1173" name="Google Shape;1173;p77"/>
              <p:cNvGrpSpPr/>
              <p:nvPr/>
            </p:nvGrpSpPr>
            <p:grpSpPr>
              <a:xfrm rot="2700000">
                <a:off x="140502" y="4460924"/>
                <a:ext cx="524584" cy="502337"/>
                <a:chOff x="1189791" y="-1767331"/>
                <a:chExt cx="904284" cy="865933"/>
              </a:xfrm>
            </p:grpSpPr>
            <p:sp>
              <p:nvSpPr>
                <p:cNvPr id="1174" name="Google Shape;1174;p77"/>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5" name="Google Shape;1175;p77"/>
                <p:cNvGrpSpPr/>
                <p:nvPr/>
              </p:nvGrpSpPr>
              <p:grpSpPr>
                <a:xfrm>
                  <a:off x="1232795" y="-1740829"/>
                  <a:ext cx="717622" cy="717393"/>
                  <a:chOff x="1483457" y="3953671"/>
                  <a:chExt cx="717622" cy="717393"/>
                </a:xfrm>
              </p:grpSpPr>
              <p:sp>
                <p:nvSpPr>
                  <p:cNvPr id="1176" name="Google Shape;1176;p77"/>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77"/>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77"/>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77"/>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 name="Google Shape;1180;p77"/>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181" name="Google Shape;1181;p77"/>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2" name="Google Shape;1182;p77"/>
            <p:cNvGrpSpPr/>
            <p:nvPr/>
          </p:nvGrpSpPr>
          <p:grpSpPr>
            <a:xfrm>
              <a:off x="-63826" y="511661"/>
              <a:ext cx="699940" cy="478601"/>
              <a:chOff x="39723" y="4349021"/>
              <a:chExt cx="1061964" cy="726143"/>
            </a:xfrm>
          </p:grpSpPr>
          <p:grpSp>
            <p:nvGrpSpPr>
              <p:cNvPr id="1183" name="Google Shape;1183;p77"/>
              <p:cNvGrpSpPr/>
              <p:nvPr/>
            </p:nvGrpSpPr>
            <p:grpSpPr>
              <a:xfrm rot="2700000">
                <a:off x="140502" y="4460924"/>
                <a:ext cx="524584" cy="502337"/>
                <a:chOff x="1189791" y="-1767331"/>
                <a:chExt cx="904284" cy="865933"/>
              </a:xfrm>
            </p:grpSpPr>
            <p:sp>
              <p:nvSpPr>
                <p:cNvPr id="1184" name="Google Shape;1184;p77"/>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5" name="Google Shape;1185;p77"/>
                <p:cNvGrpSpPr/>
                <p:nvPr/>
              </p:nvGrpSpPr>
              <p:grpSpPr>
                <a:xfrm>
                  <a:off x="1232795" y="-1740829"/>
                  <a:ext cx="717622" cy="717393"/>
                  <a:chOff x="1483457" y="3953671"/>
                  <a:chExt cx="717622" cy="717393"/>
                </a:xfrm>
              </p:grpSpPr>
              <p:sp>
                <p:nvSpPr>
                  <p:cNvPr id="1186" name="Google Shape;1186;p77"/>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77"/>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77"/>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77"/>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77"/>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191" name="Google Shape;1191;p77"/>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92" name="Google Shape;1192;p77"/>
          <p:cNvGrpSpPr/>
          <p:nvPr/>
        </p:nvGrpSpPr>
        <p:grpSpPr>
          <a:xfrm>
            <a:off x="2659712" y="4275400"/>
            <a:ext cx="4952059" cy="2992224"/>
            <a:chOff x="2659712" y="4275400"/>
            <a:chExt cx="4952059" cy="2992224"/>
          </a:xfrm>
        </p:grpSpPr>
        <p:pic>
          <p:nvPicPr>
            <p:cNvPr id="1193" name="Google Shape;1193;p77"/>
            <p:cNvPicPr preferRelativeResize="0"/>
            <p:nvPr/>
          </p:nvPicPr>
          <p:blipFill rotWithShape="1">
            <a:blip r:embed="rId5">
              <a:alphaModFix/>
            </a:blip>
            <a:srcRect b="26177" l="16960" r="7121" t="24718"/>
            <a:stretch/>
          </p:blipFill>
          <p:spPr>
            <a:xfrm rot="10800000">
              <a:off x="2659712" y="4275400"/>
              <a:ext cx="3549051" cy="2992224"/>
            </a:xfrm>
            <a:prstGeom prst="rect">
              <a:avLst/>
            </a:prstGeom>
            <a:noFill/>
            <a:ln>
              <a:noFill/>
            </a:ln>
          </p:spPr>
        </p:pic>
        <p:grpSp>
          <p:nvGrpSpPr>
            <p:cNvPr id="1194" name="Google Shape;1194;p77"/>
            <p:cNvGrpSpPr/>
            <p:nvPr/>
          </p:nvGrpSpPr>
          <p:grpSpPr>
            <a:xfrm rot="-5400000">
              <a:off x="3258038" y="4413859"/>
              <a:ext cx="906953" cy="1517787"/>
              <a:chOff x="79748" y="2808602"/>
              <a:chExt cx="906953" cy="1517787"/>
            </a:xfrm>
          </p:grpSpPr>
          <p:sp>
            <p:nvSpPr>
              <p:cNvPr id="1195" name="Google Shape;1195;p77"/>
              <p:cNvSpPr/>
              <p:nvPr/>
            </p:nvSpPr>
            <p:spPr>
              <a:xfrm rot="5400000">
                <a:off x="357831" y="282094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 name="Google Shape;1196;p77"/>
              <p:cNvSpPr/>
              <p:nvPr/>
            </p:nvSpPr>
            <p:spPr>
              <a:xfrm rot="5400000">
                <a:off x="537866" y="3393994"/>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 name="Google Shape;1197;p77"/>
              <p:cNvSpPr/>
              <p:nvPr/>
            </p:nvSpPr>
            <p:spPr>
              <a:xfrm rot="5400000">
                <a:off x="67406" y="3278257"/>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77"/>
              <p:cNvSpPr/>
              <p:nvPr/>
            </p:nvSpPr>
            <p:spPr>
              <a:xfrm rot="5400000">
                <a:off x="417006" y="375669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9" name="Google Shape;1199;p77"/>
            <p:cNvGrpSpPr/>
            <p:nvPr/>
          </p:nvGrpSpPr>
          <p:grpSpPr>
            <a:xfrm rot="5400000">
              <a:off x="5484569" y="3756062"/>
              <a:ext cx="1421047" cy="2833357"/>
              <a:chOff x="334358" y="2186737"/>
              <a:chExt cx="1421047" cy="2833357"/>
            </a:xfrm>
          </p:grpSpPr>
          <p:sp>
            <p:nvSpPr>
              <p:cNvPr id="1200" name="Google Shape;1200;p77"/>
              <p:cNvSpPr/>
              <p:nvPr/>
            </p:nvSpPr>
            <p:spPr>
              <a:xfrm rot="10800000">
                <a:off x="334358" y="218673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1" name="Google Shape;1201;p77"/>
              <p:cNvGrpSpPr/>
              <p:nvPr/>
            </p:nvGrpSpPr>
            <p:grpSpPr>
              <a:xfrm rot="5400000">
                <a:off x="1046250" y="3181856"/>
                <a:ext cx="161977" cy="161940"/>
                <a:chOff x="1101075" y="2142375"/>
                <a:chExt cx="439200" cy="439100"/>
              </a:xfrm>
            </p:grpSpPr>
            <p:sp>
              <p:nvSpPr>
                <p:cNvPr id="1202" name="Google Shape;1202;p7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 name="Google Shape;1203;p7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4" name="Google Shape;1204;p77"/>
              <p:cNvGrpSpPr/>
              <p:nvPr/>
            </p:nvGrpSpPr>
            <p:grpSpPr>
              <a:xfrm rot="-5400000">
                <a:off x="628029" y="4564272"/>
                <a:ext cx="161977" cy="161940"/>
                <a:chOff x="1101075" y="2142375"/>
                <a:chExt cx="439200" cy="439100"/>
              </a:xfrm>
            </p:grpSpPr>
            <p:sp>
              <p:nvSpPr>
                <p:cNvPr id="1205" name="Google Shape;1205;p77"/>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77"/>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207" name="Shape 1207"/>
        <p:cNvGrpSpPr/>
        <p:nvPr/>
      </p:nvGrpSpPr>
      <p:grpSpPr>
        <a:xfrm>
          <a:off x="0" y="0"/>
          <a:ext cx="0" cy="0"/>
          <a:chOff x="0" y="0"/>
          <a:chExt cx="0" cy="0"/>
        </a:xfrm>
      </p:grpSpPr>
      <p:sp>
        <p:nvSpPr>
          <p:cNvPr id="1208" name="Google Shape;1208;p7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209" name="Google Shape;1209;p78"/>
          <p:cNvSpPr txBox="1"/>
          <p:nvPr>
            <p:ph idx="1" type="body"/>
          </p:nvPr>
        </p:nvSpPr>
        <p:spPr>
          <a:xfrm>
            <a:off x="720000" y="1139550"/>
            <a:ext cx="4528500" cy="697800"/>
          </a:xfrm>
          <a:prstGeom prst="rect">
            <a:avLst/>
          </a:prstGeom>
          <a:noFill/>
          <a:ln>
            <a:noFill/>
          </a:ln>
        </p:spPr>
        <p:txBody>
          <a:bodyPr anchorCtr="0" anchor="t" bIns="91425" lIns="91425" spcFirstLastPara="1" rIns="91425" wrap="square" tIns="91425">
            <a:noAutofit/>
          </a:bodyPr>
          <a:lstStyle>
            <a:lvl1pPr indent="-304800" lvl="0" marL="457200" algn="l">
              <a:lnSpc>
                <a:spcPct val="115000"/>
              </a:lnSpc>
              <a:spcBef>
                <a:spcPts val="0"/>
              </a:spcBef>
              <a:spcAft>
                <a:spcPts val="0"/>
              </a:spcAft>
              <a:buClr>
                <a:srgbClr val="434343"/>
              </a:buClr>
              <a:buSzPts val="1200"/>
              <a:buAutoNum type="arabicPeriod"/>
              <a:defRPr/>
            </a:lvl1pPr>
            <a:lvl2pPr indent="-304800" lvl="1" marL="914400" algn="l">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algn="l">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algn="l">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algn="l">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algn="l">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algn="l">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algn="l">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algn="l">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grpSp>
        <p:nvGrpSpPr>
          <p:cNvPr id="1210" name="Google Shape;1210;p78"/>
          <p:cNvGrpSpPr/>
          <p:nvPr/>
        </p:nvGrpSpPr>
        <p:grpSpPr>
          <a:xfrm>
            <a:off x="6846993" y="-1382193"/>
            <a:ext cx="4230595" cy="4230595"/>
            <a:chOff x="6597168" y="-1305993"/>
            <a:chExt cx="4230595" cy="4230595"/>
          </a:xfrm>
        </p:grpSpPr>
        <p:sp>
          <p:nvSpPr>
            <p:cNvPr id="1211" name="Google Shape;1211;p78"/>
            <p:cNvSpPr/>
            <p:nvPr/>
          </p:nvSpPr>
          <p:spPr>
            <a:xfrm flipH="1" rot="-8100000">
              <a:off x="7249845" y="-719557"/>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 name="Google Shape;1212;p78"/>
            <p:cNvSpPr/>
            <p:nvPr/>
          </p:nvSpPr>
          <p:spPr>
            <a:xfrm>
              <a:off x="8355611" y="-292048"/>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 name="Google Shape;1213;p78"/>
            <p:cNvSpPr/>
            <p:nvPr/>
          </p:nvSpPr>
          <p:spPr>
            <a:xfrm>
              <a:off x="8608100" y="70376"/>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4" name="Google Shape;1214;p78"/>
            <p:cNvGrpSpPr/>
            <p:nvPr/>
          </p:nvGrpSpPr>
          <p:grpSpPr>
            <a:xfrm>
              <a:off x="8449011" y="1244697"/>
              <a:ext cx="134100" cy="134100"/>
              <a:chOff x="-1999139" y="3143772"/>
              <a:chExt cx="134100" cy="134100"/>
            </a:xfrm>
          </p:grpSpPr>
          <p:sp>
            <p:nvSpPr>
              <p:cNvPr id="1215" name="Google Shape;1215;p78"/>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78"/>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7" name="Google Shape;1217;p78"/>
            <p:cNvGrpSpPr/>
            <p:nvPr/>
          </p:nvGrpSpPr>
          <p:grpSpPr>
            <a:xfrm>
              <a:off x="8577286" y="2178484"/>
              <a:ext cx="134100" cy="134100"/>
              <a:chOff x="-1999139" y="3143772"/>
              <a:chExt cx="134100" cy="134100"/>
            </a:xfrm>
          </p:grpSpPr>
          <p:sp>
            <p:nvSpPr>
              <p:cNvPr id="1218" name="Google Shape;1218;p78"/>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78"/>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 name="Google Shape;1220;p78"/>
            <p:cNvGrpSpPr/>
            <p:nvPr/>
          </p:nvGrpSpPr>
          <p:grpSpPr>
            <a:xfrm>
              <a:off x="8526386" y="311022"/>
              <a:ext cx="134004" cy="134004"/>
              <a:chOff x="8356813" y="1074288"/>
              <a:chExt cx="351900" cy="351900"/>
            </a:xfrm>
          </p:grpSpPr>
          <p:sp>
            <p:nvSpPr>
              <p:cNvPr id="1221" name="Google Shape;1221;p7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78"/>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1223" name="Google Shape;1223;p78"/>
            <p:cNvPicPr preferRelativeResize="0"/>
            <p:nvPr/>
          </p:nvPicPr>
          <p:blipFill rotWithShape="1">
            <a:blip r:embed="rId2">
              <a:alphaModFix/>
            </a:blip>
            <a:srcRect b="26177" l="16960" r="7121" t="24718"/>
            <a:stretch/>
          </p:blipFill>
          <p:spPr>
            <a:xfrm>
              <a:off x="6929350" y="-1036475"/>
              <a:ext cx="2441950" cy="1863749"/>
            </a:xfrm>
            <a:prstGeom prst="rect">
              <a:avLst/>
            </a:prstGeom>
            <a:noFill/>
            <a:ln>
              <a:noFill/>
            </a:ln>
          </p:spPr>
        </p:pic>
      </p:grpSp>
      <p:grpSp>
        <p:nvGrpSpPr>
          <p:cNvPr id="1224" name="Google Shape;1224;p78"/>
          <p:cNvGrpSpPr/>
          <p:nvPr/>
        </p:nvGrpSpPr>
        <p:grpSpPr>
          <a:xfrm rot="5400000">
            <a:off x="-1981526" y="1924689"/>
            <a:ext cx="6191221" cy="6191221"/>
            <a:chOff x="-2825828" y="1271890"/>
            <a:chExt cx="6191221" cy="6191221"/>
          </a:xfrm>
        </p:grpSpPr>
        <p:pic>
          <p:nvPicPr>
            <p:cNvPr id="1225" name="Google Shape;1225;p78"/>
            <p:cNvPicPr preferRelativeResize="0"/>
            <p:nvPr/>
          </p:nvPicPr>
          <p:blipFill rotWithShape="1">
            <a:blip r:embed="rId2">
              <a:alphaModFix/>
            </a:blip>
            <a:srcRect b="26177" l="16960" r="7121" t="24718"/>
            <a:stretch/>
          </p:blipFill>
          <p:spPr>
            <a:xfrm>
              <a:off x="-680950" y="3866725"/>
              <a:ext cx="2441950" cy="1863749"/>
            </a:xfrm>
            <a:prstGeom prst="rect">
              <a:avLst/>
            </a:prstGeom>
            <a:noFill/>
            <a:ln>
              <a:noFill/>
            </a:ln>
          </p:spPr>
        </p:pic>
        <p:grpSp>
          <p:nvGrpSpPr>
            <p:cNvPr id="1226" name="Google Shape;1226;p78"/>
            <p:cNvGrpSpPr/>
            <p:nvPr/>
          </p:nvGrpSpPr>
          <p:grpSpPr>
            <a:xfrm>
              <a:off x="-2825828" y="1271890"/>
              <a:ext cx="6191221" cy="6191221"/>
              <a:chOff x="-2825828" y="1271890"/>
              <a:chExt cx="6191221" cy="6191221"/>
            </a:xfrm>
          </p:grpSpPr>
          <p:sp>
            <p:nvSpPr>
              <p:cNvPr id="1227" name="Google Shape;1227;p78"/>
              <p:cNvSpPr/>
              <p:nvPr/>
            </p:nvSpPr>
            <p:spPr>
              <a:xfrm flipH="1" rot="2700000">
                <a:off x="-1733384" y="1992813"/>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78"/>
              <p:cNvSpPr/>
              <p:nvPr/>
            </p:nvSpPr>
            <p:spPr>
              <a:xfrm flipH="1" rot="2700000">
                <a:off x="-1192832" y="2500186"/>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9" name="Google Shape;1229;p78"/>
              <p:cNvGrpSpPr/>
              <p:nvPr/>
            </p:nvGrpSpPr>
            <p:grpSpPr>
              <a:xfrm rot="10800000">
                <a:off x="384881" y="3042905"/>
                <a:ext cx="134100" cy="134100"/>
                <a:chOff x="-1999139" y="3143772"/>
                <a:chExt cx="134100" cy="134100"/>
              </a:xfrm>
            </p:grpSpPr>
            <p:sp>
              <p:nvSpPr>
                <p:cNvPr id="1230" name="Google Shape;1230;p78"/>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78"/>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 name="Google Shape;1232;p78"/>
              <p:cNvGrpSpPr/>
              <p:nvPr/>
            </p:nvGrpSpPr>
            <p:grpSpPr>
              <a:xfrm rot="10800000">
                <a:off x="146106" y="3710980"/>
                <a:ext cx="134100" cy="134100"/>
                <a:chOff x="-1999139" y="3143772"/>
                <a:chExt cx="134100" cy="134100"/>
              </a:xfrm>
            </p:grpSpPr>
            <p:sp>
              <p:nvSpPr>
                <p:cNvPr id="1233" name="Google Shape;1233;p78"/>
                <p:cNvSpPr/>
                <p:nvPr/>
              </p:nvSpPr>
              <p:spPr>
                <a:xfrm>
                  <a:off x="-1999139" y="3143772"/>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78"/>
                <p:cNvSpPr/>
                <p:nvPr/>
              </p:nvSpPr>
              <p:spPr>
                <a:xfrm>
                  <a:off x="-1980219" y="3162691"/>
                  <a:ext cx="96300" cy="963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5" name="Google Shape;1235;p78"/>
              <p:cNvGrpSpPr/>
              <p:nvPr/>
            </p:nvGrpSpPr>
            <p:grpSpPr>
              <a:xfrm>
                <a:off x="-102297" y="3780153"/>
                <a:ext cx="939901" cy="2449421"/>
                <a:chOff x="-102297" y="3780153"/>
                <a:chExt cx="939901" cy="2449421"/>
              </a:xfrm>
            </p:grpSpPr>
            <p:sp>
              <p:nvSpPr>
                <p:cNvPr id="1236" name="Google Shape;1236;p78"/>
                <p:cNvSpPr/>
                <p:nvPr/>
              </p:nvSpPr>
              <p:spPr>
                <a:xfrm rot="10800000">
                  <a:off x="260154" y="4254866"/>
                  <a:ext cx="577450" cy="1974708"/>
                </a:xfrm>
                <a:custGeom>
                  <a:rect b="b" l="l" r="r" t="t"/>
                  <a:pathLst>
                    <a:path extrusionOk="0" h="48146" w="14079">
                      <a:moveTo>
                        <a:pt x="13866" y="0"/>
                      </a:moveTo>
                      <a:lnTo>
                        <a:pt x="5867" y="7999"/>
                      </a:lnTo>
                      <a:lnTo>
                        <a:pt x="5836" y="8045"/>
                      </a:lnTo>
                      <a:lnTo>
                        <a:pt x="5836" y="31737"/>
                      </a:lnTo>
                      <a:lnTo>
                        <a:pt x="1" y="37541"/>
                      </a:lnTo>
                      <a:lnTo>
                        <a:pt x="1" y="48146"/>
                      </a:lnTo>
                      <a:lnTo>
                        <a:pt x="306" y="48146"/>
                      </a:lnTo>
                      <a:lnTo>
                        <a:pt x="306" y="37679"/>
                      </a:lnTo>
                      <a:lnTo>
                        <a:pt x="6141" y="31874"/>
                      </a:lnTo>
                      <a:lnTo>
                        <a:pt x="6141" y="8167"/>
                      </a:lnTo>
                      <a:lnTo>
                        <a:pt x="14079" y="229"/>
                      </a:lnTo>
                      <a:lnTo>
                        <a:pt x="13866" y="0"/>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78"/>
                <p:cNvSpPr/>
                <p:nvPr/>
              </p:nvSpPr>
              <p:spPr>
                <a:xfrm rot="10800000">
                  <a:off x="-102297" y="3780153"/>
                  <a:ext cx="687411" cy="2086997"/>
                </a:xfrm>
                <a:custGeom>
                  <a:rect b="b" l="l" r="r" t="t"/>
                  <a:pathLst>
                    <a:path extrusionOk="0" h="43180" w="16760">
                      <a:moveTo>
                        <a:pt x="16531" y="1"/>
                      </a:moveTo>
                      <a:lnTo>
                        <a:pt x="4403" y="12159"/>
                      </a:lnTo>
                      <a:lnTo>
                        <a:pt x="4342" y="12190"/>
                      </a:lnTo>
                      <a:lnTo>
                        <a:pt x="4342" y="25734"/>
                      </a:lnTo>
                      <a:lnTo>
                        <a:pt x="0" y="30077"/>
                      </a:lnTo>
                      <a:lnTo>
                        <a:pt x="8746" y="38822"/>
                      </a:lnTo>
                      <a:lnTo>
                        <a:pt x="8746" y="43180"/>
                      </a:lnTo>
                      <a:lnTo>
                        <a:pt x="9066" y="43180"/>
                      </a:lnTo>
                      <a:lnTo>
                        <a:pt x="9066" y="38700"/>
                      </a:lnTo>
                      <a:lnTo>
                        <a:pt x="442" y="30077"/>
                      </a:lnTo>
                      <a:lnTo>
                        <a:pt x="4662" y="25872"/>
                      </a:lnTo>
                      <a:lnTo>
                        <a:pt x="4662" y="12327"/>
                      </a:lnTo>
                      <a:lnTo>
                        <a:pt x="16760" y="230"/>
                      </a:lnTo>
                      <a:lnTo>
                        <a:pt x="16531" y="1"/>
                      </a:ln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8" name="Google Shape;1238;p78"/>
                <p:cNvGrpSpPr/>
                <p:nvPr/>
              </p:nvGrpSpPr>
              <p:grpSpPr>
                <a:xfrm rot="10800000">
                  <a:off x="532825" y="5492502"/>
                  <a:ext cx="134004" cy="134004"/>
                  <a:chOff x="8356813" y="1074288"/>
                  <a:chExt cx="351900" cy="351900"/>
                </a:xfrm>
              </p:grpSpPr>
              <p:sp>
                <p:nvSpPr>
                  <p:cNvPr id="1239" name="Google Shape;1239;p78"/>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78"/>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
    <p:spTree>
      <p:nvGrpSpPr>
        <p:cNvPr id="1241" name="Shape 1241"/>
        <p:cNvGrpSpPr/>
        <p:nvPr/>
      </p:nvGrpSpPr>
      <p:grpSpPr>
        <a:xfrm>
          <a:off x="0" y="0"/>
          <a:ext cx="0" cy="0"/>
          <a:chOff x="0" y="0"/>
          <a:chExt cx="0" cy="0"/>
        </a:xfrm>
      </p:grpSpPr>
      <p:grpSp>
        <p:nvGrpSpPr>
          <p:cNvPr id="1242" name="Google Shape;1242;p79"/>
          <p:cNvGrpSpPr/>
          <p:nvPr/>
        </p:nvGrpSpPr>
        <p:grpSpPr>
          <a:xfrm>
            <a:off x="4582519" y="2433469"/>
            <a:ext cx="5022035" cy="4764449"/>
            <a:chOff x="4571994" y="2268219"/>
            <a:chExt cx="5022035" cy="4764449"/>
          </a:xfrm>
        </p:grpSpPr>
        <p:pic>
          <p:nvPicPr>
            <p:cNvPr id="1243" name="Google Shape;1243;p79"/>
            <p:cNvPicPr preferRelativeResize="0"/>
            <p:nvPr/>
          </p:nvPicPr>
          <p:blipFill rotWithShape="1">
            <a:blip r:embed="rId2">
              <a:alphaModFix/>
            </a:blip>
            <a:srcRect b="26177" l="16960" r="7121" t="24718"/>
            <a:stretch/>
          </p:blipFill>
          <p:spPr>
            <a:xfrm flipH="1">
              <a:off x="5978271" y="3376950"/>
              <a:ext cx="3615750" cy="2759625"/>
            </a:xfrm>
            <a:prstGeom prst="rect">
              <a:avLst/>
            </a:prstGeom>
            <a:noFill/>
            <a:ln>
              <a:noFill/>
            </a:ln>
          </p:spPr>
        </p:pic>
        <p:grpSp>
          <p:nvGrpSpPr>
            <p:cNvPr id="1244" name="Google Shape;1244;p79"/>
            <p:cNvGrpSpPr/>
            <p:nvPr/>
          </p:nvGrpSpPr>
          <p:grpSpPr>
            <a:xfrm rot="10800000">
              <a:off x="4571994" y="2268219"/>
              <a:ext cx="5022035" cy="4764449"/>
              <a:chOff x="-494405" y="-1584825"/>
              <a:chExt cx="4397193" cy="4171657"/>
            </a:xfrm>
          </p:grpSpPr>
          <p:grpSp>
            <p:nvGrpSpPr>
              <p:cNvPr id="1245" name="Google Shape;1245;p79"/>
              <p:cNvGrpSpPr/>
              <p:nvPr/>
            </p:nvGrpSpPr>
            <p:grpSpPr>
              <a:xfrm>
                <a:off x="245875" y="-51824"/>
                <a:ext cx="208200" cy="1824700"/>
                <a:chOff x="1040050" y="3812126"/>
                <a:chExt cx="208200" cy="1824700"/>
              </a:xfrm>
            </p:grpSpPr>
            <p:sp>
              <p:nvSpPr>
                <p:cNvPr id="1246" name="Google Shape;1246;p79"/>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79"/>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8" name="Google Shape;1248;p79"/>
              <p:cNvGrpSpPr/>
              <p:nvPr/>
            </p:nvGrpSpPr>
            <p:grpSpPr>
              <a:xfrm rot="-8100000">
                <a:off x="540898" y="-1172741"/>
                <a:ext cx="2552124" cy="3347490"/>
                <a:chOff x="2976325" y="908175"/>
                <a:chExt cx="4028179" cy="5283555"/>
              </a:xfrm>
            </p:grpSpPr>
            <p:sp>
              <p:nvSpPr>
                <p:cNvPr id="1249" name="Google Shape;1249;p79"/>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79"/>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79"/>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2" name="Google Shape;1252;p79"/>
              <p:cNvGrpSpPr/>
              <p:nvPr/>
            </p:nvGrpSpPr>
            <p:grpSpPr>
              <a:xfrm>
                <a:off x="-1" y="621223"/>
                <a:ext cx="699940" cy="478601"/>
                <a:chOff x="39723" y="4349021"/>
                <a:chExt cx="1061964" cy="726143"/>
              </a:xfrm>
            </p:grpSpPr>
            <p:grpSp>
              <p:nvGrpSpPr>
                <p:cNvPr id="1253" name="Google Shape;1253;p79"/>
                <p:cNvGrpSpPr/>
                <p:nvPr/>
              </p:nvGrpSpPr>
              <p:grpSpPr>
                <a:xfrm rot="2700000">
                  <a:off x="140502" y="4460924"/>
                  <a:ext cx="524584" cy="502337"/>
                  <a:chOff x="1189791" y="-1767331"/>
                  <a:chExt cx="904284" cy="865933"/>
                </a:xfrm>
              </p:grpSpPr>
              <p:sp>
                <p:nvSpPr>
                  <p:cNvPr id="1254" name="Google Shape;1254;p7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5" name="Google Shape;1255;p79"/>
                  <p:cNvGrpSpPr/>
                  <p:nvPr/>
                </p:nvGrpSpPr>
                <p:grpSpPr>
                  <a:xfrm>
                    <a:off x="1232795" y="-1740829"/>
                    <a:ext cx="717622" cy="717393"/>
                    <a:chOff x="1483457" y="3953671"/>
                    <a:chExt cx="717622" cy="717393"/>
                  </a:xfrm>
                </p:grpSpPr>
                <p:sp>
                  <p:nvSpPr>
                    <p:cNvPr id="1256" name="Google Shape;1256;p7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 name="Google Shape;1257;p7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 name="Google Shape;1258;p7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 name="Google Shape;1259;p7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 name="Google Shape;1260;p7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261" name="Google Shape;1261;p7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2" name="Google Shape;1262;p79"/>
              <p:cNvGrpSpPr/>
              <p:nvPr/>
            </p:nvGrpSpPr>
            <p:grpSpPr>
              <a:xfrm>
                <a:off x="955673" y="11"/>
                <a:ext cx="592576" cy="405260"/>
                <a:chOff x="39723" y="4349021"/>
                <a:chExt cx="1061964" cy="726143"/>
              </a:xfrm>
            </p:grpSpPr>
            <p:grpSp>
              <p:nvGrpSpPr>
                <p:cNvPr id="1263" name="Google Shape;1263;p79"/>
                <p:cNvGrpSpPr/>
                <p:nvPr/>
              </p:nvGrpSpPr>
              <p:grpSpPr>
                <a:xfrm rot="2700000">
                  <a:off x="140502" y="4460924"/>
                  <a:ext cx="524584" cy="502337"/>
                  <a:chOff x="1189791" y="-1767331"/>
                  <a:chExt cx="904284" cy="865933"/>
                </a:xfrm>
              </p:grpSpPr>
              <p:sp>
                <p:nvSpPr>
                  <p:cNvPr id="1264" name="Google Shape;1264;p7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65" name="Google Shape;1265;p79"/>
                  <p:cNvGrpSpPr/>
                  <p:nvPr/>
                </p:nvGrpSpPr>
                <p:grpSpPr>
                  <a:xfrm>
                    <a:off x="1232795" y="-1740829"/>
                    <a:ext cx="717622" cy="717393"/>
                    <a:chOff x="1483457" y="3953671"/>
                    <a:chExt cx="717622" cy="717393"/>
                  </a:xfrm>
                </p:grpSpPr>
                <p:sp>
                  <p:nvSpPr>
                    <p:cNvPr id="1266" name="Google Shape;1266;p7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7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7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7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7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271" name="Google Shape;1271;p7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2" name="Google Shape;1272;p79"/>
              <p:cNvGrpSpPr/>
              <p:nvPr/>
            </p:nvGrpSpPr>
            <p:grpSpPr>
              <a:xfrm>
                <a:off x="441574" y="-36652"/>
                <a:ext cx="699940" cy="478601"/>
                <a:chOff x="39723" y="4349021"/>
                <a:chExt cx="1061964" cy="726143"/>
              </a:xfrm>
            </p:grpSpPr>
            <p:grpSp>
              <p:nvGrpSpPr>
                <p:cNvPr id="1273" name="Google Shape;1273;p79"/>
                <p:cNvGrpSpPr/>
                <p:nvPr/>
              </p:nvGrpSpPr>
              <p:grpSpPr>
                <a:xfrm rot="2700000">
                  <a:off x="140502" y="4460924"/>
                  <a:ext cx="524584" cy="502337"/>
                  <a:chOff x="1189791" y="-1767331"/>
                  <a:chExt cx="904284" cy="865933"/>
                </a:xfrm>
              </p:grpSpPr>
              <p:sp>
                <p:nvSpPr>
                  <p:cNvPr id="1274" name="Google Shape;1274;p7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75" name="Google Shape;1275;p79"/>
                  <p:cNvGrpSpPr/>
                  <p:nvPr/>
                </p:nvGrpSpPr>
                <p:grpSpPr>
                  <a:xfrm>
                    <a:off x="1232795" y="-1740829"/>
                    <a:ext cx="717622" cy="717393"/>
                    <a:chOff x="1483457" y="3953671"/>
                    <a:chExt cx="717622" cy="717393"/>
                  </a:xfrm>
                </p:grpSpPr>
                <p:sp>
                  <p:nvSpPr>
                    <p:cNvPr id="1276" name="Google Shape;1276;p7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7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7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7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7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281" name="Google Shape;1281;p7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2" name="Google Shape;1282;p79"/>
              <p:cNvGrpSpPr/>
              <p:nvPr/>
            </p:nvGrpSpPr>
            <p:grpSpPr>
              <a:xfrm>
                <a:off x="-494405" y="-252396"/>
                <a:ext cx="1741563" cy="1288563"/>
                <a:chOff x="-494405" y="-252396"/>
                <a:chExt cx="1741563" cy="1288563"/>
              </a:xfrm>
            </p:grpSpPr>
            <p:sp>
              <p:nvSpPr>
                <p:cNvPr id="1283" name="Google Shape;1283;p79"/>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79"/>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85" name="Google Shape;1285;p79"/>
            <p:cNvGrpSpPr/>
            <p:nvPr/>
          </p:nvGrpSpPr>
          <p:grpSpPr>
            <a:xfrm>
              <a:off x="5643425" y="4968525"/>
              <a:ext cx="439200" cy="439100"/>
              <a:chOff x="1101075" y="2142375"/>
              <a:chExt cx="439200" cy="439100"/>
            </a:xfrm>
          </p:grpSpPr>
          <p:sp>
            <p:nvSpPr>
              <p:cNvPr id="1286" name="Google Shape;1286;p7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 name="Google Shape;1287;p7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288" name="Google Shape;1288;p7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289" name="Google Shape;1289;p79"/>
          <p:cNvSpPr txBox="1"/>
          <p:nvPr>
            <p:ph idx="1" type="body"/>
          </p:nvPr>
        </p:nvSpPr>
        <p:spPr>
          <a:xfrm>
            <a:off x="720000" y="1139550"/>
            <a:ext cx="4290900" cy="3431400"/>
          </a:xfrm>
          <a:prstGeom prst="rect">
            <a:avLst/>
          </a:prstGeom>
          <a:noFill/>
          <a:ln>
            <a:noFill/>
          </a:ln>
        </p:spPr>
        <p:txBody>
          <a:bodyPr anchorCtr="0" anchor="t" bIns="91425" lIns="91425" spcFirstLastPara="1" rIns="91425" wrap="square" tIns="91425">
            <a:noAutofit/>
          </a:bodyPr>
          <a:lstStyle>
            <a:lvl1pPr indent="-304800" lvl="0" marL="457200" algn="l">
              <a:lnSpc>
                <a:spcPct val="115000"/>
              </a:lnSpc>
              <a:spcBef>
                <a:spcPts val="0"/>
              </a:spcBef>
              <a:spcAft>
                <a:spcPts val="0"/>
              </a:spcAft>
              <a:buClr>
                <a:srgbClr val="434343"/>
              </a:buClr>
              <a:buSzPts val="1200"/>
              <a:buChar char="●"/>
              <a:defRPr sz="1200">
                <a:solidFill>
                  <a:srgbClr val="191919"/>
                </a:solidFill>
              </a:defRPr>
            </a:lvl1pPr>
            <a:lvl2pPr indent="-304800" lvl="1" marL="914400" algn="l">
              <a:lnSpc>
                <a:spcPct val="115000"/>
              </a:lnSpc>
              <a:spcBef>
                <a:spcPts val="0"/>
              </a:spcBef>
              <a:spcAft>
                <a:spcPts val="0"/>
              </a:spcAft>
              <a:buClr>
                <a:srgbClr val="434343"/>
              </a:buClr>
              <a:buSzPts val="1200"/>
              <a:buFont typeface="Roboto Condensed Light"/>
              <a:buChar char="○"/>
              <a:defRPr>
                <a:solidFill>
                  <a:srgbClr val="434343"/>
                </a:solidFill>
              </a:defRPr>
            </a:lvl2pPr>
            <a:lvl3pPr indent="-304800" lvl="2" marL="1371600" algn="l">
              <a:lnSpc>
                <a:spcPct val="115000"/>
              </a:lnSpc>
              <a:spcBef>
                <a:spcPts val="0"/>
              </a:spcBef>
              <a:spcAft>
                <a:spcPts val="0"/>
              </a:spcAft>
              <a:buClr>
                <a:srgbClr val="434343"/>
              </a:buClr>
              <a:buSzPts val="1200"/>
              <a:buFont typeface="Roboto Condensed Light"/>
              <a:buChar char="■"/>
              <a:defRPr>
                <a:solidFill>
                  <a:srgbClr val="434343"/>
                </a:solidFill>
              </a:defRPr>
            </a:lvl3pPr>
            <a:lvl4pPr indent="-304800" lvl="3" marL="1828800" algn="l">
              <a:lnSpc>
                <a:spcPct val="115000"/>
              </a:lnSpc>
              <a:spcBef>
                <a:spcPts val="0"/>
              </a:spcBef>
              <a:spcAft>
                <a:spcPts val="0"/>
              </a:spcAft>
              <a:buClr>
                <a:srgbClr val="434343"/>
              </a:buClr>
              <a:buSzPts val="1200"/>
              <a:buFont typeface="Roboto Condensed Light"/>
              <a:buChar char="●"/>
              <a:defRPr>
                <a:solidFill>
                  <a:srgbClr val="434343"/>
                </a:solidFill>
              </a:defRPr>
            </a:lvl4pPr>
            <a:lvl5pPr indent="-304800" lvl="4" marL="2286000" algn="l">
              <a:lnSpc>
                <a:spcPct val="115000"/>
              </a:lnSpc>
              <a:spcBef>
                <a:spcPts val="0"/>
              </a:spcBef>
              <a:spcAft>
                <a:spcPts val="0"/>
              </a:spcAft>
              <a:buClr>
                <a:srgbClr val="434343"/>
              </a:buClr>
              <a:buSzPts val="1200"/>
              <a:buFont typeface="Roboto Condensed Light"/>
              <a:buChar char="○"/>
              <a:defRPr>
                <a:solidFill>
                  <a:srgbClr val="434343"/>
                </a:solidFill>
              </a:defRPr>
            </a:lvl5pPr>
            <a:lvl6pPr indent="-304800" lvl="5" marL="2743200" algn="l">
              <a:lnSpc>
                <a:spcPct val="115000"/>
              </a:lnSpc>
              <a:spcBef>
                <a:spcPts val="0"/>
              </a:spcBef>
              <a:spcAft>
                <a:spcPts val="0"/>
              </a:spcAft>
              <a:buClr>
                <a:srgbClr val="434343"/>
              </a:buClr>
              <a:buSzPts val="1200"/>
              <a:buFont typeface="Roboto Condensed Light"/>
              <a:buChar char="■"/>
              <a:defRPr>
                <a:solidFill>
                  <a:srgbClr val="434343"/>
                </a:solidFill>
              </a:defRPr>
            </a:lvl6pPr>
            <a:lvl7pPr indent="-304800" lvl="6" marL="3200400" algn="l">
              <a:lnSpc>
                <a:spcPct val="115000"/>
              </a:lnSpc>
              <a:spcBef>
                <a:spcPts val="0"/>
              </a:spcBef>
              <a:spcAft>
                <a:spcPts val="0"/>
              </a:spcAft>
              <a:buClr>
                <a:srgbClr val="434343"/>
              </a:buClr>
              <a:buSzPts val="1200"/>
              <a:buFont typeface="Roboto Condensed Light"/>
              <a:buChar char="●"/>
              <a:defRPr>
                <a:solidFill>
                  <a:srgbClr val="434343"/>
                </a:solidFill>
              </a:defRPr>
            </a:lvl7pPr>
            <a:lvl8pPr indent="-304800" lvl="7" marL="3657600" algn="l">
              <a:lnSpc>
                <a:spcPct val="115000"/>
              </a:lnSpc>
              <a:spcBef>
                <a:spcPts val="0"/>
              </a:spcBef>
              <a:spcAft>
                <a:spcPts val="0"/>
              </a:spcAft>
              <a:buClr>
                <a:srgbClr val="434343"/>
              </a:buClr>
              <a:buSzPts val="1200"/>
              <a:buFont typeface="Roboto Condensed Light"/>
              <a:buChar char="○"/>
              <a:defRPr>
                <a:solidFill>
                  <a:srgbClr val="434343"/>
                </a:solidFill>
              </a:defRPr>
            </a:lvl8pPr>
            <a:lvl9pPr indent="-304800" lvl="8" marL="4114800" algn="l">
              <a:lnSpc>
                <a:spcPct val="115000"/>
              </a:lnSpc>
              <a:spcBef>
                <a:spcPts val="0"/>
              </a:spcBef>
              <a:spcAft>
                <a:spcPts val="0"/>
              </a:spcAft>
              <a:buClr>
                <a:srgbClr val="434343"/>
              </a:buClr>
              <a:buSzPts val="1200"/>
              <a:buFont typeface="Roboto Condensed Light"/>
              <a:buChar char="■"/>
              <a:defRPr>
                <a:solidFill>
                  <a:srgbClr val="434343"/>
                </a:solidFill>
              </a:defRPr>
            </a:lvl9pPr>
          </a:lstStyle>
          <a:p/>
        </p:txBody>
      </p:sp>
      <p:sp>
        <p:nvSpPr>
          <p:cNvPr id="1290" name="Google Shape;1290;p79"/>
          <p:cNvSpPr txBox="1"/>
          <p:nvPr>
            <p:ph idx="2" type="body"/>
          </p:nvPr>
        </p:nvSpPr>
        <p:spPr>
          <a:xfrm>
            <a:off x="5249025" y="1139550"/>
            <a:ext cx="3174900" cy="3431400"/>
          </a:xfrm>
          <a:prstGeom prst="rect">
            <a:avLst/>
          </a:prstGeom>
          <a:noFill/>
          <a:ln>
            <a:noFill/>
          </a:ln>
        </p:spPr>
        <p:txBody>
          <a:bodyPr anchorCtr="0" anchor="t" bIns="91425" lIns="91425" spcFirstLastPara="1" rIns="91425" wrap="square" tIns="91425">
            <a:noAutofit/>
          </a:bodyPr>
          <a:lstStyle>
            <a:lvl1pPr indent="-304800" lvl="0" marL="457200" algn="l">
              <a:lnSpc>
                <a:spcPct val="115000"/>
              </a:lnSpc>
              <a:spcBef>
                <a:spcPts val="0"/>
              </a:spcBef>
              <a:spcAft>
                <a:spcPts val="0"/>
              </a:spcAft>
              <a:buClr>
                <a:srgbClr val="434343"/>
              </a:buClr>
              <a:buSzPts val="1200"/>
              <a:buChar char="●"/>
              <a:defRPr sz="1200">
                <a:solidFill>
                  <a:srgbClr val="191919"/>
                </a:solidFill>
              </a:defRPr>
            </a:lvl1pPr>
            <a:lvl2pPr indent="-304800" lvl="1" marL="914400" algn="l">
              <a:lnSpc>
                <a:spcPct val="115000"/>
              </a:lnSpc>
              <a:spcBef>
                <a:spcPts val="0"/>
              </a:spcBef>
              <a:spcAft>
                <a:spcPts val="0"/>
              </a:spcAft>
              <a:buClr>
                <a:srgbClr val="434343"/>
              </a:buClr>
              <a:buSzPts val="1200"/>
              <a:buFont typeface="Roboto Condensed Light"/>
              <a:buChar char="○"/>
              <a:defRPr>
                <a:solidFill>
                  <a:srgbClr val="434343"/>
                </a:solidFill>
              </a:defRPr>
            </a:lvl2pPr>
            <a:lvl3pPr indent="-304800" lvl="2" marL="1371600" algn="l">
              <a:lnSpc>
                <a:spcPct val="115000"/>
              </a:lnSpc>
              <a:spcBef>
                <a:spcPts val="0"/>
              </a:spcBef>
              <a:spcAft>
                <a:spcPts val="0"/>
              </a:spcAft>
              <a:buClr>
                <a:srgbClr val="434343"/>
              </a:buClr>
              <a:buSzPts val="1200"/>
              <a:buFont typeface="Roboto Condensed Light"/>
              <a:buChar char="■"/>
              <a:defRPr>
                <a:solidFill>
                  <a:srgbClr val="434343"/>
                </a:solidFill>
              </a:defRPr>
            </a:lvl3pPr>
            <a:lvl4pPr indent="-304800" lvl="3" marL="1828800" algn="l">
              <a:lnSpc>
                <a:spcPct val="115000"/>
              </a:lnSpc>
              <a:spcBef>
                <a:spcPts val="0"/>
              </a:spcBef>
              <a:spcAft>
                <a:spcPts val="0"/>
              </a:spcAft>
              <a:buClr>
                <a:srgbClr val="434343"/>
              </a:buClr>
              <a:buSzPts val="1200"/>
              <a:buFont typeface="Roboto Condensed Light"/>
              <a:buChar char="●"/>
              <a:defRPr>
                <a:solidFill>
                  <a:srgbClr val="434343"/>
                </a:solidFill>
              </a:defRPr>
            </a:lvl4pPr>
            <a:lvl5pPr indent="-304800" lvl="4" marL="2286000" algn="l">
              <a:lnSpc>
                <a:spcPct val="115000"/>
              </a:lnSpc>
              <a:spcBef>
                <a:spcPts val="0"/>
              </a:spcBef>
              <a:spcAft>
                <a:spcPts val="0"/>
              </a:spcAft>
              <a:buClr>
                <a:srgbClr val="434343"/>
              </a:buClr>
              <a:buSzPts val="1200"/>
              <a:buFont typeface="Roboto Condensed Light"/>
              <a:buChar char="○"/>
              <a:defRPr>
                <a:solidFill>
                  <a:srgbClr val="434343"/>
                </a:solidFill>
              </a:defRPr>
            </a:lvl5pPr>
            <a:lvl6pPr indent="-304800" lvl="5" marL="2743200" algn="l">
              <a:lnSpc>
                <a:spcPct val="115000"/>
              </a:lnSpc>
              <a:spcBef>
                <a:spcPts val="0"/>
              </a:spcBef>
              <a:spcAft>
                <a:spcPts val="0"/>
              </a:spcAft>
              <a:buClr>
                <a:srgbClr val="434343"/>
              </a:buClr>
              <a:buSzPts val="1200"/>
              <a:buFont typeface="Roboto Condensed Light"/>
              <a:buChar char="■"/>
              <a:defRPr>
                <a:solidFill>
                  <a:srgbClr val="434343"/>
                </a:solidFill>
              </a:defRPr>
            </a:lvl6pPr>
            <a:lvl7pPr indent="-304800" lvl="6" marL="3200400" algn="l">
              <a:lnSpc>
                <a:spcPct val="115000"/>
              </a:lnSpc>
              <a:spcBef>
                <a:spcPts val="0"/>
              </a:spcBef>
              <a:spcAft>
                <a:spcPts val="0"/>
              </a:spcAft>
              <a:buClr>
                <a:srgbClr val="434343"/>
              </a:buClr>
              <a:buSzPts val="1200"/>
              <a:buFont typeface="Roboto Condensed Light"/>
              <a:buChar char="●"/>
              <a:defRPr>
                <a:solidFill>
                  <a:srgbClr val="434343"/>
                </a:solidFill>
              </a:defRPr>
            </a:lvl7pPr>
            <a:lvl8pPr indent="-304800" lvl="7" marL="3657600" algn="l">
              <a:lnSpc>
                <a:spcPct val="115000"/>
              </a:lnSpc>
              <a:spcBef>
                <a:spcPts val="0"/>
              </a:spcBef>
              <a:spcAft>
                <a:spcPts val="0"/>
              </a:spcAft>
              <a:buClr>
                <a:srgbClr val="434343"/>
              </a:buClr>
              <a:buSzPts val="1200"/>
              <a:buFont typeface="Roboto Condensed Light"/>
              <a:buChar char="○"/>
              <a:defRPr>
                <a:solidFill>
                  <a:srgbClr val="434343"/>
                </a:solidFill>
              </a:defRPr>
            </a:lvl8pPr>
            <a:lvl9pPr indent="-304800" lvl="8" marL="4114800" algn="l">
              <a:lnSpc>
                <a:spcPct val="115000"/>
              </a:lnSpc>
              <a:spcBef>
                <a:spcPts val="0"/>
              </a:spcBef>
              <a:spcAft>
                <a:spcPts val="0"/>
              </a:spcAft>
              <a:buClr>
                <a:srgbClr val="434343"/>
              </a:buClr>
              <a:buSzPts val="1200"/>
              <a:buFont typeface="Roboto Condensed Light"/>
              <a:buChar char="■"/>
              <a:defRPr>
                <a:solidFill>
                  <a:srgbClr val="434343"/>
                </a:solidFill>
              </a:defRPr>
            </a:lvl9pPr>
          </a:lstStyle>
          <a:p/>
        </p:txBody>
      </p:sp>
      <p:grpSp>
        <p:nvGrpSpPr>
          <p:cNvPr id="1291" name="Google Shape;1291;p79"/>
          <p:cNvGrpSpPr/>
          <p:nvPr/>
        </p:nvGrpSpPr>
        <p:grpSpPr>
          <a:xfrm>
            <a:off x="-913828" y="-2335097"/>
            <a:ext cx="5022160" cy="4764814"/>
            <a:chOff x="-837628" y="-2258897"/>
            <a:chExt cx="5022160" cy="4764814"/>
          </a:xfrm>
        </p:grpSpPr>
        <p:grpSp>
          <p:nvGrpSpPr>
            <p:cNvPr id="1292" name="Google Shape;1292;p79"/>
            <p:cNvGrpSpPr/>
            <p:nvPr/>
          </p:nvGrpSpPr>
          <p:grpSpPr>
            <a:xfrm>
              <a:off x="-837628" y="-736613"/>
              <a:ext cx="1989039" cy="1471668"/>
              <a:chOff x="-494405" y="-252396"/>
              <a:chExt cx="1741563" cy="1288563"/>
            </a:xfrm>
          </p:grpSpPr>
          <p:sp>
            <p:nvSpPr>
              <p:cNvPr id="1293" name="Google Shape;1293;p79"/>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79"/>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5" name="Google Shape;1295;p79"/>
            <p:cNvGrpSpPr/>
            <p:nvPr/>
          </p:nvGrpSpPr>
          <p:grpSpPr>
            <a:xfrm rot="-8100000">
              <a:off x="344623" y="-1788220"/>
              <a:ext cx="2915004" cy="3823461"/>
              <a:chOff x="2976325" y="908175"/>
              <a:chExt cx="4028179" cy="5283555"/>
            </a:xfrm>
          </p:grpSpPr>
          <p:sp>
            <p:nvSpPr>
              <p:cNvPr id="1296" name="Google Shape;1296;p79"/>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 name="Google Shape;1297;p79"/>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 name="Google Shape;1298;p79"/>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9" name="Google Shape;1299;p79"/>
            <p:cNvGrpSpPr/>
            <p:nvPr/>
          </p:nvGrpSpPr>
          <p:grpSpPr>
            <a:xfrm>
              <a:off x="-272968" y="261330"/>
              <a:ext cx="799446" cy="546640"/>
              <a:chOff x="39723" y="4349021"/>
              <a:chExt cx="1061964" cy="726143"/>
            </a:xfrm>
          </p:grpSpPr>
          <p:grpSp>
            <p:nvGrpSpPr>
              <p:cNvPr id="1300" name="Google Shape;1300;p79"/>
              <p:cNvGrpSpPr/>
              <p:nvPr/>
            </p:nvGrpSpPr>
            <p:grpSpPr>
              <a:xfrm rot="2700000">
                <a:off x="140502" y="4460924"/>
                <a:ext cx="524584" cy="502337"/>
                <a:chOff x="1189791" y="-1767331"/>
                <a:chExt cx="904284" cy="865933"/>
              </a:xfrm>
            </p:grpSpPr>
            <p:sp>
              <p:nvSpPr>
                <p:cNvPr id="1301" name="Google Shape;1301;p7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02" name="Google Shape;1302;p79"/>
                <p:cNvGrpSpPr/>
                <p:nvPr/>
              </p:nvGrpSpPr>
              <p:grpSpPr>
                <a:xfrm>
                  <a:off x="1232795" y="-1740829"/>
                  <a:ext cx="717622" cy="717393"/>
                  <a:chOff x="1483457" y="3953671"/>
                  <a:chExt cx="717622" cy="717393"/>
                </a:xfrm>
              </p:grpSpPr>
              <p:sp>
                <p:nvSpPr>
                  <p:cNvPr id="1303" name="Google Shape;1303;p7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7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 name="Google Shape;1305;p7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7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7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308" name="Google Shape;1308;p7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309" name="Google Shape;1309;p79"/>
          <p:cNvGrpSpPr/>
          <p:nvPr/>
        </p:nvGrpSpPr>
        <p:grpSpPr>
          <a:xfrm>
            <a:off x="-224248" y="3297090"/>
            <a:ext cx="605803" cy="2417785"/>
            <a:chOff x="-224248" y="3297090"/>
            <a:chExt cx="605803" cy="2417785"/>
          </a:xfrm>
        </p:grpSpPr>
        <p:grpSp>
          <p:nvGrpSpPr>
            <p:cNvPr id="1310" name="Google Shape;1310;p79"/>
            <p:cNvGrpSpPr/>
            <p:nvPr/>
          </p:nvGrpSpPr>
          <p:grpSpPr>
            <a:xfrm>
              <a:off x="143770" y="3630885"/>
              <a:ext cx="237785" cy="2083990"/>
              <a:chOff x="1040050" y="3812126"/>
              <a:chExt cx="208200" cy="1824700"/>
            </a:xfrm>
          </p:grpSpPr>
          <p:sp>
            <p:nvSpPr>
              <p:cNvPr id="1311" name="Google Shape;1311;p79"/>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79"/>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3" name="Google Shape;1313;p79"/>
            <p:cNvGrpSpPr/>
            <p:nvPr/>
          </p:nvGrpSpPr>
          <p:grpSpPr>
            <a:xfrm rot="10800000">
              <a:off x="-224248" y="3297090"/>
              <a:ext cx="439200" cy="439100"/>
              <a:chOff x="1101075" y="2142375"/>
              <a:chExt cx="439200" cy="439100"/>
            </a:xfrm>
          </p:grpSpPr>
          <p:sp>
            <p:nvSpPr>
              <p:cNvPr id="1314" name="Google Shape;1314;p79"/>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79"/>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316" name="Google Shape;1316;p79"/>
          <p:cNvGrpSpPr/>
          <p:nvPr/>
        </p:nvGrpSpPr>
        <p:grpSpPr>
          <a:xfrm>
            <a:off x="3585480" y="-1456810"/>
            <a:ext cx="3681466" cy="2759625"/>
            <a:chOff x="3585480" y="-1380610"/>
            <a:chExt cx="3681466" cy="2759625"/>
          </a:xfrm>
        </p:grpSpPr>
        <p:pic>
          <p:nvPicPr>
            <p:cNvPr id="1317" name="Google Shape;1317;p79"/>
            <p:cNvPicPr preferRelativeResize="0"/>
            <p:nvPr/>
          </p:nvPicPr>
          <p:blipFill rotWithShape="1">
            <a:blip r:embed="rId2">
              <a:alphaModFix/>
            </a:blip>
            <a:srcRect b="26177" l="16960" r="7121" t="24718"/>
            <a:stretch/>
          </p:blipFill>
          <p:spPr>
            <a:xfrm flipH="1" rot="10800000">
              <a:off x="3585480" y="-1380610"/>
              <a:ext cx="3615750" cy="2759625"/>
            </a:xfrm>
            <a:prstGeom prst="rect">
              <a:avLst/>
            </a:prstGeom>
            <a:noFill/>
            <a:ln>
              <a:noFill/>
            </a:ln>
          </p:spPr>
        </p:pic>
        <p:grpSp>
          <p:nvGrpSpPr>
            <p:cNvPr id="1318" name="Google Shape;1318;p79"/>
            <p:cNvGrpSpPr/>
            <p:nvPr/>
          </p:nvGrpSpPr>
          <p:grpSpPr>
            <a:xfrm>
              <a:off x="6590156" y="-232440"/>
              <a:ext cx="676790" cy="462843"/>
              <a:chOff x="39723" y="4349021"/>
              <a:chExt cx="1061964" cy="726143"/>
            </a:xfrm>
          </p:grpSpPr>
          <p:grpSp>
            <p:nvGrpSpPr>
              <p:cNvPr id="1319" name="Google Shape;1319;p79"/>
              <p:cNvGrpSpPr/>
              <p:nvPr/>
            </p:nvGrpSpPr>
            <p:grpSpPr>
              <a:xfrm rot="2700000">
                <a:off x="140502" y="4460924"/>
                <a:ext cx="524584" cy="502337"/>
                <a:chOff x="1189791" y="-1767331"/>
                <a:chExt cx="904284" cy="865933"/>
              </a:xfrm>
            </p:grpSpPr>
            <p:sp>
              <p:nvSpPr>
                <p:cNvPr id="1320" name="Google Shape;1320;p7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1" name="Google Shape;1321;p79"/>
                <p:cNvGrpSpPr/>
                <p:nvPr/>
              </p:nvGrpSpPr>
              <p:grpSpPr>
                <a:xfrm>
                  <a:off x="1232795" y="-1740829"/>
                  <a:ext cx="717622" cy="717393"/>
                  <a:chOff x="1483457" y="3953671"/>
                  <a:chExt cx="717622" cy="717393"/>
                </a:xfrm>
              </p:grpSpPr>
              <p:sp>
                <p:nvSpPr>
                  <p:cNvPr id="1322" name="Google Shape;1322;p7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 name="Google Shape;1323;p7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 name="Google Shape;1324;p7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7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 name="Google Shape;1326;p7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327" name="Google Shape;1327;p7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8" name="Google Shape;1328;p79"/>
            <p:cNvGrpSpPr/>
            <p:nvPr/>
          </p:nvGrpSpPr>
          <p:grpSpPr>
            <a:xfrm>
              <a:off x="6003005" y="-274104"/>
              <a:ext cx="799446" cy="546640"/>
              <a:chOff x="39723" y="4349021"/>
              <a:chExt cx="1061964" cy="726143"/>
            </a:xfrm>
          </p:grpSpPr>
          <p:grpSp>
            <p:nvGrpSpPr>
              <p:cNvPr id="1329" name="Google Shape;1329;p79"/>
              <p:cNvGrpSpPr/>
              <p:nvPr/>
            </p:nvGrpSpPr>
            <p:grpSpPr>
              <a:xfrm rot="2700000">
                <a:off x="140502" y="4460924"/>
                <a:ext cx="524584" cy="502337"/>
                <a:chOff x="1189791" y="-1767331"/>
                <a:chExt cx="904284" cy="865933"/>
              </a:xfrm>
            </p:grpSpPr>
            <p:sp>
              <p:nvSpPr>
                <p:cNvPr id="1330" name="Google Shape;1330;p79"/>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1" name="Google Shape;1331;p79"/>
                <p:cNvGrpSpPr/>
                <p:nvPr/>
              </p:nvGrpSpPr>
              <p:grpSpPr>
                <a:xfrm>
                  <a:off x="1232795" y="-1740829"/>
                  <a:ext cx="717622" cy="717393"/>
                  <a:chOff x="1483457" y="3953671"/>
                  <a:chExt cx="717622" cy="717393"/>
                </a:xfrm>
              </p:grpSpPr>
              <p:sp>
                <p:nvSpPr>
                  <p:cNvPr id="1332" name="Google Shape;1332;p79"/>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 name="Google Shape;1333;p79"/>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 name="Google Shape;1334;p79"/>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 name="Google Shape;1335;p79"/>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79"/>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337" name="Google Shape;1337;p79"/>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338" name="Shape 1338"/>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339" name="Shape 1339"/>
        <p:cNvGrpSpPr/>
        <p:nvPr/>
      </p:nvGrpSpPr>
      <p:grpSpPr>
        <a:xfrm>
          <a:off x="0" y="0"/>
          <a:ext cx="0" cy="0"/>
          <a:chOff x="0" y="0"/>
          <a:chExt cx="0" cy="0"/>
        </a:xfrm>
      </p:grpSpPr>
      <p:grpSp>
        <p:nvGrpSpPr>
          <p:cNvPr id="1340" name="Google Shape;1340;p84"/>
          <p:cNvGrpSpPr/>
          <p:nvPr/>
        </p:nvGrpSpPr>
        <p:grpSpPr>
          <a:xfrm>
            <a:off x="-623241" y="3925887"/>
            <a:ext cx="2833357" cy="1517787"/>
            <a:chOff x="-623241" y="3849687"/>
            <a:chExt cx="2833357" cy="1517787"/>
          </a:xfrm>
        </p:grpSpPr>
        <p:grpSp>
          <p:nvGrpSpPr>
            <p:cNvPr id="1341" name="Google Shape;1341;p84"/>
            <p:cNvGrpSpPr/>
            <p:nvPr/>
          </p:nvGrpSpPr>
          <p:grpSpPr>
            <a:xfrm rot="5400000">
              <a:off x="-879113" y="4155104"/>
              <a:ext cx="1517787" cy="906953"/>
              <a:chOff x="-55500" y="4835979"/>
              <a:chExt cx="1517787" cy="906953"/>
            </a:xfrm>
          </p:grpSpPr>
          <p:sp>
            <p:nvSpPr>
              <p:cNvPr id="1342" name="Google Shape;1342;p84"/>
              <p:cNvSpPr/>
              <p:nvPr/>
            </p:nvSpPr>
            <p:spPr>
              <a:xfrm>
                <a:off x="-55500" y="489515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 name="Google Shape;1343;p84"/>
              <p:cNvSpPr/>
              <p:nvPr/>
            </p:nvSpPr>
            <p:spPr>
              <a:xfrm>
                <a:off x="522674" y="4951702"/>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 name="Google Shape;1344;p84"/>
              <p:cNvSpPr/>
              <p:nvPr/>
            </p:nvSpPr>
            <p:spPr>
              <a:xfrm>
                <a:off x="401812" y="51855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 name="Google Shape;1345;p84"/>
              <p:cNvSpPr/>
              <p:nvPr/>
            </p:nvSpPr>
            <p:spPr>
              <a:xfrm>
                <a:off x="880250" y="4835979"/>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6" name="Google Shape;1346;p84"/>
            <p:cNvGrpSpPr/>
            <p:nvPr/>
          </p:nvGrpSpPr>
          <p:grpSpPr>
            <a:xfrm>
              <a:off x="-623241" y="3946425"/>
              <a:ext cx="2833357" cy="1421047"/>
              <a:chOff x="-677366" y="4067275"/>
              <a:chExt cx="2833357" cy="1421047"/>
            </a:xfrm>
          </p:grpSpPr>
          <p:sp>
            <p:nvSpPr>
              <p:cNvPr id="1347" name="Google Shape;1347;p84"/>
              <p:cNvSpPr/>
              <p:nvPr/>
            </p:nvSpPr>
            <p:spPr>
              <a:xfrm rot="5400000">
                <a:off x="28789" y="3361120"/>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8" name="Google Shape;1348;p84"/>
              <p:cNvGrpSpPr/>
              <p:nvPr/>
            </p:nvGrpSpPr>
            <p:grpSpPr>
              <a:xfrm>
                <a:off x="317735" y="4614472"/>
                <a:ext cx="161977" cy="161940"/>
                <a:chOff x="1101075" y="2142375"/>
                <a:chExt cx="439200" cy="439100"/>
              </a:xfrm>
            </p:grpSpPr>
            <p:sp>
              <p:nvSpPr>
                <p:cNvPr id="1349" name="Google Shape;1349;p8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 name="Google Shape;1350;p8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1" name="Google Shape;1351;p84"/>
              <p:cNvGrpSpPr/>
              <p:nvPr/>
            </p:nvGrpSpPr>
            <p:grpSpPr>
              <a:xfrm rot="10800000">
                <a:off x="1700151" y="5032693"/>
                <a:ext cx="161977" cy="161940"/>
                <a:chOff x="1101075" y="2142375"/>
                <a:chExt cx="439200" cy="439100"/>
              </a:xfrm>
            </p:grpSpPr>
            <p:sp>
              <p:nvSpPr>
                <p:cNvPr id="1352" name="Google Shape;1352;p8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8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354" name="Google Shape;1354;p84"/>
            <p:cNvSpPr/>
            <p:nvPr/>
          </p:nvSpPr>
          <p:spPr>
            <a:xfrm rot="-5400000">
              <a:off x="289120" y="3696219"/>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5" name="Google Shape;1355;p84"/>
          <p:cNvGrpSpPr/>
          <p:nvPr/>
        </p:nvGrpSpPr>
        <p:grpSpPr>
          <a:xfrm>
            <a:off x="6323926" y="-1678249"/>
            <a:ext cx="4189198" cy="3065874"/>
            <a:chOff x="6171526" y="-1678249"/>
            <a:chExt cx="4189198" cy="3065874"/>
          </a:xfrm>
        </p:grpSpPr>
        <p:sp>
          <p:nvSpPr>
            <p:cNvPr id="1356" name="Google Shape;1356;p84"/>
            <p:cNvSpPr/>
            <p:nvPr/>
          </p:nvSpPr>
          <p:spPr>
            <a:xfrm rot="-5400000">
              <a:off x="6808863" y="-808395"/>
              <a:ext cx="1558682"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1357" name="Google Shape;1357;p84"/>
            <p:cNvPicPr preferRelativeResize="0"/>
            <p:nvPr/>
          </p:nvPicPr>
          <p:blipFill rotWithShape="1">
            <a:blip r:embed="rId2">
              <a:alphaModFix/>
            </a:blip>
            <a:srcRect b="26177" l="16960" r="7121" t="24718"/>
            <a:stretch/>
          </p:blipFill>
          <p:spPr>
            <a:xfrm>
              <a:off x="6587425" y="-1678249"/>
              <a:ext cx="3773299" cy="2879876"/>
            </a:xfrm>
            <a:prstGeom prst="rect">
              <a:avLst/>
            </a:prstGeom>
            <a:noFill/>
            <a:ln>
              <a:noFill/>
            </a:ln>
          </p:spPr>
        </p:pic>
        <p:sp>
          <p:nvSpPr>
            <p:cNvPr id="1358" name="Google Shape;1358;p84"/>
            <p:cNvSpPr/>
            <p:nvPr/>
          </p:nvSpPr>
          <p:spPr>
            <a:xfrm>
              <a:off x="8292929" y="-80469"/>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59" name="Google Shape;1359;p84"/>
            <p:cNvGrpSpPr/>
            <p:nvPr/>
          </p:nvGrpSpPr>
          <p:grpSpPr>
            <a:xfrm rot="-2700000">
              <a:off x="8302147" y="61289"/>
              <a:ext cx="582044" cy="582419"/>
              <a:chOff x="959750" y="3039275"/>
              <a:chExt cx="582050" cy="582425"/>
            </a:xfrm>
          </p:grpSpPr>
          <p:sp>
            <p:nvSpPr>
              <p:cNvPr id="1360" name="Google Shape;1360;p8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8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 name="Google Shape;1362;p8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 name="Google Shape;1363;p8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 name="Google Shape;1364;p8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 name="Google Shape;1365;p8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 name="Google Shape;1366;p8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7" name="Google Shape;1367;p84"/>
            <p:cNvGrpSpPr/>
            <p:nvPr/>
          </p:nvGrpSpPr>
          <p:grpSpPr>
            <a:xfrm rot="-2700000">
              <a:off x="8551447" y="61289"/>
              <a:ext cx="582044" cy="582419"/>
              <a:chOff x="959750" y="3039275"/>
              <a:chExt cx="582050" cy="582425"/>
            </a:xfrm>
          </p:grpSpPr>
          <p:sp>
            <p:nvSpPr>
              <p:cNvPr id="1368" name="Google Shape;1368;p8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8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8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 name="Google Shape;1371;p8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 name="Google Shape;1372;p8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8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8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37254"/>
                    </a:srgbClr>
                  </a:gs>
                  <a:gs pos="100000">
                    <a:srgbClr val="FFFFFF">
                      <a:alpha val="37254"/>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375" name="Google Shape;1375;p84"/>
          <p:cNvGrpSpPr/>
          <p:nvPr/>
        </p:nvGrpSpPr>
        <p:grpSpPr>
          <a:xfrm rot="2700000">
            <a:off x="8945322" y="2352177"/>
            <a:ext cx="439196" cy="439096"/>
            <a:chOff x="1101075" y="2142375"/>
            <a:chExt cx="439200" cy="439100"/>
          </a:xfrm>
        </p:grpSpPr>
        <p:sp>
          <p:nvSpPr>
            <p:cNvPr id="1376" name="Google Shape;1376;p8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8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bg>
      <p:bgPr>
        <a:solidFill>
          <a:schemeClr val="dk2"/>
        </a:solidFill>
      </p:bgPr>
    </p:bg>
    <p:spTree>
      <p:nvGrpSpPr>
        <p:cNvPr id="1378" name="Shape 1378"/>
        <p:cNvGrpSpPr/>
        <p:nvPr/>
      </p:nvGrpSpPr>
      <p:grpSpPr>
        <a:xfrm>
          <a:off x="0" y="0"/>
          <a:ext cx="0" cy="0"/>
          <a:chOff x="0" y="0"/>
          <a:chExt cx="0" cy="0"/>
        </a:xfrm>
      </p:grpSpPr>
      <p:grpSp>
        <p:nvGrpSpPr>
          <p:cNvPr id="1379" name="Google Shape;1379;p85"/>
          <p:cNvGrpSpPr/>
          <p:nvPr/>
        </p:nvGrpSpPr>
        <p:grpSpPr>
          <a:xfrm>
            <a:off x="8332551" y="-7"/>
            <a:ext cx="2386151" cy="3293872"/>
            <a:chOff x="8256352" y="-7"/>
            <a:chExt cx="2386151" cy="3293872"/>
          </a:xfrm>
        </p:grpSpPr>
        <p:pic>
          <p:nvPicPr>
            <p:cNvPr id="1380" name="Google Shape;1380;p85"/>
            <p:cNvPicPr preferRelativeResize="0"/>
            <p:nvPr/>
          </p:nvPicPr>
          <p:blipFill rotWithShape="1">
            <a:blip r:embed="rId2">
              <a:alphaModFix/>
            </a:blip>
            <a:srcRect b="26177" l="16960" r="7121" t="24718"/>
            <a:stretch/>
          </p:blipFill>
          <p:spPr>
            <a:xfrm rot="5400000">
              <a:off x="7886227" y="537590"/>
              <a:ext cx="3126400" cy="2386151"/>
            </a:xfrm>
            <a:prstGeom prst="rect">
              <a:avLst/>
            </a:prstGeom>
            <a:noFill/>
            <a:ln>
              <a:noFill/>
            </a:ln>
          </p:spPr>
        </p:pic>
        <p:grpSp>
          <p:nvGrpSpPr>
            <p:cNvPr id="1381" name="Google Shape;1381;p85"/>
            <p:cNvGrpSpPr/>
            <p:nvPr/>
          </p:nvGrpSpPr>
          <p:grpSpPr>
            <a:xfrm rot="10800000">
              <a:off x="8452443" y="-7"/>
              <a:ext cx="325155" cy="1788670"/>
              <a:chOff x="8869019" y="-622132"/>
              <a:chExt cx="325155" cy="1788670"/>
            </a:xfrm>
          </p:grpSpPr>
          <p:sp>
            <p:nvSpPr>
              <p:cNvPr id="1382" name="Google Shape;1382;p85"/>
              <p:cNvSpPr/>
              <p:nvPr/>
            </p:nvSpPr>
            <p:spPr>
              <a:xfrm rot="10800000">
                <a:off x="8869019" y="-622132"/>
                <a:ext cx="246869" cy="1703243"/>
              </a:xfrm>
              <a:custGeom>
                <a:rect b="b" l="l" r="r" t="t"/>
                <a:pathLst>
                  <a:path extrusionOk="0" h="29909" w="6019">
                    <a:moveTo>
                      <a:pt x="1" y="1"/>
                    </a:moveTo>
                    <a:lnTo>
                      <a:pt x="1" y="306"/>
                    </a:lnTo>
                    <a:lnTo>
                      <a:pt x="5699" y="306"/>
                    </a:lnTo>
                    <a:lnTo>
                      <a:pt x="5699" y="29909"/>
                    </a:lnTo>
                    <a:lnTo>
                      <a:pt x="6019" y="29909"/>
                    </a:lnTo>
                    <a:lnTo>
                      <a:pt x="6019"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3" name="Google Shape;1383;p85"/>
              <p:cNvGrpSpPr/>
              <p:nvPr/>
            </p:nvGrpSpPr>
            <p:grpSpPr>
              <a:xfrm rot="1800062">
                <a:off x="9035610" y="1007995"/>
                <a:ext cx="134040" cy="134009"/>
                <a:chOff x="1101075" y="2142375"/>
                <a:chExt cx="439200" cy="439100"/>
              </a:xfrm>
            </p:grpSpPr>
            <p:sp>
              <p:nvSpPr>
                <p:cNvPr id="1384" name="Google Shape;1384;p8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40000">
                      <a:srgbClr val="FF9900">
                        <a:alpha val="40392"/>
                      </a:srgbClr>
                    </a:gs>
                    <a:gs pos="100000">
                      <a:srgbClr val="FFFFFF">
                        <a:alpha val="0"/>
                      </a:srgbClr>
                    </a:gs>
                  </a:gsLst>
                  <a:lin ang="2698631" scaled="0"/>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8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1386" name="Google Shape;1386;p85"/>
          <p:cNvGrpSpPr/>
          <p:nvPr/>
        </p:nvGrpSpPr>
        <p:grpSpPr>
          <a:xfrm>
            <a:off x="-213525" y="171225"/>
            <a:ext cx="439200" cy="439100"/>
            <a:chOff x="1101075" y="2142375"/>
            <a:chExt cx="439200" cy="439100"/>
          </a:xfrm>
        </p:grpSpPr>
        <p:sp>
          <p:nvSpPr>
            <p:cNvPr id="1387" name="Google Shape;1387;p8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8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9" name="Google Shape;1389;p85"/>
          <p:cNvGrpSpPr/>
          <p:nvPr/>
        </p:nvGrpSpPr>
        <p:grpSpPr>
          <a:xfrm>
            <a:off x="-1262974" y="3161327"/>
            <a:ext cx="4822591" cy="2934500"/>
            <a:chOff x="-1186774" y="3161328"/>
            <a:chExt cx="4822591" cy="2934500"/>
          </a:xfrm>
        </p:grpSpPr>
        <p:pic>
          <p:nvPicPr>
            <p:cNvPr id="1390" name="Google Shape;1390;p85"/>
            <p:cNvPicPr preferRelativeResize="0"/>
            <p:nvPr/>
          </p:nvPicPr>
          <p:blipFill rotWithShape="1">
            <a:blip r:embed="rId2">
              <a:alphaModFix/>
            </a:blip>
            <a:srcRect b="26177" l="16960" r="7121" t="24718"/>
            <a:stretch/>
          </p:blipFill>
          <p:spPr>
            <a:xfrm rot="5400000">
              <a:off x="-1534175" y="3508728"/>
              <a:ext cx="2934500" cy="2239699"/>
            </a:xfrm>
            <a:prstGeom prst="rect">
              <a:avLst/>
            </a:prstGeom>
            <a:noFill/>
            <a:ln>
              <a:noFill/>
            </a:ln>
          </p:spPr>
        </p:pic>
        <p:sp>
          <p:nvSpPr>
            <p:cNvPr id="1391" name="Google Shape;1391;p85"/>
            <p:cNvSpPr/>
            <p:nvPr/>
          </p:nvSpPr>
          <p:spPr>
            <a:xfrm rot="-5400000">
              <a:off x="-184180" y="3596444"/>
              <a:ext cx="503090" cy="2327806"/>
            </a:xfrm>
            <a:custGeom>
              <a:rect b="b" l="l" r="r" t="t"/>
              <a:pathLst>
                <a:path extrusionOk="0" h="56755" w="12266">
                  <a:moveTo>
                    <a:pt x="6811" y="1"/>
                  </a:moveTo>
                  <a:lnTo>
                    <a:pt x="2133" y="4663"/>
                  </a:lnTo>
                  <a:lnTo>
                    <a:pt x="2133" y="16836"/>
                  </a:lnTo>
                  <a:lnTo>
                    <a:pt x="2438" y="16836"/>
                  </a:lnTo>
                  <a:lnTo>
                    <a:pt x="2438" y="4800"/>
                  </a:lnTo>
                  <a:lnTo>
                    <a:pt x="6475" y="747"/>
                  </a:lnTo>
                  <a:lnTo>
                    <a:pt x="6475" y="11793"/>
                  </a:lnTo>
                  <a:lnTo>
                    <a:pt x="11534" y="11793"/>
                  </a:lnTo>
                  <a:lnTo>
                    <a:pt x="8197" y="15130"/>
                  </a:lnTo>
                  <a:lnTo>
                    <a:pt x="11640" y="18573"/>
                  </a:lnTo>
                  <a:lnTo>
                    <a:pt x="5668" y="24546"/>
                  </a:lnTo>
                  <a:lnTo>
                    <a:pt x="5668" y="41686"/>
                  </a:lnTo>
                  <a:lnTo>
                    <a:pt x="0" y="47369"/>
                  </a:lnTo>
                  <a:lnTo>
                    <a:pt x="0" y="56754"/>
                  </a:lnTo>
                  <a:lnTo>
                    <a:pt x="305" y="56754"/>
                  </a:lnTo>
                  <a:lnTo>
                    <a:pt x="305" y="47476"/>
                  </a:lnTo>
                  <a:lnTo>
                    <a:pt x="5973" y="41823"/>
                  </a:lnTo>
                  <a:lnTo>
                    <a:pt x="5973" y="24683"/>
                  </a:lnTo>
                  <a:lnTo>
                    <a:pt x="12082" y="18573"/>
                  </a:lnTo>
                  <a:lnTo>
                    <a:pt x="8639" y="15130"/>
                  </a:lnTo>
                  <a:lnTo>
                    <a:pt x="12265" y="11488"/>
                  </a:lnTo>
                  <a:lnTo>
                    <a:pt x="6811" y="11488"/>
                  </a:lnTo>
                  <a:lnTo>
                    <a:pt x="6811" y="1"/>
                  </a:ln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92" name="Google Shape;1392;p85"/>
            <p:cNvGrpSpPr/>
            <p:nvPr/>
          </p:nvGrpSpPr>
          <p:grpSpPr>
            <a:xfrm>
              <a:off x="58899" y="4608583"/>
              <a:ext cx="604346" cy="657081"/>
              <a:chOff x="58899" y="4608583"/>
              <a:chExt cx="604346" cy="657081"/>
            </a:xfrm>
          </p:grpSpPr>
          <p:grpSp>
            <p:nvGrpSpPr>
              <p:cNvPr id="1393" name="Google Shape;1393;p85"/>
              <p:cNvGrpSpPr/>
              <p:nvPr/>
            </p:nvGrpSpPr>
            <p:grpSpPr>
              <a:xfrm rot="10800000">
                <a:off x="58899" y="4608583"/>
                <a:ext cx="328346" cy="328531"/>
                <a:chOff x="3678700" y="407275"/>
                <a:chExt cx="708100" cy="708500"/>
              </a:xfrm>
            </p:grpSpPr>
            <p:sp>
              <p:nvSpPr>
                <p:cNvPr id="1394" name="Google Shape;1394;p85"/>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85"/>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85"/>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85"/>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 name="Google Shape;1398;p85"/>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 name="Google Shape;1399;p85"/>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85"/>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1" name="Google Shape;1401;p85"/>
              <p:cNvGrpSpPr/>
              <p:nvPr/>
            </p:nvGrpSpPr>
            <p:grpSpPr>
              <a:xfrm rot="10800000">
                <a:off x="334899" y="4608583"/>
                <a:ext cx="328346" cy="328531"/>
                <a:chOff x="3678700" y="407275"/>
                <a:chExt cx="708100" cy="708500"/>
              </a:xfrm>
            </p:grpSpPr>
            <p:sp>
              <p:nvSpPr>
                <p:cNvPr id="1402" name="Google Shape;1402;p85"/>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85"/>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85"/>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85"/>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 name="Google Shape;1406;p85"/>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85"/>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85"/>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9" name="Google Shape;1409;p85"/>
              <p:cNvGrpSpPr/>
              <p:nvPr/>
            </p:nvGrpSpPr>
            <p:grpSpPr>
              <a:xfrm rot="10800000">
                <a:off x="282574" y="4937133"/>
                <a:ext cx="328346" cy="328531"/>
                <a:chOff x="3678700" y="407275"/>
                <a:chExt cx="708100" cy="708500"/>
              </a:xfrm>
            </p:grpSpPr>
            <p:sp>
              <p:nvSpPr>
                <p:cNvPr id="1410" name="Google Shape;1410;p85"/>
                <p:cNvSpPr/>
                <p:nvPr/>
              </p:nvSpPr>
              <p:spPr>
                <a:xfrm>
                  <a:off x="3678700" y="4072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85"/>
                <p:cNvSpPr/>
                <p:nvPr/>
              </p:nvSpPr>
              <p:spPr>
                <a:xfrm>
                  <a:off x="3754875" y="483475"/>
                  <a:ext cx="249900" cy="249875"/>
                </a:xfrm>
                <a:custGeom>
                  <a:rect b="b" l="l" r="r" t="t"/>
                  <a:pathLst>
                    <a:path extrusionOk="0" h="9995" w="9996">
                      <a:moveTo>
                        <a:pt x="8593" y="0"/>
                      </a:moveTo>
                      <a:lnTo>
                        <a:pt x="0" y="8593"/>
                      </a:lnTo>
                      <a:lnTo>
                        <a:pt x="1402" y="9995"/>
                      </a:lnTo>
                      <a:lnTo>
                        <a:pt x="9995" y="1402"/>
                      </a:lnTo>
                      <a:lnTo>
                        <a:pt x="8593"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85"/>
                <p:cNvSpPr/>
                <p:nvPr/>
              </p:nvSpPr>
              <p:spPr>
                <a:xfrm>
                  <a:off x="3831425" y="560025"/>
                  <a:ext cx="249900" cy="249900"/>
                </a:xfrm>
                <a:custGeom>
                  <a:rect b="b" l="l" r="r" t="t"/>
                  <a:pathLst>
                    <a:path extrusionOk="0" h="9996" w="9996">
                      <a:moveTo>
                        <a:pt x="8594" y="0"/>
                      </a:moveTo>
                      <a:lnTo>
                        <a:pt x="1" y="8594"/>
                      </a:lnTo>
                      <a:lnTo>
                        <a:pt x="1403" y="9995"/>
                      </a:lnTo>
                      <a:lnTo>
                        <a:pt x="9996" y="1402"/>
                      </a:lnTo>
                      <a:lnTo>
                        <a:pt x="8594"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85"/>
                <p:cNvSpPr/>
                <p:nvPr/>
              </p:nvSpPr>
              <p:spPr>
                <a:xfrm>
                  <a:off x="3907625" y="636575"/>
                  <a:ext cx="249875" cy="249525"/>
                </a:xfrm>
                <a:custGeom>
                  <a:rect b="b" l="l" r="r" t="t"/>
                  <a:pathLst>
                    <a:path extrusionOk="0" h="9981" w="9995">
                      <a:moveTo>
                        <a:pt x="8593" y="1"/>
                      </a:moveTo>
                      <a:lnTo>
                        <a:pt x="0" y="8579"/>
                      </a:lnTo>
                      <a:lnTo>
                        <a:pt x="1402" y="9980"/>
                      </a:lnTo>
                      <a:lnTo>
                        <a:pt x="9995" y="1387"/>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85"/>
                <p:cNvSpPr/>
                <p:nvPr/>
              </p:nvSpPr>
              <p:spPr>
                <a:xfrm>
                  <a:off x="3984175" y="713150"/>
                  <a:ext cx="249900" cy="249900"/>
                </a:xfrm>
                <a:custGeom>
                  <a:rect b="b" l="l" r="r" t="t"/>
                  <a:pathLst>
                    <a:path extrusionOk="0" h="9996" w="9996">
                      <a:moveTo>
                        <a:pt x="8593" y="0"/>
                      </a:moveTo>
                      <a:lnTo>
                        <a:pt x="0" y="8593"/>
                      </a:lnTo>
                      <a:lnTo>
                        <a:pt x="1402" y="9995"/>
                      </a:lnTo>
                      <a:lnTo>
                        <a:pt x="9995" y="1402"/>
                      </a:lnTo>
                      <a:lnTo>
                        <a:pt x="8593" y="0"/>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85"/>
                <p:cNvSpPr/>
                <p:nvPr/>
              </p:nvSpPr>
              <p:spPr>
                <a:xfrm>
                  <a:off x="4061125" y="789700"/>
                  <a:ext cx="249500" cy="249525"/>
                </a:xfrm>
                <a:custGeom>
                  <a:rect b="b" l="l" r="r" t="t"/>
                  <a:pathLst>
                    <a:path extrusionOk="0" h="9981" w="9980">
                      <a:moveTo>
                        <a:pt x="8593" y="1"/>
                      </a:moveTo>
                      <a:lnTo>
                        <a:pt x="0" y="8594"/>
                      </a:lnTo>
                      <a:lnTo>
                        <a:pt x="1402" y="9980"/>
                      </a:lnTo>
                      <a:lnTo>
                        <a:pt x="9980" y="1402"/>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 name="Google Shape;1416;p85"/>
                <p:cNvSpPr/>
                <p:nvPr/>
              </p:nvSpPr>
              <p:spPr>
                <a:xfrm>
                  <a:off x="4136925" y="865875"/>
                  <a:ext cx="249875" cy="249900"/>
                </a:xfrm>
                <a:custGeom>
                  <a:rect b="b" l="l" r="r" t="t"/>
                  <a:pathLst>
                    <a:path extrusionOk="0" h="9996" w="9995">
                      <a:moveTo>
                        <a:pt x="8593" y="1"/>
                      </a:moveTo>
                      <a:lnTo>
                        <a:pt x="0" y="8594"/>
                      </a:lnTo>
                      <a:lnTo>
                        <a:pt x="1402" y="9996"/>
                      </a:lnTo>
                      <a:lnTo>
                        <a:pt x="9995" y="1403"/>
                      </a:lnTo>
                      <a:lnTo>
                        <a:pt x="8593" y="1"/>
                      </a:lnTo>
                      <a:close/>
                    </a:path>
                  </a:pathLst>
                </a:custGeom>
                <a:gradFill>
                  <a:gsLst>
                    <a:gs pos="0">
                      <a:srgbClr val="0C0A9E">
                        <a:alpha val="46666"/>
                      </a:srgbClr>
                    </a:gs>
                    <a:gs pos="100000">
                      <a:srgbClr val="FFFFFF">
                        <a:alpha val="46666"/>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417" name="Google Shape;1417;p85"/>
            <p:cNvGrpSpPr/>
            <p:nvPr/>
          </p:nvGrpSpPr>
          <p:grpSpPr>
            <a:xfrm>
              <a:off x="-923150" y="4796551"/>
              <a:ext cx="4558967" cy="134100"/>
              <a:chOff x="796100" y="3019701"/>
              <a:chExt cx="4558967" cy="134100"/>
            </a:xfrm>
          </p:grpSpPr>
          <p:sp>
            <p:nvSpPr>
              <p:cNvPr id="1418" name="Google Shape;1418;p85"/>
              <p:cNvSpPr/>
              <p:nvPr/>
            </p:nvSpPr>
            <p:spPr>
              <a:xfrm>
                <a:off x="5220967" y="3019701"/>
                <a:ext cx="134100" cy="1341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419" name="Google Shape;1419;p85"/>
              <p:cNvCxnSpPr/>
              <p:nvPr/>
            </p:nvCxnSpPr>
            <p:spPr>
              <a:xfrm>
                <a:off x="796100" y="3086750"/>
                <a:ext cx="4462800" cy="0"/>
              </a:xfrm>
              <a:prstGeom prst="straightConnector1">
                <a:avLst/>
              </a:prstGeom>
              <a:noFill/>
              <a:ln cap="flat" cmpd="sng" w="9525">
                <a:solidFill>
                  <a:schemeClr val="lt1"/>
                </a:solidFill>
                <a:prstDash val="solid"/>
                <a:round/>
                <a:headEnd len="sm" w="sm" type="none"/>
                <a:tailEnd len="sm" w="sm" type="none"/>
              </a:ln>
            </p:spPr>
          </p:cxnSp>
          <p:sp>
            <p:nvSpPr>
              <p:cNvPr id="1420" name="Google Shape;1420;p85"/>
              <p:cNvSpPr/>
              <p:nvPr/>
            </p:nvSpPr>
            <p:spPr>
              <a:xfrm>
                <a:off x="5251079" y="3049843"/>
                <a:ext cx="73800" cy="73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424" name="Shape 1424"/>
        <p:cNvGrpSpPr/>
        <p:nvPr/>
      </p:nvGrpSpPr>
      <p:grpSpPr>
        <a:xfrm>
          <a:off x="0" y="0"/>
          <a:ext cx="0" cy="0"/>
          <a:chOff x="0" y="0"/>
          <a:chExt cx="0" cy="0"/>
        </a:xfrm>
      </p:grpSpPr>
      <p:sp>
        <p:nvSpPr>
          <p:cNvPr id="1425" name="Google Shape;1425;p81"/>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None/>
              <a:defRPr>
                <a:solidFill>
                  <a:schemeClr val="lt1"/>
                </a:solidFill>
              </a:defRPr>
            </a:lvl1pPr>
            <a:lvl2pPr lvl="1" algn="ctr">
              <a:lnSpc>
                <a:spcPct val="100000"/>
              </a:lnSpc>
              <a:spcBef>
                <a:spcPts val="0"/>
              </a:spcBef>
              <a:spcAft>
                <a:spcPts val="0"/>
              </a:spcAft>
              <a:buSzPts val="2400"/>
              <a:buNone/>
              <a:defRPr/>
            </a:lvl2pPr>
            <a:lvl3pPr lvl="2" algn="ctr">
              <a:lnSpc>
                <a:spcPct val="100000"/>
              </a:lnSpc>
              <a:spcBef>
                <a:spcPts val="0"/>
              </a:spcBef>
              <a:spcAft>
                <a:spcPts val="0"/>
              </a:spcAft>
              <a:buSzPts val="2400"/>
              <a:buNone/>
              <a:defRPr/>
            </a:lvl3pPr>
            <a:lvl4pPr lvl="3" algn="ctr">
              <a:lnSpc>
                <a:spcPct val="100000"/>
              </a:lnSpc>
              <a:spcBef>
                <a:spcPts val="0"/>
              </a:spcBef>
              <a:spcAft>
                <a:spcPts val="0"/>
              </a:spcAft>
              <a:buSzPts val="2400"/>
              <a:buNone/>
              <a:defRPr/>
            </a:lvl4pPr>
            <a:lvl5pPr lvl="4" algn="ctr">
              <a:lnSpc>
                <a:spcPct val="100000"/>
              </a:lnSpc>
              <a:spcBef>
                <a:spcPts val="0"/>
              </a:spcBef>
              <a:spcAft>
                <a:spcPts val="0"/>
              </a:spcAft>
              <a:buSzPts val="2400"/>
              <a:buNone/>
              <a:defRPr/>
            </a:lvl5pPr>
            <a:lvl6pPr lvl="5" algn="ctr">
              <a:lnSpc>
                <a:spcPct val="100000"/>
              </a:lnSpc>
              <a:spcBef>
                <a:spcPts val="0"/>
              </a:spcBef>
              <a:spcAft>
                <a:spcPts val="0"/>
              </a:spcAft>
              <a:buSzPts val="2400"/>
              <a:buNone/>
              <a:defRPr/>
            </a:lvl6pPr>
            <a:lvl7pPr lvl="6" algn="ctr">
              <a:lnSpc>
                <a:spcPct val="100000"/>
              </a:lnSpc>
              <a:spcBef>
                <a:spcPts val="0"/>
              </a:spcBef>
              <a:spcAft>
                <a:spcPts val="0"/>
              </a:spcAft>
              <a:buSzPts val="2400"/>
              <a:buNone/>
              <a:defRPr/>
            </a:lvl7pPr>
            <a:lvl8pPr lvl="7" algn="ctr">
              <a:lnSpc>
                <a:spcPct val="100000"/>
              </a:lnSpc>
              <a:spcBef>
                <a:spcPts val="0"/>
              </a:spcBef>
              <a:spcAft>
                <a:spcPts val="0"/>
              </a:spcAft>
              <a:buSzPts val="2400"/>
              <a:buNone/>
              <a:defRPr/>
            </a:lvl8pPr>
            <a:lvl9pPr lvl="8" algn="ctr">
              <a:lnSpc>
                <a:spcPct val="100000"/>
              </a:lnSpc>
              <a:spcBef>
                <a:spcPts val="0"/>
              </a:spcBef>
              <a:spcAft>
                <a:spcPts val="0"/>
              </a:spcAft>
              <a:buSzPts val="2400"/>
              <a:buNone/>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26" name="Shape 142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3.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52"/>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marR="0" rtl="0" algn="l">
              <a:lnSpc>
                <a:spcPct val="100000"/>
              </a:lnSpc>
              <a:spcBef>
                <a:spcPts val="0"/>
              </a:spcBef>
              <a:spcAft>
                <a:spcPts val="0"/>
              </a:spcAft>
              <a:buClr>
                <a:schemeClr val="dk2"/>
              </a:buClr>
              <a:buSzPts val="3000"/>
              <a:buFont typeface="IBM Plex Mono"/>
              <a:buNone/>
              <a:defRPr b="1" i="0" sz="3000" u="none" cap="none" strike="noStrike">
                <a:solidFill>
                  <a:schemeClr val="dk2"/>
                </a:solidFill>
                <a:latin typeface="IBM Plex Mono"/>
                <a:ea typeface="IBM Plex Mono"/>
                <a:cs typeface="IBM Plex Mono"/>
                <a:sym typeface="IBM Plex Mono"/>
              </a:defRPr>
            </a:lvl1pPr>
            <a:lvl2pPr lvl="1" marR="0" rtl="0" algn="l">
              <a:lnSpc>
                <a:spcPct val="100000"/>
              </a:lnSpc>
              <a:spcBef>
                <a:spcPts val="0"/>
              </a:spcBef>
              <a:spcAft>
                <a:spcPts val="0"/>
              </a:spcAft>
              <a:buClr>
                <a:schemeClr val="dk2"/>
              </a:buClr>
              <a:buSzPts val="3000"/>
              <a:buFont typeface="IBM Plex Mono"/>
              <a:buNone/>
              <a:defRPr b="1" i="0" sz="3000" u="none" cap="none" strike="noStrike">
                <a:solidFill>
                  <a:schemeClr val="dk2"/>
                </a:solidFill>
                <a:latin typeface="IBM Plex Mono"/>
                <a:ea typeface="IBM Plex Mono"/>
                <a:cs typeface="IBM Plex Mono"/>
                <a:sym typeface="IBM Plex Mono"/>
              </a:defRPr>
            </a:lvl2pPr>
            <a:lvl3pPr lvl="2" marR="0" rtl="0" algn="l">
              <a:lnSpc>
                <a:spcPct val="100000"/>
              </a:lnSpc>
              <a:spcBef>
                <a:spcPts val="0"/>
              </a:spcBef>
              <a:spcAft>
                <a:spcPts val="0"/>
              </a:spcAft>
              <a:buClr>
                <a:schemeClr val="dk2"/>
              </a:buClr>
              <a:buSzPts val="3000"/>
              <a:buFont typeface="IBM Plex Mono"/>
              <a:buNone/>
              <a:defRPr b="1" i="0" sz="3000" u="none" cap="none" strike="noStrike">
                <a:solidFill>
                  <a:schemeClr val="dk2"/>
                </a:solidFill>
                <a:latin typeface="IBM Plex Mono"/>
                <a:ea typeface="IBM Plex Mono"/>
                <a:cs typeface="IBM Plex Mono"/>
                <a:sym typeface="IBM Plex Mono"/>
              </a:defRPr>
            </a:lvl3pPr>
            <a:lvl4pPr lvl="3" marR="0" rtl="0" algn="l">
              <a:lnSpc>
                <a:spcPct val="100000"/>
              </a:lnSpc>
              <a:spcBef>
                <a:spcPts val="0"/>
              </a:spcBef>
              <a:spcAft>
                <a:spcPts val="0"/>
              </a:spcAft>
              <a:buClr>
                <a:schemeClr val="dk2"/>
              </a:buClr>
              <a:buSzPts val="3000"/>
              <a:buFont typeface="IBM Plex Mono"/>
              <a:buNone/>
              <a:defRPr b="1" i="0" sz="3000" u="none" cap="none" strike="noStrike">
                <a:solidFill>
                  <a:schemeClr val="dk2"/>
                </a:solidFill>
                <a:latin typeface="IBM Plex Mono"/>
                <a:ea typeface="IBM Plex Mono"/>
                <a:cs typeface="IBM Plex Mono"/>
                <a:sym typeface="IBM Plex Mono"/>
              </a:defRPr>
            </a:lvl4pPr>
            <a:lvl5pPr lvl="4" marR="0" rtl="0" algn="l">
              <a:lnSpc>
                <a:spcPct val="100000"/>
              </a:lnSpc>
              <a:spcBef>
                <a:spcPts val="0"/>
              </a:spcBef>
              <a:spcAft>
                <a:spcPts val="0"/>
              </a:spcAft>
              <a:buClr>
                <a:schemeClr val="dk2"/>
              </a:buClr>
              <a:buSzPts val="3000"/>
              <a:buFont typeface="IBM Plex Mono"/>
              <a:buNone/>
              <a:defRPr b="1" i="0" sz="3000" u="none" cap="none" strike="noStrike">
                <a:solidFill>
                  <a:schemeClr val="dk2"/>
                </a:solidFill>
                <a:latin typeface="IBM Plex Mono"/>
                <a:ea typeface="IBM Plex Mono"/>
                <a:cs typeface="IBM Plex Mono"/>
                <a:sym typeface="IBM Plex Mono"/>
              </a:defRPr>
            </a:lvl5pPr>
            <a:lvl6pPr lvl="5" marR="0" rtl="0" algn="l">
              <a:lnSpc>
                <a:spcPct val="100000"/>
              </a:lnSpc>
              <a:spcBef>
                <a:spcPts val="0"/>
              </a:spcBef>
              <a:spcAft>
                <a:spcPts val="0"/>
              </a:spcAft>
              <a:buClr>
                <a:schemeClr val="dk2"/>
              </a:buClr>
              <a:buSzPts val="3000"/>
              <a:buFont typeface="IBM Plex Mono"/>
              <a:buNone/>
              <a:defRPr b="1" i="0" sz="3000" u="none" cap="none" strike="noStrike">
                <a:solidFill>
                  <a:schemeClr val="dk2"/>
                </a:solidFill>
                <a:latin typeface="IBM Plex Mono"/>
                <a:ea typeface="IBM Plex Mono"/>
                <a:cs typeface="IBM Plex Mono"/>
                <a:sym typeface="IBM Plex Mono"/>
              </a:defRPr>
            </a:lvl6pPr>
            <a:lvl7pPr lvl="6" marR="0" rtl="0" algn="l">
              <a:lnSpc>
                <a:spcPct val="100000"/>
              </a:lnSpc>
              <a:spcBef>
                <a:spcPts val="0"/>
              </a:spcBef>
              <a:spcAft>
                <a:spcPts val="0"/>
              </a:spcAft>
              <a:buClr>
                <a:schemeClr val="dk2"/>
              </a:buClr>
              <a:buSzPts val="3000"/>
              <a:buFont typeface="IBM Plex Mono"/>
              <a:buNone/>
              <a:defRPr b="1" i="0" sz="3000" u="none" cap="none" strike="noStrike">
                <a:solidFill>
                  <a:schemeClr val="dk2"/>
                </a:solidFill>
                <a:latin typeface="IBM Plex Mono"/>
                <a:ea typeface="IBM Plex Mono"/>
                <a:cs typeface="IBM Plex Mono"/>
                <a:sym typeface="IBM Plex Mono"/>
              </a:defRPr>
            </a:lvl7pPr>
            <a:lvl8pPr lvl="7" marR="0" rtl="0" algn="l">
              <a:lnSpc>
                <a:spcPct val="100000"/>
              </a:lnSpc>
              <a:spcBef>
                <a:spcPts val="0"/>
              </a:spcBef>
              <a:spcAft>
                <a:spcPts val="0"/>
              </a:spcAft>
              <a:buClr>
                <a:schemeClr val="dk2"/>
              </a:buClr>
              <a:buSzPts val="3000"/>
              <a:buFont typeface="IBM Plex Mono"/>
              <a:buNone/>
              <a:defRPr b="1" i="0" sz="3000" u="none" cap="none" strike="noStrike">
                <a:solidFill>
                  <a:schemeClr val="dk2"/>
                </a:solidFill>
                <a:latin typeface="IBM Plex Mono"/>
                <a:ea typeface="IBM Plex Mono"/>
                <a:cs typeface="IBM Plex Mono"/>
                <a:sym typeface="IBM Plex Mono"/>
              </a:defRPr>
            </a:lvl8pPr>
            <a:lvl9pPr lvl="8" marR="0" rtl="0" algn="l">
              <a:lnSpc>
                <a:spcPct val="100000"/>
              </a:lnSpc>
              <a:spcBef>
                <a:spcPts val="0"/>
              </a:spcBef>
              <a:spcAft>
                <a:spcPts val="0"/>
              </a:spcAft>
              <a:buClr>
                <a:schemeClr val="dk2"/>
              </a:buClr>
              <a:buSzPts val="3000"/>
              <a:buFont typeface="IBM Plex Mono"/>
              <a:buNone/>
              <a:defRPr b="1" i="0" sz="3000" u="none" cap="none" strike="noStrike">
                <a:solidFill>
                  <a:schemeClr val="dk2"/>
                </a:solidFill>
                <a:latin typeface="IBM Plex Mono"/>
                <a:ea typeface="IBM Plex Mono"/>
                <a:cs typeface="IBM Plex Mono"/>
                <a:sym typeface="IBM Plex Mono"/>
              </a:defRPr>
            </a:lvl9pPr>
          </a:lstStyle>
          <a:p/>
        </p:txBody>
      </p:sp>
      <p:sp>
        <p:nvSpPr>
          <p:cNvPr id="7" name="Google Shape;7;p52"/>
          <p:cNvSpPr txBox="1"/>
          <p:nvPr>
            <p:ph idx="1" type="body"/>
          </p:nvPr>
        </p:nvSpPr>
        <p:spPr>
          <a:xfrm>
            <a:off x="713225" y="1152475"/>
            <a:ext cx="7681800" cy="34164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15000"/>
              </a:lnSpc>
              <a:spcBef>
                <a:spcPts val="0"/>
              </a:spcBef>
              <a:spcAft>
                <a:spcPts val="0"/>
              </a:spcAft>
              <a:buClr>
                <a:schemeClr val="dk1"/>
              </a:buClr>
              <a:buSzPts val="1400"/>
              <a:buFont typeface="Poppins"/>
              <a:buChar char="●"/>
              <a:defRPr b="0" i="0" sz="1400" u="none" cap="none" strike="noStrike">
                <a:solidFill>
                  <a:schemeClr val="dk1"/>
                </a:solidFill>
                <a:latin typeface="Poppins"/>
                <a:ea typeface="Poppins"/>
                <a:cs typeface="Poppins"/>
                <a:sym typeface="Poppins"/>
              </a:defRPr>
            </a:lvl1pPr>
            <a:lvl2pPr indent="-317500" lvl="1" marL="914400" marR="0" rtl="0" algn="l">
              <a:lnSpc>
                <a:spcPct val="115000"/>
              </a:lnSpc>
              <a:spcBef>
                <a:spcPts val="0"/>
              </a:spcBef>
              <a:spcAft>
                <a:spcPts val="0"/>
              </a:spcAft>
              <a:buClr>
                <a:schemeClr val="dk1"/>
              </a:buClr>
              <a:buSzPts val="1400"/>
              <a:buFont typeface="Poppins"/>
              <a:buChar char="○"/>
              <a:defRPr b="0" i="0" sz="1400" u="none" cap="none" strike="noStrike">
                <a:solidFill>
                  <a:schemeClr val="dk1"/>
                </a:solidFill>
                <a:latin typeface="Poppins"/>
                <a:ea typeface="Poppins"/>
                <a:cs typeface="Poppins"/>
                <a:sym typeface="Poppins"/>
              </a:defRPr>
            </a:lvl2pPr>
            <a:lvl3pPr indent="-317500" lvl="2" marL="1371600" marR="0" rtl="0" algn="l">
              <a:lnSpc>
                <a:spcPct val="115000"/>
              </a:lnSpc>
              <a:spcBef>
                <a:spcPts val="0"/>
              </a:spcBef>
              <a:spcAft>
                <a:spcPts val="0"/>
              </a:spcAft>
              <a:buClr>
                <a:schemeClr val="dk1"/>
              </a:buClr>
              <a:buSzPts val="1400"/>
              <a:buFont typeface="Poppins"/>
              <a:buChar char="■"/>
              <a:defRPr b="0" i="0" sz="1400" u="none" cap="none" strike="noStrike">
                <a:solidFill>
                  <a:schemeClr val="dk1"/>
                </a:solidFill>
                <a:latin typeface="Poppins"/>
                <a:ea typeface="Poppins"/>
                <a:cs typeface="Poppins"/>
                <a:sym typeface="Poppins"/>
              </a:defRPr>
            </a:lvl3pPr>
            <a:lvl4pPr indent="-317500" lvl="3" marL="1828800" marR="0" rtl="0" algn="l">
              <a:lnSpc>
                <a:spcPct val="115000"/>
              </a:lnSpc>
              <a:spcBef>
                <a:spcPts val="0"/>
              </a:spcBef>
              <a:spcAft>
                <a:spcPts val="0"/>
              </a:spcAft>
              <a:buClr>
                <a:schemeClr val="dk1"/>
              </a:buClr>
              <a:buSzPts val="1400"/>
              <a:buFont typeface="Poppins"/>
              <a:buChar char="●"/>
              <a:defRPr b="0" i="0" sz="1400" u="none" cap="none" strike="noStrike">
                <a:solidFill>
                  <a:schemeClr val="dk1"/>
                </a:solidFill>
                <a:latin typeface="Poppins"/>
                <a:ea typeface="Poppins"/>
                <a:cs typeface="Poppins"/>
                <a:sym typeface="Poppins"/>
              </a:defRPr>
            </a:lvl4pPr>
            <a:lvl5pPr indent="-317500" lvl="4" marL="2286000" marR="0" rtl="0" algn="l">
              <a:lnSpc>
                <a:spcPct val="115000"/>
              </a:lnSpc>
              <a:spcBef>
                <a:spcPts val="0"/>
              </a:spcBef>
              <a:spcAft>
                <a:spcPts val="0"/>
              </a:spcAft>
              <a:buClr>
                <a:schemeClr val="dk1"/>
              </a:buClr>
              <a:buSzPts val="1400"/>
              <a:buFont typeface="Poppins"/>
              <a:buChar char="○"/>
              <a:defRPr b="0" i="0" sz="1400" u="none" cap="none" strike="noStrike">
                <a:solidFill>
                  <a:schemeClr val="dk1"/>
                </a:solidFill>
                <a:latin typeface="Poppins"/>
                <a:ea typeface="Poppins"/>
                <a:cs typeface="Poppins"/>
                <a:sym typeface="Poppins"/>
              </a:defRPr>
            </a:lvl5pPr>
            <a:lvl6pPr indent="-317500" lvl="5" marL="2743200" marR="0" rtl="0" algn="l">
              <a:lnSpc>
                <a:spcPct val="115000"/>
              </a:lnSpc>
              <a:spcBef>
                <a:spcPts val="0"/>
              </a:spcBef>
              <a:spcAft>
                <a:spcPts val="0"/>
              </a:spcAft>
              <a:buClr>
                <a:schemeClr val="dk1"/>
              </a:buClr>
              <a:buSzPts val="1400"/>
              <a:buFont typeface="Poppins"/>
              <a:buChar char="■"/>
              <a:defRPr b="0" i="0" sz="1400" u="none" cap="none" strike="noStrike">
                <a:solidFill>
                  <a:schemeClr val="dk1"/>
                </a:solidFill>
                <a:latin typeface="Poppins"/>
                <a:ea typeface="Poppins"/>
                <a:cs typeface="Poppins"/>
                <a:sym typeface="Poppins"/>
              </a:defRPr>
            </a:lvl6pPr>
            <a:lvl7pPr indent="-317500" lvl="6" marL="3200400" marR="0" rtl="0" algn="l">
              <a:lnSpc>
                <a:spcPct val="115000"/>
              </a:lnSpc>
              <a:spcBef>
                <a:spcPts val="0"/>
              </a:spcBef>
              <a:spcAft>
                <a:spcPts val="0"/>
              </a:spcAft>
              <a:buClr>
                <a:schemeClr val="dk1"/>
              </a:buClr>
              <a:buSzPts val="1400"/>
              <a:buFont typeface="Poppins"/>
              <a:buChar char="●"/>
              <a:defRPr b="0" i="0" sz="1400" u="none" cap="none" strike="noStrike">
                <a:solidFill>
                  <a:schemeClr val="dk1"/>
                </a:solidFill>
                <a:latin typeface="Poppins"/>
                <a:ea typeface="Poppins"/>
                <a:cs typeface="Poppins"/>
                <a:sym typeface="Poppins"/>
              </a:defRPr>
            </a:lvl7pPr>
            <a:lvl8pPr indent="-317500" lvl="7" marL="3657600" marR="0" rtl="0" algn="l">
              <a:lnSpc>
                <a:spcPct val="115000"/>
              </a:lnSpc>
              <a:spcBef>
                <a:spcPts val="0"/>
              </a:spcBef>
              <a:spcAft>
                <a:spcPts val="0"/>
              </a:spcAft>
              <a:buClr>
                <a:schemeClr val="dk1"/>
              </a:buClr>
              <a:buSzPts val="1400"/>
              <a:buFont typeface="Poppins"/>
              <a:buChar char="○"/>
              <a:defRPr b="0" i="0" sz="1400" u="none" cap="none" strike="noStrike">
                <a:solidFill>
                  <a:schemeClr val="dk1"/>
                </a:solidFill>
                <a:latin typeface="Poppins"/>
                <a:ea typeface="Poppins"/>
                <a:cs typeface="Poppins"/>
                <a:sym typeface="Poppins"/>
              </a:defRPr>
            </a:lvl8pPr>
            <a:lvl9pPr indent="-317500" lvl="8" marL="4114800" marR="0" rtl="0" algn="l">
              <a:lnSpc>
                <a:spcPct val="115000"/>
              </a:lnSpc>
              <a:spcBef>
                <a:spcPts val="0"/>
              </a:spcBef>
              <a:spcAft>
                <a:spcPts val="0"/>
              </a:spcAft>
              <a:buClr>
                <a:schemeClr val="dk1"/>
              </a:buClr>
              <a:buSzPts val="1400"/>
              <a:buFont typeface="Poppins"/>
              <a:buChar char="■"/>
              <a:defRPr b="0" i="0" sz="1400" u="none" cap="none" strike="noStrike">
                <a:solidFill>
                  <a:schemeClr val="dk1"/>
                </a:solidFill>
                <a:latin typeface="Poppins"/>
                <a:ea typeface="Poppins"/>
                <a:cs typeface="Poppins"/>
                <a:sym typeface="Poppins"/>
              </a:defRPr>
            </a:lvl9pPr>
          </a:lstStyle>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21" name="Shape 1421"/>
        <p:cNvGrpSpPr/>
        <p:nvPr/>
      </p:nvGrpSpPr>
      <p:grpSpPr>
        <a:xfrm>
          <a:off x="0" y="0"/>
          <a:ext cx="0" cy="0"/>
          <a:chOff x="0" y="0"/>
          <a:chExt cx="0" cy="0"/>
        </a:xfrm>
      </p:grpSpPr>
      <p:sp>
        <p:nvSpPr>
          <p:cNvPr id="1422" name="Google Shape;1422;p8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1pPr>
            <a:lvl2pPr lvl="1"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2pPr>
            <a:lvl3pPr lvl="2"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3pPr>
            <a:lvl4pPr lvl="3"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4pPr>
            <a:lvl5pPr lvl="4"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5pPr>
            <a:lvl6pPr lvl="5"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6pPr>
            <a:lvl7pPr lvl="6"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7pPr>
            <a:lvl8pPr lvl="7"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8pPr>
            <a:lvl9pPr lvl="8"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9pPr>
          </a:lstStyle>
          <a:p/>
        </p:txBody>
      </p:sp>
      <p:sp>
        <p:nvSpPr>
          <p:cNvPr id="1423" name="Google Shape;1423;p8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0" r:id="rId1"/>
    <p:sldLayoutId id="2147483681"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2.png"/><Relationship Id="rId4" Type="http://schemas.openxmlformats.org/officeDocument/2006/relationships/image" Target="../media/image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 Id="rId3" Type="http://schemas.openxmlformats.org/officeDocument/2006/relationships/image" Target="../media/image2.png"/><Relationship Id="rId4" Type="http://schemas.openxmlformats.org/officeDocument/2006/relationships/image" Target="../media/image1.png"/><Relationship Id="rId5" Type="http://schemas.openxmlformats.org/officeDocument/2006/relationships/image" Target="../media/image5.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 Id="rId3" Type="http://schemas.openxmlformats.org/officeDocument/2006/relationships/image" Target="../media/image1.png"/><Relationship Id="rId4" Type="http://schemas.openxmlformats.org/officeDocument/2006/relationships/image" Target="../media/image6.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 Id="rId3"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 Id="rId3"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0.xml"/><Relationship Id="rId3" Type="http://schemas.openxmlformats.org/officeDocument/2006/relationships/image" Target="../media/image2.png"/><Relationship Id="rId4" Type="http://schemas.openxmlformats.org/officeDocument/2006/relationships/image" Target="../media/image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7.xml"/><Relationship Id="rId3" Type="http://schemas.openxmlformats.org/officeDocument/2006/relationships/image" Target="../media/image2.png"/><Relationship Id="rId4" Type="http://schemas.openxmlformats.org/officeDocument/2006/relationships/image" Target="../media/image1.png"/><Relationship Id="rId5" Type="http://schemas.openxmlformats.org/officeDocument/2006/relationships/image" Target="../media/image5.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8.xml"/><Relationship Id="rId3" Type="http://schemas.openxmlformats.org/officeDocument/2006/relationships/image" Target="../media/image1.png"/><Relationship Id="rId4" Type="http://schemas.openxmlformats.org/officeDocument/2006/relationships/image" Target="../media/image6.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9.xml"/><Relationship Id="rId3" Type="http://schemas.openxmlformats.org/officeDocument/2006/relationships/image" Target="../media/image1.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0.xml"/><Relationship Id="rId3"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6PeJrd7QuaEwtNjMzLFIwk8GMla41rffW2XDaGrDt4/copy" TargetMode="External"/><Relationship Id="rId5" Type="http://schemas.openxmlformats.org/officeDocument/2006/relationships/image" Target="../media/image11.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 Id="rId3" Type="http://schemas.openxmlformats.org/officeDocument/2006/relationships/image" Target="../media/image18.jpg"/><Relationship Id="rId4" Type="http://schemas.openxmlformats.org/officeDocument/2006/relationships/image" Target="../media/image12.jp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 Id="rId3" Type="http://schemas.openxmlformats.org/officeDocument/2006/relationships/image" Target="../media/image1.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7.xml"/><Relationship Id="rId3" Type="http://schemas.openxmlformats.org/officeDocument/2006/relationships/hyperlink" Target="https://www.freepik.com/free-photo/medium-shot-man-working-laptop_12689262.htm/?utm_source=slidesgo_template&amp;utm_medium=referral-link&amp;utm_campaign=sg_resources&amp;utm_content=freepik" TargetMode="External"/><Relationship Id="rId4" Type="http://schemas.openxmlformats.org/officeDocument/2006/relationships/hyperlink" Target="https://www.freepik.com/free-photo/group-friends-planning-trip-cafe_13839039.htm/?utm_source=slidesgo_template&amp;utm_medium=referral-link&amp;utm_campaign=sg_resources&amp;utm_content=freepik" TargetMode="External"/><Relationship Id="rId9" Type="http://schemas.openxmlformats.org/officeDocument/2006/relationships/hyperlink" Target="https://www.freepik.com/free-vector/abstract-gradient-circuit-board-background_4854963.htm/?utm_source=slidesgo_template&amp;utm_medium=referral-link&amp;utm_campaign=sg_resources&amp;utm_content=freepik" TargetMode="External"/><Relationship Id="rId5" Type="http://schemas.openxmlformats.org/officeDocument/2006/relationships/hyperlink" Target="https://www.freepik.com/free-photo/medium-shot-man-working-laptop_40132860.htm/?utm_source=slidesgo_template&amp;utm_medium=referral-link&amp;utm_campaign=sg_resources&amp;utm_content=freepik" TargetMode="External"/><Relationship Id="rId6" Type="http://schemas.openxmlformats.org/officeDocument/2006/relationships/hyperlink" Target="https://www.freepik.com/free-photo/side-view-men-working-laptops-office_7768804.htm/?utm_source=slidesgo_template&amp;utm_medium=referral-link&amp;utm_campaign=sg_resources&amp;utm_content=freepik" TargetMode="External"/><Relationship Id="rId7" Type="http://schemas.openxmlformats.org/officeDocument/2006/relationships/hyperlink" Target="https://www.freepik.com/free-photo/lifestyle-woman-office_20256619.htm/?utm_source=slidesgo_template&amp;utm_medium=referral-link&amp;utm_campaign=sg_resources&amp;utm_content=freepik" TargetMode="External"/><Relationship Id="rId8" Type="http://schemas.openxmlformats.org/officeDocument/2006/relationships/hyperlink" Target="https://www.freepik.com/free-photo/secretary-working-laptop_1128829.htm/?utm_source=slidesgo_template&amp;utm_medium=referral-link&amp;utm_campaign=sg_resources&amp;utm_content=freepik" TargetMode="External"/><Relationship Id="rId10" Type="http://schemas.openxmlformats.org/officeDocument/2006/relationships/hyperlink" Target="https://www.flaticon.com/packs/coding-30/?utm_source=slidesgo_template&amp;utm_medium=referral-link&amp;utm_campaign=sg_resources&amp;utm_content=flaticon" TargetMode="Externa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slide" Target="/ppt/slides/slide4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slide" Target="/ppt/slides/slide4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 Id="rId3" Type="http://schemas.openxmlformats.org/officeDocument/2006/relationships/hyperlink" Target="https://fonts.google.com/specimen/IBM+Plex+Mono" TargetMode="External"/><Relationship Id="rId4" Type="http://schemas.openxmlformats.org/officeDocument/2006/relationships/hyperlink" Target="https://fonts.google.com/specimen/Poppins"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7.png"/><Relationship Id="rId14" Type="http://schemas.openxmlformats.org/officeDocument/2006/relationships/image" Target="../media/image15.png"/><Relationship Id="rId17" Type="http://schemas.openxmlformats.org/officeDocument/2006/relationships/image" Target="../media/image13.png"/><Relationship Id="rId16" Type="http://schemas.openxmlformats.org/officeDocument/2006/relationships/image" Target="../media/image1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2.xml"/><Relationship Id="rId3" Type="http://schemas.openxmlformats.org/officeDocument/2006/relationships/hyperlink" Target="https://bit.ly/2ZjL1pd" TargetMode="Externa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8.xml"/><Relationship Id="rId3" Type="http://schemas.openxmlformats.org/officeDocument/2006/relationships/hyperlink" Target="https://workspace.google.com/marketplace/app/icons_for_slides_docs/381578326502" TargetMode="Externa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5.xml"/><Relationship Id="rId3" Type="http://schemas.openxmlformats.org/officeDocument/2006/relationships/hyperlink" Target="http://bit.ly/2PfT4lq" TargetMode="External"/><Relationship Id="rId4" Type="http://schemas.openxmlformats.org/officeDocument/2006/relationships/image" Target="../media/image19.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7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6PeJrd7QuaEwtNjMzLFIwk8GMla41rffW2XDaGrDt4/copy" TargetMode="External"/><Relationship Id="rId5" Type="http://schemas.openxmlformats.org/officeDocument/2006/relationships/image" Target="../media/image11.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78.xml"/><Relationship Id="rId3" Type="http://schemas.openxmlformats.org/officeDocument/2006/relationships/image" Target="../media/image18.jpg"/><Relationship Id="rId4" Type="http://schemas.openxmlformats.org/officeDocument/2006/relationships/image" Target="../media/image12.jp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79.xml"/><Relationship Id="rId3" Type="http://schemas.openxmlformats.org/officeDocument/2006/relationships/image" Target="../media/image1.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2.xml"/><Relationship Id="rId3" Type="http://schemas.openxmlformats.org/officeDocument/2006/relationships/hyperlink" Target="https://www.freepik.com/free-photo/medium-shot-man-working-laptop_12689262.htm/?utm_source=slidesgo_template&amp;utm_medium=referral-link&amp;utm_campaign=sg_resources&amp;utm_content=freepik" TargetMode="External"/><Relationship Id="rId4" Type="http://schemas.openxmlformats.org/officeDocument/2006/relationships/hyperlink" Target="https://www.freepik.com/free-photo/group-friends-planning-trip-cafe_13839039.htm/?utm_source=slidesgo_template&amp;utm_medium=referral-link&amp;utm_campaign=sg_resources&amp;utm_content=freepik" TargetMode="External"/><Relationship Id="rId9" Type="http://schemas.openxmlformats.org/officeDocument/2006/relationships/hyperlink" Target="https://www.freepik.com/free-vector/abstract-gradient-circuit-board-background_4854963.htm/?utm_source=slidesgo_template&amp;utm_medium=referral-link&amp;utm_campaign=sg_resources&amp;utm_content=freepik" TargetMode="External"/><Relationship Id="rId5" Type="http://schemas.openxmlformats.org/officeDocument/2006/relationships/hyperlink" Target="https://www.freepik.com/free-photo/medium-shot-man-working-laptop_40132860.htm/?utm_source=slidesgo_template&amp;utm_medium=referral-link&amp;utm_campaign=sg_resources&amp;utm_content=freepik" TargetMode="External"/><Relationship Id="rId6" Type="http://schemas.openxmlformats.org/officeDocument/2006/relationships/hyperlink" Target="https://www.freepik.com/free-photo/side-view-men-working-laptops-office_7768804.htm/?utm_source=slidesgo_template&amp;utm_medium=referral-link&amp;utm_campaign=sg_resources&amp;utm_content=freepik" TargetMode="External"/><Relationship Id="rId7" Type="http://schemas.openxmlformats.org/officeDocument/2006/relationships/hyperlink" Target="https://www.freepik.com/free-photo/lifestyle-woman-office_20256619.htm/?utm_source=slidesgo_template&amp;utm_medium=referral-link&amp;utm_campaign=sg_resources&amp;utm_content=freepik" TargetMode="External"/><Relationship Id="rId8" Type="http://schemas.openxmlformats.org/officeDocument/2006/relationships/hyperlink" Target="https://www.freepik.com/free-photo/secretary-working-laptop_1128829.htm/?utm_source=slidesgo_template&amp;utm_medium=referral-link&amp;utm_campaign=sg_resources&amp;utm_content=freepik" TargetMode="External"/><Relationship Id="rId10" Type="http://schemas.openxmlformats.org/officeDocument/2006/relationships/hyperlink" Target="https://www.flaticon.com/packs/coding-30/?utm_source=slidesgo_template&amp;utm_medium=referral-link&amp;utm_campaign=sg_resources&amp;utm_content=flaticon" TargetMode="Externa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83.xml"/><Relationship Id="rId3" Type="http://schemas.openxmlformats.org/officeDocument/2006/relationships/hyperlink" Target="http://bit.ly/2PfT4lq" TargetMode="External"/><Relationship Id="rId4" Type="http://schemas.openxmlformats.org/officeDocument/2006/relationships/slide" Target="/ppt/slides/slide7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84.xml"/><Relationship Id="rId3" Type="http://schemas.openxmlformats.org/officeDocument/2006/relationships/hyperlink" Target="http://bit.ly/2PfT4lq" TargetMode="External"/><Relationship Id="rId4" Type="http://schemas.openxmlformats.org/officeDocument/2006/relationships/slide" Target="/ppt/slides/slide7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85.xml"/><Relationship Id="rId3" Type="http://schemas.openxmlformats.org/officeDocument/2006/relationships/hyperlink" Target="https://fonts.google.com/specimen/IBM+Plex+Mono" TargetMode="External"/><Relationship Id="rId4" Type="http://schemas.openxmlformats.org/officeDocument/2006/relationships/hyperlink" Target="https://fonts.google.com/specimen/Poppins" TargetMode="Externa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8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7.png"/><Relationship Id="rId14" Type="http://schemas.openxmlformats.org/officeDocument/2006/relationships/image" Target="../media/image15.png"/><Relationship Id="rId17" Type="http://schemas.openxmlformats.org/officeDocument/2006/relationships/image" Target="../media/image13.png"/><Relationship Id="rId16" Type="http://schemas.openxmlformats.org/officeDocument/2006/relationships/image" Target="../media/image1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87.xml"/><Relationship Id="rId3" Type="http://schemas.openxmlformats.org/officeDocument/2006/relationships/hyperlink" Target="https://bit.ly/2ZjL1pd" TargetMode="Externa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93.xml"/><Relationship Id="rId3" Type="http://schemas.openxmlformats.org/officeDocument/2006/relationships/hyperlink" Target="https://workspace.google.com/marketplace/app/icons_for_slides_docs/381578326502" TargetMode="Externa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9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9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9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00.xml"/><Relationship Id="rId3" Type="http://schemas.openxmlformats.org/officeDocument/2006/relationships/hyperlink" Target="http://bit.ly/2PfT4lq" TargetMode="External"/><Relationship Id="rId4" Type="http://schemas.openxmlformats.org/officeDocument/2006/relationships/image" Target="../media/image1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430" name="Shape 1430"/>
        <p:cNvGrpSpPr/>
        <p:nvPr/>
      </p:nvGrpSpPr>
      <p:grpSpPr>
        <a:xfrm>
          <a:off x="0" y="0"/>
          <a:ext cx="0" cy="0"/>
          <a:chOff x="0" y="0"/>
          <a:chExt cx="0" cy="0"/>
        </a:xfrm>
      </p:grpSpPr>
      <p:sp>
        <p:nvSpPr>
          <p:cNvPr id="1431" name="Google Shape;1431;p1"/>
          <p:cNvSpPr txBox="1"/>
          <p:nvPr>
            <p:ph idx="1" type="subTitle"/>
          </p:nvPr>
        </p:nvSpPr>
        <p:spPr>
          <a:xfrm>
            <a:off x="1096850" y="3456250"/>
            <a:ext cx="4882500" cy="475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rPr lang="en"/>
              <a:t>Ícaro Yanis Passos de Souza</a:t>
            </a:r>
            <a:endParaRPr/>
          </a:p>
          <a:p>
            <a:pPr indent="0" lvl="0" marL="0" rtl="0" algn="l">
              <a:lnSpc>
                <a:spcPct val="115000"/>
              </a:lnSpc>
              <a:spcBef>
                <a:spcPts val="0"/>
              </a:spcBef>
              <a:spcAft>
                <a:spcPts val="0"/>
              </a:spcAft>
              <a:buSzPts val="1400"/>
              <a:buNone/>
            </a:pPr>
            <a:r>
              <a:rPr lang="en"/>
              <a:t>Juan Carlos Fernandes</a:t>
            </a:r>
            <a:endParaRPr/>
          </a:p>
          <a:p>
            <a:pPr indent="0" lvl="0" marL="0" rtl="0" algn="l">
              <a:lnSpc>
                <a:spcPct val="115000"/>
              </a:lnSpc>
              <a:spcBef>
                <a:spcPts val="0"/>
              </a:spcBef>
              <a:spcAft>
                <a:spcPts val="0"/>
              </a:spcAft>
              <a:buSzPts val="1400"/>
              <a:buNone/>
            </a:pPr>
            <a:r>
              <a:rPr lang="en"/>
              <a:t>Nathália Gaulberto Lopes</a:t>
            </a:r>
            <a:endParaRPr/>
          </a:p>
        </p:txBody>
      </p:sp>
      <p:sp>
        <p:nvSpPr>
          <p:cNvPr id="1432" name="Google Shape;1432;p1"/>
          <p:cNvSpPr txBox="1"/>
          <p:nvPr>
            <p:ph type="ctrTitle"/>
          </p:nvPr>
        </p:nvSpPr>
        <p:spPr>
          <a:xfrm>
            <a:off x="1096850" y="816325"/>
            <a:ext cx="6566700" cy="2326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SzPts val="5200"/>
              <a:buNone/>
            </a:pPr>
            <a:r>
              <a:rPr lang="en"/>
              <a:t>SISPAT</a:t>
            </a:r>
            <a:endParaRPr/>
          </a:p>
          <a:p>
            <a:pPr indent="0" lvl="0" marL="0" rtl="0" algn="l">
              <a:lnSpc>
                <a:spcPct val="115000"/>
              </a:lnSpc>
              <a:spcBef>
                <a:spcPts val="0"/>
              </a:spcBef>
              <a:spcAft>
                <a:spcPts val="0"/>
              </a:spcAft>
              <a:buSzPts val="5200"/>
              <a:buNone/>
            </a:pPr>
            <a:r>
              <a:rPr lang="en" sz="3900">
                <a:solidFill>
                  <a:schemeClr val="dk1"/>
                </a:solidFill>
              </a:rPr>
              <a:t>Sistema de Patrimônio</a:t>
            </a:r>
            <a:endParaRPr sz="3900">
              <a:solidFill>
                <a:schemeClr val="dk1"/>
              </a:solidFill>
            </a:endParaRPr>
          </a:p>
        </p:txBody>
      </p:sp>
      <p:grpSp>
        <p:nvGrpSpPr>
          <p:cNvPr id="1433" name="Google Shape;1433;p1"/>
          <p:cNvGrpSpPr/>
          <p:nvPr/>
        </p:nvGrpSpPr>
        <p:grpSpPr>
          <a:xfrm>
            <a:off x="1096850" y="3242811"/>
            <a:ext cx="3936684" cy="134070"/>
            <a:chOff x="1096850" y="3242811"/>
            <a:chExt cx="3936684" cy="134070"/>
          </a:xfrm>
        </p:grpSpPr>
        <p:cxnSp>
          <p:nvCxnSpPr>
            <p:cNvPr id="1434" name="Google Shape;1434;p1"/>
            <p:cNvCxnSpPr/>
            <p:nvPr/>
          </p:nvCxnSpPr>
          <p:spPr>
            <a:xfrm>
              <a:off x="1096850" y="3309850"/>
              <a:ext cx="3840600" cy="0"/>
            </a:xfrm>
            <a:prstGeom prst="straightConnector1">
              <a:avLst/>
            </a:prstGeom>
            <a:noFill/>
            <a:ln cap="flat" cmpd="sng" w="9525">
              <a:solidFill>
                <a:schemeClr val="dk2"/>
              </a:solidFill>
              <a:prstDash val="solid"/>
              <a:round/>
              <a:headEnd len="sm" w="sm" type="none"/>
              <a:tailEnd len="sm" w="sm" type="none"/>
            </a:ln>
          </p:spPr>
        </p:cxnSp>
        <p:grpSp>
          <p:nvGrpSpPr>
            <p:cNvPr id="1435" name="Google Shape;1435;p1"/>
            <p:cNvGrpSpPr/>
            <p:nvPr/>
          </p:nvGrpSpPr>
          <p:grpSpPr>
            <a:xfrm>
              <a:off x="4899464" y="3242811"/>
              <a:ext cx="134070" cy="134070"/>
              <a:chOff x="8382514" y="1084976"/>
              <a:chExt cx="265800" cy="265800"/>
            </a:xfrm>
          </p:grpSpPr>
          <p:sp>
            <p:nvSpPr>
              <p:cNvPr id="1436" name="Google Shape;1436;p1"/>
              <p:cNvSpPr/>
              <p:nvPr/>
            </p:nvSpPr>
            <p:spPr>
              <a:xfrm>
                <a:off x="8442213" y="1144734"/>
                <a:ext cx="146400" cy="1464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 name="Google Shape;1437;p1"/>
              <p:cNvSpPr/>
              <p:nvPr/>
            </p:nvSpPr>
            <p:spPr>
              <a:xfrm>
                <a:off x="8382514" y="1084976"/>
                <a:ext cx="265800" cy="2658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438" name="Google Shape;1438;p1"/>
          <p:cNvGrpSpPr/>
          <p:nvPr/>
        </p:nvGrpSpPr>
        <p:grpSpPr>
          <a:xfrm>
            <a:off x="8017432" y="-313900"/>
            <a:ext cx="134070" cy="1891363"/>
            <a:chOff x="8017432" y="-313900"/>
            <a:chExt cx="134070" cy="1891363"/>
          </a:xfrm>
        </p:grpSpPr>
        <p:sp>
          <p:nvSpPr>
            <p:cNvPr id="1439" name="Google Shape;1439;p1"/>
            <p:cNvSpPr/>
            <p:nvPr/>
          </p:nvSpPr>
          <p:spPr>
            <a:xfrm rot="5400000">
              <a:off x="8017432" y="1443393"/>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440" name="Google Shape;1440;p1"/>
            <p:cNvCxnSpPr/>
            <p:nvPr/>
          </p:nvCxnSpPr>
          <p:spPr>
            <a:xfrm>
              <a:off x="8084450" y="-313900"/>
              <a:ext cx="0" cy="1795200"/>
            </a:xfrm>
            <a:prstGeom prst="straightConnector1">
              <a:avLst/>
            </a:prstGeom>
            <a:noFill/>
            <a:ln cap="flat" cmpd="sng" w="9525">
              <a:solidFill>
                <a:schemeClr val="dk2"/>
              </a:solidFill>
              <a:prstDash val="solid"/>
              <a:round/>
              <a:headEnd len="sm" w="sm" type="none"/>
              <a:tailEnd len="sm" w="sm" type="none"/>
            </a:ln>
          </p:spPr>
        </p:cxnSp>
        <p:sp>
          <p:nvSpPr>
            <p:cNvPr id="1441" name="Google Shape;1441;p1"/>
            <p:cNvSpPr/>
            <p:nvPr/>
          </p:nvSpPr>
          <p:spPr>
            <a:xfrm rot="5400000">
              <a:off x="8047515" y="1473505"/>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2" name="Google Shape;1442;p1"/>
          <p:cNvGrpSpPr/>
          <p:nvPr/>
        </p:nvGrpSpPr>
        <p:grpSpPr>
          <a:xfrm>
            <a:off x="6309526" y="957475"/>
            <a:ext cx="3504715" cy="5119205"/>
            <a:chOff x="6309526" y="836950"/>
            <a:chExt cx="3504715" cy="5119205"/>
          </a:xfrm>
        </p:grpSpPr>
        <p:sp>
          <p:nvSpPr>
            <p:cNvPr id="1443" name="Google Shape;1443;p1"/>
            <p:cNvSpPr/>
            <p:nvPr/>
          </p:nvSpPr>
          <p:spPr>
            <a:xfrm>
              <a:off x="6309526" y="8369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44" name="Google Shape;1444;p1"/>
            <p:cNvGrpSpPr/>
            <p:nvPr/>
          </p:nvGrpSpPr>
          <p:grpSpPr>
            <a:xfrm>
              <a:off x="7728436" y="3524084"/>
              <a:ext cx="134004" cy="134004"/>
              <a:chOff x="8356813" y="1074288"/>
              <a:chExt cx="351900" cy="351900"/>
            </a:xfrm>
          </p:grpSpPr>
          <p:sp>
            <p:nvSpPr>
              <p:cNvPr id="1445" name="Google Shape;1445;p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1"/>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7" name="Google Shape;1447;p1"/>
            <p:cNvGrpSpPr/>
            <p:nvPr/>
          </p:nvGrpSpPr>
          <p:grpSpPr>
            <a:xfrm>
              <a:off x="7344361" y="3150259"/>
              <a:ext cx="134004" cy="134004"/>
              <a:chOff x="8356813" y="1074288"/>
              <a:chExt cx="351900" cy="351900"/>
            </a:xfrm>
          </p:grpSpPr>
          <p:sp>
            <p:nvSpPr>
              <p:cNvPr id="1448" name="Google Shape;1448;p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 name="Google Shape;1449;p1"/>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0" name="Google Shape;1450;p1"/>
            <p:cNvGrpSpPr/>
            <p:nvPr/>
          </p:nvGrpSpPr>
          <p:grpSpPr>
            <a:xfrm>
              <a:off x="8337811" y="2464059"/>
              <a:ext cx="134004" cy="134004"/>
              <a:chOff x="8356813" y="1074288"/>
              <a:chExt cx="351900" cy="351900"/>
            </a:xfrm>
          </p:grpSpPr>
          <p:sp>
            <p:nvSpPr>
              <p:cNvPr id="1451" name="Google Shape;1451;p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 name="Google Shape;1452;p1"/>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53" name="Google Shape;1453;p1"/>
            <p:cNvSpPr/>
            <p:nvPr/>
          </p:nvSpPr>
          <p:spPr>
            <a:xfrm rot="5400000">
              <a:off x="7687039" y="1023058"/>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7" name="Shape 1457"/>
        <p:cNvGrpSpPr/>
        <p:nvPr/>
      </p:nvGrpSpPr>
      <p:grpSpPr>
        <a:xfrm>
          <a:off x="0" y="0"/>
          <a:ext cx="0" cy="0"/>
          <a:chOff x="0" y="0"/>
          <a:chExt cx="0" cy="0"/>
        </a:xfrm>
      </p:grpSpPr>
      <p:sp>
        <p:nvSpPr>
          <p:cNvPr id="1458" name="Google Shape;1458;p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Introdução</a:t>
            </a:r>
            <a:endParaRPr/>
          </a:p>
        </p:txBody>
      </p:sp>
      <p:sp>
        <p:nvSpPr>
          <p:cNvPr id="1459" name="Google Shape;1459;p2"/>
          <p:cNvSpPr txBox="1"/>
          <p:nvPr>
            <p:ph idx="1" type="body"/>
          </p:nvPr>
        </p:nvSpPr>
        <p:spPr>
          <a:xfrm>
            <a:off x="720000" y="1139550"/>
            <a:ext cx="6855300" cy="3103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sz="1600">
                <a:solidFill>
                  <a:schemeClr val="dk1"/>
                </a:solidFill>
                <a:highlight>
                  <a:srgbClr val="F7F7F8"/>
                </a:highlight>
                <a:latin typeface="Roboto"/>
                <a:ea typeface="Roboto"/>
                <a:cs typeface="Roboto"/>
                <a:sym typeface="Roboto"/>
              </a:rPr>
              <a:t>Nos últimos anos, a Escola Técnica de Ceilândia enfrentou desafios na gestão patrimonial devido a métodos manuais obsoletos. Para superar essas dificuldades, foi introduzido a criação do Sistema de Controle Patrimonial, uma iniciativa que automatiza o tombamento de bens, proporcionando uma visão detalhada dos ativos por meio de códigos de barras ou RFID. Essa solução simplifica processos, fortalece a segurança do patrimônio e garante transparência na prestação de contas a órgãos reguladores. Ao adotar essa tecnologia, a Escola Técnica de Ceilândia investe em sua infraestrutura administrativa, consolidando sua posição como um centro educacional de excelência.</a:t>
            </a:r>
            <a:endParaRPr sz="1800">
              <a:solidFill>
                <a:schemeClr val="dk1"/>
              </a:solidFill>
            </a:endParaRPr>
          </a:p>
        </p:txBody>
      </p:sp>
      <p:sp>
        <p:nvSpPr>
          <p:cNvPr id="1460" name="Google Shape;1460;p2"/>
          <p:cNvSpPr txBox="1"/>
          <p:nvPr/>
        </p:nvSpPr>
        <p:spPr>
          <a:xfrm>
            <a:off x="4369000" y="4133675"/>
            <a:ext cx="4062000" cy="461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900"/>
              <a:buFont typeface="Arial"/>
              <a:buNone/>
            </a:pPr>
            <a:r>
              <a:t/>
            </a:r>
            <a:endParaRPr b="1" i="0" sz="1000" u="none" cap="none" strike="noStrike">
              <a:solidFill>
                <a:schemeClr val="dk2"/>
              </a:solidFill>
              <a:latin typeface="IBM Plex Mono"/>
              <a:ea typeface="IBM Plex Mono"/>
              <a:cs typeface="IBM Plex Mono"/>
              <a:sym typeface="IBM Plex Mon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4" name="Shape 1464"/>
        <p:cNvGrpSpPr/>
        <p:nvPr/>
      </p:nvGrpSpPr>
      <p:grpSpPr>
        <a:xfrm>
          <a:off x="0" y="0"/>
          <a:ext cx="0" cy="0"/>
          <a:chOff x="0" y="0"/>
          <a:chExt cx="0" cy="0"/>
        </a:xfrm>
      </p:grpSpPr>
      <p:sp>
        <p:nvSpPr>
          <p:cNvPr id="1465" name="Google Shape;1465;p3"/>
          <p:cNvSpPr txBox="1"/>
          <p:nvPr>
            <p:ph type="title"/>
          </p:nvPr>
        </p:nvSpPr>
        <p:spPr>
          <a:xfrm>
            <a:off x="883900" y="39457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sz="3200"/>
              <a:t>Objetivos</a:t>
            </a:r>
            <a:r>
              <a:rPr lang="en" sz="3200"/>
              <a:t> Gerais</a:t>
            </a:r>
            <a:endParaRPr sz="3200">
              <a:solidFill>
                <a:schemeClr val="dk2"/>
              </a:solidFill>
              <a:latin typeface="IBM Plex Mono"/>
              <a:ea typeface="IBM Plex Mono"/>
              <a:cs typeface="IBM Plex Mono"/>
              <a:sym typeface="IBM Plex Mono"/>
            </a:endParaRPr>
          </a:p>
        </p:txBody>
      </p:sp>
      <p:sp>
        <p:nvSpPr>
          <p:cNvPr id="1466" name="Google Shape;1466;p3"/>
          <p:cNvSpPr txBox="1"/>
          <p:nvPr>
            <p:ph idx="4" type="subTitle"/>
          </p:nvPr>
        </p:nvSpPr>
        <p:spPr>
          <a:xfrm>
            <a:off x="1820150" y="1709525"/>
            <a:ext cx="5717400" cy="1827900"/>
          </a:xfrm>
          <a:prstGeom prst="rect">
            <a:avLst/>
          </a:prstGeom>
          <a:noFill/>
          <a:ln>
            <a:noFill/>
          </a:ln>
        </p:spPr>
        <p:txBody>
          <a:bodyPr anchorCtr="0" anchor="t" bIns="91425" lIns="91425" spcFirstLastPara="1" rIns="91425" wrap="square" tIns="91425">
            <a:noAutofit/>
          </a:bodyPr>
          <a:lstStyle/>
          <a:p>
            <a:pPr indent="0" lvl="0" marL="0" rtl="0" algn="just">
              <a:lnSpc>
                <a:spcPct val="100000"/>
              </a:lnSpc>
              <a:spcBef>
                <a:spcPts val="0"/>
              </a:spcBef>
              <a:spcAft>
                <a:spcPts val="0"/>
              </a:spcAft>
              <a:buNone/>
            </a:pPr>
            <a:r>
              <a:rPr lang="en" sz="1600">
                <a:solidFill>
                  <a:srgbClr val="000000"/>
                </a:solidFill>
                <a:latin typeface="Times New Roman"/>
                <a:ea typeface="Times New Roman"/>
                <a:cs typeface="Times New Roman"/>
                <a:sym typeface="Times New Roman"/>
              </a:rPr>
              <a:t>Desenvolver e implementar um sistema informatizado de gestão patrimonial na Escola Técnica de Ceilândia, com o propósito de modernizar e otimizar o controle de patrimônio da instituição, reduzindo custos, aumentando a eficiência na administração de ativos e preservando a integridade dos dados patrimoniais.</a:t>
            </a:r>
            <a:endParaRPr sz="1600">
              <a:solidFill>
                <a:srgbClr val="000000"/>
              </a:solidFill>
              <a:latin typeface="Times New Roman"/>
              <a:ea typeface="Times New Roman"/>
              <a:cs typeface="Times New Roman"/>
              <a:sym typeface="Times New Roman"/>
            </a:endParaRPr>
          </a:p>
          <a:p>
            <a:pPr indent="0" lvl="0" marL="0" rtl="0" algn="l">
              <a:lnSpc>
                <a:spcPct val="115000"/>
              </a:lnSpc>
              <a:spcBef>
                <a:spcPts val="1000"/>
              </a:spcBef>
              <a:spcAft>
                <a:spcPts val="0"/>
              </a:spcAft>
              <a:buSzPts val="1400"/>
              <a:buNone/>
            </a:pPr>
            <a:r>
              <a:t/>
            </a:r>
            <a:endParaRPr sz="1800"/>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0" name="Shape 1470"/>
        <p:cNvGrpSpPr/>
        <p:nvPr/>
      </p:nvGrpSpPr>
      <p:grpSpPr>
        <a:xfrm>
          <a:off x="0" y="0"/>
          <a:ext cx="0" cy="0"/>
          <a:chOff x="0" y="0"/>
          <a:chExt cx="0" cy="0"/>
        </a:xfrm>
      </p:grpSpPr>
      <p:sp>
        <p:nvSpPr>
          <p:cNvPr id="1471" name="Google Shape;1471;p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Objetivos Específicos</a:t>
            </a:r>
            <a:endParaRPr/>
          </a:p>
        </p:txBody>
      </p:sp>
      <p:sp>
        <p:nvSpPr>
          <p:cNvPr id="1472" name="Google Shape;1472;p5"/>
          <p:cNvSpPr txBox="1"/>
          <p:nvPr>
            <p:ph idx="2" type="subTitle"/>
          </p:nvPr>
        </p:nvSpPr>
        <p:spPr>
          <a:xfrm>
            <a:off x="720000" y="1786675"/>
            <a:ext cx="6111600" cy="1830600"/>
          </a:xfrm>
          <a:prstGeom prst="rect">
            <a:avLst/>
          </a:prstGeom>
          <a:noFill/>
          <a:ln>
            <a:noFill/>
          </a:ln>
        </p:spPr>
        <p:txBody>
          <a:bodyPr anchorCtr="0" anchor="t" bIns="91425" lIns="91425" spcFirstLastPara="1" rIns="91425" wrap="square" tIns="91425">
            <a:noAutofit/>
          </a:bodyPr>
          <a:lstStyle/>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Promover automatização e Acesso Simplificado</a:t>
            </a:r>
            <a:endParaRPr sz="1200">
              <a:solidFill>
                <a:srgbClr val="000000"/>
              </a:solidFill>
              <a:latin typeface="Times New Roman"/>
              <a:ea typeface="Times New Roman"/>
              <a:cs typeface="Times New Roman"/>
              <a:sym typeface="Times New Roman"/>
            </a:endParaRPr>
          </a:p>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Gerar relatórios Precisos e Ágeis</a:t>
            </a:r>
            <a:endParaRPr sz="1200">
              <a:solidFill>
                <a:srgbClr val="000000"/>
              </a:solidFill>
              <a:latin typeface="Times New Roman"/>
              <a:ea typeface="Times New Roman"/>
              <a:cs typeface="Times New Roman"/>
              <a:sym typeface="Times New Roman"/>
            </a:endParaRPr>
          </a:p>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Auxiliar na redução de Custos e Sustentabilidade</a:t>
            </a:r>
            <a:endParaRPr sz="1200">
              <a:solidFill>
                <a:srgbClr val="000000"/>
              </a:solidFill>
              <a:latin typeface="Times New Roman"/>
              <a:ea typeface="Times New Roman"/>
              <a:cs typeface="Times New Roman"/>
              <a:sym typeface="Times New Roman"/>
            </a:endParaRPr>
          </a:p>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Entregar controle e Monitoramento Efetivo</a:t>
            </a:r>
            <a:endParaRPr sz="1200">
              <a:solidFill>
                <a:srgbClr val="000000"/>
              </a:solidFill>
              <a:latin typeface="Times New Roman"/>
              <a:ea typeface="Times New Roman"/>
              <a:cs typeface="Times New Roman"/>
              <a:sym typeface="Times New Roman"/>
            </a:endParaRPr>
          </a:p>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Garantir integridade dos Dados</a:t>
            </a:r>
            <a:endParaRPr sz="1200">
              <a:solidFill>
                <a:srgbClr val="000000"/>
              </a:solidFill>
              <a:latin typeface="Times New Roman"/>
              <a:ea typeface="Times New Roman"/>
              <a:cs typeface="Times New Roman"/>
              <a:sym typeface="Times New Roman"/>
            </a:endParaRPr>
          </a:p>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Cuidar da análise de dados e padrões de uso</a:t>
            </a:r>
            <a:endParaRPr sz="1200">
              <a:solidFill>
                <a:srgbClr val="000000"/>
              </a:solidFill>
              <a:latin typeface="Times New Roman"/>
              <a:ea typeface="Times New Roman"/>
              <a:cs typeface="Times New Roman"/>
              <a:sym typeface="Times New Roman"/>
            </a:endParaRPr>
          </a:p>
          <a:p>
            <a:pPr indent="0" lvl="0" marL="0" rtl="0" algn="l">
              <a:lnSpc>
                <a:spcPct val="115000"/>
              </a:lnSpc>
              <a:spcBef>
                <a:spcPts val="1000"/>
              </a:spcBef>
              <a:spcAft>
                <a:spcPts val="0"/>
              </a:spcAft>
              <a:buSzPts val="1400"/>
              <a:buNone/>
            </a:pPr>
            <a:r>
              <a:t/>
            </a:r>
            <a:endParaRPr/>
          </a:p>
        </p:txBody>
      </p:sp>
      <p:grpSp>
        <p:nvGrpSpPr>
          <p:cNvPr id="1473" name="Google Shape;1473;p5"/>
          <p:cNvGrpSpPr/>
          <p:nvPr/>
        </p:nvGrpSpPr>
        <p:grpSpPr>
          <a:xfrm>
            <a:off x="-123925" y="4132284"/>
            <a:ext cx="4558967" cy="1141122"/>
            <a:chOff x="-123925" y="4132284"/>
            <a:chExt cx="4558967" cy="1141122"/>
          </a:xfrm>
        </p:grpSpPr>
        <p:grpSp>
          <p:nvGrpSpPr>
            <p:cNvPr id="1474" name="Google Shape;1474;p5"/>
            <p:cNvGrpSpPr/>
            <p:nvPr/>
          </p:nvGrpSpPr>
          <p:grpSpPr>
            <a:xfrm>
              <a:off x="-3" y="4132284"/>
              <a:ext cx="2308406" cy="1141122"/>
              <a:chOff x="-3" y="4132284"/>
              <a:chExt cx="2308406" cy="1141122"/>
            </a:xfrm>
          </p:grpSpPr>
          <p:sp>
            <p:nvSpPr>
              <p:cNvPr id="1475" name="Google Shape;1475;p5"/>
              <p:cNvSpPr/>
              <p:nvPr/>
            </p:nvSpPr>
            <p:spPr>
              <a:xfrm rot="5400000">
                <a:off x="663005" y="362862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5"/>
              <p:cNvSpPr/>
              <p:nvPr/>
            </p:nvSpPr>
            <p:spPr>
              <a:xfrm rot="5400000">
                <a:off x="663620" y="3469276"/>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7" name="Google Shape;1477;p5"/>
            <p:cNvGrpSpPr/>
            <p:nvPr/>
          </p:nvGrpSpPr>
          <p:grpSpPr>
            <a:xfrm>
              <a:off x="-123925" y="4386226"/>
              <a:ext cx="4558967" cy="134100"/>
              <a:chOff x="796100" y="3019701"/>
              <a:chExt cx="4558967" cy="134100"/>
            </a:xfrm>
          </p:grpSpPr>
          <p:sp>
            <p:nvSpPr>
              <p:cNvPr id="1478" name="Google Shape;1478;p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479" name="Google Shape;1479;p5"/>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1480" name="Google Shape;1480;p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4" name="Shape 1484"/>
        <p:cNvGrpSpPr/>
        <p:nvPr/>
      </p:nvGrpSpPr>
      <p:grpSpPr>
        <a:xfrm>
          <a:off x="0" y="0"/>
          <a:ext cx="0" cy="0"/>
          <a:chOff x="0" y="0"/>
          <a:chExt cx="0" cy="0"/>
        </a:xfrm>
      </p:grpSpPr>
      <p:grpSp>
        <p:nvGrpSpPr>
          <p:cNvPr id="1485" name="Google Shape;1485;p6"/>
          <p:cNvGrpSpPr/>
          <p:nvPr/>
        </p:nvGrpSpPr>
        <p:grpSpPr>
          <a:xfrm>
            <a:off x="-2765816" y="-2958610"/>
            <a:ext cx="8164418" cy="6343458"/>
            <a:chOff x="-2613416" y="-2806210"/>
            <a:chExt cx="8164418" cy="6343458"/>
          </a:xfrm>
        </p:grpSpPr>
        <p:grpSp>
          <p:nvGrpSpPr>
            <p:cNvPr id="1486" name="Google Shape;1486;p6"/>
            <p:cNvGrpSpPr/>
            <p:nvPr/>
          </p:nvGrpSpPr>
          <p:grpSpPr>
            <a:xfrm>
              <a:off x="-2613416" y="-2806210"/>
              <a:ext cx="8164418" cy="6343458"/>
              <a:chOff x="-2613416" y="-2806210"/>
              <a:chExt cx="8164418" cy="6343458"/>
            </a:xfrm>
          </p:grpSpPr>
          <p:grpSp>
            <p:nvGrpSpPr>
              <p:cNvPr id="1487" name="Google Shape;1487;p6"/>
              <p:cNvGrpSpPr/>
              <p:nvPr/>
            </p:nvGrpSpPr>
            <p:grpSpPr>
              <a:xfrm>
                <a:off x="-191059" y="95963"/>
                <a:ext cx="1538562" cy="971589"/>
                <a:chOff x="-191059" y="95963"/>
                <a:chExt cx="1538562" cy="971589"/>
              </a:xfrm>
            </p:grpSpPr>
            <p:grpSp>
              <p:nvGrpSpPr>
                <p:cNvPr id="1488" name="Google Shape;1488;p6"/>
                <p:cNvGrpSpPr/>
                <p:nvPr/>
              </p:nvGrpSpPr>
              <p:grpSpPr>
                <a:xfrm>
                  <a:off x="-191059" y="201619"/>
                  <a:ext cx="904284" cy="865933"/>
                  <a:chOff x="2038491" y="-937756"/>
                  <a:chExt cx="904284" cy="865933"/>
                </a:xfrm>
              </p:grpSpPr>
              <p:grpSp>
                <p:nvGrpSpPr>
                  <p:cNvPr id="1489" name="Google Shape;1489;p6"/>
                  <p:cNvGrpSpPr/>
                  <p:nvPr/>
                </p:nvGrpSpPr>
                <p:grpSpPr>
                  <a:xfrm>
                    <a:off x="2096570" y="-863491"/>
                    <a:ext cx="717622" cy="717393"/>
                    <a:chOff x="1483457" y="3953671"/>
                    <a:chExt cx="717622" cy="717393"/>
                  </a:xfrm>
                </p:grpSpPr>
                <p:sp>
                  <p:nvSpPr>
                    <p:cNvPr id="1490" name="Google Shape;1490;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5" name="Google Shape;1495;p6"/>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6" name="Google Shape;1496;p6"/>
                <p:cNvGrpSpPr/>
                <p:nvPr/>
              </p:nvGrpSpPr>
              <p:grpSpPr>
                <a:xfrm>
                  <a:off x="584533" y="95963"/>
                  <a:ext cx="473483" cy="453403"/>
                  <a:chOff x="2038491" y="-937756"/>
                  <a:chExt cx="904284" cy="865933"/>
                </a:xfrm>
              </p:grpSpPr>
              <p:grpSp>
                <p:nvGrpSpPr>
                  <p:cNvPr id="1497" name="Google Shape;1497;p6"/>
                  <p:cNvGrpSpPr/>
                  <p:nvPr/>
                </p:nvGrpSpPr>
                <p:grpSpPr>
                  <a:xfrm>
                    <a:off x="2096570" y="-863491"/>
                    <a:ext cx="717622" cy="717393"/>
                    <a:chOff x="1483457" y="3953671"/>
                    <a:chExt cx="717622" cy="717393"/>
                  </a:xfrm>
                </p:grpSpPr>
                <p:sp>
                  <p:nvSpPr>
                    <p:cNvPr id="1498" name="Google Shape;1498;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03" name="Google Shape;1503;p6"/>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4" name="Google Shape;1504;p6"/>
                <p:cNvGrpSpPr/>
                <p:nvPr/>
              </p:nvGrpSpPr>
              <p:grpSpPr>
                <a:xfrm>
                  <a:off x="530445" y="481913"/>
                  <a:ext cx="473483" cy="453403"/>
                  <a:chOff x="2038491" y="-937756"/>
                  <a:chExt cx="904284" cy="865933"/>
                </a:xfrm>
              </p:grpSpPr>
              <p:grpSp>
                <p:nvGrpSpPr>
                  <p:cNvPr id="1505" name="Google Shape;1505;p6"/>
                  <p:cNvGrpSpPr/>
                  <p:nvPr/>
                </p:nvGrpSpPr>
                <p:grpSpPr>
                  <a:xfrm>
                    <a:off x="2096570" y="-863491"/>
                    <a:ext cx="717622" cy="717393"/>
                    <a:chOff x="1483457" y="3953671"/>
                    <a:chExt cx="717622" cy="717393"/>
                  </a:xfrm>
                </p:grpSpPr>
                <p:sp>
                  <p:nvSpPr>
                    <p:cNvPr id="1506" name="Google Shape;1506;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11" name="Google Shape;1511;p6"/>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2" name="Google Shape;1512;p6"/>
                <p:cNvGrpSpPr/>
                <p:nvPr/>
              </p:nvGrpSpPr>
              <p:grpSpPr>
                <a:xfrm>
                  <a:off x="874020" y="312788"/>
                  <a:ext cx="473483" cy="453403"/>
                  <a:chOff x="2038491" y="-937756"/>
                  <a:chExt cx="904284" cy="865933"/>
                </a:xfrm>
              </p:grpSpPr>
              <p:grpSp>
                <p:nvGrpSpPr>
                  <p:cNvPr id="1513" name="Google Shape;1513;p6"/>
                  <p:cNvGrpSpPr/>
                  <p:nvPr/>
                </p:nvGrpSpPr>
                <p:grpSpPr>
                  <a:xfrm>
                    <a:off x="2096570" y="-863491"/>
                    <a:ext cx="717622" cy="717393"/>
                    <a:chOff x="1483457" y="3953671"/>
                    <a:chExt cx="717622" cy="717393"/>
                  </a:xfrm>
                </p:grpSpPr>
                <p:sp>
                  <p:nvSpPr>
                    <p:cNvPr id="1514" name="Google Shape;1514;p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19" name="Google Shape;1519;p6"/>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520" name="Google Shape;1520;p6"/>
              <p:cNvGrpSpPr/>
              <p:nvPr/>
            </p:nvGrpSpPr>
            <p:grpSpPr>
              <a:xfrm rot="-7479050">
                <a:off x="-2051246" y="-1642948"/>
                <a:ext cx="4889863" cy="3931229"/>
                <a:chOff x="7103825" y="-713112"/>
                <a:chExt cx="3785226" cy="3043150"/>
              </a:xfrm>
            </p:grpSpPr>
            <p:sp>
              <p:nvSpPr>
                <p:cNvPr id="1521" name="Google Shape;1521;p6"/>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1522" name="Google Shape;1522;p6"/>
                <p:cNvPicPr preferRelativeResize="0"/>
                <p:nvPr/>
              </p:nvPicPr>
              <p:blipFill rotWithShape="1">
                <a:blip r:embed="rId3">
                  <a:alphaModFix/>
                </a:blip>
                <a:srcRect b="17662" l="0" r="0" t="17657"/>
                <a:stretch/>
              </p:blipFill>
              <p:spPr>
                <a:xfrm>
                  <a:off x="7103825" y="-713112"/>
                  <a:ext cx="3785226" cy="2888974"/>
                </a:xfrm>
                <a:prstGeom prst="rect">
                  <a:avLst/>
                </a:prstGeom>
                <a:noFill/>
                <a:ln>
                  <a:noFill/>
                </a:ln>
              </p:spPr>
            </p:pic>
          </p:grpSp>
          <p:grpSp>
            <p:nvGrpSpPr>
              <p:cNvPr id="1523" name="Google Shape;1523;p6"/>
              <p:cNvGrpSpPr/>
              <p:nvPr/>
            </p:nvGrpSpPr>
            <p:grpSpPr>
              <a:xfrm>
                <a:off x="-640220" y="-2653973"/>
                <a:ext cx="6191221" cy="6191221"/>
                <a:chOff x="-640220" y="-2502423"/>
                <a:chExt cx="6191221" cy="6191221"/>
              </a:xfrm>
            </p:grpSpPr>
            <p:sp>
              <p:nvSpPr>
                <p:cNvPr id="1524" name="Google Shape;1524;p6"/>
                <p:cNvSpPr/>
                <p:nvPr/>
              </p:nvSpPr>
              <p:spPr>
                <a:xfrm rot="-8100000">
                  <a:off x="452224" y="-1781500"/>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6"/>
                <p:cNvSpPr/>
                <p:nvPr/>
              </p:nvSpPr>
              <p:spPr>
                <a:xfrm rot="-8100000">
                  <a:off x="83608" y="-617740"/>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526" name="Google Shape;1526;p6"/>
            <p:cNvGrpSpPr/>
            <p:nvPr/>
          </p:nvGrpSpPr>
          <p:grpSpPr>
            <a:xfrm>
              <a:off x="-12" y="-195650"/>
              <a:ext cx="439200" cy="439100"/>
              <a:chOff x="1101075" y="2142375"/>
              <a:chExt cx="439200" cy="439100"/>
            </a:xfrm>
          </p:grpSpPr>
          <p:sp>
            <p:nvSpPr>
              <p:cNvPr id="1527" name="Google Shape;1527;p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529" name="Google Shape;1529;p6"/>
          <p:cNvGrpSpPr/>
          <p:nvPr/>
        </p:nvGrpSpPr>
        <p:grpSpPr>
          <a:xfrm>
            <a:off x="4605344" y="2412775"/>
            <a:ext cx="5765856" cy="4103650"/>
            <a:chOff x="4452944" y="2184175"/>
            <a:chExt cx="5765856" cy="4103650"/>
          </a:xfrm>
        </p:grpSpPr>
        <p:pic>
          <p:nvPicPr>
            <p:cNvPr id="1530" name="Google Shape;1530;p6"/>
            <p:cNvPicPr preferRelativeResize="0"/>
            <p:nvPr/>
          </p:nvPicPr>
          <p:blipFill rotWithShape="1">
            <a:blip r:embed="rId4">
              <a:alphaModFix/>
            </a:blip>
            <a:srcRect b="26177" l="16960" r="7121" t="24718"/>
            <a:stretch/>
          </p:blipFill>
          <p:spPr>
            <a:xfrm flipH="1" rot="-5400000">
              <a:off x="6600975" y="2670000"/>
              <a:ext cx="4103650" cy="3132000"/>
            </a:xfrm>
            <a:prstGeom prst="rect">
              <a:avLst/>
            </a:prstGeom>
            <a:noFill/>
            <a:ln>
              <a:noFill/>
            </a:ln>
          </p:spPr>
        </p:pic>
        <p:grpSp>
          <p:nvGrpSpPr>
            <p:cNvPr id="1531" name="Google Shape;1531;p6"/>
            <p:cNvGrpSpPr/>
            <p:nvPr/>
          </p:nvGrpSpPr>
          <p:grpSpPr>
            <a:xfrm flipH="1" rot="-5400000">
              <a:off x="8074852" y="4089881"/>
              <a:ext cx="1478405" cy="1186772"/>
              <a:chOff x="7945225" y="4302000"/>
              <a:chExt cx="904666" cy="726121"/>
            </a:xfrm>
          </p:grpSpPr>
          <p:sp>
            <p:nvSpPr>
              <p:cNvPr id="1532" name="Google Shape;1532;p6"/>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6"/>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6"/>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35" name="Google Shape;1535;p6"/>
            <p:cNvSpPr/>
            <p:nvPr/>
          </p:nvSpPr>
          <p:spPr>
            <a:xfrm flipH="1" rot="-5400000">
              <a:off x="5435889" y="148137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36" name="Google Shape;1536;p6"/>
            <p:cNvGrpSpPr/>
            <p:nvPr/>
          </p:nvGrpSpPr>
          <p:grpSpPr>
            <a:xfrm flipH="1" rot="-5400000">
              <a:off x="7140078" y="3883230"/>
              <a:ext cx="134004" cy="134004"/>
              <a:chOff x="8356813" y="1074288"/>
              <a:chExt cx="351900" cy="351900"/>
            </a:xfrm>
          </p:grpSpPr>
          <p:sp>
            <p:nvSpPr>
              <p:cNvPr id="1537" name="Google Shape;1537;p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6"/>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9" name="Google Shape;1539;p6"/>
            <p:cNvGrpSpPr/>
            <p:nvPr/>
          </p:nvGrpSpPr>
          <p:grpSpPr>
            <a:xfrm flipH="1" rot="-5400000">
              <a:off x="6766253" y="3499155"/>
              <a:ext cx="134004" cy="134004"/>
              <a:chOff x="8356813" y="1074288"/>
              <a:chExt cx="351900" cy="351900"/>
            </a:xfrm>
          </p:grpSpPr>
          <p:sp>
            <p:nvSpPr>
              <p:cNvPr id="1540" name="Google Shape;1540;p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6"/>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42" name="Google Shape;1542;p6"/>
            <p:cNvSpPr/>
            <p:nvPr/>
          </p:nvSpPr>
          <p:spPr>
            <a:xfrm flipH="1" rot="5400000">
              <a:off x="6561314" y="2368138"/>
              <a:ext cx="1902692" cy="406951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6"/>
            <p:cNvSpPr/>
            <p:nvPr/>
          </p:nvSpPr>
          <p:spPr>
            <a:xfrm flipH="1" rot="5400000">
              <a:off x="6562398" y="2676948"/>
              <a:ext cx="1902692" cy="406951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44" name="Google Shape;1544;p6"/>
            <p:cNvGrpSpPr/>
            <p:nvPr/>
          </p:nvGrpSpPr>
          <p:grpSpPr>
            <a:xfrm flipH="1" rot="-5400000">
              <a:off x="7404606" y="3451356"/>
              <a:ext cx="582050" cy="582425"/>
              <a:chOff x="959750" y="3039275"/>
              <a:chExt cx="582050" cy="582425"/>
            </a:xfrm>
          </p:grpSpPr>
          <p:sp>
            <p:nvSpPr>
              <p:cNvPr id="1545" name="Google Shape;1545;p6"/>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6"/>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6"/>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6"/>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6"/>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 name="Google Shape;1550;p6"/>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 name="Google Shape;1551;p6"/>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2" name="Google Shape;1552;p6"/>
            <p:cNvGrpSpPr/>
            <p:nvPr/>
          </p:nvGrpSpPr>
          <p:grpSpPr>
            <a:xfrm flipH="1" rot="-5400000">
              <a:off x="7237650" y="4201057"/>
              <a:ext cx="699928" cy="1651024"/>
              <a:chOff x="8337812" y="3492483"/>
              <a:chExt cx="699928" cy="1651024"/>
            </a:xfrm>
          </p:grpSpPr>
          <p:sp>
            <p:nvSpPr>
              <p:cNvPr id="1553" name="Google Shape;1553;p6"/>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6"/>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6"/>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56" name="Google Shape;1556;p6"/>
            <p:cNvSpPr/>
            <p:nvPr/>
          </p:nvSpPr>
          <p:spPr>
            <a:xfrm flipH="1" rot="147769">
              <a:off x="7025973" y="4504982"/>
              <a:ext cx="454547" cy="449759"/>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6"/>
            <p:cNvSpPr/>
            <p:nvPr/>
          </p:nvSpPr>
          <p:spPr>
            <a:xfrm flipH="1" rot="147769">
              <a:off x="6785273" y="4569932"/>
              <a:ext cx="454547" cy="449759"/>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58" name="Google Shape;1558;p6"/>
            <p:cNvGrpSpPr/>
            <p:nvPr/>
          </p:nvGrpSpPr>
          <p:grpSpPr>
            <a:xfrm flipH="1" rot="-5400000">
              <a:off x="5819578" y="4727817"/>
              <a:ext cx="134004" cy="134004"/>
              <a:chOff x="8356813" y="1074288"/>
              <a:chExt cx="351900" cy="351900"/>
            </a:xfrm>
          </p:grpSpPr>
          <p:sp>
            <p:nvSpPr>
              <p:cNvPr id="1559" name="Google Shape;1559;p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6"/>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561" name="Google Shape;1561;p6"/>
          <p:cNvGrpSpPr/>
          <p:nvPr/>
        </p:nvGrpSpPr>
        <p:grpSpPr>
          <a:xfrm flipH="1" rot="-5400000">
            <a:off x="8904403" y="2929792"/>
            <a:ext cx="134004" cy="134004"/>
            <a:chOff x="8356813" y="1074288"/>
            <a:chExt cx="351900" cy="351900"/>
          </a:xfrm>
        </p:grpSpPr>
        <p:sp>
          <p:nvSpPr>
            <p:cNvPr id="1562" name="Google Shape;1562;p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6"/>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7" name="Shape 1567"/>
        <p:cNvGrpSpPr/>
        <p:nvPr/>
      </p:nvGrpSpPr>
      <p:grpSpPr>
        <a:xfrm>
          <a:off x="0" y="0"/>
          <a:ext cx="0" cy="0"/>
          <a:chOff x="0" y="0"/>
          <a:chExt cx="0" cy="0"/>
        </a:xfrm>
      </p:grpSpPr>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1" name="Shape 1571"/>
        <p:cNvGrpSpPr/>
        <p:nvPr/>
      </p:nvGrpSpPr>
      <p:grpSpPr>
        <a:xfrm>
          <a:off x="0" y="0"/>
          <a:ext cx="0" cy="0"/>
          <a:chOff x="0" y="0"/>
          <a:chExt cx="0" cy="0"/>
        </a:xfrm>
      </p:grpSpPr>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5" name="Shape 1575"/>
        <p:cNvGrpSpPr/>
        <p:nvPr/>
      </p:nvGrpSpPr>
      <p:grpSpPr>
        <a:xfrm>
          <a:off x="0" y="0"/>
          <a:ext cx="0" cy="0"/>
          <a:chOff x="0" y="0"/>
          <a:chExt cx="0" cy="0"/>
        </a:xfrm>
      </p:grpSpPr>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9" name="Shape 1579"/>
        <p:cNvGrpSpPr/>
        <p:nvPr/>
      </p:nvGrpSpPr>
      <p:grpSpPr>
        <a:xfrm>
          <a:off x="0" y="0"/>
          <a:ext cx="0" cy="0"/>
          <a:chOff x="0" y="0"/>
          <a:chExt cx="0" cy="0"/>
        </a:xfrm>
      </p:grpSpPr>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3" name="Shape 1583"/>
        <p:cNvGrpSpPr/>
        <p:nvPr/>
      </p:nvGrpSpPr>
      <p:grpSpPr>
        <a:xfrm>
          <a:off x="0" y="0"/>
          <a:ext cx="0" cy="0"/>
          <a:chOff x="0" y="0"/>
          <a:chExt cx="0" cy="0"/>
        </a:xfrm>
      </p:grpSpPr>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7" name="Shape 1587"/>
        <p:cNvGrpSpPr/>
        <p:nvPr/>
      </p:nvGrpSpPr>
      <p:grpSpPr>
        <a:xfrm>
          <a:off x="0" y="0"/>
          <a:ext cx="0" cy="0"/>
          <a:chOff x="0" y="0"/>
          <a:chExt cx="0" cy="0"/>
        </a:xfrm>
      </p:grpSpPr>
      <p:grpSp>
        <p:nvGrpSpPr>
          <p:cNvPr id="1588" name="Google Shape;1588;p12"/>
          <p:cNvGrpSpPr/>
          <p:nvPr/>
        </p:nvGrpSpPr>
        <p:grpSpPr>
          <a:xfrm>
            <a:off x="-74792" y="1766169"/>
            <a:ext cx="480890" cy="481200"/>
            <a:chOff x="959750" y="3039275"/>
            <a:chExt cx="582050" cy="582425"/>
          </a:xfrm>
        </p:grpSpPr>
        <p:sp>
          <p:nvSpPr>
            <p:cNvPr id="1589" name="Google Shape;1589;p12"/>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12"/>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12"/>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12"/>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12"/>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12"/>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12"/>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9" name="Shape 1599"/>
        <p:cNvGrpSpPr/>
        <p:nvPr/>
      </p:nvGrpSpPr>
      <p:grpSpPr>
        <a:xfrm>
          <a:off x="0" y="0"/>
          <a:ext cx="0" cy="0"/>
          <a:chOff x="0" y="0"/>
          <a:chExt cx="0" cy="0"/>
        </a:xfrm>
      </p:grpSpPr>
      <p:sp>
        <p:nvSpPr>
          <p:cNvPr id="1600" name="Google Shape;1600;p13"/>
          <p:cNvSpPr txBox="1"/>
          <p:nvPr>
            <p:ph type="title"/>
          </p:nvPr>
        </p:nvSpPr>
        <p:spPr>
          <a:xfrm>
            <a:off x="965350" y="606650"/>
            <a:ext cx="6576000" cy="7107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9600"/>
              <a:buNone/>
            </a:pPr>
            <a:r>
              <a:rPr lang="en" sz="3400"/>
              <a:t>Diagrama de Classe</a:t>
            </a:r>
            <a:endParaRPr sz="3400"/>
          </a:p>
        </p:txBody>
      </p:sp>
      <p:grpSp>
        <p:nvGrpSpPr>
          <p:cNvPr id="1601" name="Google Shape;1601;p13"/>
          <p:cNvGrpSpPr/>
          <p:nvPr/>
        </p:nvGrpSpPr>
        <p:grpSpPr>
          <a:xfrm>
            <a:off x="6527600" y="-628478"/>
            <a:ext cx="5128253" cy="6694379"/>
            <a:chOff x="6222800" y="-628478"/>
            <a:chExt cx="5128253" cy="6694379"/>
          </a:xfrm>
        </p:grpSpPr>
        <p:pic>
          <p:nvPicPr>
            <p:cNvPr id="1602" name="Google Shape;1602;p13"/>
            <p:cNvPicPr preferRelativeResize="0"/>
            <p:nvPr/>
          </p:nvPicPr>
          <p:blipFill rotWithShape="1">
            <a:blip r:embed="rId3">
              <a:alphaModFix/>
            </a:blip>
            <a:srcRect b="17662" l="0" r="0" t="17657"/>
            <a:stretch/>
          </p:blipFill>
          <p:spPr>
            <a:xfrm>
              <a:off x="7517168" y="-628478"/>
              <a:ext cx="3082266" cy="2352450"/>
            </a:xfrm>
            <a:prstGeom prst="rect">
              <a:avLst/>
            </a:prstGeom>
            <a:noFill/>
            <a:ln>
              <a:noFill/>
            </a:ln>
          </p:spPr>
        </p:pic>
        <p:pic>
          <p:nvPicPr>
            <p:cNvPr id="1603" name="Google Shape;1603;p13"/>
            <p:cNvPicPr preferRelativeResize="0"/>
            <p:nvPr/>
          </p:nvPicPr>
          <p:blipFill rotWithShape="1">
            <a:blip r:embed="rId4">
              <a:alphaModFix/>
            </a:blip>
            <a:srcRect b="26177" l="16960" r="7121" t="24718"/>
            <a:stretch/>
          </p:blipFill>
          <p:spPr>
            <a:xfrm>
              <a:off x="6714900" y="3028141"/>
              <a:ext cx="3980176" cy="3037760"/>
            </a:xfrm>
            <a:prstGeom prst="rect">
              <a:avLst/>
            </a:prstGeom>
            <a:noFill/>
            <a:ln>
              <a:noFill/>
            </a:ln>
          </p:spPr>
        </p:pic>
        <p:sp>
          <p:nvSpPr>
            <p:cNvPr id="1604" name="Google Shape;1604;p13"/>
            <p:cNvSpPr/>
            <p:nvPr/>
          </p:nvSpPr>
          <p:spPr>
            <a:xfrm rot="10800000">
              <a:off x="7698559" y="2460647"/>
              <a:ext cx="1239218" cy="2912943"/>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13"/>
            <p:cNvSpPr/>
            <p:nvPr/>
          </p:nvSpPr>
          <p:spPr>
            <a:xfrm rot="10800000">
              <a:off x="7899688" y="2461423"/>
              <a:ext cx="1239218" cy="2912943"/>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 name="Google Shape;1606;p13"/>
            <p:cNvSpPr/>
            <p:nvPr/>
          </p:nvSpPr>
          <p:spPr>
            <a:xfrm>
              <a:off x="6222800" y="-628462"/>
              <a:ext cx="3980181" cy="6461569"/>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07" name="Google Shape;1607;p13"/>
            <p:cNvGrpSpPr/>
            <p:nvPr/>
          </p:nvGrpSpPr>
          <p:grpSpPr>
            <a:xfrm>
              <a:off x="6794737" y="4179460"/>
              <a:ext cx="734664" cy="735137"/>
              <a:chOff x="959750" y="3039275"/>
              <a:chExt cx="582050" cy="582425"/>
            </a:xfrm>
          </p:grpSpPr>
          <p:sp>
            <p:nvSpPr>
              <p:cNvPr id="1608" name="Google Shape;1608;p13"/>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13"/>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13"/>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13"/>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13"/>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13"/>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13"/>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5" name="Google Shape;1615;p13"/>
            <p:cNvGrpSpPr/>
            <p:nvPr/>
          </p:nvGrpSpPr>
          <p:grpSpPr>
            <a:xfrm>
              <a:off x="8128313" y="1310040"/>
              <a:ext cx="169158" cy="169158"/>
              <a:chOff x="8356813" y="1074288"/>
              <a:chExt cx="351900" cy="351900"/>
            </a:xfrm>
          </p:grpSpPr>
          <p:sp>
            <p:nvSpPr>
              <p:cNvPr id="1616" name="Google Shape;1616;p13"/>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13"/>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8" name="Google Shape;1618;p13"/>
            <p:cNvGrpSpPr/>
            <p:nvPr/>
          </p:nvGrpSpPr>
          <p:grpSpPr>
            <a:xfrm>
              <a:off x="7360240" y="2075006"/>
              <a:ext cx="169158" cy="169158"/>
              <a:chOff x="8356813" y="1074288"/>
              <a:chExt cx="351900" cy="351900"/>
            </a:xfrm>
          </p:grpSpPr>
          <p:sp>
            <p:nvSpPr>
              <p:cNvPr id="1619" name="Google Shape;1619;p13"/>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13"/>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1" name="Google Shape;1621;p13"/>
            <p:cNvGrpSpPr/>
            <p:nvPr/>
          </p:nvGrpSpPr>
          <p:grpSpPr>
            <a:xfrm>
              <a:off x="8233587" y="3028150"/>
              <a:ext cx="169158" cy="169158"/>
              <a:chOff x="8356813" y="1074288"/>
              <a:chExt cx="351900" cy="351900"/>
            </a:xfrm>
          </p:grpSpPr>
          <p:sp>
            <p:nvSpPr>
              <p:cNvPr id="1622" name="Google Shape;1622;p13"/>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13"/>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4" name="Google Shape;1624;p13"/>
            <p:cNvSpPr/>
            <p:nvPr/>
          </p:nvSpPr>
          <p:spPr>
            <a:xfrm>
              <a:off x="8754821" y="2763320"/>
              <a:ext cx="606949" cy="600556"/>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5" name="Google Shape;1625;p13"/>
            <p:cNvGrpSpPr/>
            <p:nvPr/>
          </p:nvGrpSpPr>
          <p:grpSpPr>
            <a:xfrm>
              <a:off x="8782808" y="2723340"/>
              <a:ext cx="883449" cy="2083923"/>
              <a:chOff x="8337812" y="3492483"/>
              <a:chExt cx="699928" cy="1651024"/>
            </a:xfrm>
          </p:grpSpPr>
          <p:sp>
            <p:nvSpPr>
              <p:cNvPr id="1626" name="Google Shape;1626;p13"/>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13"/>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13"/>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9" name="Google Shape;1629;p13"/>
            <p:cNvGrpSpPr/>
            <p:nvPr/>
          </p:nvGrpSpPr>
          <p:grpSpPr>
            <a:xfrm>
              <a:off x="8215673" y="4178313"/>
              <a:ext cx="1141869" cy="916509"/>
              <a:chOff x="7945225" y="4302000"/>
              <a:chExt cx="904666" cy="726121"/>
            </a:xfrm>
          </p:grpSpPr>
          <p:sp>
            <p:nvSpPr>
              <p:cNvPr id="1630" name="Google Shape;1630;p13"/>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13"/>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13"/>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33" name="Google Shape;1633;p13"/>
            <p:cNvSpPr/>
            <p:nvPr/>
          </p:nvSpPr>
          <p:spPr>
            <a:xfrm rot="5400000">
              <a:off x="8491754" y="371428"/>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34" name="Google Shape;1634;p13"/>
            <p:cNvGrpSpPr/>
            <p:nvPr/>
          </p:nvGrpSpPr>
          <p:grpSpPr>
            <a:xfrm>
              <a:off x="7774724" y="3187835"/>
              <a:ext cx="734664" cy="735137"/>
              <a:chOff x="959750" y="3039275"/>
              <a:chExt cx="582050" cy="582425"/>
            </a:xfrm>
          </p:grpSpPr>
          <p:sp>
            <p:nvSpPr>
              <p:cNvPr id="1635" name="Google Shape;1635;p13"/>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 name="Google Shape;1636;p13"/>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13"/>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 name="Google Shape;1638;p13"/>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 name="Google Shape;1639;p13"/>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13"/>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13"/>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2" name="Google Shape;1642;p13"/>
            <p:cNvGrpSpPr/>
            <p:nvPr/>
          </p:nvGrpSpPr>
          <p:grpSpPr>
            <a:xfrm>
              <a:off x="7625399" y="3691035"/>
              <a:ext cx="734664" cy="735137"/>
              <a:chOff x="959750" y="3039275"/>
              <a:chExt cx="582050" cy="582425"/>
            </a:xfrm>
          </p:grpSpPr>
          <p:sp>
            <p:nvSpPr>
              <p:cNvPr id="1643" name="Google Shape;1643;p13"/>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13"/>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13"/>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13"/>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13"/>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13"/>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13"/>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50" name="Google Shape;1650;p13"/>
            <p:cNvSpPr/>
            <p:nvPr/>
          </p:nvSpPr>
          <p:spPr>
            <a:xfrm rot="5400000">
              <a:off x="8666054" y="247478"/>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1651" name="Google Shape;1651;p13"/>
          <p:cNvPicPr preferRelativeResize="0"/>
          <p:nvPr/>
        </p:nvPicPr>
        <p:blipFill>
          <a:blip r:embed="rId5">
            <a:alphaModFix/>
          </a:blip>
          <a:stretch>
            <a:fillRect/>
          </a:stretch>
        </p:blipFill>
        <p:spPr>
          <a:xfrm>
            <a:off x="2291375" y="1317350"/>
            <a:ext cx="4561249" cy="38477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5" name="Shape 1655"/>
        <p:cNvGrpSpPr/>
        <p:nvPr/>
      </p:nvGrpSpPr>
      <p:grpSpPr>
        <a:xfrm>
          <a:off x="0" y="0"/>
          <a:ext cx="0" cy="0"/>
          <a:chOff x="0" y="0"/>
          <a:chExt cx="0" cy="0"/>
        </a:xfrm>
      </p:grpSpPr>
      <p:sp>
        <p:nvSpPr>
          <p:cNvPr id="1656" name="Google Shape;1656;p14"/>
          <p:cNvSpPr txBox="1"/>
          <p:nvPr>
            <p:ph type="title"/>
          </p:nvPr>
        </p:nvSpPr>
        <p:spPr>
          <a:xfrm>
            <a:off x="354000" y="367288"/>
            <a:ext cx="4696800" cy="768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6000"/>
              <a:buNone/>
            </a:pPr>
            <a:r>
              <a:rPr lang="en" sz="3400"/>
              <a:t>Diagrama de dados</a:t>
            </a:r>
            <a:endParaRPr sz="3400"/>
          </a:p>
        </p:txBody>
      </p:sp>
      <p:grpSp>
        <p:nvGrpSpPr>
          <p:cNvPr id="1657" name="Google Shape;1657;p14"/>
          <p:cNvGrpSpPr/>
          <p:nvPr/>
        </p:nvGrpSpPr>
        <p:grpSpPr>
          <a:xfrm>
            <a:off x="7143188" y="-2762276"/>
            <a:ext cx="4028178" cy="6346320"/>
            <a:chOff x="6914588" y="-2762276"/>
            <a:chExt cx="4028178" cy="6346320"/>
          </a:xfrm>
        </p:grpSpPr>
        <p:sp>
          <p:nvSpPr>
            <p:cNvPr id="1658" name="Google Shape;1658;p14"/>
            <p:cNvSpPr/>
            <p:nvPr/>
          </p:nvSpPr>
          <p:spPr>
            <a:xfrm>
              <a:off x="6914588" y="-276227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14"/>
            <p:cNvSpPr/>
            <p:nvPr/>
          </p:nvSpPr>
          <p:spPr>
            <a:xfrm>
              <a:off x="7191305" y="-124437"/>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14"/>
            <p:cNvSpPr/>
            <p:nvPr/>
          </p:nvSpPr>
          <p:spPr>
            <a:xfrm>
              <a:off x="7867013" y="75068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14"/>
            <p:cNvSpPr/>
            <p:nvPr/>
          </p:nvSpPr>
          <p:spPr>
            <a:xfrm>
              <a:off x="7789451" y="-2619788"/>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2" name="Google Shape;1662;p14"/>
          <p:cNvGrpSpPr/>
          <p:nvPr/>
        </p:nvGrpSpPr>
        <p:grpSpPr>
          <a:xfrm rot="-5400000">
            <a:off x="8884617" y="480749"/>
            <a:ext cx="88143" cy="1137387"/>
            <a:chOff x="3054755" y="4367024"/>
            <a:chExt cx="88143" cy="1137387"/>
          </a:xfrm>
        </p:grpSpPr>
        <p:sp>
          <p:nvSpPr>
            <p:cNvPr id="1663" name="Google Shape;1663;p14"/>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14"/>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5" name="Google Shape;1665;p14"/>
          <p:cNvGrpSpPr/>
          <p:nvPr/>
        </p:nvGrpSpPr>
        <p:grpSpPr>
          <a:xfrm>
            <a:off x="-1402324" y="1246899"/>
            <a:ext cx="2992224" cy="3549051"/>
            <a:chOff x="-1325699" y="1246899"/>
            <a:chExt cx="2992224" cy="3549051"/>
          </a:xfrm>
        </p:grpSpPr>
        <p:pic>
          <p:nvPicPr>
            <p:cNvPr id="1666" name="Google Shape;1666;p14"/>
            <p:cNvPicPr preferRelativeResize="0"/>
            <p:nvPr/>
          </p:nvPicPr>
          <p:blipFill rotWithShape="1">
            <a:blip r:embed="rId3">
              <a:alphaModFix/>
            </a:blip>
            <a:srcRect b="26177" l="16960" r="7121" t="24718"/>
            <a:stretch/>
          </p:blipFill>
          <p:spPr>
            <a:xfrm rot="-5400000">
              <a:off x="-1604113" y="1525312"/>
              <a:ext cx="3549051" cy="2992224"/>
            </a:xfrm>
            <a:prstGeom prst="rect">
              <a:avLst/>
            </a:prstGeom>
            <a:noFill/>
            <a:ln>
              <a:noFill/>
            </a:ln>
          </p:spPr>
        </p:pic>
        <p:grpSp>
          <p:nvGrpSpPr>
            <p:cNvPr id="1667" name="Google Shape;1667;p14"/>
            <p:cNvGrpSpPr/>
            <p:nvPr/>
          </p:nvGrpSpPr>
          <p:grpSpPr>
            <a:xfrm>
              <a:off x="-369917" y="2704683"/>
              <a:ext cx="906953" cy="1517787"/>
              <a:chOff x="79748" y="2808602"/>
              <a:chExt cx="906953" cy="1517787"/>
            </a:xfrm>
          </p:grpSpPr>
          <p:sp>
            <p:nvSpPr>
              <p:cNvPr id="1668" name="Google Shape;1668;p14"/>
              <p:cNvSpPr/>
              <p:nvPr/>
            </p:nvSpPr>
            <p:spPr>
              <a:xfrm rot="5400000">
                <a:off x="357831" y="282094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14"/>
              <p:cNvSpPr/>
              <p:nvPr/>
            </p:nvSpPr>
            <p:spPr>
              <a:xfrm rot="5400000">
                <a:off x="537866" y="3393994"/>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14"/>
              <p:cNvSpPr/>
              <p:nvPr/>
            </p:nvSpPr>
            <p:spPr>
              <a:xfrm rot="5400000">
                <a:off x="67406" y="3278257"/>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14"/>
              <p:cNvSpPr/>
              <p:nvPr/>
            </p:nvSpPr>
            <p:spPr>
              <a:xfrm rot="5400000">
                <a:off x="417006" y="375669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672" name="Google Shape;1672;p14"/>
          <p:cNvGrpSpPr/>
          <p:nvPr/>
        </p:nvGrpSpPr>
        <p:grpSpPr>
          <a:xfrm rot="10800000">
            <a:off x="-181052" y="1778576"/>
            <a:ext cx="1421047" cy="2833357"/>
            <a:chOff x="334358" y="2186737"/>
            <a:chExt cx="1421047" cy="2833357"/>
          </a:xfrm>
        </p:grpSpPr>
        <p:sp>
          <p:nvSpPr>
            <p:cNvPr id="1673" name="Google Shape;1673;p14"/>
            <p:cNvSpPr/>
            <p:nvPr/>
          </p:nvSpPr>
          <p:spPr>
            <a:xfrm rot="10800000">
              <a:off x="334358" y="218673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74" name="Google Shape;1674;p14"/>
            <p:cNvGrpSpPr/>
            <p:nvPr/>
          </p:nvGrpSpPr>
          <p:grpSpPr>
            <a:xfrm rot="5400000">
              <a:off x="1046250" y="3181856"/>
              <a:ext cx="161977" cy="161940"/>
              <a:chOff x="1101075" y="2142375"/>
              <a:chExt cx="439200" cy="439100"/>
            </a:xfrm>
          </p:grpSpPr>
          <p:sp>
            <p:nvSpPr>
              <p:cNvPr id="1675" name="Google Shape;1675;p1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1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7" name="Google Shape;1677;p14"/>
            <p:cNvGrpSpPr/>
            <p:nvPr/>
          </p:nvGrpSpPr>
          <p:grpSpPr>
            <a:xfrm rot="-5400000">
              <a:off x="628029" y="4564272"/>
              <a:ext cx="161977" cy="161940"/>
              <a:chOff x="1101075" y="2142375"/>
              <a:chExt cx="439200" cy="439100"/>
            </a:xfrm>
          </p:grpSpPr>
          <p:sp>
            <p:nvSpPr>
              <p:cNvPr id="1678" name="Google Shape;1678;p1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1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pic>
        <p:nvPicPr>
          <p:cNvPr id="1680" name="Google Shape;1680;p14"/>
          <p:cNvPicPr preferRelativeResize="0"/>
          <p:nvPr/>
        </p:nvPicPr>
        <p:blipFill>
          <a:blip r:embed="rId4">
            <a:alphaModFix/>
          </a:blip>
          <a:stretch>
            <a:fillRect/>
          </a:stretch>
        </p:blipFill>
        <p:spPr>
          <a:xfrm>
            <a:off x="1907800" y="1136200"/>
            <a:ext cx="5377600" cy="378157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4" name="Shape 1684"/>
        <p:cNvGrpSpPr/>
        <p:nvPr/>
      </p:nvGrpSpPr>
      <p:grpSpPr>
        <a:xfrm>
          <a:off x="0" y="0"/>
          <a:ext cx="0" cy="0"/>
          <a:chOff x="0" y="0"/>
          <a:chExt cx="0" cy="0"/>
        </a:xfrm>
      </p:grpSpPr>
      <p:sp>
        <p:nvSpPr>
          <p:cNvPr id="1685" name="Google Shape;1685;p15"/>
          <p:cNvSpPr txBox="1"/>
          <p:nvPr>
            <p:ph type="title"/>
          </p:nvPr>
        </p:nvSpPr>
        <p:spPr>
          <a:xfrm>
            <a:off x="737775" y="899750"/>
            <a:ext cx="7297500" cy="910200"/>
          </a:xfrm>
          <a:prstGeom prst="rect">
            <a:avLst/>
          </a:prstGeom>
          <a:noFill/>
          <a:ln>
            <a:noFill/>
          </a:ln>
        </p:spPr>
        <p:txBody>
          <a:bodyPr anchorCtr="0" anchor="ctr" bIns="91425" lIns="91425" spcFirstLastPara="1" rIns="91425" wrap="square" tIns="91425">
            <a:noAutofit/>
          </a:bodyPr>
          <a:lstStyle/>
          <a:p>
            <a:pPr indent="0" lvl="0" marL="0" rtl="0" algn="l">
              <a:lnSpc>
                <a:spcPct val="80000"/>
              </a:lnSpc>
              <a:spcBef>
                <a:spcPts val="0"/>
              </a:spcBef>
              <a:spcAft>
                <a:spcPts val="0"/>
              </a:spcAft>
              <a:buSzPts val="4800"/>
              <a:buNone/>
            </a:pPr>
            <a:r>
              <a:rPr lang="en" sz="3400"/>
              <a:t>Plano de Marketing</a:t>
            </a:r>
            <a:endParaRPr sz="3400"/>
          </a:p>
        </p:txBody>
      </p:sp>
      <p:grpSp>
        <p:nvGrpSpPr>
          <p:cNvPr id="1686" name="Google Shape;1686;p15"/>
          <p:cNvGrpSpPr/>
          <p:nvPr/>
        </p:nvGrpSpPr>
        <p:grpSpPr>
          <a:xfrm>
            <a:off x="-1201038" y="-2864696"/>
            <a:ext cx="6191221" cy="6569036"/>
            <a:chOff x="-1238838" y="-2814271"/>
            <a:chExt cx="6191221" cy="6569036"/>
          </a:xfrm>
        </p:grpSpPr>
        <p:pic>
          <p:nvPicPr>
            <p:cNvPr id="1687" name="Google Shape;1687;p15"/>
            <p:cNvPicPr preferRelativeResize="0"/>
            <p:nvPr/>
          </p:nvPicPr>
          <p:blipFill rotWithShape="1">
            <a:blip r:embed="rId3">
              <a:alphaModFix/>
            </a:blip>
            <a:srcRect b="26177" l="16960" r="7121" t="24718"/>
            <a:stretch/>
          </p:blipFill>
          <p:spPr>
            <a:xfrm flipH="1">
              <a:off x="-860279" y="-1155525"/>
              <a:ext cx="3615750" cy="2759625"/>
            </a:xfrm>
            <a:prstGeom prst="rect">
              <a:avLst/>
            </a:prstGeom>
            <a:noFill/>
            <a:ln>
              <a:noFill/>
            </a:ln>
          </p:spPr>
        </p:pic>
        <p:grpSp>
          <p:nvGrpSpPr>
            <p:cNvPr id="1688" name="Google Shape;1688;p15"/>
            <p:cNvGrpSpPr/>
            <p:nvPr/>
          </p:nvGrpSpPr>
          <p:grpSpPr>
            <a:xfrm>
              <a:off x="-1238838" y="-2814271"/>
              <a:ext cx="6191221" cy="6569036"/>
              <a:chOff x="-1238838" y="-2814271"/>
              <a:chExt cx="6191221" cy="6569036"/>
            </a:xfrm>
          </p:grpSpPr>
          <p:sp>
            <p:nvSpPr>
              <p:cNvPr id="1689" name="Google Shape;1689;p15"/>
              <p:cNvSpPr/>
              <p:nvPr/>
            </p:nvSpPr>
            <p:spPr>
              <a:xfrm flipH="1" rot="-2700000">
                <a:off x="-146394" y="-2093348"/>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 name="Google Shape;1690;p15"/>
              <p:cNvSpPr/>
              <p:nvPr/>
            </p:nvSpPr>
            <p:spPr>
              <a:xfrm flipH="1" rot="-2700000">
                <a:off x="-515017" y="-1565448"/>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15"/>
              <p:cNvSpPr/>
              <p:nvPr/>
            </p:nvSpPr>
            <p:spPr>
              <a:xfrm flipH="1" rot="-2700000">
                <a:off x="194575" y="-172971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92" name="Google Shape;1692;p15"/>
              <p:cNvGrpSpPr/>
              <p:nvPr/>
            </p:nvGrpSpPr>
            <p:grpSpPr>
              <a:xfrm>
                <a:off x="3010374" y="1407525"/>
                <a:ext cx="196674" cy="196585"/>
                <a:chOff x="1101075" y="2142375"/>
                <a:chExt cx="439200" cy="439100"/>
              </a:xfrm>
            </p:grpSpPr>
            <p:sp>
              <p:nvSpPr>
                <p:cNvPr id="1693" name="Google Shape;1693;p1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1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5" name="Google Shape;1695;p15"/>
              <p:cNvGrpSpPr/>
              <p:nvPr/>
            </p:nvGrpSpPr>
            <p:grpSpPr>
              <a:xfrm>
                <a:off x="1890399" y="1114475"/>
                <a:ext cx="196674" cy="196585"/>
                <a:chOff x="1101075" y="2142375"/>
                <a:chExt cx="439200" cy="439100"/>
              </a:xfrm>
            </p:grpSpPr>
            <p:sp>
              <p:nvSpPr>
                <p:cNvPr id="1696" name="Google Shape;1696;p1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1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8" name="Google Shape;1698;p15"/>
              <p:cNvGrpSpPr/>
              <p:nvPr/>
            </p:nvGrpSpPr>
            <p:grpSpPr>
              <a:xfrm>
                <a:off x="2755474" y="1114475"/>
                <a:ext cx="196674" cy="196585"/>
                <a:chOff x="1101075" y="2142375"/>
                <a:chExt cx="439200" cy="439100"/>
              </a:xfrm>
            </p:grpSpPr>
            <p:sp>
              <p:nvSpPr>
                <p:cNvPr id="1699" name="Google Shape;1699;p1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1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1" name="Google Shape;1701;p15"/>
              <p:cNvGrpSpPr/>
              <p:nvPr/>
            </p:nvGrpSpPr>
            <p:grpSpPr>
              <a:xfrm>
                <a:off x="1290099" y="539500"/>
                <a:ext cx="196674" cy="196585"/>
                <a:chOff x="1101075" y="2142375"/>
                <a:chExt cx="439200" cy="439100"/>
              </a:xfrm>
            </p:grpSpPr>
            <p:sp>
              <p:nvSpPr>
                <p:cNvPr id="1702" name="Google Shape;1702;p1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1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4" name="Google Shape;1704;p15"/>
              <p:cNvGrpSpPr/>
              <p:nvPr/>
            </p:nvGrpSpPr>
            <p:grpSpPr>
              <a:xfrm>
                <a:off x="2022774" y="671500"/>
                <a:ext cx="196674" cy="196585"/>
                <a:chOff x="1101075" y="2142375"/>
                <a:chExt cx="439200" cy="439100"/>
              </a:xfrm>
            </p:grpSpPr>
            <p:sp>
              <p:nvSpPr>
                <p:cNvPr id="1705" name="Google Shape;1705;p1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1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1707" name="Google Shape;1707;p15"/>
          <p:cNvGrpSpPr/>
          <p:nvPr/>
        </p:nvGrpSpPr>
        <p:grpSpPr>
          <a:xfrm>
            <a:off x="4571994" y="2268219"/>
            <a:ext cx="5022035" cy="4764449"/>
            <a:chOff x="4571994" y="2268219"/>
            <a:chExt cx="5022035" cy="4764449"/>
          </a:xfrm>
        </p:grpSpPr>
        <p:pic>
          <p:nvPicPr>
            <p:cNvPr id="1708" name="Google Shape;1708;p15"/>
            <p:cNvPicPr preferRelativeResize="0"/>
            <p:nvPr/>
          </p:nvPicPr>
          <p:blipFill rotWithShape="1">
            <a:blip r:embed="rId3">
              <a:alphaModFix/>
            </a:blip>
            <a:srcRect b="26177" l="16960" r="7121" t="24718"/>
            <a:stretch/>
          </p:blipFill>
          <p:spPr>
            <a:xfrm flipH="1">
              <a:off x="5978271" y="3376950"/>
              <a:ext cx="3615750" cy="2759625"/>
            </a:xfrm>
            <a:prstGeom prst="rect">
              <a:avLst/>
            </a:prstGeom>
            <a:noFill/>
            <a:ln>
              <a:noFill/>
            </a:ln>
          </p:spPr>
        </p:pic>
        <p:grpSp>
          <p:nvGrpSpPr>
            <p:cNvPr id="1709" name="Google Shape;1709;p15"/>
            <p:cNvGrpSpPr/>
            <p:nvPr/>
          </p:nvGrpSpPr>
          <p:grpSpPr>
            <a:xfrm rot="10800000">
              <a:off x="4571994" y="2268219"/>
              <a:ext cx="5022035" cy="4764449"/>
              <a:chOff x="-494405" y="-1584825"/>
              <a:chExt cx="4397193" cy="4171657"/>
            </a:xfrm>
          </p:grpSpPr>
          <p:grpSp>
            <p:nvGrpSpPr>
              <p:cNvPr id="1710" name="Google Shape;1710;p15"/>
              <p:cNvGrpSpPr/>
              <p:nvPr/>
            </p:nvGrpSpPr>
            <p:grpSpPr>
              <a:xfrm>
                <a:off x="245875" y="-51824"/>
                <a:ext cx="208200" cy="1824700"/>
                <a:chOff x="1040050" y="3812126"/>
                <a:chExt cx="208200" cy="1824700"/>
              </a:xfrm>
            </p:grpSpPr>
            <p:sp>
              <p:nvSpPr>
                <p:cNvPr id="1711" name="Google Shape;1711;p15"/>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15"/>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3" name="Google Shape;1713;p15"/>
              <p:cNvGrpSpPr/>
              <p:nvPr/>
            </p:nvGrpSpPr>
            <p:grpSpPr>
              <a:xfrm rot="-8100000">
                <a:off x="540898" y="-1172741"/>
                <a:ext cx="2552124" cy="3347490"/>
                <a:chOff x="2976325" y="908175"/>
                <a:chExt cx="4028179" cy="5283555"/>
              </a:xfrm>
            </p:grpSpPr>
            <p:sp>
              <p:nvSpPr>
                <p:cNvPr id="1714" name="Google Shape;1714;p15"/>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15"/>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15"/>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7" name="Google Shape;1717;p15"/>
              <p:cNvGrpSpPr/>
              <p:nvPr/>
            </p:nvGrpSpPr>
            <p:grpSpPr>
              <a:xfrm>
                <a:off x="-1" y="621223"/>
                <a:ext cx="699940" cy="478601"/>
                <a:chOff x="39723" y="4349021"/>
                <a:chExt cx="1061964" cy="726143"/>
              </a:xfrm>
            </p:grpSpPr>
            <p:grpSp>
              <p:nvGrpSpPr>
                <p:cNvPr id="1718" name="Google Shape;1718;p15"/>
                <p:cNvGrpSpPr/>
                <p:nvPr/>
              </p:nvGrpSpPr>
              <p:grpSpPr>
                <a:xfrm rot="2700000">
                  <a:off x="140502" y="4460924"/>
                  <a:ext cx="524584" cy="502337"/>
                  <a:chOff x="1189791" y="-1767331"/>
                  <a:chExt cx="904284" cy="865933"/>
                </a:xfrm>
              </p:grpSpPr>
              <p:sp>
                <p:nvSpPr>
                  <p:cNvPr id="1719" name="Google Shape;1719;p1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20" name="Google Shape;1720;p15"/>
                  <p:cNvGrpSpPr/>
                  <p:nvPr/>
                </p:nvGrpSpPr>
                <p:grpSpPr>
                  <a:xfrm>
                    <a:off x="1232795" y="-1740829"/>
                    <a:ext cx="717622" cy="717393"/>
                    <a:chOff x="1483457" y="3953671"/>
                    <a:chExt cx="717622" cy="717393"/>
                  </a:xfrm>
                </p:grpSpPr>
                <p:sp>
                  <p:nvSpPr>
                    <p:cNvPr id="1721" name="Google Shape;1721;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 name="Google Shape;1722;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726" name="Google Shape;1726;p1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7" name="Google Shape;1727;p15"/>
              <p:cNvGrpSpPr/>
              <p:nvPr/>
            </p:nvGrpSpPr>
            <p:grpSpPr>
              <a:xfrm>
                <a:off x="955673" y="11"/>
                <a:ext cx="592576" cy="405260"/>
                <a:chOff x="39723" y="4349021"/>
                <a:chExt cx="1061964" cy="726143"/>
              </a:xfrm>
            </p:grpSpPr>
            <p:grpSp>
              <p:nvGrpSpPr>
                <p:cNvPr id="1728" name="Google Shape;1728;p15"/>
                <p:cNvGrpSpPr/>
                <p:nvPr/>
              </p:nvGrpSpPr>
              <p:grpSpPr>
                <a:xfrm rot="2700000">
                  <a:off x="140502" y="4460924"/>
                  <a:ext cx="524584" cy="502337"/>
                  <a:chOff x="1189791" y="-1767331"/>
                  <a:chExt cx="904284" cy="865933"/>
                </a:xfrm>
              </p:grpSpPr>
              <p:sp>
                <p:nvSpPr>
                  <p:cNvPr id="1729" name="Google Shape;1729;p1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30" name="Google Shape;1730;p15"/>
                  <p:cNvGrpSpPr/>
                  <p:nvPr/>
                </p:nvGrpSpPr>
                <p:grpSpPr>
                  <a:xfrm>
                    <a:off x="1232795" y="-1740829"/>
                    <a:ext cx="717622" cy="717393"/>
                    <a:chOff x="1483457" y="3953671"/>
                    <a:chExt cx="717622" cy="717393"/>
                  </a:xfrm>
                </p:grpSpPr>
                <p:sp>
                  <p:nvSpPr>
                    <p:cNvPr id="1731" name="Google Shape;1731;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736" name="Google Shape;1736;p1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7" name="Google Shape;1737;p15"/>
              <p:cNvGrpSpPr/>
              <p:nvPr/>
            </p:nvGrpSpPr>
            <p:grpSpPr>
              <a:xfrm>
                <a:off x="441574" y="-36652"/>
                <a:ext cx="699940" cy="478601"/>
                <a:chOff x="39723" y="4349021"/>
                <a:chExt cx="1061964" cy="726143"/>
              </a:xfrm>
            </p:grpSpPr>
            <p:grpSp>
              <p:nvGrpSpPr>
                <p:cNvPr id="1738" name="Google Shape;1738;p15"/>
                <p:cNvGrpSpPr/>
                <p:nvPr/>
              </p:nvGrpSpPr>
              <p:grpSpPr>
                <a:xfrm rot="2700000">
                  <a:off x="140502" y="4460924"/>
                  <a:ext cx="524584" cy="502337"/>
                  <a:chOff x="1189791" y="-1767331"/>
                  <a:chExt cx="904284" cy="865933"/>
                </a:xfrm>
              </p:grpSpPr>
              <p:sp>
                <p:nvSpPr>
                  <p:cNvPr id="1739" name="Google Shape;1739;p15"/>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40" name="Google Shape;1740;p15"/>
                  <p:cNvGrpSpPr/>
                  <p:nvPr/>
                </p:nvGrpSpPr>
                <p:grpSpPr>
                  <a:xfrm>
                    <a:off x="1232795" y="-1740829"/>
                    <a:ext cx="717622" cy="717393"/>
                    <a:chOff x="1483457" y="3953671"/>
                    <a:chExt cx="717622" cy="717393"/>
                  </a:xfrm>
                </p:grpSpPr>
                <p:sp>
                  <p:nvSpPr>
                    <p:cNvPr id="1741" name="Google Shape;1741;p15"/>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15"/>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15"/>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15"/>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15"/>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746" name="Google Shape;1746;p15"/>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7" name="Google Shape;1747;p15"/>
              <p:cNvGrpSpPr/>
              <p:nvPr/>
            </p:nvGrpSpPr>
            <p:grpSpPr>
              <a:xfrm>
                <a:off x="-494405" y="-252396"/>
                <a:ext cx="1741563" cy="1288563"/>
                <a:chOff x="-494405" y="-252396"/>
                <a:chExt cx="1741563" cy="1288563"/>
              </a:xfrm>
            </p:grpSpPr>
            <p:sp>
              <p:nvSpPr>
                <p:cNvPr id="1748" name="Google Shape;1748;p15"/>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15"/>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750" name="Google Shape;1750;p15"/>
            <p:cNvGrpSpPr/>
            <p:nvPr/>
          </p:nvGrpSpPr>
          <p:grpSpPr>
            <a:xfrm>
              <a:off x="5643425" y="4968525"/>
              <a:ext cx="439200" cy="439100"/>
              <a:chOff x="1101075" y="2142375"/>
              <a:chExt cx="439200" cy="439100"/>
            </a:xfrm>
          </p:grpSpPr>
          <p:sp>
            <p:nvSpPr>
              <p:cNvPr id="1751" name="Google Shape;1751;p15"/>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15"/>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753" name="Google Shape;1753;p15"/>
          <p:cNvSpPr txBox="1"/>
          <p:nvPr/>
        </p:nvSpPr>
        <p:spPr>
          <a:xfrm>
            <a:off x="1045125" y="2017650"/>
            <a:ext cx="6682800" cy="1108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200">
                <a:solidFill>
                  <a:srgbClr val="374151"/>
                </a:solidFill>
                <a:highlight>
                  <a:srgbClr val="F7F7F8"/>
                </a:highlight>
                <a:latin typeface="Roboto"/>
                <a:ea typeface="Roboto"/>
                <a:cs typeface="Roboto"/>
                <a:sym typeface="Roboto"/>
              </a:rPr>
              <a:t>Para atingir nosso público-alvo de empresas que precisam de serviços de gerenciamento patrimonial, planejamos estratégias de marketing. Isso inclui distribuição de panfletos em escritórios e áreas próximas, além de parcerias estratégicas com empresas relacionadas. Também vamos explorar sites e jornais web especializados, e manter presença ativa nas redes sociais para interagir com nosso público, promovendo assim nossa empresa de forma eficaz.</a:t>
            </a:r>
            <a:endParaRPr>
              <a:latin typeface="Poppins"/>
              <a:ea typeface="Poppins"/>
              <a:cs typeface="Poppins"/>
              <a:sym typeface="Poppins"/>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7" name="Shape 1757"/>
        <p:cNvGrpSpPr/>
        <p:nvPr/>
      </p:nvGrpSpPr>
      <p:grpSpPr>
        <a:xfrm>
          <a:off x="0" y="0"/>
          <a:ext cx="0" cy="0"/>
          <a:chOff x="0" y="0"/>
          <a:chExt cx="0" cy="0"/>
        </a:xfrm>
      </p:grpSpPr>
      <p:grpSp>
        <p:nvGrpSpPr>
          <p:cNvPr id="1758" name="Google Shape;1758;p16"/>
          <p:cNvGrpSpPr/>
          <p:nvPr/>
        </p:nvGrpSpPr>
        <p:grpSpPr>
          <a:xfrm>
            <a:off x="6807363" y="2912500"/>
            <a:ext cx="3920501" cy="3531600"/>
            <a:chOff x="6807363" y="2912500"/>
            <a:chExt cx="3920501" cy="3531600"/>
          </a:xfrm>
        </p:grpSpPr>
        <p:pic>
          <p:nvPicPr>
            <p:cNvPr id="1759" name="Google Shape;1759;p16"/>
            <p:cNvPicPr preferRelativeResize="0"/>
            <p:nvPr/>
          </p:nvPicPr>
          <p:blipFill rotWithShape="1">
            <a:blip r:embed="rId3">
              <a:alphaModFix/>
            </a:blip>
            <a:srcRect b="15461" l="12472" r="0" t="17720"/>
            <a:stretch/>
          </p:blipFill>
          <p:spPr>
            <a:xfrm>
              <a:off x="6807363" y="2912500"/>
              <a:ext cx="3920501" cy="3531600"/>
            </a:xfrm>
            <a:prstGeom prst="rect">
              <a:avLst/>
            </a:prstGeom>
            <a:noFill/>
            <a:ln>
              <a:noFill/>
            </a:ln>
          </p:spPr>
        </p:pic>
        <p:sp>
          <p:nvSpPr>
            <p:cNvPr id="1760" name="Google Shape;1760;p16"/>
            <p:cNvSpPr/>
            <p:nvPr/>
          </p:nvSpPr>
          <p:spPr>
            <a:xfrm rot="10800000">
              <a:off x="7638374" y="2987294"/>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61" name="Google Shape;1761;p16"/>
            <p:cNvGrpSpPr/>
            <p:nvPr/>
          </p:nvGrpSpPr>
          <p:grpSpPr>
            <a:xfrm>
              <a:off x="7441400" y="3766050"/>
              <a:ext cx="582050" cy="582425"/>
              <a:chOff x="959750" y="3039275"/>
              <a:chExt cx="582050" cy="582425"/>
            </a:xfrm>
          </p:grpSpPr>
          <p:sp>
            <p:nvSpPr>
              <p:cNvPr id="1762" name="Google Shape;1762;p16"/>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16"/>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16"/>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16"/>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16"/>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16"/>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16"/>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9" name="Google Shape;1769;p16"/>
            <p:cNvGrpSpPr/>
            <p:nvPr/>
          </p:nvGrpSpPr>
          <p:grpSpPr>
            <a:xfrm>
              <a:off x="8194124" y="3824159"/>
              <a:ext cx="134004" cy="134004"/>
              <a:chOff x="8356813" y="1074288"/>
              <a:chExt cx="351900" cy="351900"/>
            </a:xfrm>
          </p:grpSpPr>
          <p:sp>
            <p:nvSpPr>
              <p:cNvPr id="1770" name="Google Shape;1770;p1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16"/>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2" name="Google Shape;1772;p16"/>
            <p:cNvGrpSpPr/>
            <p:nvPr/>
          </p:nvGrpSpPr>
          <p:grpSpPr>
            <a:xfrm>
              <a:off x="8279686" y="4297459"/>
              <a:ext cx="134004" cy="134004"/>
              <a:chOff x="8356813" y="1074288"/>
              <a:chExt cx="351900" cy="351900"/>
            </a:xfrm>
          </p:grpSpPr>
          <p:sp>
            <p:nvSpPr>
              <p:cNvPr id="1773" name="Google Shape;1773;p16"/>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16"/>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75" name="Google Shape;1775;p16"/>
            <p:cNvSpPr/>
            <p:nvPr/>
          </p:nvSpPr>
          <p:spPr>
            <a:xfrm>
              <a:off x="8608325" y="2987900"/>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76" name="Google Shape;1776;p16"/>
            <p:cNvGrpSpPr/>
            <p:nvPr/>
          </p:nvGrpSpPr>
          <p:grpSpPr>
            <a:xfrm>
              <a:off x="8498812" y="3538958"/>
              <a:ext cx="699928" cy="1651024"/>
              <a:chOff x="8337812" y="3492483"/>
              <a:chExt cx="699928" cy="1651024"/>
            </a:xfrm>
          </p:grpSpPr>
          <p:sp>
            <p:nvSpPr>
              <p:cNvPr id="1777" name="Google Shape;1777;p16"/>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16"/>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16"/>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80" name="Google Shape;1780;p16"/>
            <p:cNvGrpSpPr/>
            <p:nvPr/>
          </p:nvGrpSpPr>
          <p:grpSpPr>
            <a:xfrm>
              <a:off x="8267753" y="4417410"/>
              <a:ext cx="1162043" cy="932702"/>
              <a:chOff x="7945225" y="4302000"/>
              <a:chExt cx="904666" cy="726121"/>
            </a:xfrm>
          </p:grpSpPr>
          <p:sp>
            <p:nvSpPr>
              <p:cNvPr id="1781" name="Google Shape;1781;p16"/>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16"/>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16"/>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784" name="Google Shape;1784;p16"/>
          <p:cNvSpPr txBox="1"/>
          <p:nvPr>
            <p:ph type="title"/>
          </p:nvPr>
        </p:nvSpPr>
        <p:spPr>
          <a:xfrm>
            <a:off x="720000" y="539500"/>
            <a:ext cx="3672000" cy="932700"/>
          </a:xfrm>
          <a:prstGeom prst="rect">
            <a:avLst/>
          </a:prstGeom>
          <a:solidFill>
            <a:schemeClr val="lt1"/>
          </a:solid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Conclusão</a:t>
            </a:r>
            <a:endParaRPr/>
          </a:p>
        </p:txBody>
      </p:sp>
      <p:grpSp>
        <p:nvGrpSpPr>
          <p:cNvPr id="1785" name="Google Shape;1785;p16"/>
          <p:cNvGrpSpPr/>
          <p:nvPr/>
        </p:nvGrpSpPr>
        <p:grpSpPr>
          <a:xfrm>
            <a:off x="-1178500" y="-783270"/>
            <a:ext cx="2584025" cy="5008632"/>
            <a:chOff x="-1178500" y="-783270"/>
            <a:chExt cx="2584025" cy="5008632"/>
          </a:xfrm>
        </p:grpSpPr>
        <p:sp>
          <p:nvSpPr>
            <p:cNvPr id="1786" name="Google Shape;1786;p16"/>
            <p:cNvSpPr/>
            <p:nvPr/>
          </p:nvSpPr>
          <p:spPr>
            <a:xfrm>
              <a:off x="-531025" y="-783270"/>
              <a:ext cx="1831906" cy="2973982"/>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16"/>
            <p:cNvSpPr/>
            <p:nvPr/>
          </p:nvSpPr>
          <p:spPr>
            <a:xfrm rot="10800000">
              <a:off x="-1178500" y="1251380"/>
              <a:ext cx="1831906" cy="2973982"/>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88" name="Google Shape;1788;p16"/>
            <p:cNvGrpSpPr/>
            <p:nvPr/>
          </p:nvGrpSpPr>
          <p:grpSpPr>
            <a:xfrm>
              <a:off x="-249813" y="105367"/>
              <a:ext cx="1269471" cy="868249"/>
              <a:chOff x="39723" y="4349021"/>
              <a:chExt cx="1061964" cy="726143"/>
            </a:xfrm>
          </p:grpSpPr>
          <p:grpSp>
            <p:nvGrpSpPr>
              <p:cNvPr id="1789" name="Google Shape;1789;p16"/>
              <p:cNvGrpSpPr/>
              <p:nvPr/>
            </p:nvGrpSpPr>
            <p:grpSpPr>
              <a:xfrm rot="2700000">
                <a:off x="140502" y="4460924"/>
                <a:ext cx="524584" cy="502337"/>
                <a:chOff x="1189791" y="-1767331"/>
                <a:chExt cx="904284" cy="865933"/>
              </a:xfrm>
            </p:grpSpPr>
            <p:sp>
              <p:nvSpPr>
                <p:cNvPr id="1790" name="Google Shape;1790;p16"/>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91" name="Google Shape;1791;p16"/>
                <p:cNvGrpSpPr/>
                <p:nvPr/>
              </p:nvGrpSpPr>
              <p:grpSpPr>
                <a:xfrm>
                  <a:off x="1232795" y="-1740829"/>
                  <a:ext cx="717622" cy="717393"/>
                  <a:chOff x="1483457" y="3953671"/>
                  <a:chExt cx="717622" cy="717393"/>
                </a:xfrm>
              </p:grpSpPr>
              <p:sp>
                <p:nvSpPr>
                  <p:cNvPr id="1792" name="Google Shape;1792;p16"/>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16"/>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16"/>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16"/>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16"/>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797" name="Google Shape;1797;p16"/>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98" name="Google Shape;1798;p16"/>
            <p:cNvGrpSpPr/>
            <p:nvPr/>
          </p:nvGrpSpPr>
          <p:grpSpPr>
            <a:xfrm rot="5400000">
              <a:off x="966375" y="-246975"/>
              <a:ext cx="439200" cy="439100"/>
              <a:chOff x="1101075" y="2142375"/>
              <a:chExt cx="439200" cy="439100"/>
            </a:xfrm>
          </p:grpSpPr>
          <p:sp>
            <p:nvSpPr>
              <p:cNvPr id="1799" name="Google Shape;1799;p16"/>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16"/>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804" name="Shape 1804"/>
        <p:cNvGrpSpPr/>
        <p:nvPr/>
      </p:nvGrpSpPr>
      <p:grpSpPr>
        <a:xfrm>
          <a:off x="0" y="0"/>
          <a:ext cx="0" cy="0"/>
          <a:chOff x="0" y="0"/>
          <a:chExt cx="0" cy="0"/>
        </a:xfrm>
      </p:grpSpPr>
      <p:sp>
        <p:nvSpPr>
          <p:cNvPr id="1805" name="Google Shape;1805;g2975d56d0dc_2_0"/>
          <p:cNvSpPr txBox="1"/>
          <p:nvPr>
            <p:ph idx="1" type="subTitle"/>
          </p:nvPr>
        </p:nvSpPr>
        <p:spPr>
          <a:xfrm>
            <a:off x="1096850" y="3456250"/>
            <a:ext cx="4882500" cy="475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rPr lang="en"/>
              <a:t>Ícaro Yanis Passos de Souza</a:t>
            </a:r>
            <a:endParaRPr/>
          </a:p>
          <a:p>
            <a:pPr indent="0" lvl="0" marL="0" rtl="0" algn="l">
              <a:lnSpc>
                <a:spcPct val="115000"/>
              </a:lnSpc>
              <a:spcBef>
                <a:spcPts val="0"/>
              </a:spcBef>
              <a:spcAft>
                <a:spcPts val="0"/>
              </a:spcAft>
              <a:buSzPts val="1400"/>
              <a:buNone/>
            </a:pPr>
            <a:r>
              <a:rPr lang="en"/>
              <a:t>Juan Carlos Fernandes</a:t>
            </a:r>
            <a:endParaRPr/>
          </a:p>
          <a:p>
            <a:pPr indent="0" lvl="0" marL="0" rtl="0" algn="l">
              <a:lnSpc>
                <a:spcPct val="115000"/>
              </a:lnSpc>
              <a:spcBef>
                <a:spcPts val="0"/>
              </a:spcBef>
              <a:spcAft>
                <a:spcPts val="0"/>
              </a:spcAft>
              <a:buSzPts val="1400"/>
              <a:buNone/>
            </a:pPr>
            <a:r>
              <a:rPr lang="en"/>
              <a:t>Nathália Gaulberto Lopes</a:t>
            </a:r>
            <a:endParaRPr/>
          </a:p>
        </p:txBody>
      </p:sp>
      <p:sp>
        <p:nvSpPr>
          <p:cNvPr id="1806" name="Google Shape;1806;g2975d56d0dc_2_0"/>
          <p:cNvSpPr txBox="1"/>
          <p:nvPr>
            <p:ph type="ctrTitle"/>
          </p:nvPr>
        </p:nvSpPr>
        <p:spPr>
          <a:xfrm>
            <a:off x="1096850" y="816325"/>
            <a:ext cx="6566700" cy="2326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SzPts val="5200"/>
              <a:buNone/>
            </a:pPr>
            <a:r>
              <a:rPr lang="en"/>
              <a:t>SISPAT</a:t>
            </a:r>
            <a:endParaRPr/>
          </a:p>
          <a:p>
            <a:pPr indent="0" lvl="0" marL="0" rtl="0" algn="l">
              <a:lnSpc>
                <a:spcPct val="115000"/>
              </a:lnSpc>
              <a:spcBef>
                <a:spcPts val="0"/>
              </a:spcBef>
              <a:spcAft>
                <a:spcPts val="0"/>
              </a:spcAft>
              <a:buSzPts val="5200"/>
              <a:buNone/>
            </a:pPr>
            <a:r>
              <a:rPr lang="en" sz="3900">
                <a:solidFill>
                  <a:schemeClr val="dk1"/>
                </a:solidFill>
              </a:rPr>
              <a:t>Sistema de Patrimônio</a:t>
            </a:r>
            <a:endParaRPr sz="3900">
              <a:solidFill>
                <a:schemeClr val="dk1"/>
              </a:solidFill>
            </a:endParaRPr>
          </a:p>
        </p:txBody>
      </p:sp>
      <p:grpSp>
        <p:nvGrpSpPr>
          <p:cNvPr id="1807" name="Google Shape;1807;g2975d56d0dc_2_0"/>
          <p:cNvGrpSpPr/>
          <p:nvPr/>
        </p:nvGrpSpPr>
        <p:grpSpPr>
          <a:xfrm>
            <a:off x="1096850" y="3242811"/>
            <a:ext cx="3936684" cy="134070"/>
            <a:chOff x="1096850" y="3242811"/>
            <a:chExt cx="3936684" cy="134070"/>
          </a:xfrm>
        </p:grpSpPr>
        <p:cxnSp>
          <p:nvCxnSpPr>
            <p:cNvPr id="1808" name="Google Shape;1808;g2975d56d0dc_2_0"/>
            <p:cNvCxnSpPr/>
            <p:nvPr/>
          </p:nvCxnSpPr>
          <p:spPr>
            <a:xfrm>
              <a:off x="1096850" y="3309850"/>
              <a:ext cx="3840600" cy="0"/>
            </a:xfrm>
            <a:prstGeom prst="straightConnector1">
              <a:avLst/>
            </a:prstGeom>
            <a:noFill/>
            <a:ln cap="flat" cmpd="sng" w="9525">
              <a:solidFill>
                <a:schemeClr val="dk2"/>
              </a:solidFill>
              <a:prstDash val="solid"/>
              <a:round/>
              <a:headEnd len="sm" w="sm" type="none"/>
              <a:tailEnd len="sm" w="sm" type="none"/>
            </a:ln>
          </p:spPr>
        </p:cxnSp>
        <p:grpSp>
          <p:nvGrpSpPr>
            <p:cNvPr id="1809" name="Google Shape;1809;g2975d56d0dc_2_0"/>
            <p:cNvGrpSpPr/>
            <p:nvPr/>
          </p:nvGrpSpPr>
          <p:grpSpPr>
            <a:xfrm>
              <a:off x="4899464" y="3242811"/>
              <a:ext cx="134070" cy="134070"/>
              <a:chOff x="8382514" y="1084976"/>
              <a:chExt cx="265800" cy="265800"/>
            </a:xfrm>
          </p:grpSpPr>
          <p:sp>
            <p:nvSpPr>
              <p:cNvPr id="1810" name="Google Shape;1810;g2975d56d0dc_2_0"/>
              <p:cNvSpPr/>
              <p:nvPr/>
            </p:nvSpPr>
            <p:spPr>
              <a:xfrm>
                <a:off x="8442213" y="1144734"/>
                <a:ext cx="146400" cy="1464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g2975d56d0dc_2_0"/>
              <p:cNvSpPr/>
              <p:nvPr/>
            </p:nvSpPr>
            <p:spPr>
              <a:xfrm>
                <a:off x="8382514" y="1084976"/>
                <a:ext cx="265800" cy="2658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812" name="Google Shape;1812;g2975d56d0dc_2_0"/>
          <p:cNvGrpSpPr/>
          <p:nvPr/>
        </p:nvGrpSpPr>
        <p:grpSpPr>
          <a:xfrm>
            <a:off x="8017432" y="-313900"/>
            <a:ext cx="134070" cy="1891363"/>
            <a:chOff x="8017432" y="-313900"/>
            <a:chExt cx="134070" cy="1891363"/>
          </a:xfrm>
        </p:grpSpPr>
        <p:sp>
          <p:nvSpPr>
            <p:cNvPr id="1813" name="Google Shape;1813;g2975d56d0dc_2_0"/>
            <p:cNvSpPr/>
            <p:nvPr/>
          </p:nvSpPr>
          <p:spPr>
            <a:xfrm rot="5400000">
              <a:off x="8017432" y="1443393"/>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814" name="Google Shape;1814;g2975d56d0dc_2_0"/>
            <p:cNvCxnSpPr/>
            <p:nvPr/>
          </p:nvCxnSpPr>
          <p:spPr>
            <a:xfrm>
              <a:off x="8084450" y="-313900"/>
              <a:ext cx="0" cy="1795200"/>
            </a:xfrm>
            <a:prstGeom prst="straightConnector1">
              <a:avLst/>
            </a:prstGeom>
            <a:noFill/>
            <a:ln cap="flat" cmpd="sng" w="9525">
              <a:solidFill>
                <a:schemeClr val="dk2"/>
              </a:solidFill>
              <a:prstDash val="solid"/>
              <a:round/>
              <a:headEnd len="sm" w="sm" type="none"/>
              <a:tailEnd len="sm" w="sm" type="none"/>
            </a:ln>
          </p:spPr>
        </p:cxnSp>
        <p:sp>
          <p:nvSpPr>
            <p:cNvPr id="1815" name="Google Shape;1815;g2975d56d0dc_2_0"/>
            <p:cNvSpPr/>
            <p:nvPr/>
          </p:nvSpPr>
          <p:spPr>
            <a:xfrm rot="5400000">
              <a:off x="8047515" y="1473505"/>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6" name="Google Shape;1816;g2975d56d0dc_2_0"/>
          <p:cNvGrpSpPr/>
          <p:nvPr/>
        </p:nvGrpSpPr>
        <p:grpSpPr>
          <a:xfrm>
            <a:off x="6309526" y="957475"/>
            <a:ext cx="3504715" cy="5119205"/>
            <a:chOff x="6309526" y="836950"/>
            <a:chExt cx="3504715" cy="5119205"/>
          </a:xfrm>
        </p:grpSpPr>
        <p:sp>
          <p:nvSpPr>
            <p:cNvPr id="1817" name="Google Shape;1817;g2975d56d0dc_2_0"/>
            <p:cNvSpPr/>
            <p:nvPr/>
          </p:nvSpPr>
          <p:spPr>
            <a:xfrm>
              <a:off x="6309526" y="8369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18" name="Google Shape;1818;g2975d56d0dc_2_0"/>
            <p:cNvGrpSpPr/>
            <p:nvPr/>
          </p:nvGrpSpPr>
          <p:grpSpPr>
            <a:xfrm>
              <a:off x="7728436" y="3524084"/>
              <a:ext cx="134004" cy="134004"/>
              <a:chOff x="8356813" y="1074288"/>
              <a:chExt cx="351900" cy="351900"/>
            </a:xfrm>
          </p:grpSpPr>
          <p:sp>
            <p:nvSpPr>
              <p:cNvPr id="1819" name="Google Shape;1819;g2975d56d0dc_2_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g2975d56d0dc_2_0"/>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1" name="Google Shape;1821;g2975d56d0dc_2_0"/>
            <p:cNvGrpSpPr/>
            <p:nvPr/>
          </p:nvGrpSpPr>
          <p:grpSpPr>
            <a:xfrm>
              <a:off x="7344361" y="3150259"/>
              <a:ext cx="134004" cy="134004"/>
              <a:chOff x="8356813" y="1074288"/>
              <a:chExt cx="351900" cy="351900"/>
            </a:xfrm>
          </p:grpSpPr>
          <p:sp>
            <p:nvSpPr>
              <p:cNvPr id="1822" name="Google Shape;1822;g2975d56d0dc_2_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g2975d56d0dc_2_0"/>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4" name="Google Shape;1824;g2975d56d0dc_2_0"/>
            <p:cNvGrpSpPr/>
            <p:nvPr/>
          </p:nvGrpSpPr>
          <p:grpSpPr>
            <a:xfrm>
              <a:off x="8337811" y="2464059"/>
              <a:ext cx="134004" cy="134004"/>
              <a:chOff x="8356813" y="1074288"/>
              <a:chExt cx="351900" cy="351900"/>
            </a:xfrm>
          </p:grpSpPr>
          <p:sp>
            <p:nvSpPr>
              <p:cNvPr id="1825" name="Google Shape;1825;g2975d56d0dc_2_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g2975d56d0dc_2_0"/>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27" name="Google Shape;1827;g2975d56d0dc_2_0"/>
            <p:cNvSpPr/>
            <p:nvPr/>
          </p:nvSpPr>
          <p:spPr>
            <a:xfrm rot="5400000">
              <a:off x="7687039" y="1023058"/>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1" name="Shape 1831"/>
        <p:cNvGrpSpPr/>
        <p:nvPr/>
      </p:nvGrpSpPr>
      <p:grpSpPr>
        <a:xfrm>
          <a:off x="0" y="0"/>
          <a:ext cx="0" cy="0"/>
          <a:chOff x="0" y="0"/>
          <a:chExt cx="0" cy="0"/>
        </a:xfrm>
      </p:grpSpPr>
      <p:sp>
        <p:nvSpPr>
          <p:cNvPr id="1832" name="Google Shape;1832;g2975d56d0dc_2_2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Introdução</a:t>
            </a:r>
            <a:endParaRPr/>
          </a:p>
        </p:txBody>
      </p:sp>
      <p:sp>
        <p:nvSpPr>
          <p:cNvPr id="1833" name="Google Shape;1833;g2975d56d0dc_2_27"/>
          <p:cNvSpPr txBox="1"/>
          <p:nvPr>
            <p:ph idx="1" type="body"/>
          </p:nvPr>
        </p:nvSpPr>
        <p:spPr>
          <a:xfrm>
            <a:off x="720000" y="1139550"/>
            <a:ext cx="6855300" cy="3103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sz="1600">
                <a:solidFill>
                  <a:schemeClr val="dk1"/>
                </a:solidFill>
                <a:highlight>
                  <a:srgbClr val="F7F7F8"/>
                </a:highlight>
                <a:latin typeface="Roboto"/>
                <a:ea typeface="Roboto"/>
                <a:cs typeface="Roboto"/>
                <a:sym typeface="Roboto"/>
              </a:rPr>
              <a:t>Nos últimos anos, a Escola Técnica de Ceilândia enfrentou desafios na gestão patrimonial devido a métodos manuais obsoletos. Para superar essas dificuldades, foi introduzido a criação do Sistema de Controle Patrimonial, uma iniciativa que automatiza o tombamento de bens, proporcionando uma visão detalhada dos ativos por meio de códigos de barras ou RFID. Essa solução simplifica processos, fortalece a segurança do patrimônio e garante transparência na prestação de contas a órgãos reguladores. Ao adotar essa tecnologia, a Escola Técnica de Ceilândia investe em sua infraestrutura administrativa, consolidando sua posição como um centro educacional de excelência.</a:t>
            </a:r>
            <a:endParaRPr sz="1800">
              <a:solidFill>
                <a:schemeClr val="dk1"/>
              </a:solidFill>
            </a:endParaRPr>
          </a:p>
        </p:txBody>
      </p:sp>
      <p:sp>
        <p:nvSpPr>
          <p:cNvPr id="1834" name="Google Shape;1834;g2975d56d0dc_2_27"/>
          <p:cNvSpPr txBox="1"/>
          <p:nvPr/>
        </p:nvSpPr>
        <p:spPr>
          <a:xfrm>
            <a:off x="4369000" y="4133675"/>
            <a:ext cx="4062000" cy="461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900"/>
              <a:buFont typeface="Arial"/>
              <a:buNone/>
            </a:pPr>
            <a:r>
              <a:t/>
            </a:r>
            <a:endParaRPr b="1" i="0" sz="1000" u="none" cap="none" strike="noStrike">
              <a:solidFill>
                <a:schemeClr val="dk2"/>
              </a:solidFill>
              <a:latin typeface="IBM Plex Mono"/>
              <a:ea typeface="IBM Plex Mono"/>
              <a:cs typeface="IBM Plex Mono"/>
              <a:sym typeface="IBM Plex Mono"/>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8" name="Shape 1838"/>
        <p:cNvGrpSpPr/>
        <p:nvPr/>
      </p:nvGrpSpPr>
      <p:grpSpPr>
        <a:xfrm>
          <a:off x="0" y="0"/>
          <a:ext cx="0" cy="0"/>
          <a:chOff x="0" y="0"/>
          <a:chExt cx="0" cy="0"/>
        </a:xfrm>
      </p:grpSpPr>
      <p:sp>
        <p:nvSpPr>
          <p:cNvPr id="1839" name="Google Shape;1839;g2975d56d0dc_2_33"/>
          <p:cNvSpPr txBox="1"/>
          <p:nvPr>
            <p:ph type="title"/>
          </p:nvPr>
        </p:nvSpPr>
        <p:spPr>
          <a:xfrm>
            <a:off x="883900" y="39457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sz="3200"/>
              <a:t>Objetivos</a:t>
            </a:r>
            <a:r>
              <a:rPr lang="en" sz="3200"/>
              <a:t> Gerais</a:t>
            </a:r>
            <a:endParaRPr sz="3200">
              <a:solidFill>
                <a:schemeClr val="dk2"/>
              </a:solidFill>
              <a:latin typeface="IBM Plex Mono"/>
              <a:ea typeface="IBM Plex Mono"/>
              <a:cs typeface="IBM Plex Mono"/>
              <a:sym typeface="IBM Plex Mono"/>
            </a:endParaRPr>
          </a:p>
        </p:txBody>
      </p:sp>
      <p:sp>
        <p:nvSpPr>
          <p:cNvPr id="1840" name="Google Shape;1840;g2975d56d0dc_2_33"/>
          <p:cNvSpPr txBox="1"/>
          <p:nvPr>
            <p:ph idx="4" type="subTitle"/>
          </p:nvPr>
        </p:nvSpPr>
        <p:spPr>
          <a:xfrm>
            <a:off x="1820150" y="1709525"/>
            <a:ext cx="5717400" cy="1827900"/>
          </a:xfrm>
          <a:prstGeom prst="rect">
            <a:avLst/>
          </a:prstGeom>
          <a:noFill/>
          <a:ln>
            <a:noFill/>
          </a:ln>
        </p:spPr>
        <p:txBody>
          <a:bodyPr anchorCtr="0" anchor="t" bIns="91425" lIns="91425" spcFirstLastPara="1" rIns="91425" wrap="square" tIns="91425">
            <a:noAutofit/>
          </a:bodyPr>
          <a:lstStyle/>
          <a:p>
            <a:pPr indent="0" lvl="0" marL="0" rtl="0" algn="just">
              <a:lnSpc>
                <a:spcPct val="100000"/>
              </a:lnSpc>
              <a:spcBef>
                <a:spcPts val="0"/>
              </a:spcBef>
              <a:spcAft>
                <a:spcPts val="0"/>
              </a:spcAft>
              <a:buNone/>
            </a:pPr>
            <a:r>
              <a:rPr lang="en" sz="1600">
                <a:solidFill>
                  <a:srgbClr val="000000"/>
                </a:solidFill>
                <a:latin typeface="Times New Roman"/>
                <a:ea typeface="Times New Roman"/>
                <a:cs typeface="Times New Roman"/>
                <a:sym typeface="Times New Roman"/>
              </a:rPr>
              <a:t>Desenvolver e implementar um sistema informatizado de gestão patrimonial na Escola Técnica de Ceilândia, com o propósito de modernizar e otimizar o controle de patrimônio da instituição, reduzindo custos, aumentando a eficiência na administração de ativos e preservando a integridade dos dados patrimoniais.</a:t>
            </a:r>
            <a:endParaRPr sz="1600">
              <a:solidFill>
                <a:srgbClr val="000000"/>
              </a:solidFill>
              <a:latin typeface="Times New Roman"/>
              <a:ea typeface="Times New Roman"/>
              <a:cs typeface="Times New Roman"/>
              <a:sym typeface="Times New Roman"/>
            </a:endParaRPr>
          </a:p>
          <a:p>
            <a:pPr indent="0" lvl="0" marL="0" rtl="0" algn="l">
              <a:lnSpc>
                <a:spcPct val="115000"/>
              </a:lnSpc>
              <a:spcBef>
                <a:spcPts val="1000"/>
              </a:spcBef>
              <a:spcAft>
                <a:spcPts val="0"/>
              </a:spcAft>
              <a:buSzPts val="1400"/>
              <a:buNone/>
            </a:pPr>
            <a:r>
              <a:t/>
            </a:r>
            <a:endParaRPr sz="18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4" name="Shape 1844"/>
        <p:cNvGrpSpPr/>
        <p:nvPr/>
      </p:nvGrpSpPr>
      <p:grpSpPr>
        <a:xfrm>
          <a:off x="0" y="0"/>
          <a:ext cx="0" cy="0"/>
          <a:chOff x="0" y="0"/>
          <a:chExt cx="0" cy="0"/>
        </a:xfrm>
      </p:grpSpPr>
      <p:sp>
        <p:nvSpPr>
          <p:cNvPr id="1845" name="Google Shape;1845;g2975d56d0dc_2_3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Objetivos Específicos</a:t>
            </a:r>
            <a:endParaRPr/>
          </a:p>
        </p:txBody>
      </p:sp>
      <p:sp>
        <p:nvSpPr>
          <p:cNvPr id="1846" name="Google Shape;1846;g2975d56d0dc_2_38"/>
          <p:cNvSpPr txBox="1"/>
          <p:nvPr>
            <p:ph idx="2" type="subTitle"/>
          </p:nvPr>
        </p:nvSpPr>
        <p:spPr>
          <a:xfrm>
            <a:off x="720000" y="1786675"/>
            <a:ext cx="6111600" cy="1830600"/>
          </a:xfrm>
          <a:prstGeom prst="rect">
            <a:avLst/>
          </a:prstGeom>
          <a:noFill/>
          <a:ln>
            <a:noFill/>
          </a:ln>
        </p:spPr>
        <p:txBody>
          <a:bodyPr anchorCtr="0" anchor="t" bIns="91425" lIns="91425" spcFirstLastPara="1" rIns="91425" wrap="square" tIns="91425">
            <a:noAutofit/>
          </a:bodyPr>
          <a:lstStyle/>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Promover automatização e Acesso Simplificado</a:t>
            </a:r>
            <a:endParaRPr sz="1200">
              <a:solidFill>
                <a:srgbClr val="000000"/>
              </a:solidFill>
              <a:latin typeface="Times New Roman"/>
              <a:ea typeface="Times New Roman"/>
              <a:cs typeface="Times New Roman"/>
              <a:sym typeface="Times New Roman"/>
            </a:endParaRPr>
          </a:p>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Gerar relatórios Precisos e Ágeis</a:t>
            </a:r>
            <a:endParaRPr sz="1200">
              <a:solidFill>
                <a:srgbClr val="000000"/>
              </a:solidFill>
              <a:latin typeface="Times New Roman"/>
              <a:ea typeface="Times New Roman"/>
              <a:cs typeface="Times New Roman"/>
              <a:sym typeface="Times New Roman"/>
            </a:endParaRPr>
          </a:p>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Auxiliar na redução de Custos e Sustentabilidade</a:t>
            </a:r>
            <a:endParaRPr sz="1200">
              <a:solidFill>
                <a:srgbClr val="000000"/>
              </a:solidFill>
              <a:latin typeface="Times New Roman"/>
              <a:ea typeface="Times New Roman"/>
              <a:cs typeface="Times New Roman"/>
              <a:sym typeface="Times New Roman"/>
            </a:endParaRPr>
          </a:p>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Entregar controle e Monitoramento Efetivo</a:t>
            </a:r>
            <a:endParaRPr sz="1200">
              <a:solidFill>
                <a:srgbClr val="000000"/>
              </a:solidFill>
              <a:latin typeface="Times New Roman"/>
              <a:ea typeface="Times New Roman"/>
              <a:cs typeface="Times New Roman"/>
              <a:sym typeface="Times New Roman"/>
            </a:endParaRPr>
          </a:p>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Garantir integridade dos Dados</a:t>
            </a:r>
            <a:endParaRPr sz="1200">
              <a:solidFill>
                <a:srgbClr val="000000"/>
              </a:solidFill>
              <a:latin typeface="Times New Roman"/>
              <a:ea typeface="Times New Roman"/>
              <a:cs typeface="Times New Roman"/>
              <a:sym typeface="Times New Roman"/>
            </a:endParaRPr>
          </a:p>
          <a:p>
            <a:pPr indent="-304800" lvl="0" marL="457200" rtl="0" algn="just">
              <a:lnSpc>
                <a:spcPct val="100000"/>
              </a:lnSpc>
              <a:spcBef>
                <a:spcPts val="0"/>
              </a:spcBef>
              <a:spcAft>
                <a:spcPts val="0"/>
              </a:spcAft>
              <a:buClr>
                <a:srgbClr val="000000"/>
              </a:buClr>
              <a:buSzPts val="1200"/>
              <a:buFont typeface="Times New Roman"/>
              <a:buChar char="●"/>
            </a:pPr>
            <a:r>
              <a:rPr lang="en" sz="1200">
                <a:solidFill>
                  <a:srgbClr val="000000"/>
                </a:solidFill>
                <a:latin typeface="Times New Roman"/>
                <a:ea typeface="Times New Roman"/>
                <a:cs typeface="Times New Roman"/>
                <a:sym typeface="Times New Roman"/>
              </a:rPr>
              <a:t>Cuidar da análise de dados e padrões de uso</a:t>
            </a:r>
            <a:endParaRPr sz="1200">
              <a:solidFill>
                <a:srgbClr val="000000"/>
              </a:solidFill>
              <a:latin typeface="Times New Roman"/>
              <a:ea typeface="Times New Roman"/>
              <a:cs typeface="Times New Roman"/>
              <a:sym typeface="Times New Roman"/>
            </a:endParaRPr>
          </a:p>
          <a:p>
            <a:pPr indent="0" lvl="0" marL="0" rtl="0" algn="l">
              <a:lnSpc>
                <a:spcPct val="115000"/>
              </a:lnSpc>
              <a:spcBef>
                <a:spcPts val="1000"/>
              </a:spcBef>
              <a:spcAft>
                <a:spcPts val="0"/>
              </a:spcAft>
              <a:buSzPts val="1400"/>
              <a:buNone/>
            </a:pPr>
            <a:r>
              <a:t/>
            </a:r>
            <a:endParaRPr/>
          </a:p>
        </p:txBody>
      </p:sp>
      <p:grpSp>
        <p:nvGrpSpPr>
          <p:cNvPr id="1847" name="Google Shape;1847;g2975d56d0dc_2_38"/>
          <p:cNvGrpSpPr/>
          <p:nvPr/>
        </p:nvGrpSpPr>
        <p:grpSpPr>
          <a:xfrm>
            <a:off x="-123925" y="4132284"/>
            <a:ext cx="4558967" cy="1141122"/>
            <a:chOff x="-123925" y="4132284"/>
            <a:chExt cx="4558967" cy="1141122"/>
          </a:xfrm>
        </p:grpSpPr>
        <p:grpSp>
          <p:nvGrpSpPr>
            <p:cNvPr id="1848" name="Google Shape;1848;g2975d56d0dc_2_38"/>
            <p:cNvGrpSpPr/>
            <p:nvPr/>
          </p:nvGrpSpPr>
          <p:grpSpPr>
            <a:xfrm>
              <a:off x="-3" y="4132284"/>
              <a:ext cx="2308406" cy="1141122"/>
              <a:chOff x="-3" y="4132284"/>
              <a:chExt cx="2308406" cy="1141122"/>
            </a:xfrm>
          </p:grpSpPr>
          <p:sp>
            <p:nvSpPr>
              <p:cNvPr id="1849" name="Google Shape;1849;g2975d56d0dc_2_38"/>
              <p:cNvSpPr/>
              <p:nvPr/>
            </p:nvSpPr>
            <p:spPr>
              <a:xfrm rot="5400000">
                <a:off x="663005" y="362862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g2975d56d0dc_2_38"/>
              <p:cNvSpPr/>
              <p:nvPr/>
            </p:nvSpPr>
            <p:spPr>
              <a:xfrm rot="5400000">
                <a:off x="663620" y="3469276"/>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1" name="Google Shape;1851;g2975d56d0dc_2_38"/>
            <p:cNvGrpSpPr/>
            <p:nvPr/>
          </p:nvGrpSpPr>
          <p:grpSpPr>
            <a:xfrm>
              <a:off x="-123925" y="4386226"/>
              <a:ext cx="4558967" cy="134100"/>
              <a:chOff x="796100" y="3019701"/>
              <a:chExt cx="4558967" cy="134100"/>
            </a:xfrm>
          </p:grpSpPr>
          <p:sp>
            <p:nvSpPr>
              <p:cNvPr id="1852" name="Google Shape;1852;g2975d56d0dc_2_38"/>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853" name="Google Shape;1853;g2975d56d0dc_2_38"/>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1854" name="Google Shape;1854;g2975d56d0dc_2_38"/>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8" name="Shape 1858"/>
        <p:cNvGrpSpPr/>
        <p:nvPr/>
      </p:nvGrpSpPr>
      <p:grpSpPr>
        <a:xfrm>
          <a:off x="0" y="0"/>
          <a:ext cx="0" cy="0"/>
          <a:chOff x="0" y="0"/>
          <a:chExt cx="0" cy="0"/>
        </a:xfrm>
      </p:grpSpPr>
      <p:grpSp>
        <p:nvGrpSpPr>
          <p:cNvPr id="1859" name="Google Shape;1859;g2975d56d0dc_2_51"/>
          <p:cNvGrpSpPr/>
          <p:nvPr/>
        </p:nvGrpSpPr>
        <p:grpSpPr>
          <a:xfrm>
            <a:off x="-2765816" y="-2958610"/>
            <a:ext cx="8164418" cy="6343458"/>
            <a:chOff x="-2613416" y="-2806210"/>
            <a:chExt cx="8164418" cy="6343458"/>
          </a:xfrm>
        </p:grpSpPr>
        <p:grpSp>
          <p:nvGrpSpPr>
            <p:cNvPr id="1860" name="Google Shape;1860;g2975d56d0dc_2_51"/>
            <p:cNvGrpSpPr/>
            <p:nvPr/>
          </p:nvGrpSpPr>
          <p:grpSpPr>
            <a:xfrm>
              <a:off x="-2613416" y="-2806210"/>
              <a:ext cx="8164418" cy="6343458"/>
              <a:chOff x="-2613416" y="-2806210"/>
              <a:chExt cx="8164418" cy="6343458"/>
            </a:xfrm>
          </p:grpSpPr>
          <p:grpSp>
            <p:nvGrpSpPr>
              <p:cNvPr id="1861" name="Google Shape;1861;g2975d56d0dc_2_51"/>
              <p:cNvGrpSpPr/>
              <p:nvPr/>
            </p:nvGrpSpPr>
            <p:grpSpPr>
              <a:xfrm>
                <a:off x="-191059" y="95963"/>
                <a:ext cx="1538562" cy="971589"/>
                <a:chOff x="-191059" y="95963"/>
                <a:chExt cx="1538562" cy="971589"/>
              </a:xfrm>
            </p:grpSpPr>
            <p:grpSp>
              <p:nvGrpSpPr>
                <p:cNvPr id="1862" name="Google Shape;1862;g2975d56d0dc_2_51"/>
                <p:cNvGrpSpPr/>
                <p:nvPr/>
              </p:nvGrpSpPr>
              <p:grpSpPr>
                <a:xfrm>
                  <a:off x="-191059" y="201619"/>
                  <a:ext cx="904284" cy="865933"/>
                  <a:chOff x="2038491" y="-937756"/>
                  <a:chExt cx="904284" cy="865933"/>
                </a:xfrm>
              </p:grpSpPr>
              <p:grpSp>
                <p:nvGrpSpPr>
                  <p:cNvPr id="1863" name="Google Shape;1863;g2975d56d0dc_2_51"/>
                  <p:cNvGrpSpPr/>
                  <p:nvPr/>
                </p:nvGrpSpPr>
                <p:grpSpPr>
                  <a:xfrm>
                    <a:off x="2096570" y="-863491"/>
                    <a:ext cx="717622" cy="717393"/>
                    <a:chOff x="1483457" y="3953671"/>
                    <a:chExt cx="717622" cy="717393"/>
                  </a:xfrm>
                </p:grpSpPr>
                <p:sp>
                  <p:nvSpPr>
                    <p:cNvPr id="1864" name="Google Shape;1864;g2975d56d0dc_2_5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 name="Google Shape;1865;g2975d56d0dc_2_5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g2975d56d0dc_2_5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g2975d56d0dc_2_5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g2975d56d0dc_2_5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69" name="Google Shape;1869;g2975d56d0dc_2_5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0" name="Google Shape;1870;g2975d56d0dc_2_51"/>
                <p:cNvGrpSpPr/>
                <p:nvPr/>
              </p:nvGrpSpPr>
              <p:grpSpPr>
                <a:xfrm>
                  <a:off x="584533" y="95963"/>
                  <a:ext cx="473483" cy="453403"/>
                  <a:chOff x="2038491" y="-937756"/>
                  <a:chExt cx="904284" cy="865933"/>
                </a:xfrm>
              </p:grpSpPr>
              <p:grpSp>
                <p:nvGrpSpPr>
                  <p:cNvPr id="1871" name="Google Shape;1871;g2975d56d0dc_2_51"/>
                  <p:cNvGrpSpPr/>
                  <p:nvPr/>
                </p:nvGrpSpPr>
                <p:grpSpPr>
                  <a:xfrm>
                    <a:off x="2096570" y="-863491"/>
                    <a:ext cx="717622" cy="717393"/>
                    <a:chOff x="1483457" y="3953671"/>
                    <a:chExt cx="717622" cy="717393"/>
                  </a:xfrm>
                </p:grpSpPr>
                <p:sp>
                  <p:nvSpPr>
                    <p:cNvPr id="1872" name="Google Shape;1872;g2975d56d0dc_2_5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g2975d56d0dc_2_5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g2975d56d0dc_2_5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g2975d56d0dc_2_5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g2975d56d0dc_2_5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77" name="Google Shape;1877;g2975d56d0dc_2_5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8" name="Google Shape;1878;g2975d56d0dc_2_51"/>
                <p:cNvGrpSpPr/>
                <p:nvPr/>
              </p:nvGrpSpPr>
              <p:grpSpPr>
                <a:xfrm>
                  <a:off x="530445" y="481913"/>
                  <a:ext cx="473483" cy="453403"/>
                  <a:chOff x="2038491" y="-937756"/>
                  <a:chExt cx="904284" cy="865933"/>
                </a:xfrm>
              </p:grpSpPr>
              <p:grpSp>
                <p:nvGrpSpPr>
                  <p:cNvPr id="1879" name="Google Shape;1879;g2975d56d0dc_2_51"/>
                  <p:cNvGrpSpPr/>
                  <p:nvPr/>
                </p:nvGrpSpPr>
                <p:grpSpPr>
                  <a:xfrm>
                    <a:off x="2096570" y="-863491"/>
                    <a:ext cx="717622" cy="717393"/>
                    <a:chOff x="1483457" y="3953671"/>
                    <a:chExt cx="717622" cy="717393"/>
                  </a:xfrm>
                </p:grpSpPr>
                <p:sp>
                  <p:nvSpPr>
                    <p:cNvPr id="1880" name="Google Shape;1880;g2975d56d0dc_2_5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g2975d56d0dc_2_5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g2975d56d0dc_2_5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g2975d56d0dc_2_5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g2975d56d0dc_2_5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85" name="Google Shape;1885;g2975d56d0dc_2_5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6" name="Google Shape;1886;g2975d56d0dc_2_51"/>
                <p:cNvGrpSpPr/>
                <p:nvPr/>
              </p:nvGrpSpPr>
              <p:grpSpPr>
                <a:xfrm>
                  <a:off x="874020" y="312788"/>
                  <a:ext cx="473483" cy="453403"/>
                  <a:chOff x="2038491" y="-937756"/>
                  <a:chExt cx="904284" cy="865933"/>
                </a:xfrm>
              </p:grpSpPr>
              <p:grpSp>
                <p:nvGrpSpPr>
                  <p:cNvPr id="1887" name="Google Shape;1887;g2975d56d0dc_2_51"/>
                  <p:cNvGrpSpPr/>
                  <p:nvPr/>
                </p:nvGrpSpPr>
                <p:grpSpPr>
                  <a:xfrm>
                    <a:off x="2096570" y="-863491"/>
                    <a:ext cx="717622" cy="717393"/>
                    <a:chOff x="1483457" y="3953671"/>
                    <a:chExt cx="717622" cy="717393"/>
                  </a:xfrm>
                </p:grpSpPr>
                <p:sp>
                  <p:nvSpPr>
                    <p:cNvPr id="1888" name="Google Shape;1888;g2975d56d0dc_2_51"/>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g2975d56d0dc_2_51"/>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g2975d56d0dc_2_51"/>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g2975d56d0dc_2_51"/>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g2975d56d0dc_2_51"/>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F5F8FF">
                            <a:alpha val="46666"/>
                          </a:srgbClr>
                        </a:gs>
                        <a:gs pos="22000">
                          <a:srgbClr val="F5F8FF">
                            <a:alpha val="46666"/>
                          </a:srgbClr>
                        </a:gs>
                        <a:gs pos="45000">
                          <a:srgbClr val="FFFFFF">
                            <a:alpha val="46666"/>
                          </a:srgbClr>
                        </a:gs>
                        <a:gs pos="100000">
                          <a:srgbClr val="0C0A9E">
                            <a:alpha val="46666"/>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93" name="Google Shape;1893;g2975d56d0dc_2_51"/>
                  <p:cNvSpPr/>
                  <p:nvPr/>
                </p:nvSpPr>
                <p:spPr>
                  <a:xfrm>
                    <a:off x="2038491" y="-937756"/>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894" name="Google Shape;1894;g2975d56d0dc_2_51"/>
              <p:cNvGrpSpPr/>
              <p:nvPr/>
            </p:nvGrpSpPr>
            <p:grpSpPr>
              <a:xfrm rot="-7479050">
                <a:off x="-2051246" y="-1642948"/>
                <a:ext cx="4889863" cy="3931229"/>
                <a:chOff x="7103825" y="-713112"/>
                <a:chExt cx="3785226" cy="3043150"/>
              </a:xfrm>
            </p:grpSpPr>
            <p:sp>
              <p:nvSpPr>
                <p:cNvPr id="1895" name="Google Shape;1895;g2975d56d0dc_2_51"/>
                <p:cNvSpPr/>
                <p:nvPr/>
              </p:nvSpPr>
              <p:spPr>
                <a:xfrm rot="-3600017">
                  <a:off x="7761095" y="-21"/>
                  <a:ext cx="2152450" cy="1864030"/>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1896" name="Google Shape;1896;g2975d56d0dc_2_51"/>
                <p:cNvPicPr preferRelativeResize="0"/>
                <p:nvPr/>
              </p:nvPicPr>
              <p:blipFill rotWithShape="1">
                <a:blip r:embed="rId3">
                  <a:alphaModFix/>
                </a:blip>
                <a:srcRect b="17662" l="0" r="0" t="17657"/>
                <a:stretch/>
              </p:blipFill>
              <p:spPr>
                <a:xfrm>
                  <a:off x="7103825" y="-713112"/>
                  <a:ext cx="3785226" cy="2888974"/>
                </a:xfrm>
                <a:prstGeom prst="rect">
                  <a:avLst/>
                </a:prstGeom>
                <a:noFill/>
                <a:ln>
                  <a:noFill/>
                </a:ln>
              </p:spPr>
            </p:pic>
          </p:grpSp>
          <p:grpSp>
            <p:nvGrpSpPr>
              <p:cNvPr id="1897" name="Google Shape;1897;g2975d56d0dc_2_51"/>
              <p:cNvGrpSpPr/>
              <p:nvPr/>
            </p:nvGrpSpPr>
            <p:grpSpPr>
              <a:xfrm>
                <a:off x="-640220" y="-2653973"/>
                <a:ext cx="6191221" cy="6191221"/>
                <a:chOff x="-640220" y="-2502423"/>
                <a:chExt cx="6191221" cy="6191221"/>
              </a:xfrm>
            </p:grpSpPr>
            <p:sp>
              <p:nvSpPr>
                <p:cNvPr id="1898" name="Google Shape;1898;g2975d56d0dc_2_51"/>
                <p:cNvSpPr/>
                <p:nvPr/>
              </p:nvSpPr>
              <p:spPr>
                <a:xfrm rot="-8100000">
                  <a:off x="452224" y="-1781500"/>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g2975d56d0dc_2_51"/>
                <p:cNvSpPr/>
                <p:nvPr/>
              </p:nvSpPr>
              <p:spPr>
                <a:xfrm rot="-8100000">
                  <a:off x="83608" y="-617740"/>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900" name="Google Shape;1900;g2975d56d0dc_2_51"/>
            <p:cNvGrpSpPr/>
            <p:nvPr/>
          </p:nvGrpSpPr>
          <p:grpSpPr>
            <a:xfrm>
              <a:off x="-12" y="-195650"/>
              <a:ext cx="439200" cy="439100"/>
              <a:chOff x="1101075" y="2142375"/>
              <a:chExt cx="439200" cy="439100"/>
            </a:xfrm>
          </p:grpSpPr>
          <p:sp>
            <p:nvSpPr>
              <p:cNvPr id="1901" name="Google Shape;1901;g2975d56d0dc_2_51"/>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g2975d56d0dc_2_51"/>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903" name="Google Shape;1903;g2975d56d0dc_2_51"/>
          <p:cNvGrpSpPr/>
          <p:nvPr/>
        </p:nvGrpSpPr>
        <p:grpSpPr>
          <a:xfrm>
            <a:off x="4605344" y="2412775"/>
            <a:ext cx="5765856" cy="4103650"/>
            <a:chOff x="4452944" y="2184175"/>
            <a:chExt cx="5765856" cy="4103650"/>
          </a:xfrm>
        </p:grpSpPr>
        <p:pic>
          <p:nvPicPr>
            <p:cNvPr id="1904" name="Google Shape;1904;g2975d56d0dc_2_51"/>
            <p:cNvPicPr preferRelativeResize="0"/>
            <p:nvPr/>
          </p:nvPicPr>
          <p:blipFill rotWithShape="1">
            <a:blip r:embed="rId4">
              <a:alphaModFix/>
            </a:blip>
            <a:srcRect b="26177" l="16960" r="7121" t="24718"/>
            <a:stretch/>
          </p:blipFill>
          <p:spPr>
            <a:xfrm flipH="1" rot="-5400000">
              <a:off x="6600975" y="2670000"/>
              <a:ext cx="4103650" cy="3132000"/>
            </a:xfrm>
            <a:prstGeom prst="rect">
              <a:avLst/>
            </a:prstGeom>
            <a:noFill/>
            <a:ln>
              <a:noFill/>
            </a:ln>
          </p:spPr>
        </p:pic>
        <p:grpSp>
          <p:nvGrpSpPr>
            <p:cNvPr id="1905" name="Google Shape;1905;g2975d56d0dc_2_51"/>
            <p:cNvGrpSpPr/>
            <p:nvPr/>
          </p:nvGrpSpPr>
          <p:grpSpPr>
            <a:xfrm flipH="1" rot="-5400000">
              <a:off x="8074852" y="4089881"/>
              <a:ext cx="1478405" cy="1186772"/>
              <a:chOff x="7945225" y="4302000"/>
              <a:chExt cx="904666" cy="726121"/>
            </a:xfrm>
          </p:grpSpPr>
          <p:sp>
            <p:nvSpPr>
              <p:cNvPr id="1906" name="Google Shape;1906;g2975d56d0dc_2_51"/>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g2975d56d0dc_2_51"/>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g2975d56d0dc_2_51"/>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09" name="Google Shape;1909;g2975d56d0dc_2_51"/>
            <p:cNvSpPr/>
            <p:nvPr/>
          </p:nvSpPr>
          <p:spPr>
            <a:xfrm flipH="1" rot="-5400000">
              <a:off x="5435889" y="148137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10" name="Google Shape;1910;g2975d56d0dc_2_51"/>
            <p:cNvGrpSpPr/>
            <p:nvPr/>
          </p:nvGrpSpPr>
          <p:grpSpPr>
            <a:xfrm flipH="1" rot="-5400000">
              <a:off x="7140078" y="3883230"/>
              <a:ext cx="134004" cy="134004"/>
              <a:chOff x="8356813" y="1074288"/>
              <a:chExt cx="351900" cy="351900"/>
            </a:xfrm>
          </p:grpSpPr>
          <p:sp>
            <p:nvSpPr>
              <p:cNvPr id="1911" name="Google Shape;1911;g2975d56d0dc_2_5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g2975d56d0dc_2_51"/>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3" name="Google Shape;1913;g2975d56d0dc_2_51"/>
            <p:cNvGrpSpPr/>
            <p:nvPr/>
          </p:nvGrpSpPr>
          <p:grpSpPr>
            <a:xfrm flipH="1" rot="-5400000">
              <a:off x="6766253" y="3499155"/>
              <a:ext cx="134004" cy="134004"/>
              <a:chOff x="8356813" y="1074288"/>
              <a:chExt cx="351900" cy="351900"/>
            </a:xfrm>
          </p:grpSpPr>
          <p:sp>
            <p:nvSpPr>
              <p:cNvPr id="1914" name="Google Shape;1914;g2975d56d0dc_2_5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g2975d56d0dc_2_51"/>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16" name="Google Shape;1916;g2975d56d0dc_2_51"/>
            <p:cNvSpPr/>
            <p:nvPr/>
          </p:nvSpPr>
          <p:spPr>
            <a:xfrm flipH="1" rot="5400000">
              <a:off x="6561314" y="2368138"/>
              <a:ext cx="1902692" cy="406951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g2975d56d0dc_2_51"/>
            <p:cNvSpPr/>
            <p:nvPr/>
          </p:nvSpPr>
          <p:spPr>
            <a:xfrm flipH="1" rot="5400000">
              <a:off x="6562398" y="2676948"/>
              <a:ext cx="1902692" cy="406951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18" name="Google Shape;1918;g2975d56d0dc_2_51"/>
            <p:cNvGrpSpPr/>
            <p:nvPr/>
          </p:nvGrpSpPr>
          <p:grpSpPr>
            <a:xfrm flipH="1" rot="-5400000">
              <a:off x="7404606" y="3451356"/>
              <a:ext cx="582050" cy="582425"/>
              <a:chOff x="959750" y="3039275"/>
              <a:chExt cx="582050" cy="582425"/>
            </a:xfrm>
          </p:grpSpPr>
          <p:sp>
            <p:nvSpPr>
              <p:cNvPr id="1919" name="Google Shape;1919;g2975d56d0dc_2_51"/>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g2975d56d0dc_2_51"/>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g2975d56d0dc_2_51"/>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g2975d56d0dc_2_51"/>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g2975d56d0dc_2_51"/>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g2975d56d0dc_2_51"/>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g2975d56d0dc_2_51"/>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6" name="Google Shape;1926;g2975d56d0dc_2_51"/>
            <p:cNvGrpSpPr/>
            <p:nvPr/>
          </p:nvGrpSpPr>
          <p:grpSpPr>
            <a:xfrm flipH="1" rot="-5400000">
              <a:off x="7237650" y="4201057"/>
              <a:ext cx="699928" cy="1651024"/>
              <a:chOff x="8337812" y="3492483"/>
              <a:chExt cx="699928" cy="1651024"/>
            </a:xfrm>
          </p:grpSpPr>
          <p:sp>
            <p:nvSpPr>
              <p:cNvPr id="1927" name="Google Shape;1927;g2975d56d0dc_2_51"/>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g2975d56d0dc_2_51"/>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g2975d56d0dc_2_51"/>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30" name="Google Shape;1930;g2975d56d0dc_2_51"/>
            <p:cNvSpPr/>
            <p:nvPr/>
          </p:nvSpPr>
          <p:spPr>
            <a:xfrm flipH="1" rot="147769">
              <a:off x="7025973" y="4504982"/>
              <a:ext cx="454547" cy="449759"/>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g2975d56d0dc_2_51"/>
            <p:cNvSpPr/>
            <p:nvPr/>
          </p:nvSpPr>
          <p:spPr>
            <a:xfrm flipH="1" rot="147769">
              <a:off x="6785273" y="4569932"/>
              <a:ext cx="454547" cy="449759"/>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32" name="Google Shape;1932;g2975d56d0dc_2_51"/>
            <p:cNvGrpSpPr/>
            <p:nvPr/>
          </p:nvGrpSpPr>
          <p:grpSpPr>
            <a:xfrm flipH="1" rot="-5400000">
              <a:off x="5819578" y="4727817"/>
              <a:ext cx="134004" cy="134004"/>
              <a:chOff x="8356813" y="1074288"/>
              <a:chExt cx="351900" cy="351900"/>
            </a:xfrm>
          </p:grpSpPr>
          <p:sp>
            <p:nvSpPr>
              <p:cNvPr id="1933" name="Google Shape;1933;g2975d56d0dc_2_5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g2975d56d0dc_2_51"/>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935" name="Google Shape;1935;g2975d56d0dc_2_51"/>
          <p:cNvGrpSpPr/>
          <p:nvPr/>
        </p:nvGrpSpPr>
        <p:grpSpPr>
          <a:xfrm flipH="1" rot="-5400000">
            <a:off x="8904403" y="2929792"/>
            <a:ext cx="134004" cy="134004"/>
            <a:chOff x="8356813" y="1074288"/>
            <a:chExt cx="351900" cy="351900"/>
          </a:xfrm>
        </p:grpSpPr>
        <p:sp>
          <p:nvSpPr>
            <p:cNvPr id="1936" name="Google Shape;1936;g2975d56d0dc_2_51"/>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g2975d56d0dc_2_51"/>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1" name="Shape 1941"/>
        <p:cNvGrpSpPr/>
        <p:nvPr/>
      </p:nvGrpSpPr>
      <p:grpSpPr>
        <a:xfrm>
          <a:off x="0" y="0"/>
          <a:ext cx="0" cy="0"/>
          <a:chOff x="0" y="0"/>
          <a:chExt cx="0" cy="0"/>
        </a:xfrm>
      </p:grpSpPr>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 name="Shape 1945"/>
        <p:cNvGrpSpPr/>
        <p:nvPr/>
      </p:nvGrpSpPr>
      <p:grpSpPr>
        <a:xfrm>
          <a:off x="0" y="0"/>
          <a:ext cx="0" cy="0"/>
          <a:chOff x="0" y="0"/>
          <a:chExt cx="0" cy="0"/>
        </a:xfrm>
      </p:grpSpPr>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9" name="Shape 1949"/>
        <p:cNvGrpSpPr/>
        <p:nvPr/>
      </p:nvGrpSpPr>
      <p:grpSpPr>
        <a:xfrm>
          <a:off x="0" y="0"/>
          <a:ext cx="0" cy="0"/>
          <a:chOff x="0" y="0"/>
          <a:chExt cx="0" cy="0"/>
        </a:xfrm>
      </p:grpSpPr>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3" name="Shape 1953"/>
        <p:cNvGrpSpPr/>
        <p:nvPr/>
      </p:nvGrpSpPr>
      <p:grpSpPr>
        <a:xfrm>
          <a:off x="0" y="0"/>
          <a:ext cx="0" cy="0"/>
          <a:chOff x="0" y="0"/>
          <a:chExt cx="0" cy="0"/>
        </a:xfrm>
      </p:grpSpPr>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7" name="Shape 1957"/>
        <p:cNvGrpSpPr/>
        <p:nvPr/>
      </p:nvGrpSpPr>
      <p:grpSpPr>
        <a:xfrm>
          <a:off x="0" y="0"/>
          <a:ext cx="0" cy="0"/>
          <a:chOff x="0" y="0"/>
          <a:chExt cx="0" cy="0"/>
        </a:xfrm>
      </p:grpSpPr>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1" name="Shape 1961"/>
        <p:cNvGrpSpPr/>
        <p:nvPr/>
      </p:nvGrpSpPr>
      <p:grpSpPr>
        <a:xfrm>
          <a:off x="0" y="0"/>
          <a:ext cx="0" cy="0"/>
          <a:chOff x="0" y="0"/>
          <a:chExt cx="0" cy="0"/>
        </a:xfrm>
      </p:grpSpPr>
      <p:grpSp>
        <p:nvGrpSpPr>
          <p:cNvPr id="1962" name="Google Shape;1962;g2975d56d0dc_2_148"/>
          <p:cNvGrpSpPr/>
          <p:nvPr/>
        </p:nvGrpSpPr>
        <p:grpSpPr>
          <a:xfrm>
            <a:off x="-74792" y="1766169"/>
            <a:ext cx="480890" cy="481200"/>
            <a:chOff x="959750" y="3039275"/>
            <a:chExt cx="582050" cy="582425"/>
          </a:xfrm>
        </p:grpSpPr>
        <p:sp>
          <p:nvSpPr>
            <p:cNvPr id="1963" name="Google Shape;1963;g2975d56d0dc_2_148"/>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g2975d56d0dc_2_148"/>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g2975d56d0dc_2_148"/>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g2975d56d0dc_2_148"/>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g2975d56d0dc_2_148"/>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g2975d56d0dc_2_148"/>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g2975d56d0dc_2_148"/>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9900FF">
                    <a:alpha val="37254"/>
                  </a:srgbClr>
                </a:gs>
                <a:gs pos="100000">
                  <a:srgbClr val="FFFFFF">
                    <a:alpha val="37254"/>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3" name="Shape 1973"/>
        <p:cNvGrpSpPr/>
        <p:nvPr/>
      </p:nvGrpSpPr>
      <p:grpSpPr>
        <a:xfrm>
          <a:off x="0" y="0"/>
          <a:ext cx="0" cy="0"/>
          <a:chOff x="0" y="0"/>
          <a:chExt cx="0" cy="0"/>
        </a:xfrm>
      </p:grpSpPr>
      <p:sp>
        <p:nvSpPr>
          <p:cNvPr id="1974" name="Google Shape;1974;g2975d56d0dc_2_159"/>
          <p:cNvSpPr txBox="1"/>
          <p:nvPr>
            <p:ph type="title"/>
          </p:nvPr>
        </p:nvSpPr>
        <p:spPr>
          <a:xfrm>
            <a:off x="965350" y="606650"/>
            <a:ext cx="6576000" cy="7107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9600"/>
              <a:buNone/>
            </a:pPr>
            <a:r>
              <a:rPr lang="en" sz="3400"/>
              <a:t>Diagrama de Classe</a:t>
            </a:r>
            <a:endParaRPr sz="3400"/>
          </a:p>
        </p:txBody>
      </p:sp>
      <p:grpSp>
        <p:nvGrpSpPr>
          <p:cNvPr id="1975" name="Google Shape;1975;g2975d56d0dc_2_159"/>
          <p:cNvGrpSpPr/>
          <p:nvPr/>
        </p:nvGrpSpPr>
        <p:grpSpPr>
          <a:xfrm>
            <a:off x="6527600" y="-628478"/>
            <a:ext cx="5128253" cy="6694379"/>
            <a:chOff x="6222800" y="-628478"/>
            <a:chExt cx="5128253" cy="6694379"/>
          </a:xfrm>
        </p:grpSpPr>
        <p:pic>
          <p:nvPicPr>
            <p:cNvPr id="1976" name="Google Shape;1976;g2975d56d0dc_2_159"/>
            <p:cNvPicPr preferRelativeResize="0"/>
            <p:nvPr/>
          </p:nvPicPr>
          <p:blipFill rotWithShape="1">
            <a:blip r:embed="rId3">
              <a:alphaModFix/>
            </a:blip>
            <a:srcRect b="17662" l="0" r="0" t="17657"/>
            <a:stretch/>
          </p:blipFill>
          <p:spPr>
            <a:xfrm>
              <a:off x="7517168" y="-628478"/>
              <a:ext cx="3082266" cy="2352450"/>
            </a:xfrm>
            <a:prstGeom prst="rect">
              <a:avLst/>
            </a:prstGeom>
            <a:noFill/>
            <a:ln>
              <a:noFill/>
            </a:ln>
          </p:spPr>
        </p:pic>
        <p:pic>
          <p:nvPicPr>
            <p:cNvPr id="1977" name="Google Shape;1977;g2975d56d0dc_2_159"/>
            <p:cNvPicPr preferRelativeResize="0"/>
            <p:nvPr/>
          </p:nvPicPr>
          <p:blipFill rotWithShape="1">
            <a:blip r:embed="rId4">
              <a:alphaModFix/>
            </a:blip>
            <a:srcRect b="26177" l="16960" r="7121" t="24718"/>
            <a:stretch/>
          </p:blipFill>
          <p:spPr>
            <a:xfrm>
              <a:off x="6714900" y="3028141"/>
              <a:ext cx="3980176" cy="3037760"/>
            </a:xfrm>
            <a:prstGeom prst="rect">
              <a:avLst/>
            </a:prstGeom>
            <a:noFill/>
            <a:ln>
              <a:noFill/>
            </a:ln>
          </p:spPr>
        </p:pic>
        <p:sp>
          <p:nvSpPr>
            <p:cNvPr id="1978" name="Google Shape;1978;g2975d56d0dc_2_159"/>
            <p:cNvSpPr/>
            <p:nvPr/>
          </p:nvSpPr>
          <p:spPr>
            <a:xfrm rot="10800000">
              <a:off x="7698559" y="2460647"/>
              <a:ext cx="1239218" cy="2912943"/>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g2975d56d0dc_2_159"/>
            <p:cNvSpPr/>
            <p:nvPr/>
          </p:nvSpPr>
          <p:spPr>
            <a:xfrm rot="10800000">
              <a:off x="7899688" y="2461423"/>
              <a:ext cx="1239218" cy="2912943"/>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g2975d56d0dc_2_159"/>
            <p:cNvSpPr/>
            <p:nvPr/>
          </p:nvSpPr>
          <p:spPr>
            <a:xfrm>
              <a:off x="6222800" y="-628462"/>
              <a:ext cx="3980181" cy="6461569"/>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81" name="Google Shape;1981;g2975d56d0dc_2_159"/>
            <p:cNvGrpSpPr/>
            <p:nvPr/>
          </p:nvGrpSpPr>
          <p:grpSpPr>
            <a:xfrm>
              <a:off x="6794737" y="4179460"/>
              <a:ext cx="734664" cy="735137"/>
              <a:chOff x="959750" y="3039275"/>
              <a:chExt cx="582050" cy="582425"/>
            </a:xfrm>
          </p:grpSpPr>
          <p:sp>
            <p:nvSpPr>
              <p:cNvPr id="1982" name="Google Shape;1982;g2975d56d0dc_2_159"/>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g2975d56d0dc_2_159"/>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g2975d56d0dc_2_159"/>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g2975d56d0dc_2_159"/>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g2975d56d0dc_2_159"/>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g2975d56d0dc_2_159"/>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g2975d56d0dc_2_159"/>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89" name="Google Shape;1989;g2975d56d0dc_2_159"/>
            <p:cNvGrpSpPr/>
            <p:nvPr/>
          </p:nvGrpSpPr>
          <p:grpSpPr>
            <a:xfrm>
              <a:off x="8128313" y="1310040"/>
              <a:ext cx="169158" cy="169158"/>
              <a:chOff x="8356813" y="1074288"/>
              <a:chExt cx="351900" cy="351900"/>
            </a:xfrm>
          </p:grpSpPr>
          <p:sp>
            <p:nvSpPr>
              <p:cNvPr id="1990" name="Google Shape;1990;g2975d56d0dc_2_15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g2975d56d0dc_2_159"/>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92" name="Google Shape;1992;g2975d56d0dc_2_159"/>
            <p:cNvGrpSpPr/>
            <p:nvPr/>
          </p:nvGrpSpPr>
          <p:grpSpPr>
            <a:xfrm>
              <a:off x="7360240" y="2075006"/>
              <a:ext cx="169158" cy="169158"/>
              <a:chOff x="8356813" y="1074288"/>
              <a:chExt cx="351900" cy="351900"/>
            </a:xfrm>
          </p:grpSpPr>
          <p:sp>
            <p:nvSpPr>
              <p:cNvPr id="1993" name="Google Shape;1993;g2975d56d0dc_2_15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g2975d56d0dc_2_159"/>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95" name="Google Shape;1995;g2975d56d0dc_2_159"/>
            <p:cNvGrpSpPr/>
            <p:nvPr/>
          </p:nvGrpSpPr>
          <p:grpSpPr>
            <a:xfrm>
              <a:off x="8233587" y="3028150"/>
              <a:ext cx="169158" cy="169158"/>
              <a:chOff x="8356813" y="1074288"/>
              <a:chExt cx="351900" cy="351900"/>
            </a:xfrm>
          </p:grpSpPr>
          <p:sp>
            <p:nvSpPr>
              <p:cNvPr id="1996" name="Google Shape;1996;g2975d56d0dc_2_159"/>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g2975d56d0dc_2_159"/>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98" name="Google Shape;1998;g2975d56d0dc_2_159"/>
            <p:cNvSpPr/>
            <p:nvPr/>
          </p:nvSpPr>
          <p:spPr>
            <a:xfrm>
              <a:off x="8754821" y="2763320"/>
              <a:ext cx="606949" cy="600556"/>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99" name="Google Shape;1999;g2975d56d0dc_2_159"/>
            <p:cNvGrpSpPr/>
            <p:nvPr/>
          </p:nvGrpSpPr>
          <p:grpSpPr>
            <a:xfrm>
              <a:off x="8782808" y="2723340"/>
              <a:ext cx="883449" cy="2083923"/>
              <a:chOff x="8337812" y="3492483"/>
              <a:chExt cx="699928" cy="1651024"/>
            </a:xfrm>
          </p:grpSpPr>
          <p:sp>
            <p:nvSpPr>
              <p:cNvPr id="2000" name="Google Shape;2000;g2975d56d0dc_2_159"/>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g2975d56d0dc_2_159"/>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g2975d56d0dc_2_159"/>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03" name="Google Shape;2003;g2975d56d0dc_2_159"/>
            <p:cNvGrpSpPr/>
            <p:nvPr/>
          </p:nvGrpSpPr>
          <p:grpSpPr>
            <a:xfrm>
              <a:off x="8215673" y="4178313"/>
              <a:ext cx="1141869" cy="916509"/>
              <a:chOff x="7945225" y="4302000"/>
              <a:chExt cx="904666" cy="726121"/>
            </a:xfrm>
          </p:grpSpPr>
          <p:sp>
            <p:nvSpPr>
              <p:cNvPr id="2004" name="Google Shape;2004;g2975d56d0dc_2_159"/>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g2975d56d0dc_2_159"/>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g2975d56d0dc_2_159"/>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07" name="Google Shape;2007;g2975d56d0dc_2_159"/>
            <p:cNvSpPr/>
            <p:nvPr/>
          </p:nvSpPr>
          <p:spPr>
            <a:xfrm rot="5400000">
              <a:off x="8491754" y="371428"/>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08" name="Google Shape;2008;g2975d56d0dc_2_159"/>
            <p:cNvGrpSpPr/>
            <p:nvPr/>
          </p:nvGrpSpPr>
          <p:grpSpPr>
            <a:xfrm>
              <a:off x="7774724" y="3187835"/>
              <a:ext cx="734664" cy="735137"/>
              <a:chOff x="959750" y="3039275"/>
              <a:chExt cx="582050" cy="582425"/>
            </a:xfrm>
          </p:grpSpPr>
          <p:sp>
            <p:nvSpPr>
              <p:cNvPr id="2009" name="Google Shape;2009;g2975d56d0dc_2_159"/>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g2975d56d0dc_2_159"/>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g2975d56d0dc_2_159"/>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g2975d56d0dc_2_159"/>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g2975d56d0dc_2_159"/>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g2975d56d0dc_2_159"/>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g2975d56d0dc_2_159"/>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16" name="Google Shape;2016;g2975d56d0dc_2_159"/>
            <p:cNvGrpSpPr/>
            <p:nvPr/>
          </p:nvGrpSpPr>
          <p:grpSpPr>
            <a:xfrm>
              <a:off x="7625399" y="3691035"/>
              <a:ext cx="734664" cy="735137"/>
              <a:chOff x="959750" y="3039275"/>
              <a:chExt cx="582050" cy="582425"/>
            </a:xfrm>
          </p:grpSpPr>
          <p:sp>
            <p:nvSpPr>
              <p:cNvPr id="2017" name="Google Shape;2017;g2975d56d0dc_2_159"/>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g2975d56d0dc_2_159"/>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g2975d56d0dc_2_159"/>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g2975d56d0dc_2_159"/>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g2975d56d0dc_2_159"/>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g2975d56d0dc_2_159"/>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g2975d56d0dc_2_159"/>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24" name="Google Shape;2024;g2975d56d0dc_2_159"/>
            <p:cNvSpPr/>
            <p:nvPr/>
          </p:nvSpPr>
          <p:spPr>
            <a:xfrm rot="5400000">
              <a:off x="8666054" y="247478"/>
              <a:ext cx="1793675" cy="3576323"/>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2025" name="Google Shape;2025;g2975d56d0dc_2_159"/>
          <p:cNvPicPr preferRelativeResize="0"/>
          <p:nvPr/>
        </p:nvPicPr>
        <p:blipFill>
          <a:blip r:embed="rId5">
            <a:alphaModFix/>
          </a:blip>
          <a:stretch>
            <a:fillRect/>
          </a:stretch>
        </p:blipFill>
        <p:spPr>
          <a:xfrm>
            <a:off x="2291375" y="1317350"/>
            <a:ext cx="4561249" cy="384770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9" name="Shape 2029"/>
        <p:cNvGrpSpPr/>
        <p:nvPr/>
      </p:nvGrpSpPr>
      <p:grpSpPr>
        <a:xfrm>
          <a:off x="0" y="0"/>
          <a:ext cx="0" cy="0"/>
          <a:chOff x="0" y="0"/>
          <a:chExt cx="0" cy="0"/>
        </a:xfrm>
      </p:grpSpPr>
      <p:sp>
        <p:nvSpPr>
          <p:cNvPr id="2030" name="Google Shape;2030;g2975d56d0dc_2_214"/>
          <p:cNvSpPr txBox="1"/>
          <p:nvPr>
            <p:ph type="title"/>
          </p:nvPr>
        </p:nvSpPr>
        <p:spPr>
          <a:xfrm>
            <a:off x="354000" y="367288"/>
            <a:ext cx="4696800" cy="768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6000"/>
              <a:buNone/>
            </a:pPr>
            <a:r>
              <a:rPr lang="en" sz="3400"/>
              <a:t>Diagrama de dados</a:t>
            </a:r>
            <a:endParaRPr sz="3400"/>
          </a:p>
        </p:txBody>
      </p:sp>
      <p:grpSp>
        <p:nvGrpSpPr>
          <p:cNvPr id="2031" name="Google Shape;2031;g2975d56d0dc_2_214"/>
          <p:cNvGrpSpPr/>
          <p:nvPr/>
        </p:nvGrpSpPr>
        <p:grpSpPr>
          <a:xfrm>
            <a:off x="7143188" y="-2762276"/>
            <a:ext cx="4028178" cy="6346320"/>
            <a:chOff x="6914588" y="-2762276"/>
            <a:chExt cx="4028178" cy="6346320"/>
          </a:xfrm>
        </p:grpSpPr>
        <p:sp>
          <p:nvSpPr>
            <p:cNvPr id="2032" name="Google Shape;2032;g2975d56d0dc_2_214"/>
            <p:cNvSpPr/>
            <p:nvPr/>
          </p:nvSpPr>
          <p:spPr>
            <a:xfrm>
              <a:off x="6914588" y="-276227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g2975d56d0dc_2_214"/>
            <p:cNvSpPr/>
            <p:nvPr/>
          </p:nvSpPr>
          <p:spPr>
            <a:xfrm>
              <a:off x="7191305" y="-124437"/>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g2975d56d0dc_2_214"/>
            <p:cNvSpPr/>
            <p:nvPr/>
          </p:nvSpPr>
          <p:spPr>
            <a:xfrm>
              <a:off x="7867013" y="75068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g2975d56d0dc_2_214"/>
            <p:cNvSpPr/>
            <p:nvPr/>
          </p:nvSpPr>
          <p:spPr>
            <a:xfrm>
              <a:off x="7789451" y="-2619788"/>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36" name="Google Shape;2036;g2975d56d0dc_2_214"/>
          <p:cNvGrpSpPr/>
          <p:nvPr/>
        </p:nvGrpSpPr>
        <p:grpSpPr>
          <a:xfrm rot="-5400000">
            <a:off x="8884617" y="480749"/>
            <a:ext cx="88143" cy="1137387"/>
            <a:chOff x="3054755" y="4367024"/>
            <a:chExt cx="88143" cy="1137387"/>
          </a:xfrm>
        </p:grpSpPr>
        <p:sp>
          <p:nvSpPr>
            <p:cNvPr id="2037" name="Google Shape;2037;g2975d56d0dc_2_214"/>
            <p:cNvSpPr/>
            <p:nvPr/>
          </p:nvSpPr>
          <p:spPr>
            <a:xfrm>
              <a:off x="3054755" y="4367024"/>
              <a:ext cx="12551" cy="1137387"/>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g2975d56d0dc_2_214"/>
            <p:cNvSpPr/>
            <p:nvPr/>
          </p:nvSpPr>
          <p:spPr>
            <a:xfrm>
              <a:off x="3130388" y="4367024"/>
              <a:ext cx="12510" cy="1137387"/>
            </a:xfrm>
            <a:custGeom>
              <a:rect b="b" l="l" r="r" t="t"/>
              <a:pathLst>
                <a:path extrusionOk="0" h="27731" w="305">
                  <a:moveTo>
                    <a:pt x="0" y="1"/>
                  </a:moveTo>
                  <a:lnTo>
                    <a:pt x="0"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39" name="Google Shape;2039;g2975d56d0dc_2_214"/>
          <p:cNvGrpSpPr/>
          <p:nvPr/>
        </p:nvGrpSpPr>
        <p:grpSpPr>
          <a:xfrm>
            <a:off x="-1402324" y="1246899"/>
            <a:ext cx="2992224" cy="3549051"/>
            <a:chOff x="-1325699" y="1246899"/>
            <a:chExt cx="2992224" cy="3549051"/>
          </a:xfrm>
        </p:grpSpPr>
        <p:pic>
          <p:nvPicPr>
            <p:cNvPr id="2040" name="Google Shape;2040;g2975d56d0dc_2_214"/>
            <p:cNvPicPr preferRelativeResize="0"/>
            <p:nvPr/>
          </p:nvPicPr>
          <p:blipFill rotWithShape="1">
            <a:blip r:embed="rId3">
              <a:alphaModFix/>
            </a:blip>
            <a:srcRect b="26177" l="16960" r="7121" t="24718"/>
            <a:stretch/>
          </p:blipFill>
          <p:spPr>
            <a:xfrm rot="-5400000">
              <a:off x="-1604113" y="1525312"/>
              <a:ext cx="3549051" cy="2992224"/>
            </a:xfrm>
            <a:prstGeom prst="rect">
              <a:avLst/>
            </a:prstGeom>
            <a:noFill/>
            <a:ln>
              <a:noFill/>
            </a:ln>
          </p:spPr>
        </p:pic>
        <p:grpSp>
          <p:nvGrpSpPr>
            <p:cNvPr id="2041" name="Google Shape;2041;g2975d56d0dc_2_214"/>
            <p:cNvGrpSpPr/>
            <p:nvPr/>
          </p:nvGrpSpPr>
          <p:grpSpPr>
            <a:xfrm>
              <a:off x="-369917" y="2704683"/>
              <a:ext cx="906953" cy="1517787"/>
              <a:chOff x="79748" y="2808602"/>
              <a:chExt cx="906953" cy="1517787"/>
            </a:xfrm>
          </p:grpSpPr>
          <p:sp>
            <p:nvSpPr>
              <p:cNvPr id="2042" name="Google Shape;2042;g2975d56d0dc_2_214"/>
              <p:cNvSpPr/>
              <p:nvPr/>
            </p:nvSpPr>
            <p:spPr>
              <a:xfrm rot="5400000">
                <a:off x="357831" y="282094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g2975d56d0dc_2_214"/>
              <p:cNvSpPr/>
              <p:nvPr/>
            </p:nvSpPr>
            <p:spPr>
              <a:xfrm rot="5400000">
                <a:off x="537866" y="3393994"/>
                <a:ext cx="340329" cy="325895"/>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g2975d56d0dc_2_214"/>
              <p:cNvSpPr/>
              <p:nvPr/>
            </p:nvSpPr>
            <p:spPr>
              <a:xfrm rot="5400000">
                <a:off x="67406" y="3278257"/>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rgbClr val="F5F8FF">
                      <a:alpha val="30980"/>
                    </a:srgbClr>
                  </a:gs>
                  <a:gs pos="22000">
                    <a:srgbClr val="F5F8FF">
                      <a:alpha val="30980"/>
                    </a:srgbClr>
                  </a:gs>
                  <a:gs pos="45000">
                    <a:srgbClr val="FFFFFF">
                      <a:alpha val="30980"/>
                    </a:srgbClr>
                  </a:gs>
                  <a:gs pos="100000">
                    <a:srgbClr val="0C0A9E">
                      <a:alpha val="3098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g2975d56d0dc_2_214"/>
              <p:cNvSpPr/>
              <p:nvPr/>
            </p:nvSpPr>
            <p:spPr>
              <a:xfrm rot="5400000">
                <a:off x="417006" y="3756694"/>
                <a:ext cx="582037" cy="55735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046" name="Google Shape;2046;g2975d56d0dc_2_214"/>
          <p:cNvGrpSpPr/>
          <p:nvPr/>
        </p:nvGrpSpPr>
        <p:grpSpPr>
          <a:xfrm rot="10800000">
            <a:off x="-181052" y="1778576"/>
            <a:ext cx="1421047" cy="2833357"/>
            <a:chOff x="334358" y="2186737"/>
            <a:chExt cx="1421047" cy="2833357"/>
          </a:xfrm>
        </p:grpSpPr>
        <p:sp>
          <p:nvSpPr>
            <p:cNvPr id="2047" name="Google Shape;2047;g2975d56d0dc_2_214"/>
            <p:cNvSpPr/>
            <p:nvPr/>
          </p:nvSpPr>
          <p:spPr>
            <a:xfrm rot="10800000">
              <a:off x="334358" y="2186737"/>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48" name="Google Shape;2048;g2975d56d0dc_2_214"/>
            <p:cNvGrpSpPr/>
            <p:nvPr/>
          </p:nvGrpSpPr>
          <p:grpSpPr>
            <a:xfrm rot="5400000">
              <a:off x="1046250" y="3181856"/>
              <a:ext cx="161977" cy="161940"/>
              <a:chOff x="1101075" y="2142375"/>
              <a:chExt cx="439200" cy="439100"/>
            </a:xfrm>
          </p:grpSpPr>
          <p:sp>
            <p:nvSpPr>
              <p:cNvPr id="2049" name="Google Shape;2049;g2975d56d0dc_2_21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g2975d56d0dc_2_21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1" name="Google Shape;2051;g2975d56d0dc_2_214"/>
            <p:cNvGrpSpPr/>
            <p:nvPr/>
          </p:nvGrpSpPr>
          <p:grpSpPr>
            <a:xfrm rot="-5400000">
              <a:off x="628029" y="4564272"/>
              <a:ext cx="161977" cy="161940"/>
              <a:chOff x="1101075" y="2142375"/>
              <a:chExt cx="439200" cy="439100"/>
            </a:xfrm>
          </p:grpSpPr>
          <p:sp>
            <p:nvSpPr>
              <p:cNvPr id="2052" name="Google Shape;2052;g2975d56d0dc_2_21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g2975d56d0dc_2_21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pic>
        <p:nvPicPr>
          <p:cNvPr id="2054" name="Google Shape;2054;g2975d56d0dc_2_214"/>
          <p:cNvPicPr preferRelativeResize="0"/>
          <p:nvPr/>
        </p:nvPicPr>
        <p:blipFill>
          <a:blip r:embed="rId4">
            <a:alphaModFix/>
          </a:blip>
          <a:stretch>
            <a:fillRect/>
          </a:stretch>
        </p:blipFill>
        <p:spPr>
          <a:xfrm>
            <a:off x="1907800" y="1136200"/>
            <a:ext cx="5377600" cy="3781575"/>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8" name="Shape 2058"/>
        <p:cNvGrpSpPr/>
        <p:nvPr/>
      </p:nvGrpSpPr>
      <p:grpSpPr>
        <a:xfrm>
          <a:off x="0" y="0"/>
          <a:ext cx="0" cy="0"/>
          <a:chOff x="0" y="0"/>
          <a:chExt cx="0" cy="0"/>
        </a:xfrm>
      </p:grpSpPr>
      <p:sp>
        <p:nvSpPr>
          <p:cNvPr id="2059" name="Google Shape;2059;g2975d56d0dc_2_242"/>
          <p:cNvSpPr txBox="1"/>
          <p:nvPr>
            <p:ph type="title"/>
          </p:nvPr>
        </p:nvSpPr>
        <p:spPr>
          <a:xfrm>
            <a:off x="737775" y="899750"/>
            <a:ext cx="7297500" cy="910200"/>
          </a:xfrm>
          <a:prstGeom prst="rect">
            <a:avLst/>
          </a:prstGeom>
          <a:noFill/>
          <a:ln>
            <a:noFill/>
          </a:ln>
        </p:spPr>
        <p:txBody>
          <a:bodyPr anchorCtr="0" anchor="ctr" bIns="91425" lIns="91425" spcFirstLastPara="1" rIns="91425" wrap="square" tIns="91425">
            <a:noAutofit/>
          </a:bodyPr>
          <a:lstStyle/>
          <a:p>
            <a:pPr indent="0" lvl="0" marL="0" rtl="0" algn="l">
              <a:lnSpc>
                <a:spcPct val="80000"/>
              </a:lnSpc>
              <a:spcBef>
                <a:spcPts val="0"/>
              </a:spcBef>
              <a:spcAft>
                <a:spcPts val="0"/>
              </a:spcAft>
              <a:buSzPts val="4800"/>
              <a:buNone/>
            </a:pPr>
            <a:r>
              <a:rPr lang="en" sz="3400"/>
              <a:t>Plano de Marketing</a:t>
            </a:r>
            <a:endParaRPr sz="3400"/>
          </a:p>
        </p:txBody>
      </p:sp>
      <p:grpSp>
        <p:nvGrpSpPr>
          <p:cNvPr id="2060" name="Google Shape;2060;g2975d56d0dc_2_242"/>
          <p:cNvGrpSpPr/>
          <p:nvPr/>
        </p:nvGrpSpPr>
        <p:grpSpPr>
          <a:xfrm>
            <a:off x="-1201038" y="-2864696"/>
            <a:ext cx="6191221" cy="6569036"/>
            <a:chOff x="-1238838" y="-2814271"/>
            <a:chExt cx="6191221" cy="6569036"/>
          </a:xfrm>
        </p:grpSpPr>
        <p:pic>
          <p:nvPicPr>
            <p:cNvPr id="2061" name="Google Shape;2061;g2975d56d0dc_2_242"/>
            <p:cNvPicPr preferRelativeResize="0"/>
            <p:nvPr/>
          </p:nvPicPr>
          <p:blipFill rotWithShape="1">
            <a:blip r:embed="rId3">
              <a:alphaModFix/>
            </a:blip>
            <a:srcRect b="26177" l="16960" r="7121" t="24718"/>
            <a:stretch/>
          </p:blipFill>
          <p:spPr>
            <a:xfrm flipH="1">
              <a:off x="-860279" y="-1155525"/>
              <a:ext cx="3615750" cy="2759625"/>
            </a:xfrm>
            <a:prstGeom prst="rect">
              <a:avLst/>
            </a:prstGeom>
            <a:noFill/>
            <a:ln>
              <a:noFill/>
            </a:ln>
          </p:spPr>
        </p:pic>
        <p:grpSp>
          <p:nvGrpSpPr>
            <p:cNvPr id="2062" name="Google Shape;2062;g2975d56d0dc_2_242"/>
            <p:cNvGrpSpPr/>
            <p:nvPr/>
          </p:nvGrpSpPr>
          <p:grpSpPr>
            <a:xfrm>
              <a:off x="-1238838" y="-2814271"/>
              <a:ext cx="6191221" cy="6569036"/>
              <a:chOff x="-1238838" y="-2814271"/>
              <a:chExt cx="6191221" cy="6569036"/>
            </a:xfrm>
          </p:grpSpPr>
          <p:sp>
            <p:nvSpPr>
              <p:cNvPr id="2063" name="Google Shape;2063;g2975d56d0dc_2_242"/>
              <p:cNvSpPr/>
              <p:nvPr/>
            </p:nvSpPr>
            <p:spPr>
              <a:xfrm flipH="1" rot="-2700000">
                <a:off x="-146394" y="-2093348"/>
                <a:ext cx="4006334" cy="4749375"/>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lt2"/>
                  </a:gs>
                  <a:gs pos="40000">
                    <a:srgbClr val="FF9900">
                      <a:alpha val="40392"/>
                    </a:srgbClr>
                  </a:gs>
                  <a:gs pos="100000">
                    <a:srgbClr val="FFFFFF">
                      <a:alpha val="0"/>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 name="Google Shape;2064;g2975d56d0dc_2_242"/>
              <p:cNvSpPr/>
              <p:nvPr/>
            </p:nvSpPr>
            <p:spPr>
              <a:xfrm flipH="1" rot="-2700000">
                <a:off x="-515017" y="-1565448"/>
                <a:ext cx="2925242" cy="3057723"/>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g2975d56d0dc_2_242"/>
              <p:cNvSpPr/>
              <p:nvPr/>
            </p:nvSpPr>
            <p:spPr>
              <a:xfrm flipH="1" rot="-2700000">
                <a:off x="194575" y="-1729713"/>
                <a:ext cx="3153371" cy="5119296"/>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66" name="Google Shape;2066;g2975d56d0dc_2_242"/>
              <p:cNvGrpSpPr/>
              <p:nvPr/>
            </p:nvGrpSpPr>
            <p:grpSpPr>
              <a:xfrm>
                <a:off x="3010374" y="1407525"/>
                <a:ext cx="196674" cy="196585"/>
                <a:chOff x="1101075" y="2142375"/>
                <a:chExt cx="439200" cy="439100"/>
              </a:xfrm>
            </p:grpSpPr>
            <p:sp>
              <p:nvSpPr>
                <p:cNvPr id="2067" name="Google Shape;2067;g2975d56d0dc_2_24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g2975d56d0dc_2_24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9" name="Google Shape;2069;g2975d56d0dc_2_242"/>
              <p:cNvGrpSpPr/>
              <p:nvPr/>
            </p:nvGrpSpPr>
            <p:grpSpPr>
              <a:xfrm>
                <a:off x="1890399" y="1114475"/>
                <a:ext cx="196674" cy="196585"/>
                <a:chOff x="1101075" y="2142375"/>
                <a:chExt cx="439200" cy="439100"/>
              </a:xfrm>
            </p:grpSpPr>
            <p:sp>
              <p:nvSpPr>
                <p:cNvPr id="2070" name="Google Shape;2070;g2975d56d0dc_2_24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g2975d56d0dc_2_24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72" name="Google Shape;2072;g2975d56d0dc_2_242"/>
              <p:cNvGrpSpPr/>
              <p:nvPr/>
            </p:nvGrpSpPr>
            <p:grpSpPr>
              <a:xfrm>
                <a:off x="2755474" y="1114475"/>
                <a:ext cx="196674" cy="196585"/>
                <a:chOff x="1101075" y="2142375"/>
                <a:chExt cx="439200" cy="439100"/>
              </a:xfrm>
            </p:grpSpPr>
            <p:sp>
              <p:nvSpPr>
                <p:cNvPr id="2073" name="Google Shape;2073;g2975d56d0dc_2_24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g2975d56d0dc_2_24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75" name="Google Shape;2075;g2975d56d0dc_2_242"/>
              <p:cNvGrpSpPr/>
              <p:nvPr/>
            </p:nvGrpSpPr>
            <p:grpSpPr>
              <a:xfrm>
                <a:off x="1290099" y="539500"/>
                <a:ext cx="196674" cy="196585"/>
                <a:chOff x="1101075" y="2142375"/>
                <a:chExt cx="439200" cy="439100"/>
              </a:xfrm>
            </p:grpSpPr>
            <p:sp>
              <p:nvSpPr>
                <p:cNvPr id="2076" name="Google Shape;2076;g2975d56d0dc_2_24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g2975d56d0dc_2_24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78" name="Google Shape;2078;g2975d56d0dc_2_242"/>
              <p:cNvGrpSpPr/>
              <p:nvPr/>
            </p:nvGrpSpPr>
            <p:grpSpPr>
              <a:xfrm>
                <a:off x="2022774" y="671500"/>
                <a:ext cx="196674" cy="196585"/>
                <a:chOff x="1101075" y="2142375"/>
                <a:chExt cx="439200" cy="439100"/>
              </a:xfrm>
            </p:grpSpPr>
            <p:sp>
              <p:nvSpPr>
                <p:cNvPr id="2079" name="Google Shape;2079;g2975d56d0dc_2_24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g2975d56d0dc_2_24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2081" name="Google Shape;2081;g2975d56d0dc_2_242"/>
          <p:cNvGrpSpPr/>
          <p:nvPr/>
        </p:nvGrpSpPr>
        <p:grpSpPr>
          <a:xfrm>
            <a:off x="4571994" y="2268219"/>
            <a:ext cx="5022035" cy="4764449"/>
            <a:chOff x="4571994" y="2268219"/>
            <a:chExt cx="5022035" cy="4764449"/>
          </a:xfrm>
        </p:grpSpPr>
        <p:pic>
          <p:nvPicPr>
            <p:cNvPr id="2082" name="Google Shape;2082;g2975d56d0dc_2_242"/>
            <p:cNvPicPr preferRelativeResize="0"/>
            <p:nvPr/>
          </p:nvPicPr>
          <p:blipFill rotWithShape="1">
            <a:blip r:embed="rId3">
              <a:alphaModFix/>
            </a:blip>
            <a:srcRect b="26177" l="16960" r="7121" t="24718"/>
            <a:stretch/>
          </p:blipFill>
          <p:spPr>
            <a:xfrm flipH="1">
              <a:off x="5978271" y="3376950"/>
              <a:ext cx="3615750" cy="2759625"/>
            </a:xfrm>
            <a:prstGeom prst="rect">
              <a:avLst/>
            </a:prstGeom>
            <a:noFill/>
            <a:ln>
              <a:noFill/>
            </a:ln>
          </p:spPr>
        </p:pic>
        <p:grpSp>
          <p:nvGrpSpPr>
            <p:cNvPr id="2083" name="Google Shape;2083;g2975d56d0dc_2_242"/>
            <p:cNvGrpSpPr/>
            <p:nvPr/>
          </p:nvGrpSpPr>
          <p:grpSpPr>
            <a:xfrm rot="10800000">
              <a:off x="4571994" y="2268219"/>
              <a:ext cx="5022035" cy="4764449"/>
              <a:chOff x="-494405" y="-1584825"/>
              <a:chExt cx="4397193" cy="4171657"/>
            </a:xfrm>
          </p:grpSpPr>
          <p:grpSp>
            <p:nvGrpSpPr>
              <p:cNvPr id="2084" name="Google Shape;2084;g2975d56d0dc_2_242"/>
              <p:cNvGrpSpPr/>
              <p:nvPr/>
            </p:nvGrpSpPr>
            <p:grpSpPr>
              <a:xfrm>
                <a:off x="245875" y="-51824"/>
                <a:ext cx="208200" cy="1824700"/>
                <a:chOff x="1040050" y="3812126"/>
                <a:chExt cx="208200" cy="1824700"/>
              </a:xfrm>
            </p:grpSpPr>
            <p:sp>
              <p:nvSpPr>
                <p:cNvPr id="2085" name="Google Shape;2085;g2975d56d0dc_2_242"/>
                <p:cNvSpPr/>
                <p:nvPr/>
              </p:nvSpPr>
              <p:spPr>
                <a:xfrm>
                  <a:off x="1040050" y="3812126"/>
                  <a:ext cx="12550" cy="1824700"/>
                </a:xfrm>
                <a:custGeom>
                  <a:rect b="b" l="l" r="r" t="t"/>
                  <a:pathLst>
                    <a:path extrusionOk="0" h="27731" w="306">
                      <a:moveTo>
                        <a:pt x="1" y="1"/>
                      </a:moveTo>
                      <a:lnTo>
                        <a:pt x="1" y="27730"/>
                      </a:lnTo>
                      <a:lnTo>
                        <a:pt x="305" y="27730"/>
                      </a:lnTo>
                      <a:lnTo>
                        <a:pt x="305" y="1"/>
                      </a:lnTo>
                      <a:close/>
                    </a:path>
                  </a:pathLst>
                </a:custGeom>
                <a:gradFill>
                  <a:gsLst>
                    <a:gs pos="0">
                      <a:srgbClr val="9900FF">
                        <a:alpha val="46666"/>
                      </a:srgbClr>
                    </a:gs>
                    <a:gs pos="100000">
                      <a:srgbClr val="FFFFFF">
                        <a:alpha val="46666"/>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g2975d56d0dc_2_242"/>
                <p:cNvSpPr/>
                <p:nvPr/>
              </p:nvSpPr>
              <p:spPr>
                <a:xfrm>
                  <a:off x="1235741" y="3812126"/>
                  <a:ext cx="12509" cy="1824700"/>
                </a:xfrm>
                <a:custGeom>
                  <a:rect b="b" l="l" r="r" t="t"/>
                  <a:pathLst>
                    <a:path extrusionOk="0" h="27731" w="305">
                      <a:moveTo>
                        <a:pt x="0" y="1"/>
                      </a:moveTo>
                      <a:lnTo>
                        <a:pt x="0" y="27730"/>
                      </a:lnTo>
                      <a:lnTo>
                        <a:pt x="305" y="27730"/>
                      </a:lnTo>
                      <a:lnTo>
                        <a:pt x="305" y="1"/>
                      </a:ln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87" name="Google Shape;2087;g2975d56d0dc_2_242"/>
              <p:cNvGrpSpPr/>
              <p:nvPr/>
            </p:nvGrpSpPr>
            <p:grpSpPr>
              <a:xfrm rot="-8100000">
                <a:off x="540898" y="-1172741"/>
                <a:ext cx="2552124" cy="3347490"/>
                <a:chOff x="2976325" y="908175"/>
                <a:chExt cx="4028179" cy="5283555"/>
              </a:xfrm>
            </p:grpSpPr>
            <p:sp>
              <p:nvSpPr>
                <p:cNvPr id="2088" name="Google Shape;2088;g2975d56d0dc_2_242"/>
                <p:cNvSpPr/>
                <p:nvPr/>
              </p:nvSpPr>
              <p:spPr>
                <a:xfrm>
                  <a:off x="2976325" y="930036"/>
                  <a:ext cx="4006263" cy="4749291"/>
                </a:xfrm>
                <a:custGeom>
                  <a:rect b="b" l="l" r="r" t="t"/>
                  <a:pathLst>
                    <a:path extrusionOk="0" h="115794" w="97678">
                      <a:moveTo>
                        <a:pt x="97449" y="0"/>
                      </a:moveTo>
                      <a:lnTo>
                        <a:pt x="76805" y="20645"/>
                      </a:lnTo>
                      <a:lnTo>
                        <a:pt x="76744" y="20691"/>
                      </a:lnTo>
                      <a:lnTo>
                        <a:pt x="76744" y="35927"/>
                      </a:lnTo>
                      <a:lnTo>
                        <a:pt x="63107" y="49563"/>
                      </a:lnTo>
                      <a:lnTo>
                        <a:pt x="63077" y="49608"/>
                      </a:lnTo>
                      <a:lnTo>
                        <a:pt x="63077" y="56571"/>
                      </a:lnTo>
                      <a:lnTo>
                        <a:pt x="61005" y="58659"/>
                      </a:lnTo>
                      <a:lnTo>
                        <a:pt x="61005" y="62407"/>
                      </a:lnTo>
                      <a:lnTo>
                        <a:pt x="52473" y="70939"/>
                      </a:lnTo>
                      <a:lnTo>
                        <a:pt x="52412" y="70969"/>
                      </a:lnTo>
                      <a:lnTo>
                        <a:pt x="52412" y="78541"/>
                      </a:lnTo>
                      <a:lnTo>
                        <a:pt x="46912" y="84057"/>
                      </a:lnTo>
                      <a:lnTo>
                        <a:pt x="46912" y="89633"/>
                      </a:lnTo>
                      <a:lnTo>
                        <a:pt x="33123" y="103406"/>
                      </a:lnTo>
                      <a:lnTo>
                        <a:pt x="12174" y="103406"/>
                      </a:lnTo>
                      <a:lnTo>
                        <a:pt x="0" y="115565"/>
                      </a:lnTo>
                      <a:lnTo>
                        <a:pt x="229" y="115793"/>
                      </a:lnTo>
                      <a:lnTo>
                        <a:pt x="12280" y="103711"/>
                      </a:lnTo>
                      <a:lnTo>
                        <a:pt x="33245" y="103711"/>
                      </a:lnTo>
                      <a:lnTo>
                        <a:pt x="47155" y="89801"/>
                      </a:lnTo>
                      <a:lnTo>
                        <a:pt x="47216" y="89770"/>
                      </a:lnTo>
                      <a:lnTo>
                        <a:pt x="47216" y="84179"/>
                      </a:lnTo>
                      <a:lnTo>
                        <a:pt x="52732" y="78663"/>
                      </a:lnTo>
                      <a:lnTo>
                        <a:pt x="52732" y="71106"/>
                      </a:lnTo>
                      <a:lnTo>
                        <a:pt x="61264" y="62574"/>
                      </a:lnTo>
                      <a:lnTo>
                        <a:pt x="61310" y="62513"/>
                      </a:lnTo>
                      <a:lnTo>
                        <a:pt x="61310" y="58780"/>
                      </a:lnTo>
                      <a:lnTo>
                        <a:pt x="63382" y="56708"/>
                      </a:lnTo>
                      <a:lnTo>
                        <a:pt x="63382" y="49730"/>
                      </a:lnTo>
                      <a:lnTo>
                        <a:pt x="77018" y="36109"/>
                      </a:lnTo>
                      <a:lnTo>
                        <a:pt x="77048" y="36064"/>
                      </a:lnTo>
                      <a:lnTo>
                        <a:pt x="77048" y="20828"/>
                      </a:lnTo>
                      <a:lnTo>
                        <a:pt x="97678" y="198"/>
                      </a:lnTo>
                      <a:lnTo>
                        <a:pt x="97449"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g2975d56d0dc_2_242"/>
                <p:cNvSpPr/>
                <p:nvPr/>
              </p:nvSpPr>
              <p:spPr>
                <a:xfrm>
                  <a:off x="3934943" y="908175"/>
                  <a:ext cx="2925190" cy="3057668"/>
                </a:xfrm>
                <a:custGeom>
                  <a:rect b="b" l="l" r="r" t="t"/>
                  <a:pathLst>
                    <a:path extrusionOk="0" h="74550" w="71320">
                      <a:moveTo>
                        <a:pt x="71091" y="0"/>
                      </a:moveTo>
                      <a:lnTo>
                        <a:pt x="59679" y="11397"/>
                      </a:lnTo>
                      <a:lnTo>
                        <a:pt x="54895" y="11397"/>
                      </a:lnTo>
                      <a:lnTo>
                        <a:pt x="41015" y="25307"/>
                      </a:lnTo>
                      <a:lnTo>
                        <a:pt x="40954" y="25337"/>
                      </a:lnTo>
                      <a:lnTo>
                        <a:pt x="40954" y="42325"/>
                      </a:lnTo>
                      <a:lnTo>
                        <a:pt x="31767" y="51528"/>
                      </a:lnTo>
                      <a:lnTo>
                        <a:pt x="31721" y="51574"/>
                      </a:lnTo>
                      <a:lnTo>
                        <a:pt x="31721" y="59237"/>
                      </a:lnTo>
                      <a:lnTo>
                        <a:pt x="22824" y="68135"/>
                      </a:lnTo>
                      <a:lnTo>
                        <a:pt x="6186" y="68135"/>
                      </a:lnTo>
                      <a:lnTo>
                        <a:pt x="0" y="74321"/>
                      </a:lnTo>
                      <a:lnTo>
                        <a:pt x="229" y="74549"/>
                      </a:lnTo>
                      <a:lnTo>
                        <a:pt x="6323" y="68455"/>
                      </a:lnTo>
                      <a:lnTo>
                        <a:pt x="22945" y="68455"/>
                      </a:lnTo>
                      <a:lnTo>
                        <a:pt x="31980" y="59420"/>
                      </a:lnTo>
                      <a:lnTo>
                        <a:pt x="32026" y="59374"/>
                      </a:lnTo>
                      <a:lnTo>
                        <a:pt x="32026" y="51695"/>
                      </a:lnTo>
                      <a:lnTo>
                        <a:pt x="41229" y="42508"/>
                      </a:lnTo>
                      <a:lnTo>
                        <a:pt x="41259" y="42463"/>
                      </a:lnTo>
                      <a:lnTo>
                        <a:pt x="41259" y="25475"/>
                      </a:lnTo>
                      <a:lnTo>
                        <a:pt x="55032" y="11732"/>
                      </a:lnTo>
                      <a:lnTo>
                        <a:pt x="59786" y="11732"/>
                      </a:lnTo>
                      <a:lnTo>
                        <a:pt x="71320" y="213"/>
                      </a:lnTo>
                      <a:lnTo>
                        <a:pt x="71091" y="0"/>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g2975d56d0dc_2_242"/>
                <p:cNvSpPr/>
                <p:nvPr/>
              </p:nvSpPr>
              <p:spPr>
                <a:xfrm>
                  <a:off x="3851189" y="1072525"/>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1" name="Google Shape;2091;g2975d56d0dc_2_242"/>
              <p:cNvGrpSpPr/>
              <p:nvPr/>
            </p:nvGrpSpPr>
            <p:grpSpPr>
              <a:xfrm>
                <a:off x="-1" y="621223"/>
                <a:ext cx="699940" cy="478601"/>
                <a:chOff x="39723" y="4349021"/>
                <a:chExt cx="1061964" cy="726143"/>
              </a:xfrm>
            </p:grpSpPr>
            <p:grpSp>
              <p:nvGrpSpPr>
                <p:cNvPr id="2092" name="Google Shape;2092;g2975d56d0dc_2_242"/>
                <p:cNvGrpSpPr/>
                <p:nvPr/>
              </p:nvGrpSpPr>
              <p:grpSpPr>
                <a:xfrm rot="2700000">
                  <a:off x="140502" y="4460924"/>
                  <a:ext cx="524584" cy="502337"/>
                  <a:chOff x="1189791" y="-1767331"/>
                  <a:chExt cx="904284" cy="865933"/>
                </a:xfrm>
              </p:grpSpPr>
              <p:sp>
                <p:nvSpPr>
                  <p:cNvPr id="2093" name="Google Shape;2093;g2975d56d0dc_2_24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94" name="Google Shape;2094;g2975d56d0dc_2_242"/>
                  <p:cNvGrpSpPr/>
                  <p:nvPr/>
                </p:nvGrpSpPr>
                <p:grpSpPr>
                  <a:xfrm>
                    <a:off x="1232795" y="-1740829"/>
                    <a:ext cx="717622" cy="717393"/>
                    <a:chOff x="1483457" y="3953671"/>
                    <a:chExt cx="717622" cy="717393"/>
                  </a:xfrm>
                </p:grpSpPr>
                <p:sp>
                  <p:nvSpPr>
                    <p:cNvPr id="2095" name="Google Shape;2095;g2975d56d0dc_2_24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g2975d56d0dc_2_24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g2975d56d0dc_2_24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g2975d56d0dc_2_24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g2975d56d0dc_2_24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100" name="Google Shape;2100;g2975d56d0dc_2_24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1" name="Google Shape;2101;g2975d56d0dc_2_242"/>
              <p:cNvGrpSpPr/>
              <p:nvPr/>
            </p:nvGrpSpPr>
            <p:grpSpPr>
              <a:xfrm>
                <a:off x="955673" y="11"/>
                <a:ext cx="592576" cy="405260"/>
                <a:chOff x="39723" y="4349021"/>
                <a:chExt cx="1061964" cy="726143"/>
              </a:xfrm>
            </p:grpSpPr>
            <p:grpSp>
              <p:nvGrpSpPr>
                <p:cNvPr id="2102" name="Google Shape;2102;g2975d56d0dc_2_242"/>
                <p:cNvGrpSpPr/>
                <p:nvPr/>
              </p:nvGrpSpPr>
              <p:grpSpPr>
                <a:xfrm rot="2700000">
                  <a:off x="140502" y="4460924"/>
                  <a:ext cx="524584" cy="502337"/>
                  <a:chOff x="1189791" y="-1767331"/>
                  <a:chExt cx="904284" cy="865933"/>
                </a:xfrm>
              </p:grpSpPr>
              <p:sp>
                <p:nvSpPr>
                  <p:cNvPr id="2103" name="Google Shape;2103;g2975d56d0dc_2_24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04" name="Google Shape;2104;g2975d56d0dc_2_242"/>
                  <p:cNvGrpSpPr/>
                  <p:nvPr/>
                </p:nvGrpSpPr>
                <p:grpSpPr>
                  <a:xfrm>
                    <a:off x="1232795" y="-1740829"/>
                    <a:ext cx="717622" cy="717393"/>
                    <a:chOff x="1483457" y="3953671"/>
                    <a:chExt cx="717622" cy="717393"/>
                  </a:xfrm>
                </p:grpSpPr>
                <p:sp>
                  <p:nvSpPr>
                    <p:cNvPr id="2105" name="Google Shape;2105;g2975d56d0dc_2_24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g2975d56d0dc_2_24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g2975d56d0dc_2_24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g2975d56d0dc_2_24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g2975d56d0dc_2_24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110" name="Google Shape;2110;g2975d56d0dc_2_24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11" name="Google Shape;2111;g2975d56d0dc_2_242"/>
              <p:cNvGrpSpPr/>
              <p:nvPr/>
            </p:nvGrpSpPr>
            <p:grpSpPr>
              <a:xfrm>
                <a:off x="441574" y="-36652"/>
                <a:ext cx="699940" cy="478601"/>
                <a:chOff x="39723" y="4349021"/>
                <a:chExt cx="1061964" cy="726143"/>
              </a:xfrm>
            </p:grpSpPr>
            <p:grpSp>
              <p:nvGrpSpPr>
                <p:cNvPr id="2112" name="Google Shape;2112;g2975d56d0dc_2_242"/>
                <p:cNvGrpSpPr/>
                <p:nvPr/>
              </p:nvGrpSpPr>
              <p:grpSpPr>
                <a:xfrm rot="2700000">
                  <a:off x="140502" y="4460924"/>
                  <a:ext cx="524584" cy="502337"/>
                  <a:chOff x="1189791" y="-1767331"/>
                  <a:chExt cx="904284" cy="865933"/>
                </a:xfrm>
              </p:grpSpPr>
              <p:sp>
                <p:nvSpPr>
                  <p:cNvPr id="2113" name="Google Shape;2113;g2975d56d0dc_2_242"/>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14" name="Google Shape;2114;g2975d56d0dc_2_242"/>
                  <p:cNvGrpSpPr/>
                  <p:nvPr/>
                </p:nvGrpSpPr>
                <p:grpSpPr>
                  <a:xfrm>
                    <a:off x="1232795" y="-1740829"/>
                    <a:ext cx="717622" cy="717393"/>
                    <a:chOff x="1483457" y="3953671"/>
                    <a:chExt cx="717622" cy="717393"/>
                  </a:xfrm>
                </p:grpSpPr>
                <p:sp>
                  <p:nvSpPr>
                    <p:cNvPr id="2115" name="Google Shape;2115;g2975d56d0dc_2_242"/>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g2975d56d0dc_2_242"/>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g2975d56d0dc_2_242"/>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g2975d56d0dc_2_242"/>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g2975d56d0dc_2_242"/>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120" name="Google Shape;2120;g2975d56d0dc_2_242"/>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21" name="Google Shape;2121;g2975d56d0dc_2_242"/>
              <p:cNvGrpSpPr/>
              <p:nvPr/>
            </p:nvGrpSpPr>
            <p:grpSpPr>
              <a:xfrm>
                <a:off x="-494405" y="-252396"/>
                <a:ext cx="1741563" cy="1288563"/>
                <a:chOff x="-494405" y="-252396"/>
                <a:chExt cx="1741563" cy="1288563"/>
              </a:xfrm>
            </p:grpSpPr>
            <p:sp>
              <p:nvSpPr>
                <p:cNvPr id="2122" name="Google Shape;2122;g2975d56d0dc_2_242"/>
                <p:cNvSpPr/>
                <p:nvPr/>
              </p:nvSpPr>
              <p:spPr>
                <a:xfrm rot="2700000">
                  <a:off x="137431"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g2975d56d0dc_2_242"/>
                <p:cNvSpPr/>
                <p:nvPr/>
              </p:nvSpPr>
              <p:spPr>
                <a:xfrm rot="2700000">
                  <a:off x="-315569" y="-53821"/>
                  <a:ext cx="930891" cy="891412"/>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0C0A9E">
                        <a:alpha val="20000"/>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124" name="Google Shape;2124;g2975d56d0dc_2_242"/>
            <p:cNvGrpSpPr/>
            <p:nvPr/>
          </p:nvGrpSpPr>
          <p:grpSpPr>
            <a:xfrm>
              <a:off x="5643425" y="4968525"/>
              <a:ext cx="439200" cy="439100"/>
              <a:chOff x="1101075" y="2142375"/>
              <a:chExt cx="439200" cy="439100"/>
            </a:xfrm>
          </p:grpSpPr>
          <p:sp>
            <p:nvSpPr>
              <p:cNvPr id="2125" name="Google Shape;2125;g2975d56d0dc_2_242"/>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g2975d56d0dc_2_242"/>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rgbClr val="9900FF">
                      <a:alpha val="46274"/>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127" name="Google Shape;2127;g2975d56d0dc_2_242"/>
          <p:cNvSpPr txBox="1"/>
          <p:nvPr/>
        </p:nvSpPr>
        <p:spPr>
          <a:xfrm>
            <a:off x="1045125" y="2017650"/>
            <a:ext cx="6682800" cy="1108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200">
                <a:solidFill>
                  <a:srgbClr val="374151"/>
                </a:solidFill>
                <a:highlight>
                  <a:srgbClr val="F7F7F8"/>
                </a:highlight>
                <a:latin typeface="Roboto"/>
                <a:ea typeface="Roboto"/>
                <a:cs typeface="Roboto"/>
                <a:sym typeface="Roboto"/>
              </a:rPr>
              <a:t>Para atingir nosso público-alvo de empresas que precisam de serviços de gerenciamento patrimonial, planejamos estratégias de marketing. Isso inclui distribuição de panfletos em escritórios e áreas próximas, além de parcerias estratégicas com empresas relacionadas. Também vamos explorar sites e jornais web especializados, e manter presença ativa nas redes sociais para interagir com nosso público, promovendo assim nossa empresa de forma eficaz.</a:t>
            </a:r>
            <a:endParaRPr>
              <a:latin typeface="Poppins"/>
              <a:ea typeface="Poppins"/>
              <a:cs typeface="Poppins"/>
              <a:sym typeface="Poppins"/>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1" name="Shape 2131"/>
        <p:cNvGrpSpPr/>
        <p:nvPr/>
      </p:nvGrpSpPr>
      <p:grpSpPr>
        <a:xfrm>
          <a:off x="0" y="0"/>
          <a:ext cx="0" cy="0"/>
          <a:chOff x="0" y="0"/>
          <a:chExt cx="0" cy="0"/>
        </a:xfrm>
      </p:grpSpPr>
      <p:grpSp>
        <p:nvGrpSpPr>
          <p:cNvPr id="2132" name="Google Shape;2132;g2975d56d0dc_2_314"/>
          <p:cNvGrpSpPr/>
          <p:nvPr/>
        </p:nvGrpSpPr>
        <p:grpSpPr>
          <a:xfrm>
            <a:off x="6807363" y="2912500"/>
            <a:ext cx="3920501" cy="3531600"/>
            <a:chOff x="6807363" y="2912500"/>
            <a:chExt cx="3920501" cy="3531600"/>
          </a:xfrm>
        </p:grpSpPr>
        <p:pic>
          <p:nvPicPr>
            <p:cNvPr id="2133" name="Google Shape;2133;g2975d56d0dc_2_314"/>
            <p:cNvPicPr preferRelativeResize="0"/>
            <p:nvPr/>
          </p:nvPicPr>
          <p:blipFill rotWithShape="1">
            <a:blip r:embed="rId3">
              <a:alphaModFix/>
            </a:blip>
            <a:srcRect b="15461" l="12472" r="0" t="17720"/>
            <a:stretch/>
          </p:blipFill>
          <p:spPr>
            <a:xfrm>
              <a:off x="6807363" y="2912500"/>
              <a:ext cx="3920501" cy="3531600"/>
            </a:xfrm>
            <a:prstGeom prst="rect">
              <a:avLst/>
            </a:prstGeom>
            <a:noFill/>
            <a:ln>
              <a:noFill/>
            </a:ln>
          </p:spPr>
        </p:pic>
        <p:sp>
          <p:nvSpPr>
            <p:cNvPr id="2134" name="Google Shape;2134;g2975d56d0dc_2_314"/>
            <p:cNvSpPr/>
            <p:nvPr/>
          </p:nvSpPr>
          <p:spPr>
            <a:xfrm rot="10800000">
              <a:off x="7638374" y="2987294"/>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35" name="Google Shape;2135;g2975d56d0dc_2_314"/>
            <p:cNvGrpSpPr/>
            <p:nvPr/>
          </p:nvGrpSpPr>
          <p:grpSpPr>
            <a:xfrm>
              <a:off x="7441400" y="3766050"/>
              <a:ext cx="582050" cy="582425"/>
              <a:chOff x="959750" y="3039275"/>
              <a:chExt cx="582050" cy="582425"/>
            </a:xfrm>
          </p:grpSpPr>
          <p:sp>
            <p:nvSpPr>
              <p:cNvPr id="2136" name="Google Shape;2136;g2975d56d0dc_2_314"/>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g2975d56d0dc_2_314"/>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g2975d56d0dc_2_314"/>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g2975d56d0dc_2_314"/>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g2975d56d0dc_2_314"/>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g2975d56d0dc_2_314"/>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g2975d56d0dc_2_314"/>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43" name="Google Shape;2143;g2975d56d0dc_2_314"/>
            <p:cNvGrpSpPr/>
            <p:nvPr/>
          </p:nvGrpSpPr>
          <p:grpSpPr>
            <a:xfrm>
              <a:off x="8194124" y="3824159"/>
              <a:ext cx="134004" cy="134004"/>
              <a:chOff x="8356813" y="1074288"/>
              <a:chExt cx="351900" cy="351900"/>
            </a:xfrm>
          </p:grpSpPr>
          <p:sp>
            <p:nvSpPr>
              <p:cNvPr id="2144" name="Google Shape;2144;g2975d56d0dc_2_31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g2975d56d0dc_2_31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46" name="Google Shape;2146;g2975d56d0dc_2_314"/>
            <p:cNvGrpSpPr/>
            <p:nvPr/>
          </p:nvGrpSpPr>
          <p:grpSpPr>
            <a:xfrm>
              <a:off x="8279686" y="4297459"/>
              <a:ext cx="134004" cy="134004"/>
              <a:chOff x="8356813" y="1074288"/>
              <a:chExt cx="351900" cy="351900"/>
            </a:xfrm>
          </p:grpSpPr>
          <p:sp>
            <p:nvSpPr>
              <p:cNvPr id="2147" name="Google Shape;2147;g2975d56d0dc_2_314"/>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g2975d56d0dc_2_314"/>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49" name="Google Shape;2149;g2975d56d0dc_2_314"/>
            <p:cNvSpPr/>
            <p:nvPr/>
          </p:nvSpPr>
          <p:spPr>
            <a:xfrm>
              <a:off x="8608325" y="2987900"/>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50" name="Google Shape;2150;g2975d56d0dc_2_314"/>
            <p:cNvGrpSpPr/>
            <p:nvPr/>
          </p:nvGrpSpPr>
          <p:grpSpPr>
            <a:xfrm>
              <a:off x="8498812" y="3538958"/>
              <a:ext cx="699928" cy="1651024"/>
              <a:chOff x="8337812" y="3492483"/>
              <a:chExt cx="699928" cy="1651024"/>
            </a:xfrm>
          </p:grpSpPr>
          <p:sp>
            <p:nvSpPr>
              <p:cNvPr id="2151" name="Google Shape;2151;g2975d56d0dc_2_314"/>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g2975d56d0dc_2_314"/>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g2975d56d0dc_2_314"/>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54" name="Google Shape;2154;g2975d56d0dc_2_314"/>
            <p:cNvGrpSpPr/>
            <p:nvPr/>
          </p:nvGrpSpPr>
          <p:grpSpPr>
            <a:xfrm>
              <a:off x="8267753" y="4417410"/>
              <a:ext cx="1162043" cy="932702"/>
              <a:chOff x="7945225" y="4302000"/>
              <a:chExt cx="904666" cy="726121"/>
            </a:xfrm>
          </p:grpSpPr>
          <p:sp>
            <p:nvSpPr>
              <p:cNvPr id="2155" name="Google Shape;2155;g2975d56d0dc_2_314"/>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g2975d56d0dc_2_314"/>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g2975d56d0dc_2_314"/>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158" name="Google Shape;2158;g2975d56d0dc_2_314"/>
          <p:cNvSpPr txBox="1"/>
          <p:nvPr>
            <p:ph type="title"/>
          </p:nvPr>
        </p:nvSpPr>
        <p:spPr>
          <a:xfrm>
            <a:off x="720000" y="539500"/>
            <a:ext cx="3672000" cy="932700"/>
          </a:xfrm>
          <a:prstGeom prst="rect">
            <a:avLst/>
          </a:prstGeom>
          <a:solidFill>
            <a:schemeClr val="lt1"/>
          </a:solid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Conclusão</a:t>
            </a:r>
            <a:endParaRPr/>
          </a:p>
        </p:txBody>
      </p:sp>
      <p:grpSp>
        <p:nvGrpSpPr>
          <p:cNvPr id="2159" name="Google Shape;2159;g2975d56d0dc_2_314"/>
          <p:cNvGrpSpPr/>
          <p:nvPr/>
        </p:nvGrpSpPr>
        <p:grpSpPr>
          <a:xfrm>
            <a:off x="-1178500" y="-783270"/>
            <a:ext cx="2584025" cy="5008632"/>
            <a:chOff x="-1178500" y="-783270"/>
            <a:chExt cx="2584025" cy="5008632"/>
          </a:xfrm>
        </p:grpSpPr>
        <p:sp>
          <p:nvSpPr>
            <p:cNvPr id="2160" name="Google Shape;2160;g2975d56d0dc_2_314"/>
            <p:cNvSpPr/>
            <p:nvPr/>
          </p:nvSpPr>
          <p:spPr>
            <a:xfrm>
              <a:off x="-531025" y="-783270"/>
              <a:ext cx="1831906" cy="2973982"/>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g2975d56d0dc_2_314"/>
            <p:cNvSpPr/>
            <p:nvPr/>
          </p:nvSpPr>
          <p:spPr>
            <a:xfrm rot="10800000">
              <a:off x="-1178500" y="1251380"/>
              <a:ext cx="1831906" cy="2973982"/>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62" name="Google Shape;2162;g2975d56d0dc_2_314"/>
            <p:cNvGrpSpPr/>
            <p:nvPr/>
          </p:nvGrpSpPr>
          <p:grpSpPr>
            <a:xfrm>
              <a:off x="-249813" y="105367"/>
              <a:ext cx="1269471" cy="868249"/>
              <a:chOff x="39723" y="4349021"/>
              <a:chExt cx="1061964" cy="726143"/>
            </a:xfrm>
          </p:grpSpPr>
          <p:grpSp>
            <p:nvGrpSpPr>
              <p:cNvPr id="2163" name="Google Shape;2163;g2975d56d0dc_2_314"/>
              <p:cNvGrpSpPr/>
              <p:nvPr/>
            </p:nvGrpSpPr>
            <p:grpSpPr>
              <a:xfrm rot="2700000">
                <a:off x="140502" y="4460924"/>
                <a:ext cx="524584" cy="502337"/>
                <a:chOff x="1189791" y="-1767331"/>
                <a:chExt cx="904284" cy="865933"/>
              </a:xfrm>
            </p:grpSpPr>
            <p:sp>
              <p:nvSpPr>
                <p:cNvPr id="2164" name="Google Shape;2164;g2975d56d0dc_2_314"/>
                <p:cNvSpPr/>
                <p:nvPr/>
              </p:nvSpPr>
              <p:spPr>
                <a:xfrm>
                  <a:off x="1189791" y="-1767331"/>
                  <a:ext cx="904284" cy="865933"/>
                </a:xfrm>
                <a:custGeom>
                  <a:rect b="b" l="l" r="r" t="t"/>
                  <a:pathLst>
                    <a:path extrusionOk="0" h="35337" w="36902">
                      <a:moveTo>
                        <a:pt x="18449" y="1"/>
                      </a:moveTo>
                      <a:cubicBezTo>
                        <a:pt x="16409" y="1"/>
                        <a:pt x="14368" y="778"/>
                        <a:pt x="12814" y="2332"/>
                      </a:cubicBezTo>
                      <a:lnTo>
                        <a:pt x="3108" y="12037"/>
                      </a:lnTo>
                      <a:cubicBezTo>
                        <a:pt x="0" y="15145"/>
                        <a:pt x="0" y="20189"/>
                        <a:pt x="3108" y="23297"/>
                      </a:cubicBezTo>
                      <a:lnTo>
                        <a:pt x="12814" y="33017"/>
                      </a:lnTo>
                      <a:cubicBezTo>
                        <a:pt x="14368" y="34564"/>
                        <a:pt x="16405" y="35337"/>
                        <a:pt x="18443" y="35337"/>
                      </a:cubicBezTo>
                      <a:cubicBezTo>
                        <a:pt x="20481" y="35337"/>
                        <a:pt x="22519" y="34564"/>
                        <a:pt x="24073" y="33017"/>
                      </a:cubicBezTo>
                      <a:lnTo>
                        <a:pt x="33794" y="23297"/>
                      </a:lnTo>
                      <a:cubicBezTo>
                        <a:pt x="36902" y="20189"/>
                        <a:pt x="36902" y="15145"/>
                        <a:pt x="33794" y="12037"/>
                      </a:cubicBezTo>
                      <a:lnTo>
                        <a:pt x="24073" y="2332"/>
                      </a:lnTo>
                      <a:cubicBezTo>
                        <a:pt x="22527" y="778"/>
                        <a:pt x="20489" y="1"/>
                        <a:pt x="18449" y="1"/>
                      </a:cubicBezTo>
                      <a:close/>
                    </a:path>
                  </a:pathLst>
                </a:cu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65" name="Google Shape;2165;g2975d56d0dc_2_314"/>
                <p:cNvGrpSpPr/>
                <p:nvPr/>
              </p:nvGrpSpPr>
              <p:grpSpPr>
                <a:xfrm>
                  <a:off x="1232795" y="-1740829"/>
                  <a:ext cx="717622" cy="717393"/>
                  <a:chOff x="1483457" y="3953671"/>
                  <a:chExt cx="717622" cy="717393"/>
                </a:xfrm>
              </p:grpSpPr>
              <p:sp>
                <p:nvSpPr>
                  <p:cNvPr id="2166" name="Google Shape;2166;g2975d56d0dc_2_314"/>
                  <p:cNvSpPr/>
                  <p:nvPr/>
                </p:nvSpPr>
                <p:spPr>
                  <a:xfrm>
                    <a:off x="1483457" y="4257265"/>
                    <a:ext cx="413799" cy="413799"/>
                  </a:xfrm>
                  <a:custGeom>
                    <a:rect b="b" l="l" r="r" t="t"/>
                    <a:pathLst>
                      <a:path extrusionOk="0" h="27121" w="27121">
                        <a:moveTo>
                          <a:pt x="381" y="1"/>
                        </a:moveTo>
                        <a:lnTo>
                          <a:pt x="0" y="382"/>
                        </a:lnTo>
                        <a:lnTo>
                          <a:pt x="26739" y="27121"/>
                        </a:lnTo>
                        <a:lnTo>
                          <a:pt x="27120" y="26740"/>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g2975d56d0dc_2_314"/>
                  <p:cNvSpPr/>
                  <p:nvPr/>
                </p:nvSpPr>
                <p:spPr>
                  <a:xfrm>
                    <a:off x="1559470" y="4181481"/>
                    <a:ext cx="413799" cy="413799"/>
                  </a:xfrm>
                  <a:custGeom>
                    <a:rect b="b" l="l" r="r" t="t"/>
                    <a:pathLst>
                      <a:path extrusionOk="0" h="27121" w="27121">
                        <a:moveTo>
                          <a:pt x="366" y="1"/>
                        </a:moveTo>
                        <a:lnTo>
                          <a:pt x="0" y="382"/>
                        </a:lnTo>
                        <a:lnTo>
                          <a:pt x="26739" y="27121"/>
                        </a:lnTo>
                        <a:lnTo>
                          <a:pt x="27120" y="26740"/>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g2975d56d0dc_2_314"/>
                  <p:cNvSpPr/>
                  <p:nvPr/>
                </p:nvSpPr>
                <p:spPr>
                  <a:xfrm>
                    <a:off x="1635483" y="4105239"/>
                    <a:ext cx="413799" cy="413799"/>
                  </a:xfrm>
                  <a:custGeom>
                    <a:rect b="b" l="l" r="r" t="t"/>
                    <a:pathLst>
                      <a:path extrusionOk="0" h="27121" w="27121">
                        <a:moveTo>
                          <a:pt x="366" y="1"/>
                        </a:moveTo>
                        <a:lnTo>
                          <a:pt x="1" y="381"/>
                        </a:lnTo>
                        <a:lnTo>
                          <a:pt x="26740" y="27120"/>
                        </a:lnTo>
                        <a:lnTo>
                          <a:pt x="27121" y="26755"/>
                        </a:lnTo>
                        <a:lnTo>
                          <a:pt x="366"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g2975d56d0dc_2_314"/>
                  <p:cNvSpPr/>
                  <p:nvPr/>
                </p:nvSpPr>
                <p:spPr>
                  <a:xfrm>
                    <a:off x="1711267" y="4029455"/>
                    <a:ext cx="413799" cy="413799"/>
                  </a:xfrm>
                  <a:custGeom>
                    <a:rect b="b" l="l" r="r" t="t"/>
                    <a:pathLst>
                      <a:path extrusionOk="0" h="27121" w="27121">
                        <a:moveTo>
                          <a:pt x="381" y="1"/>
                        </a:moveTo>
                        <a:lnTo>
                          <a:pt x="0" y="382"/>
                        </a:lnTo>
                        <a:lnTo>
                          <a:pt x="26755" y="27121"/>
                        </a:lnTo>
                        <a:lnTo>
                          <a:pt x="27120" y="26755"/>
                        </a:lnTo>
                        <a:lnTo>
                          <a:pt x="381"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g2975d56d0dc_2_314"/>
                  <p:cNvSpPr/>
                  <p:nvPr/>
                </p:nvSpPr>
                <p:spPr>
                  <a:xfrm>
                    <a:off x="1787280" y="3953671"/>
                    <a:ext cx="413799" cy="413799"/>
                  </a:xfrm>
                  <a:custGeom>
                    <a:rect b="b" l="l" r="r" t="t"/>
                    <a:pathLst>
                      <a:path extrusionOk="0" h="27121" w="27121">
                        <a:moveTo>
                          <a:pt x="382" y="1"/>
                        </a:moveTo>
                        <a:lnTo>
                          <a:pt x="1" y="382"/>
                        </a:lnTo>
                        <a:lnTo>
                          <a:pt x="26740" y="27121"/>
                        </a:lnTo>
                        <a:lnTo>
                          <a:pt x="27121" y="26740"/>
                        </a:lnTo>
                        <a:lnTo>
                          <a:pt x="382" y="1"/>
                        </a:lnTo>
                        <a:close/>
                      </a:path>
                    </a:pathLst>
                  </a:custGeom>
                  <a:gradFill>
                    <a:gsLst>
                      <a:gs pos="0">
                        <a:srgbClr val="9900FF">
                          <a:alpha val="46666"/>
                        </a:srgbClr>
                      </a:gs>
                      <a:gs pos="100000">
                        <a:srgbClr val="FFFFFF">
                          <a:alpha val="46666"/>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171" name="Google Shape;2171;g2975d56d0dc_2_314"/>
              <p:cNvSpPr/>
              <p:nvPr/>
            </p:nvSpPr>
            <p:spPr>
              <a:xfrm rot="-2700000">
                <a:off x="542534" y="4469276"/>
                <a:ext cx="492898" cy="391560"/>
              </a:xfrm>
              <a:custGeom>
                <a:rect b="b" l="l" r="r" t="t"/>
                <a:pathLst>
                  <a:path extrusionOk="0" h="35440" w="44612">
                    <a:moveTo>
                      <a:pt x="40817" y="1"/>
                    </a:moveTo>
                    <a:lnTo>
                      <a:pt x="37420" y="3383"/>
                    </a:lnTo>
                    <a:lnTo>
                      <a:pt x="41213" y="7177"/>
                    </a:lnTo>
                    <a:lnTo>
                      <a:pt x="44611" y="3779"/>
                    </a:lnTo>
                    <a:lnTo>
                      <a:pt x="40817" y="1"/>
                    </a:lnTo>
                    <a:close/>
                    <a:moveTo>
                      <a:pt x="22184" y="4099"/>
                    </a:moveTo>
                    <a:lnTo>
                      <a:pt x="18801" y="7482"/>
                    </a:lnTo>
                    <a:lnTo>
                      <a:pt x="22595" y="11275"/>
                    </a:lnTo>
                    <a:lnTo>
                      <a:pt x="25978" y="7878"/>
                    </a:lnTo>
                    <a:lnTo>
                      <a:pt x="22184" y="4099"/>
                    </a:lnTo>
                    <a:close/>
                    <a:moveTo>
                      <a:pt x="15983" y="10300"/>
                    </a:moveTo>
                    <a:lnTo>
                      <a:pt x="12585" y="13698"/>
                    </a:lnTo>
                    <a:lnTo>
                      <a:pt x="16379" y="17476"/>
                    </a:lnTo>
                    <a:lnTo>
                      <a:pt x="19776" y="14094"/>
                    </a:lnTo>
                    <a:lnTo>
                      <a:pt x="15983" y="10300"/>
                    </a:lnTo>
                    <a:close/>
                    <a:moveTo>
                      <a:pt x="9431" y="16852"/>
                    </a:moveTo>
                    <a:lnTo>
                      <a:pt x="6034" y="20249"/>
                    </a:lnTo>
                    <a:lnTo>
                      <a:pt x="15190" y="29406"/>
                    </a:lnTo>
                    <a:lnTo>
                      <a:pt x="18588" y="26008"/>
                    </a:lnTo>
                    <a:lnTo>
                      <a:pt x="9431" y="16852"/>
                    </a:lnTo>
                    <a:close/>
                    <a:moveTo>
                      <a:pt x="3383" y="22885"/>
                    </a:moveTo>
                    <a:lnTo>
                      <a:pt x="0" y="26283"/>
                    </a:lnTo>
                    <a:lnTo>
                      <a:pt x="9157" y="35440"/>
                    </a:lnTo>
                    <a:lnTo>
                      <a:pt x="12555" y="32057"/>
                    </a:lnTo>
                    <a:lnTo>
                      <a:pt x="3383" y="22885"/>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72" name="Google Shape;2172;g2975d56d0dc_2_314"/>
            <p:cNvGrpSpPr/>
            <p:nvPr/>
          </p:nvGrpSpPr>
          <p:grpSpPr>
            <a:xfrm rot="5400000">
              <a:off x="966375" y="-246975"/>
              <a:ext cx="439200" cy="439100"/>
              <a:chOff x="1101075" y="2142375"/>
              <a:chExt cx="439200" cy="439100"/>
            </a:xfrm>
          </p:grpSpPr>
          <p:sp>
            <p:nvSpPr>
              <p:cNvPr id="2173" name="Google Shape;2173;g2975d56d0dc_2_314"/>
              <p:cNvSpPr/>
              <p:nvPr/>
            </p:nvSpPr>
            <p:spPr>
              <a:xfrm>
                <a:off x="1101075" y="2142375"/>
                <a:ext cx="439200" cy="439100"/>
              </a:xfrm>
              <a:custGeom>
                <a:rect b="b" l="l" r="r" t="t"/>
                <a:pathLst>
                  <a:path extrusionOk="0" h="17564" w="17568">
                    <a:moveTo>
                      <a:pt x="8792" y="1291"/>
                    </a:moveTo>
                    <a:cubicBezTo>
                      <a:pt x="10711" y="1291"/>
                      <a:pt x="12631" y="2008"/>
                      <a:pt x="14094" y="3501"/>
                    </a:cubicBezTo>
                    <a:cubicBezTo>
                      <a:pt x="15526" y="4902"/>
                      <a:pt x="16303" y="6807"/>
                      <a:pt x="16303" y="8803"/>
                    </a:cubicBezTo>
                    <a:cubicBezTo>
                      <a:pt x="16303" y="10814"/>
                      <a:pt x="15526" y="12688"/>
                      <a:pt x="14094" y="14120"/>
                    </a:cubicBezTo>
                    <a:cubicBezTo>
                      <a:pt x="12692" y="15552"/>
                      <a:pt x="10788" y="16329"/>
                      <a:pt x="8792" y="16329"/>
                    </a:cubicBezTo>
                    <a:cubicBezTo>
                      <a:pt x="6780" y="16329"/>
                      <a:pt x="4906" y="15552"/>
                      <a:pt x="3474" y="14120"/>
                    </a:cubicBezTo>
                    <a:cubicBezTo>
                      <a:pt x="2042" y="12718"/>
                      <a:pt x="1265" y="10814"/>
                      <a:pt x="1265" y="8803"/>
                    </a:cubicBezTo>
                    <a:cubicBezTo>
                      <a:pt x="1265" y="6807"/>
                      <a:pt x="2042" y="4918"/>
                      <a:pt x="3474" y="3501"/>
                    </a:cubicBezTo>
                    <a:cubicBezTo>
                      <a:pt x="4937" y="2023"/>
                      <a:pt x="6857" y="1291"/>
                      <a:pt x="8792" y="1291"/>
                    </a:cubicBezTo>
                    <a:close/>
                    <a:moveTo>
                      <a:pt x="8784" y="0"/>
                    </a:moveTo>
                    <a:cubicBezTo>
                      <a:pt x="6537" y="0"/>
                      <a:pt x="4289" y="857"/>
                      <a:pt x="2575" y="2571"/>
                    </a:cubicBezTo>
                    <a:cubicBezTo>
                      <a:pt x="915" y="4232"/>
                      <a:pt x="1" y="6441"/>
                      <a:pt x="1" y="8788"/>
                    </a:cubicBezTo>
                    <a:cubicBezTo>
                      <a:pt x="1" y="11134"/>
                      <a:pt x="915" y="13343"/>
                      <a:pt x="2575" y="15004"/>
                    </a:cubicBezTo>
                    <a:cubicBezTo>
                      <a:pt x="4236" y="16649"/>
                      <a:pt x="6445" y="17563"/>
                      <a:pt x="8792" y="17563"/>
                    </a:cubicBezTo>
                    <a:cubicBezTo>
                      <a:pt x="11123" y="17563"/>
                      <a:pt x="13332" y="16649"/>
                      <a:pt x="14993" y="15004"/>
                    </a:cubicBezTo>
                    <a:cubicBezTo>
                      <a:pt x="16653" y="13343"/>
                      <a:pt x="17568" y="11134"/>
                      <a:pt x="17568" y="8788"/>
                    </a:cubicBezTo>
                    <a:cubicBezTo>
                      <a:pt x="17568" y="6441"/>
                      <a:pt x="16653" y="4232"/>
                      <a:pt x="14993" y="2571"/>
                    </a:cubicBezTo>
                    <a:cubicBezTo>
                      <a:pt x="13279" y="857"/>
                      <a:pt x="11031" y="0"/>
                      <a:pt x="8784" y="0"/>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g2975d56d0dc_2_314"/>
              <p:cNvSpPr/>
              <p:nvPr/>
            </p:nvSpPr>
            <p:spPr>
              <a:xfrm>
                <a:off x="1189450" y="2242350"/>
                <a:ext cx="262850" cy="239700"/>
              </a:xfrm>
              <a:custGeom>
                <a:rect b="b" l="l" r="r" t="t"/>
                <a:pathLst>
                  <a:path extrusionOk="0" h="9588" w="10514">
                    <a:moveTo>
                      <a:pt x="5257" y="1269"/>
                    </a:moveTo>
                    <a:cubicBezTo>
                      <a:pt x="6171" y="1269"/>
                      <a:pt x="7054" y="1604"/>
                      <a:pt x="7771" y="2290"/>
                    </a:cubicBezTo>
                    <a:cubicBezTo>
                      <a:pt x="9127" y="3692"/>
                      <a:pt x="9127" y="5931"/>
                      <a:pt x="7771" y="7302"/>
                    </a:cubicBezTo>
                    <a:cubicBezTo>
                      <a:pt x="7070" y="7988"/>
                      <a:pt x="6159" y="8331"/>
                      <a:pt x="5253" y="8331"/>
                    </a:cubicBezTo>
                    <a:cubicBezTo>
                      <a:pt x="4346" y="8331"/>
                      <a:pt x="3444" y="7988"/>
                      <a:pt x="2758" y="7302"/>
                    </a:cubicBezTo>
                    <a:cubicBezTo>
                      <a:pt x="1387" y="5916"/>
                      <a:pt x="1387" y="3661"/>
                      <a:pt x="2758" y="2290"/>
                    </a:cubicBezTo>
                    <a:cubicBezTo>
                      <a:pt x="3444" y="1604"/>
                      <a:pt x="4342" y="1269"/>
                      <a:pt x="5257" y="1269"/>
                    </a:cubicBezTo>
                    <a:close/>
                    <a:moveTo>
                      <a:pt x="5255" y="1"/>
                    </a:moveTo>
                    <a:cubicBezTo>
                      <a:pt x="4026" y="1"/>
                      <a:pt x="2796" y="469"/>
                      <a:pt x="1859" y="1406"/>
                    </a:cubicBezTo>
                    <a:cubicBezTo>
                      <a:pt x="0" y="3265"/>
                      <a:pt x="0" y="6312"/>
                      <a:pt x="1859" y="8186"/>
                    </a:cubicBezTo>
                    <a:cubicBezTo>
                      <a:pt x="2788" y="9116"/>
                      <a:pt x="4038" y="9588"/>
                      <a:pt x="5257" y="9588"/>
                    </a:cubicBezTo>
                    <a:cubicBezTo>
                      <a:pt x="6491" y="9588"/>
                      <a:pt x="7710" y="9131"/>
                      <a:pt x="8639" y="8186"/>
                    </a:cubicBezTo>
                    <a:cubicBezTo>
                      <a:pt x="10513" y="6312"/>
                      <a:pt x="10513" y="3265"/>
                      <a:pt x="8639" y="1406"/>
                    </a:cubicBezTo>
                    <a:cubicBezTo>
                      <a:pt x="7710" y="469"/>
                      <a:pt x="6483" y="1"/>
                      <a:pt x="5255" y="1"/>
                    </a:cubicBezTo>
                    <a:close/>
                  </a:path>
                </a:pathLst>
              </a:cu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8" name="Shape 2178"/>
        <p:cNvGrpSpPr/>
        <p:nvPr/>
      </p:nvGrpSpPr>
      <p:grpSpPr>
        <a:xfrm>
          <a:off x="0" y="0"/>
          <a:ext cx="0" cy="0"/>
          <a:chOff x="0" y="0"/>
          <a:chExt cx="0" cy="0"/>
        </a:xfrm>
      </p:grpSpPr>
      <p:sp>
        <p:nvSpPr>
          <p:cNvPr id="2179" name="Google Shape;2179;g2975d56d0dc_2_36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Practical exercise - calculator</a:t>
            </a:r>
            <a:endParaRPr/>
          </a:p>
        </p:txBody>
      </p:sp>
      <p:sp>
        <p:nvSpPr>
          <p:cNvPr id="2180" name="Google Shape;2180;g2975d56d0dc_2_360"/>
          <p:cNvSpPr txBox="1"/>
          <p:nvPr>
            <p:ph idx="1" type="subTitle"/>
          </p:nvPr>
        </p:nvSpPr>
        <p:spPr>
          <a:xfrm>
            <a:off x="713225" y="1160775"/>
            <a:ext cx="7710900" cy="3455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rPr b="1" lang="en" sz="2000">
                <a:latin typeface="IBM Plex Mono"/>
                <a:ea typeface="IBM Plex Mono"/>
                <a:cs typeface="IBM Plex Mono"/>
                <a:sym typeface="IBM Plex Mono"/>
              </a:rPr>
              <a:t>Objective:</a:t>
            </a:r>
            <a:endParaRPr b="1" sz="2000">
              <a:latin typeface="IBM Plex Mono"/>
              <a:ea typeface="IBM Plex Mono"/>
              <a:cs typeface="IBM Plex Mono"/>
              <a:sym typeface="IBM Plex Mono"/>
            </a:endParaRPr>
          </a:p>
          <a:p>
            <a:pPr indent="0" lvl="0" marL="0" rtl="0" algn="l">
              <a:lnSpc>
                <a:spcPct val="115000"/>
              </a:lnSpc>
              <a:spcBef>
                <a:spcPts val="0"/>
              </a:spcBef>
              <a:spcAft>
                <a:spcPts val="0"/>
              </a:spcAft>
              <a:buSzPts val="1400"/>
              <a:buNone/>
            </a:pPr>
            <a:r>
              <a:rPr lang="en"/>
              <a:t>Introduce participants to basic coding concepts by building a </a:t>
            </a:r>
            <a:r>
              <a:rPr b="1" lang="en"/>
              <a:t>simple calculator</a:t>
            </a:r>
            <a:endParaRPr b="1"/>
          </a:p>
          <a:p>
            <a:pPr indent="0" lvl="0" marL="0" rtl="0" algn="l">
              <a:lnSpc>
                <a:spcPct val="115000"/>
              </a:lnSpc>
              <a:spcBef>
                <a:spcPts val="1000"/>
              </a:spcBef>
              <a:spcAft>
                <a:spcPts val="0"/>
              </a:spcAft>
              <a:buSzPts val="1400"/>
              <a:buNone/>
            </a:pPr>
            <a:r>
              <a:rPr b="1" lang="en"/>
              <a:t>Instructions:</a:t>
            </a:r>
            <a:endParaRPr b="1"/>
          </a:p>
          <a:p>
            <a:pPr indent="-317500" lvl="0" marL="457200" rtl="0" algn="l">
              <a:lnSpc>
                <a:spcPct val="115000"/>
              </a:lnSpc>
              <a:spcBef>
                <a:spcPts val="0"/>
              </a:spcBef>
              <a:spcAft>
                <a:spcPts val="0"/>
              </a:spcAft>
              <a:buSzPts val="1400"/>
              <a:buAutoNum type="arabicPeriod"/>
            </a:pPr>
            <a:r>
              <a:rPr lang="en"/>
              <a:t>Open a Python development environment and write the following code:</a:t>
            </a:r>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 Simple Calculator</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num1 = int(input("Enter the first number: "))</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num2 = int(input("Enter the second number: "))</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print("Sum:", num1 + num2)</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print("Difference:", num1 - num2)</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print("Product:", num1 * num2)</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print("Quotient:", num1 / num2)</a:t>
            </a:r>
            <a:endParaRPr>
              <a:solidFill>
                <a:schemeClr val="dk2"/>
              </a:solidFill>
              <a:latin typeface="IBM Plex Mono Medium"/>
              <a:ea typeface="IBM Plex Mono Medium"/>
              <a:cs typeface="IBM Plex Mono Medium"/>
              <a:sym typeface="IBM Plex Mono Medium"/>
            </a:endParaRPr>
          </a:p>
          <a:p>
            <a:pPr indent="-317500" lvl="0" marL="457200" rtl="0" algn="l">
              <a:lnSpc>
                <a:spcPct val="115000"/>
              </a:lnSpc>
              <a:spcBef>
                <a:spcPts val="0"/>
              </a:spcBef>
              <a:spcAft>
                <a:spcPts val="0"/>
              </a:spcAft>
              <a:buSzPts val="1400"/>
              <a:buAutoNum type="arabicPeriod"/>
            </a:pPr>
            <a:r>
              <a:rPr lang="en"/>
              <a:t>Run the program and experiment with different numbers</a:t>
            </a:r>
            <a:endParaRPr/>
          </a:p>
          <a:p>
            <a:pPr indent="-317500" lvl="0" marL="457200" rtl="0" algn="l">
              <a:lnSpc>
                <a:spcPct val="115000"/>
              </a:lnSpc>
              <a:spcBef>
                <a:spcPts val="0"/>
              </a:spcBef>
              <a:spcAft>
                <a:spcPts val="0"/>
              </a:spcAft>
              <a:buSzPts val="1400"/>
              <a:buAutoNum type="arabicPeriod"/>
            </a:pPr>
            <a:r>
              <a:rPr lang="en"/>
              <a:t>Observe the output</a:t>
            </a:r>
            <a:endParaRPr/>
          </a:p>
          <a:p>
            <a:pPr indent="0" lvl="0" marL="457200" rtl="0" algn="l">
              <a:lnSpc>
                <a:spcPct val="115000"/>
              </a:lnSpc>
              <a:spcBef>
                <a:spcPts val="1000"/>
              </a:spcBef>
              <a:spcAft>
                <a:spcPts val="0"/>
              </a:spcAft>
              <a:buSzPts val="1400"/>
              <a:buNone/>
            </a:pPr>
            <a:r>
              <a:t/>
            </a:r>
            <a:endParaRPr/>
          </a:p>
          <a:p>
            <a:pPr indent="0" lvl="0" marL="457200" rtl="0" algn="l">
              <a:lnSpc>
                <a:spcPct val="115000"/>
              </a:lnSpc>
              <a:spcBef>
                <a:spcPts val="1000"/>
              </a:spcBef>
              <a:spcAft>
                <a:spcPts val="0"/>
              </a:spcAft>
              <a:buSzPts val="1400"/>
              <a:buNone/>
            </a:pPr>
            <a:r>
              <a:t/>
            </a:r>
            <a:endParaRPr/>
          </a:p>
          <a:p>
            <a:pPr indent="0" lvl="0" marL="457200" rtl="0" algn="l">
              <a:lnSpc>
                <a:spcPct val="115000"/>
              </a:lnSpc>
              <a:spcBef>
                <a:spcPts val="1000"/>
              </a:spcBef>
              <a:spcAft>
                <a:spcPts val="0"/>
              </a:spcAft>
              <a:buSzPts val="1400"/>
              <a:buNone/>
            </a:pPr>
            <a:r>
              <a:t/>
            </a:r>
            <a:endParaRPr/>
          </a:p>
          <a:p>
            <a:pPr indent="0" lvl="0" marL="457200" rtl="0" algn="l">
              <a:lnSpc>
                <a:spcPct val="115000"/>
              </a:lnSpc>
              <a:spcBef>
                <a:spcPts val="1000"/>
              </a:spcBef>
              <a:spcAft>
                <a:spcPts val="1000"/>
              </a:spcAft>
              <a:buSzPts val="1400"/>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4" name="Shape 2184"/>
        <p:cNvGrpSpPr/>
        <p:nvPr/>
      </p:nvGrpSpPr>
      <p:grpSpPr>
        <a:xfrm>
          <a:off x="0" y="0"/>
          <a:ext cx="0" cy="0"/>
          <a:chOff x="0" y="0"/>
          <a:chExt cx="0" cy="0"/>
        </a:xfrm>
      </p:grpSpPr>
      <p:sp>
        <p:nvSpPr>
          <p:cNvPr id="2185" name="Google Shape;2185;g2975d56d0dc_2_36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Brainstorm and idea generation</a:t>
            </a:r>
            <a:endParaRPr/>
          </a:p>
        </p:txBody>
      </p:sp>
      <p:sp>
        <p:nvSpPr>
          <p:cNvPr id="2186" name="Google Shape;2186;g2975d56d0dc_2_365"/>
          <p:cNvSpPr txBox="1"/>
          <p:nvPr/>
        </p:nvSpPr>
        <p:spPr>
          <a:xfrm>
            <a:off x="786313" y="2659275"/>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Power 1</a:t>
            </a:r>
            <a:endParaRPr b="1" i="0" sz="2000" u="none" cap="none" strike="noStrike">
              <a:solidFill>
                <a:schemeClr val="dk1"/>
              </a:solidFill>
              <a:latin typeface="IBM Plex Mono"/>
              <a:ea typeface="IBM Plex Mono"/>
              <a:cs typeface="IBM Plex Mono"/>
              <a:sym typeface="IBM Plex Mono"/>
            </a:endParaRPr>
          </a:p>
        </p:txBody>
      </p:sp>
      <p:sp>
        <p:nvSpPr>
          <p:cNvPr id="2187" name="Google Shape;2187;g2975d56d0dc_2_365"/>
          <p:cNvSpPr txBox="1"/>
          <p:nvPr/>
        </p:nvSpPr>
        <p:spPr>
          <a:xfrm>
            <a:off x="2874688" y="1786075"/>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Earth</a:t>
            </a:r>
            <a:endParaRPr b="1" i="0" sz="2000" u="none" cap="none" strike="noStrike">
              <a:solidFill>
                <a:schemeClr val="dk1"/>
              </a:solidFill>
              <a:latin typeface="IBM Plex Mono"/>
              <a:ea typeface="IBM Plex Mono"/>
              <a:cs typeface="IBM Plex Mono"/>
              <a:sym typeface="IBM Plex Mono"/>
            </a:endParaRPr>
          </a:p>
        </p:txBody>
      </p:sp>
      <p:sp>
        <p:nvSpPr>
          <p:cNvPr id="2188" name="Google Shape;2188;g2975d56d0dc_2_365"/>
          <p:cNvSpPr txBox="1"/>
          <p:nvPr/>
        </p:nvSpPr>
        <p:spPr>
          <a:xfrm>
            <a:off x="6375888" y="1359913"/>
            <a:ext cx="19818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It’s the smallest planet of them all</a:t>
            </a:r>
            <a:endParaRPr b="0" i="0" sz="1400" u="none" cap="none" strike="noStrike">
              <a:solidFill>
                <a:schemeClr val="dk1"/>
              </a:solidFill>
              <a:latin typeface="Poppins"/>
              <a:ea typeface="Poppins"/>
              <a:cs typeface="Poppins"/>
              <a:sym typeface="Poppins"/>
            </a:endParaRPr>
          </a:p>
        </p:txBody>
      </p:sp>
      <p:sp>
        <p:nvSpPr>
          <p:cNvPr id="2189" name="Google Shape;2189;g2975d56d0dc_2_365"/>
          <p:cNvSpPr txBox="1"/>
          <p:nvPr/>
        </p:nvSpPr>
        <p:spPr>
          <a:xfrm>
            <a:off x="4963088" y="1431775"/>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Mercury</a:t>
            </a:r>
            <a:endParaRPr b="1" i="0" sz="2000" u="none" cap="none" strike="noStrike">
              <a:solidFill>
                <a:schemeClr val="dk1"/>
              </a:solidFill>
              <a:latin typeface="IBM Plex Mono"/>
              <a:ea typeface="IBM Plex Mono"/>
              <a:cs typeface="IBM Plex Mono"/>
              <a:sym typeface="IBM Plex Mono"/>
            </a:endParaRPr>
          </a:p>
        </p:txBody>
      </p:sp>
      <p:sp>
        <p:nvSpPr>
          <p:cNvPr id="2190" name="Google Shape;2190;g2975d56d0dc_2_365"/>
          <p:cNvSpPr txBox="1"/>
          <p:nvPr/>
        </p:nvSpPr>
        <p:spPr>
          <a:xfrm>
            <a:off x="6375888" y="2068513"/>
            <a:ext cx="19818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Venus is the second planet from the Sun</a:t>
            </a:r>
            <a:endParaRPr b="0" i="0" sz="1400" u="none" cap="none" strike="noStrike">
              <a:solidFill>
                <a:schemeClr val="dk1"/>
              </a:solidFill>
              <a:latin typeface="Poppins"/>
              <a:ea typeface="Poppins"/>
              <a:cs typeface="Poppins"/>
              <a:sym typeface="Poppins"/>
            </a:endParaRPr>
          </a:p>
        </p:txBody>
      </p:sp>
      <p:sp>
        <p:nvSpPr>
          <p:cNvPr id="2191" name="Google Shape;2191;g2975d56d0dc_2_365"/>
          <p:cNvSpPr txBox="1"/>
          <p:nvPr/>
        </p:nvSpPr>
        <p:spPr>
          <a:xfrm>
            <a:off x="4963088" y="2140375"/>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Venus</a:t>
            </a:r>
            <a:endParaRPr b="1" i="0" sz="2000" u="none" cap="none" strike="noStrike">
              <a:solidFill>
                <a:schemeClr val="dk1"/>
              </a:solidFill>
              <a:latin typeface="IBM Plex Mono"/>
              <a:ea typeface="IBM Plex Mono"/>
              <a:cs typeface="IBM Plex Mono"/>
              <a:sym typeface="IBM Plex Mono"/>
            </a:endParaRPr>
          </a:p>
        </p:txBody>
      </p:sp>
      <p:sp>
        <p:nvSpPr>
          <p:cNvPr id="2192" name="Google Shape;2192;g2975d56d0dc_2_365"/>
          <p:cNvSpPr txBox="1"/>
          <p:nvPr/>
        </p:nvSpPr>
        <p:spPr>
          <a:xfrm>
            <a:off x="2874688" y="3532500"/>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Mars</a:t>
            </a:r>
            <a:endParaRPr b="1" i="0" sz="2000" u="none" cap="none" strike="noStrike">
              <a:solidFill>
                <a:schemeClr val="dk1"/>
              </a:solidFill>
              <a:latin typeface="IBM Plex Mono"/>
              <a:ea typeface="IBM Plex Mono"/>
              <a:cs typeface="IBM Plex Mono"/>
              <a:sym typeface="IBM Plex Mono"/>
            </a:endParaRPr>
          </a:p>
        </p:txBody>
      </p:sp>
      <p:sp>
        <p:nvSpPr>
          <p:cNvPr id="2193" name="Google Shape;2193;g2975d56d0dc_2_365"/>
          <p:cNvSpPr txBox="1"/>
          <p:nvPr/>
        </p:nvSpPr>
        <p:spPr>
          <a:xfrm>
            <a:off x="6375888" y="3106338"/>
            <a:ext cx="19818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It’s the farthest planet from the Sun</a:t>
            </a:r>
            <a:endParaRPr b="0" i="0" sz="1400" u="none" cap="none" strike="noStrike">
              <a:solidFill>
                <a:schemeClr val="dk1"/>
              </a:solidFill>
              <a:latin typeface="Poppins"/>
              <a:ea typeface="Poppins"/>
              <a:cs typeface="Poppins"/>
              <a:sym typeface="Poppins"/>
            </a:endParaRPr>
          </a:p>
        </p:txBody>
      </p:sp>
      <p:sp>
        <p:nvSpPr>
          <p:cNvPr id="2194" name="Google Shape;2194;g2975d56d0dc_2_365"/>
          <p:cNvSpPr txBox="1"/>
          <p:nvPr/>
        </p:nvSpPr>
        <p:spPr>
          <a:xfrm>
            <a:off x="4963088" y="3178200"/>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Neptune</a:t>
            </a:r>
            <a:endParaRPr b="1" i="0" sz="2000" u="none" cap="none" strike="noStrike">
              <a:solidFill>
                <a:schemeClr val="dk1"/>
              </a:solidFill>
              <a:latin typeface="IBM Plex Mono"/>
              <a:ea typeface="IBM Plex Mono"/>
              <a:cs typeface="IBM Plex Mono"/>
              <a:sym typeface="IBM Plex Mono"/>
            </a:endParaRPr>
          </a:p>
        </p:txBody>
      </p:sp>
      <p:sp>
        <p:nvSpPr>
          <p:cNvPr id="2195" name="Google Shape;2195;g2975d56d0dc_2_365"/>
          <p:cNvSpPr txBox="1"/>
          <p:nvPr/>
        </p:nvSpPr>
        <p:spPr>
          <a:xfrm>
            <a:off x="6375888" y="3814938"/>
            <a:ext cx="19818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was named after a Roman god</a:t>
            </a:r>
            <a:endParaRPr b="0" i="0" sz="1400" u="none" cap="none" strike="noStrike">
              <a:solidFill>
                <a:schemeClr val="dk1"/>
              </a:solidFill>
              <a:latin typeface="Poppins"/>
              <a:ea typeface="Poppins"/>
              <a:cs typeface="Poppins"/>
              <a:sym typeface="Poppins"/>
            </a:endParaRPr>
          </a:p>
        </p:txBody>
      </p:sp>
      <p:sp>
        <p:nvSpPr>
          <p:cNvPr id="2196" name="Google Shape;2196;g2975d56d0dc_2_365"/>
          <p:cNvSpPr txBox="1"/>
          <p:nvPr/>
        </p:nvSpPr>
        <p:spPr>
          <a:xfrm>
            <a:off x="4963088" y="3886800"/>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cxnSp>
        <p:nvCxnSpPr>
          <p:cNvPr id="2197" name="Google Shape;2197;g2975d56d0dc_2_365"/>
          <p:cNvCxnSpPr>
            <a:stCxn id="2186" idx="3"/>
            <a:endCxn id="2187" idx="1"/>
          </p:cNvCxnSpPr>
          <p:nvPr/>
        </p:nvCxnSpPr>
        <p:spPr>
          <a:xfrm flipH="1" rot="10800000">
            <a:off x="2063113" y="2000475"/>
            <a:ext cx="811500" cy="873300"/>
          </a:xfrm>
          <a:prstGeom prst="bentConnector3">
            <a:avLst>
              <a:gd fmla="val 50005" name="adj1"/>
            </a:avLst>
          </a:prstGeom>
          <a:noFill/>
          <a:ln cap="flat" cmpd="sng" w="9525">
            <a:solidFill>
              <a:schemeClr val="lt2"/>
            </a:solidFill>
            <a:prstDash val="solid"/>
            <a:round/>
            <a:headEnd len="sm" w="sm" type="none"/>
            <a:tailEnd len="sm" w="sm" type="none"/>
          </a:ln>
        </p:spPr>
      </p:cxnSp>
      <p:cxnSp>
        <p:nvCxnSpPr>
          <p:cNvPr id="2198" name="Google Shape;2198;g2975d56d0dc_2_365"/>
          <p:cNvCxnSpPr>
            <a:stCxn id="2186" idx="3"/>
            <a:endCxn id="2192" idx="1"/>
          </p:cNvCxnSpPr>
          <p:nvPr/>
        </p:nvCxnSpPr>
        <p:spPr>
          <a:xfrm>
            <a:off x="2063113" y="2873775"/>
            <a:ext cx="811500" cy="873300"/>
          </a:xfrm>
          <a:prstGeom prst="bentConnector3">
            <a:avLst>
              <a:gd fmla="val 50005" name="adj1"/>
            </a:avLst>
          </a:prstGeom>
          <a:noFill/>
          <a:ln cap="flat" cmpd="sng" w="9525">
            <a:solidFill>
              <a:schemeClr val="lt2"/>
            </a:solidFill>
            <a:prstDash val="solid"/>
            <a:round/>
            <a:headEnd len="sm" w="sm" type="none"/>
            <a:tailEnd len="sm" w="sm" type="none"/>
          </a:ln>
        </p:spPr>
      </p:cxnSp>
      <p:cxnSp>
        <p:nvCxnSpPr>
          <p:cNvPr id="2199" name="Google Shape;2199;g2975d56d0dc_2_365"/>
          <p:cNvCxnSpPr>
            <a:stCxn id="2187" idx="3"/>
            <a:endCxn id="2189" idx="1"/>
          </p:cNvCxnSpPr>
          <p:nvPr/>
        </p:nvCxnSpPr>
        <p:spPr>
          <a:xfrm flipH="1" rot="10800000">
            <a:off x="4151488" y="1646275"/>
            <a:ext cx="811500" cy="354300"/>
          </a:xfrm>
          <a:prstGeom prst="bentConnector3">
            <a:avLst>
              <a:gd fmla="val 50006" name="adj1"/>
            </a:avLst>
          </a:prstGeom>
          <a:noFill/>
          <a:ln cap="flat" cmpd="sng" w="9525">
            <a:solidFill>
              <a:schemeClr val="lt2"/>
            </a:solidFill>
            <a:prstDash val="solid"/>
            <a:round/>
            <a:headEnd len="sm" w="sm" type="none"/>
            <a:tailEnd len="sm" w="sm" type="none"/>
          </a:ln>
        </p:spPr>
      </p:cxnSp>
      <p:cxnSp>
        <p:nvCxnSpPr>
          <p:cNvPr id="2200" name="Google Shape;2200;g2975d56d0dc_2_365"/>
          <p:cNvCxnSpPr>
            <a:stCxn id="2187" idx="3"/>
            <a:endCxn id="2191" idx="1"/>
          </p:cNvCxnSpPr>
          <p:nvPr/>
        </p:nvCxnSpPr>
        <p:spPr>
          <a:xfrm>
            <a:off x="4151488" y="2000575"/>
            <a:ext cx="811500" cy="354300"/>
          </a:xfrm>
          <a:prstGeom prst="bentConnector3">
            <a:avLst>
              <a:gd fmla="val 50006" name="adj1"/>
            </a:avLst>
          </a:prstGeom>
          <a:noFill/>
          <a:ln cap="flat" cmpd="sng" w="9525">
            <a:solidFill>
              <a:schemeClr val="lt2"/>
            </a:solidFill>
            <a:prstDash val="solid"/>
            <a:round/>
            <a:headEnd len="sm" w="sm" type="none"/>
            <a:tailEnd len="sm" w="sm" type="none"/>
          </a:ln>
        </p:spPr>
      </p:cxnSp>
      <p:cxnSp>
        <p:nvCxnSpPr>
          <p:cNvPr id="2201" name="Google Shape;2201;g2975d56d0dc_2_365"/>
          <p:cNvCxnSpPr>
            <a:stCxn id="2192" idx="3"/>
            <a:endCxn id="2194" idx="1"/>
          </p:cNvCxnSpPr>
          <p:nvPr/>
        </p:nvCxnSpPr>
        <p:spPr>
          <a:xfrm flipH="1" rot="10800000">
            <a:off x="4151488" y="3392700"/>
            <a:ext cx="811500" cy="354300"/>
          </a:xfrm>
          <a:prstGeom prst="bentConnector3">
            <a:avLst>
              <a:gd fmla="val 50006" name="adj1"/>
            </a:avLst>
          </a:prstGeom>
          <a:noFill/>
          <a:ln cap="flat" cmpd="sng" w="9525">
            <a:solidFill>
              <a:schemeClr val="lt2"/>
            </a:solidFill>
            <a:prstDash val="solid"/>
            <a:round/>
            <a:headEnd len="sm" w="sm" type="none"/>
            <a:tailEnd len="sm" w="sm" type="none"/>
          </a:ln>
        </p:spPr>
      </p:cxnSp>
      <p:cxnSp>
        <p:nvCxnSpPr>
          <p:cNvPr id="2202" name="Google Shape;2202;g2975d56d0dc_2_365"/>
          <p:cNvCxnSpPr>
            <a:stCxn id="2192" idx="3"/>
            <a:endCxn id="2196" idx="1"/>
          </p:cNvCxnSpPr>
          <p:nvPr/>
        </p:nvCxnSpPr>
        <p:spPr>
          <a:xfrm>
            <a:off x="4151488" y="3747000"/>
            <a:ext cx="811500" cy="354300"/>
          </a:xfrm>
          <a:prstGeom prst="bentConnector3">
            <a:avLst>
              <a:gd fmla="val 50006" name="adj1"/>
            </a:avLst>
          </a:prstGeom>
          <a:noFill/>
          <a:ln cap="flat" cmpd="sng" w="9525">
            <a:solidFill>
              <a:schemeClr val="lt2"/>
            </a:solidFill>
            <a:prstDash val="solid"/>
            <a:round/>
            <a:headEnd len="sm" w="sm" type="none"/>
            <a:tailEnd len="sm" w="sm" type="none"/>
          </a:ln>
        </p:spPr>
      </p:cxn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6" name="Shape 2206"/>
        <p:cNvGrpSpPr/>
        <p:nvPr/>
      </p:nvGrpSpPr>
      <p:grpSpPr>
        <a:xfrm>
          <a:off x="0" y="0"/>
          <a:ext cx="0" cy="0"/>
          <a:chOff x="0" y="0"/>
          <a:chExt cx="0" cy="0"/>
        </a:xfrm>
      </p:grpSpPr>
      <p:sp>
        <p:nvSpPr>
          <p:cNvPr id="2207" name="Google Shape;2207;g2975d56d0dc_2_38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Main topic and details</a:t>
            </a:r>
            <a:endParaRPr/>
          </a:p>
        </p:txBody>
      </p:sp>
      <p:sp>
        <p:nvSpPr>
          <p:cNvPr id="2208" name="Google Shape;2208;g2975d56d0dc_2_386"/>
          <p:cNvSpPr txBox="1"/>
          <p:nvPr/>
        </p:nvSpPr>
        <p:spPr>
          <a:xfrm>
            <a:off x="5779527" y="1925418"/>
            <a:ext cx="2102100" cy="665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It’s the farthest planet from the Sun</a:t>
            </a:r>
            <a:endParaRPr b="0" i="0" sz="1400" u="none" cap="none" strike="noStrike">
              <a:solidFill>
                <a:schemeClr val="dk1"/>
              </a:solidFill>
              <a:latin typeface="Poppins"/>
              <a:ea typeface="Poppins"/>
              <a:cs typeface="Poppins"/>
              <a:sym typeface="Poppins"/>
            </a:endParaRPr>
          </a:p>
        </p:txBody>
      </p:sp>
      <p:sp>
        <p:nvSpPr>
          <p:cNvPr id="2209" name="Google Shape;2209;g2975d56d0dc_2_386"/>
          <p:cNvSpPr txBox="1"/>
          <p:nvPr/>
        </p:nvSpPr>
        <p:spPr>
          <a:xfrm>
            <a:off x="5779525" y="3123802"/>
            <a:ext cx="2102100" cy="504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sp>
        <p:nvSpPr>
          <p:cNvPr id="2210" name="Google Shape;2210;g2975d56d0dc_2_386"/>
          <p:cNvSpPr txBox="1"/>
          <p:nvPr/>
        </p:nvSpPr>
        <p:spPr>
          <a:xfrm>
            <a:off x="1262375" y="1497640"/>
            <a:ext cx="2102100" cy="504000"/>
          </a:xfrm>
          <a:prstGeom prst="rect">
            <a:avLst/>
          </a:prstGeom>
          <a:noFill/>
          <a:ln>
            <a:noFill/>
          </a:ln>
        </p:spPr>
        <p:txBody>
          <a:bodyPr anchorCtr="0" anchor="ctr" bIns="91425" lIns="91425" spcFirstLastPara="1" rIns="91425" wrap="square" tIns="91425">
            <a:noAutofit/>
          </a:bodyPr>
          <a:lstStyle/>
          <a:p>
            <a:pPr indent="0" lvl="0" marL="0" marR="0" rtl="0" algn="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Mars</a:t>
            </a:r>
            <a:endParaRPr b="1" i="0" sz="2000" u="none" cap="none" strike="noStrike">
              <a:solidFill>
                <a:schemeClr val="dk1"/>
              </a:solidFill>
              <a:latin typeface="IBM Plex Mono"/>
              <a:ea typeface="IBM Plex Mono"/>
              <a:cs typeface="IBM Plex Mono"/>
              <a:sym typeface="IBM Plex Mono"/>
            </a:endParaRPr>
          </a:p>
        </p:txBody>
      </p:sp>
      <p:sp>
        <p:nvSpPr>
          <p:cNvPr id="2211" name="Google Shape;2211;g2975d56d0dc_2_386"/>
          <p:cNvSpPr txBox="1"/>
          <p:nvPr/>
        </p:nvSpPr>
        <p:spPr>
          <a:xfrm>
            <a:off x="5779525" y="1497625"/>
            <a:ext cx="2102100" cy="504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Neptune</a:t>
            </a:r>
            <a:endParaRPr b="1" i="0" sz="2000" u="none" cap="none" strike="noStrike">
              <a:solidFill>
                <a:schemeClr val="dk1"/>
              </a:solidFill>
              <a:latin typeface="IBM Plex Mono"/>
              <a:ea typeface="IBM Plex Mono"/>
              <a:cs typeface="IBM Plex Mono"/>
              <a:sym typeface="IBM Plex Mono"/>
            </a:endParaRPr>
          </a:p>
        </p:txBody>
      </p:sp>
      <p:sp>
        <p:nvSpPr>
          <p:cNvPr id="2212" name="Google Shape;2212;g2975d56d0dc_2_386"/>
          <p:cNvSpPr txBox="1"/>
          <p:nvPr/>
        </p:nvSpPr>
        <p:spPr>
          <a:xfrm>
            <a:off x="1262375" y="3551587"/>
            <a:ext cx="2102100" cy="6654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is the biggest planet of them all</a:t>
            </a:r>
            <a:endParaRPr b="0" i="0" sz="1400" u="none" cap="none" strike="noStrike">
              <a:solidFill>
                <a:schemeClr val="dk1"/>
              </a:solidFill>
              <a:latin typeface="Poppins"/>
              <a:ea typeface="Poppins"/>
              <a:cs typeface="Poppins"/>
              <a:sym typeface="Poppins"/>
            </a:endParaRPr>
          </a:p>
        </p:txBody>
      </p:sp>
      <p:sp>
        <p:nvSpPr>
          <p:cNvPr id="2213" name="Google Shape;2213;g2975d56d0dc_2_386"/>
          <p:cNvSpPr txBox="1"/>
          <p:nvPr/>
        </p:nvSpPr>
        <p:spPr>
          <a:xfrm>
            <a:off x="5779527" y="3551574"/>
            <a:ext cx="2102100" cy="665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It’s a gas giant and has </a:t>
            </a:r>
            <a:r>
              <a:rPr b="1" i="0" lang="en" sz="1400" u="none" cap="none" strike="noStrike">
                <a:solidFill>
                  <a:schemeClr val="dk1"/>
                </a:solidFill>
                <a:latin typeface="Poppins"/>
                <a:ea typeface="Poppins"/>
                <a:cs typeface="Poppins"/>
                <a:sym typeface="Poppins"/>
              </a:rPr>
              <a:t>several rings</a:t>
            </a:r>
            <a:endParaRPr b="1" i="0" sz="1400" u="none" cap="none" strike="noStrike">
              <a:solidFill>
                <a:schemeClr val="dk1"/>
              </a:solidFill>
              <a:latin typeface="Poppins"/>
              <a:ea typeface="Poppins"/>
              <a:cs typeface="Poppins"/>
              <a:sym typeface="Poppins"/>
            </a:endParaRPr>
          </a:p>
        </p:txBody>
      </p:sp>
      <p:sp>
        <p:nvSpPr>
          <p:cNvPr id="2214" name="Google Shape;2214;g2975d56d0dc_2_386"/>
          <p:cNvSpPr txBox="1"/>
          <p:nvPr/>
        </p:nvSpPr>
        <p:spPr>
          <a:xfrm>
            <a:off x="1262375" y="3123817"/>
            <a:ext cx="2102100" cy="504000"/>
          </a:xfrm>
          <a:prstGeom prst="rect">
            <a:avLst/>
          </a:prstGeom>
          <a:noFill/>
          <a:ln>
            <a:noFill/>
          </a:ln>
        </p:spPr>
        <p:txBody>
          <a:bodyPr anchorCtr="0" anchor="ctr" bIns="91425" lIns="91425" spcFirstLastPara="1" rIns="91425" wrap="square" tIns="91425">
            <a:noAutofit/>
          </a:bodyPr>
          <a:lstStyle/>
          <a:p>
            <a:pPr indent="0" lvl="0" marL="0" marR="0" rtl="0" algn="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Jupiter</a:t>
            </a:r>
            <a:endParaRPr b="1" i="0" sz="2000" u="none" cap="none" strike="noStrike">
              <a:solidFill>
                <a:schemeClr val="dk1"/>
              </a:solidFill>
              <a:latin typeface="IBM Plex Mono"/>
              <a:ea typeface="IBM Plex Mono"/>
              <a:cs typeface="IBM Plex Mono"/>
              <a:sym typeface="IBM Plex Mono"/>
            </a:endParaRPr>
          </a:p>
        </p:txBody>
      </p:sp>
      <p:grpSp>
        <p:nvGrpSpPr>
          <p:cNvPr id="2215" name="Google Shape;2215;g2975d56d0dc_2_386"/>
          <p:cNvGrpSpPr/>
          <p:nvPr/>
        </p:nvGrpSpPr>
        <p:grpSpPr>
          <a:xfrm>
            <a:off x="3994484" y="2326823"/>
            <a:ext cx="1155299" cy="1155149"/>
            <a:chOff x="4085864" y="2304898"/>
            <a:chExt cx="972392" cy="972266"/>
          </a:xfrm>
        </p:grpSpPr>
        <p:sp>
          <p:nvSpPr>
            <p:cNvPr id="2216" name="Google Shape;2216;g2975d56d0dc_2_386"/>
            <p:cNvSpPr/>
            <p:nvPr/>
          </p:nvSpPr>
          <p:spPr>
            <a:xfrm>
              <a:off x="4085864" y="2304898"/>
              <a:ext cx="972392" cy="972266"/>
            </a:xfrm>
            <a:custGeom>
              <a:rect b="b" l="l" r="r" t="t"/>
              <a:pathLst>
                <a:path extrusionOk="0" h="7706" w="7707">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g2975d56d0dc_2_386"/>
            <p:cNvSpPr/>
            <p:nvPr/>
          </p:nvSpPr>
          <p:spPr>
            <a:xfrm>
              <a:off x="4216324" y="2435989"/>
              <a:ext cx="711094" cy="711094"/>
            </a:xfrm>
            <a:custGeom>
              <a:rect b="b" l="l" r="r" t="t"/>
              <a:pathLst>
                <a:path extrusionOk="0" h="5636" w="5636">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g2975d56d0dc_2_386"/>
            <p:cNvSpPr/>
            <p:nvPr/>
          </p:nvSpPr>
          <p:spPr>
            <a:xfrm>
              <a:off x="4393593" y="2614898"/>
              <a:ext cx="355673" cy="352267"/>
            </a:xfrm>
            <a:custGeom>
              <a:rect b="b" l="l" r="r" t="t"/>
              <a:pathLst>
                <a:path extrusionOk="0" h="2792" w="2819">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19" name="Google Shape;2219;g2975d56d0dc_2_386"/>
          <p:cNvSpPr txBox="1"/>
          <p:nvPr/>
        </p:nvSpPr>
        <p:spPr>
          <a:xfrm>
            <a:off x="1262375" y="1925431"/>
            <a:ext cx="2102100" cy="6654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Despite being red, Mars is </a:t>
            </a:r>
            <a:r>
              <a:rPr b="1" i="0" lang="en" sz="1400" u="none" cap="none" strike="noStrike">
                <a:solidFill>
                  <a:schemeClr val="dk1"/>
                </a:solidFill>
                <a:latin typeface="Poppins"/>
                <a:ea typeface="Poppins"/>
                <a:cs typeface="Poppins"/>
                <a:sym typeface="Poppins"/>
              </a:rPr>
              <a:t>very cold</a:t>
            </a:r>
            <a:endParaRPr b="1" i="0" sz="1400" u="none" cap="none" strike="noStrike">
              <a:solidFill>
                <a:schemeClr val="dk1"/>
              </a:solidFill>
              <a:latin typeface="Poppins"/>
              <a:ea typeface="Poppins"/>
              <a:cs typeface="Poppins"/>
              <a:sym typeface="Poppins"/>
            </a:endParaRPr>
          </a:p>
        </p:txBody>
      </p:sp>
      <p:cxnSp>
        <p:nvCxnSpPr>
          <p:cNvPr id="2220" name="Google Shape;2220;g2975d56d0dc_2_386"/>
          <p:cNvCxnSpPr>
            <a:stCxn id="2210" idx="3"/>
          </p:cNvCxnSpPr>
          <p:nvPr/>
        </p:nvCxnSpPr>
        <p:spPr>
          <a:xfrm>
            <a:off x="3364475" y="1749640"/>
            <a:ext cx="841200" cy="737100"/>
          </a:xfrm>
          <a:prstGeom prst="bentConnector3">
            <a:avLst>
              <a:gd fmla="val 50000" name="adj1"/>
            </a:avLst>
          </a:prstGeom>
          <a:noFill/>
          <a:ln cap="flat" cmpd="sng" w="9525">
            <a:solidFill>
              <a:schemeClr val="lt2"/>
            </a:solidFill>
            <a:prstDash val="solid"/>
            <a:round/>
            <a:headEnd len="med" w="med" type="oval"/>
            <a:tailEnd len="sm" w="sm" type="none"/>
          </a:ln>
        </p:spPr>
      </p:cxnSp>
      <p:cxnSp>
        <p:nvCxnSpPr>
          <p:cNvPr id="2221" name="Google Shape;2221;g2975d56d0dc_2_386"/>
          <p:cNvCxnSpPr>
            <a:stCxn id="2214" idx="3"/>
          </p:cNvCxnSpPr>
          <p:nvPr/>
        </p:nvCxnSpPr>
        <p:spPr>
          <a:xfrm>
            <a:off x="3364475" y="3375817"/>
            <a:ext cx="909300" cy="600"/>
          </a:xfrm>
          <a:prstGeom prst="bentConnector3">
            <a:avLst>
              <a:gd fmla="val 50000" name="adj1"/>
            </a:avLst>
          </a:prstGeom>
          <a:noFill/>
          <a:ln cap="flat" cmpd="sng" w="9525">
            <a:solidFill>
              <a:schemeClr val="lt2"/>
            </a:solidFill>
            <a:prstDash val="solid"/>
            <a:round/>
            <a:headEnd len="med" w="med" type="oval"/>
            <a:tailEnd len="sm" w="sm" type="none"/>
          </a:ln>
        </p:spPr>
      </p:cxnSp>
      <p:cxnSp>
        <p:nvCxnSpPr>
          <p:cNvPr id="2222" name="Google Shape;2222;g2975d56d0dc_2_386"/>
          <p:cNvCxnSpPr>
            <a:stCxn id="2211" idx="1"/>
          </p:cNvCxnSpPr>
          <p:nvPr/>
        </p:nvCxnSpPr>
        <p:spPr>
          <a:xfrm flipH="1">
            <a:off x="5053525" y="1749625"/>
            <a:ext cx="726000" cy="870300"/>
          </a:xfrm>
          <a:prstGeom prst="bentConnector2">
            <a:avLst/>
          </a:prstGeom>
          <a:noFill/>
          <a:ln cap="flat" cmpd="sng" w="9525">
            <a:solidFill>
              <a:schemeClr val="lt2"/>
            </a:solidFill>
            <a:prstDash val="solid"/>
            <a:round/>
            <a:headEnd len="med" w="med" type="oval"/>
            <a:tailEnd len="sm" w="sm" type="none"/>
          </a:ln>
        </p:spPr>
      </p:cxnSp>
      <p:cxnSp>
        <p:nvCxnSpPr>
          <p:cNvPr id="2223" name="Google Shape;2223;g2975d56d0dc_2_386"/>
          <p:cNvCxnSpPr>
            <a:stCxn id="2209" idx="1"/>
          </p:cNvCxnSpPr>
          <p:nvPr/>
        </p:nvCxnSpPr>
        <p:spPr>
          <a:xfrm rot="10800000">
            <a:off x="4860025" y="3080302"/>
            <a:ext cx="919500" cy="295500"/>
          </a:xfrm>
          <a:prstGeom prst="bentConnector3">
            <a:avLst>
              <a:gd fmla="val 50000" name="adj1"/>
            </a:avLst>
          </a:prstGeom>
          <a:noFill/>
          <a:ln cap="flat" cmpd="sng" w="9525">
            <a:solidFill>
              <a:schemeClr val="lt2"/>
            </a:solidFill>
            <a:prstDash val="solid"/>
            <a:round/>
            <a:headEnd len="med" w="med" type="oval"/>
            <a:tailEnd len="sm" w="sm" type="none"/>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7" name="Shape 2227"/>
        <p:cNvGrpSpPr/>
        <p:nvPr/>
      </p:nvGrpSpPr>
      <p:grpSpPr>
        <a:xfrm>
          <a:off x="0" y="0"/>
          <a:ext cx="0" cy="0"/>
          <a:chOff x="0" y="0"/>
          <a:chExt cx="0" cy="0"/>
        </a:xfrm>
      </p:grpSpPr>
      <p:sp>
        <p:nvSpPr>
          <p:cNvPr id="2228" name="Google Shape;2228;g2975d56d0dc_2_40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Popular programming languages</a:t>
            </a:r>
            <a:endParaRPr/>
          </a:p>
        </p:txBody>
      </p:sp>
      <p:sp>
        <p:nvSpPr>
          <p:cNvPr id="2229" name="Google Shape;2229;g2975d56d0dc_2_406"/>
          <p:cNvSpPr txBox="1"/>
          <p:nvPr/>
        </p:nvSpPr>
        <p:spPr>
          <a:xfrm>
            <a:off x="4020025" y="1365213"/>
            <a:ext cx="43410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Mercury is the closest planet to the Sun and the </a:t>
            </a:r>
            <a:r>
              <a:rPr b="1" i="0" lang="en" sz="1400" u="none" cap="none" strike="noStrike">
                <a:solidFill>
                  <a:schemeClr val="dk1"/>
                </a:solidFill>
                <a:latin typeface="Poppins"/>
                <a:ea typeface="Poppins"/>
                <a:cs typeface="Poppins"/>
                <a:sym typeface="Poppins"/>
              </a:rPr>
              <a:t>smallest</a:t>
            </a:r>
            <a:r>
              <a:rPr b="0" i="0" lang="en" sz="1400" u="none" cap="none" strike="noStrike">
                <a:solidFill>
                  <a:schemeClr val="dk1"/>
                </a:solidFill>
                <a:latin typeface="Poppins"/>
                <a:ea typeface="Poppins"/>
                <a:cs typeface="Poppins"/>
                <a:sym typeface="Poppins"/>
              </a:rPr>
              <a:t> of them all</a:t>
            </a:r>
            <a:endParaRPr b="0" i="0" sz="1400" u="none" cap="none" strike="noStrike">
              <a:solidFill>
                <a:schemeClr val="dk1"/>
              </a:solidFill>
              <a:latin typeface="Poppins"/>
              <a:ea typeface="Poppins"/>
              <a:cs typeface="Poppins"/>
              <a:sym typeface="Poppins"/>
            </a:endParaRPr>
          </a:p>
        </p:txBody>
      </p:sp>
      <p:sp>
        <p:nvSpPr>
          <p:cNvPr id="2230" name="Google Shape;2230;g2975d56d0dc_2_406"/>
          <p:cNvSpPr txBox="1"/>
          <p:nvPr/>
        </p:nvSpPr>
        <p:spPr>
          <a:xfrm>
            <a:off x="2183175" y="1363563"/>
            <a:ext cx="1313400" cy="576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Neptune</a:t>
            </a:r>
            <a:endParaRPr b="1" i="0" sz="2000" u="none" cap="none" strike="noStrike">
              <a:solidFill>
                <a:schemeClr val="dk1"/>
              </a:solidFill>
              <a:latin typeface="IBM Plex Mono"/>
              <a:ea typeface="IBM Plex Mono"/>
              <a:cs typeface="IBM Plex Mono"/>
              <a:sym typeface="IBM Plex Mono"/>
            </a:endParaRPr>
          </a:p>
        </p:txBody>
      </p:sp>
      <p:sp>
        <p:nvSpPr>
          <p:cNvPr id="2231" name="Google Shape;2231;g2975d56d0dc_2_406"/>
          <p:cNvSpPr txBox="1"/>
          <p:nvPr/>
        </p:nvSpPr>
        <p:spPr>
          <a:xfrm>
            <a:off x="782975" y="1363563"/>
            <a:ext cx="722400" cy="5760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3000"/>
              <a:buFont typeface="Arial"/>
              <a:buNone/>
            </a:pPr>
            <a:r>
              <a:rPr b="1" i="0" lang="en" sz="3000" u="none" cap="none" strike="noStrike">
                <a:solidFill>
                  <a:schemeClr val="dk2"/>
                </a:solidFill>
                <a:latin typeface="Poppins"/>
                <a:ea typeface="Poppins"/>
                <a:cs typeface="Poppins"/>
                <a:sym typeface="Poppins"/>
              </a:rPr>
              <a:t>01</a:t>
            </a:r>
            <a:endParaRPr b="1" i="0" sz="3000" u="none" cap="none" strike="noStrike">
              <a:solidFill>
                <a:schemeClr val="dk2"/>
              </a:solidFill>
              <a:latin typeface="Poppins"/>
              <a:ea typeface="Poppins"/>
              <a:cs typeface="Poppins"/>
              <a:sym typeface="Poppins"/>
            </a:endParaRPr>
          </a:p>
        </p:txBody>
      </p:sp>
      <p:sp>
        <p:nvSpPr>
          <p:cNvPr id="2232" name="Google Shape;2232;g2975d56d0dc_2_406"/>
          <p:cNvSpPr txBox="1"/>
          <p:nvPr/>
        </p:nvSpPr>
        <p:spPr>
          <a:xfrm>
            <a:off x="4020025" y="2264100"/>
            <a:ext cx="43410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Venus has a beautiful name and is the </a:t>
            </a:r>
            <a:r>
              <a:rPr b="1" i="0" lang="en" sz="1400" u="none" cap="none" strike="noStrike">
                <a:solidFill>
                  <a:schemeClr val="dk1"/>
                </a:solidFill>
                <a:latin typeface="Poppins"/>
                <a:ea typeface="Poppins"/>
                <a:cs typeface="Poppins"/>
                <a:sym typeface="Poppins"/>
              </a:rPr>
              <a:t>second planet from the Sun</a:t>
            </a:r>
            <a:endParaRPr b="1" i="0" sz="1400" u="none" cap="none" strike="noStrike">
              <a:solidFill>
                <a:schemeClr val="dk1"/>
              </a:solidFill>
              <a:latin typeface="Poppins"/>
              <a:ea typeface="Poppins"/>
              <a:cs typeface="Poppins"/>
              <a:sym typeface="Poppins"/>
            </a:endParaRPr>
          </a:p>
        </p:txBody>
      </p:sp>
      <p:sp>
        <p:nvSpPr>
          <p:cNvPr id="2233" name="Google Shape;2233;g2975d56d0dc_2_406"/>
          <p:cNvSpPr txBox="1"/>
          <p:nvPr/>
        </p:nvSpPr>
        <p:spPr>
          <a:xfrm>
            <a:off x="2183175" y="2262450"/>
            <a:ext cx="1007100" cy="576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Venus</a:t>
            </a:r>
            <a:endParaRPr b="1" i="0" sz="2000" u="none" cap="none" strike="noStrike">
              <a:solidFill>
                <a:schemeClr val="dk1"/>
              </a:solidFill>
              <a:latin typeface="IBM Plex Mono"/>
              <a:ea typeface="IBM Plex Mono"/>
              <a:cs typeface="IBM Plex Mono"/>
              <a:sym typeface="IBM Plex Mono"/>
            </a:endParaRPr>
          </a:p>
        </p:txBody>
      </p:sp>
      <p:sp>
        <p:nvSpPr>
          <p:cNvPr id="2234" name="Google Shape;2234;g2975d56d0dc_2_406"/>
          <p:cNvSpPr txBox="1"/>
          <p:nvPr/>
        </p:nvSpPr>
        <p:spPr>
          <a:xfrm>
            <a:off x="782975" y="2262450"/>
            <a:ext cx="722400" cy="5760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3000"/>
              <a:buFont typeface="Arial"/>
              <a:buNone/>
            </a:pPr>
            <a:r>
              <a:rPr b="1" i="0" lang="en" sz="3000" u="none" cap="none" strike="noStrike">
                <a:solidFill>
                  <a:schemeClr val="dk2"/>
                </a:solidFill>
                <a:latin typeface="Poppins"/>
                <a:ea typeface="Poppins"/>
                <a:cs typeface="Poppins"/>
                <a:sym typeface="Poppins"/>
              </a:rPr>
              <a:t>02</a:t>
            </a:r>
            <a:endParaRPr b="1" i="0" sz="3000" u="none" cap="none" strike="noStrike">
              <a:solidFill>
                <a:schemeClr val="dk2"/>
              </a:solidFill>
              <a:latin typeface="Poppins"/>
              <a:ea typeface="Poppins"/>
              <a:cs typeface="Poppins"/>
              <a:sym typeface="Poppins"/>
            </a:endParaRPr>
          </a:p>
        </p:txBody>
      </p:sp>
      <p:sp>
        <p:nvSpPr>
          <p:cNvPr id="2235" name="Google Shape;2235;g2975d56d0dc_2_406"/>
          <p:cNvSpPr txBox="1"/>
          <p:nvPr/>
        </p:nvSpPr>
        <p:spPr>
          <a:xfrm>
            <a:off x="4020025" y="3153150"/>
            <a:ext cx="43410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Earth is the third planet from the Sun and the only one that harbors life in the Solar System</a:t>
            </a:r>
            <a:endParaRPr b="0" i="0" sz="1400" u="none" cap="none" strike="noStrike">
              <a:solidFill>
                <a:schemeClr val="dk1"/>
              </a:solidFill>
              <a:latin typeface="Poppins"/>
              <a:ea typeface="Poppins"/>
              <a:cs typeface="Poppins"/>
              <a:sym typeface="Poppins"/>
            </a:endParaRPr>
          </a:p>
        </p:txBody>
      </p:sp>
      <p:sp>
        <p:nvSpPr>
          <p:cNvPr id="2236" name="Google Shape;2236;g2975d56d0dc_2_406"/>
          <p:cNvSpPr txBox="1"/>
          <p:nvPr/>
        </p:nvSpPr>
        <p:spPr>
          <a:xfrm>
            <a:off x="2183175" y="3151500"/>
            <a:ext cx="1007100" cy="576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Earth</a:t>
            </a:r>
            <a:endParaRPr b="1" i="0" sz="2000" u="none" cap="none" strike="noStrike">
              <a:solidFill>
                <a:schemeClr val="dk1"/>
              </a:solidFill>
              <a:latin typeface="IBM Plex Mono"/>
              <a:ea typeface="IBM Plex Mono"/>
              <a:cs typeface="IBM Plex Mono"/>
              <a:sym typeface="IBM Plex Mono"/>
            </a:endParaRPr>
          </a:p>
        </p:txBody>
      </p:sp>
      <p:sp>
        <p:nvSpPr>
          <p:cNvPr id="2237" name="Google Shape;2237;g2975d56d0dc_2_406"/>
          <p:cNvSpPr txBox="1"/>
          <p:nvPr/>
        </p:nvSpPr>
        <p:spPr>
          <a:xfrm>
            <a:off x="782975" y="3151500"/>
            <a:ext cx="722400" cy="5760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3000"/>
              <a:buFont typeface="Arial"/>
              <a:buNone/>
            </a:pPr>
            <a:r>
              <a:rPr b="1" i="0" lang="en" sz="3000" u="none" cap="none" strike="noStrike">
                <a:solidFill>
                  <a:schemeClr val="dk2"/>
                </a:solidFill>
                <a:latin typeface="Poppins"/>
                <a:ea typeface="Poppins"/>
                <a:cs typeface="Poppins"/>
                <a:sym typeface="Poppins"/>
              </a:rPr>
              <a:t>03</a:t>
            </a:r>
            <a:endParaRPr b="1" i="0" sz="3000" u="none" cap="none" strike="noStrike">
              <a:solidFill>
                <a:schemeClr val="dk2"/>
              </a:solidFill>
              <a:latin typeface="Poppins"/>
              <a:ea typeface="Poppins"/>
              <a:cs typeface="Poppins"/>
              <a:sym typeface="Poppins"/>
            </a:endParaRPr>
          </a:p>
        </p:txBody>
      </p:sp>
      <p:sp>
        <p:nvSpPr>
          <p:cNvPr id="2238" name="Google Shape;2238;g2975d56d0dc_2_406"/>
          <p:cNvSpPr txBox="1"/>
          <p:nvPr/>
        </p:nvSpPr>
        <p:spPr>
          <a:xfrm>
            <a:off x="4020025" y="4043850"/>
            <a:ext cx="43410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is a gas giant and has several rings. It’s composed mostly of hydrogen and helium</a:t>
            </a:r>
            <a:endParaRPr b="0" i="0" sz="1400" u="none" cap="none" strike="noStrike">
              <a:solidFill>
                <a:schemeClr val="dk1"/>
              </a:solidFill>
              <a:latin typeface="Poppins"/>
              <a:ea typeface="Poppins"/>
              <a:cs typeface="Poppins"/>
              <a:sym typeface="Poppins"/>
            </a:endParaRPr>
          </a:p>
        </p:txBody>
      </p:sp>
      <p:sp>
        <p:nvSpPr>
          <p:cNvPr id="2239" name="Google Shape;2239;g2975d56d0dc_2_406"/>
          <p:cNvSpPr txBox="1"/>
          <p:nvPr/>
        </p:nvSpPr>
        <p:spPr>
          <a:xfrm>
            <a:off x="2183175" y="4042200"/>
            <a:ext cx="1122300" cy="576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sp>
        <p:nvSpPr>
          <p:cNvPr id="2240" name="Google Shape;2240;g2975d56d0dc_2_406"/>
          <p:cNvSpPr txBox="1"/>
          <p:nvPr/>
        </p:nvSpPr>
        <p:spPr>
          <a:xfrm>
            <a:off x="782975" y="4042200"/>
            <a:ext cx="722400" cy="5760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3000"/>
              <a:buFont typeface="Arial"/>
              <a:buNone/>
            </a:pPr>
            <a:r>
              <a:rPr b="1" i="0" lang="en" sz="3000" u="none" cap="none" strike="noStrike">
                <a:solidFill>
                  <a:schemeClr val="dk2"/>
                </a:solidFill>
                <a:latin typeface="Poppins"/>
                <a:ea typeface="Poppins"/>
                <a:cs typeface="Poppins"/>
                <a:sym typeface="Poppins"/>
              </a:rPr>
              <a:t>04</a:t>
            </a:r>
            <a:endParaRPr b="1" i="0" sz="3000" u="none" cap="none" strike="noStrike">
              <a:solidFill>
                <a:schemeClr val="dk2"/>
              </a:solidFill>
              <a:latin typeface="Poppins"/>
              <a:ea typeface="Poppins"/>
              <a:cs typeface="Poppins"/>
              <a:sym typeface="Poppins"/>
            </a:endParaRPr>
          </a:p>
        </p:txBody>
      </p:sp>
      <p:cxnSp>
        <p:nvCxnSpPr>
          <p:cNvPr id="2241" name="Google Shape;2241;g2975d56d0dc_2_406"/>
          <p:cNvCxnSpPr>
            <a:stCxn id="2231" idx="3"/>
            <a:endCxn id="2230" idx="1"/>
          </p:cNvCxnSpPr>
          <p:nvPr/>
        </p:nvCxnSpPr>
        <p:spPr>
          <a:xfrm>
            <a:off x="1505375" y="1651563"/>
            <a:ext cx="677700" cy="600"/>
          </a:xfrm>
          <a:prstGeom prst="bentConnector3">
            <a:avLst>
              <a:gd fmla="val 50007" name="adj1"/>
            </a:avLst>
          </a:prstGeom>
          <a:noFill/>
          <a:ln cap="flat" cmpd="sng" w="9525">
            <a:solidFill>
              <a:schemeClr val="lt2"/>
            </a:solidFill>
            <a:prstDash val="solid"/>
            <a:round/>
            <a:headEnd len="sm" w="sm" type="none"/>
            <a:tailEnd len="sm" w="sm" type="none"/>
          </a:ln>
        </p:spPr>
      </p:cxnSp>
      <p:cxnSp>
        <p:nvCxnSpPr>
          <p:cNvPr id="2242" name="Google Shape;2242;g2975d56d0dc_2_406"/>
          <p:cNvCxnSpPr>
            <a:stCxn id="2230" idx="3"/>
            <a:endCxn id="2229" idx="1"/>
          </p:cNvCxnSpPr>
          <p:nvPr/>
        </p:nvCxnSpPr>
        <p:spPr>
          <a:xfrm>
            <a:off x="3496575" y="1651563"/>
            <a:ext cx="523500" cy="600"/>
          </a:xfrm>
          <a:prstGeom prst="bentConnector3">
            <a:avLst>
              <a:gd fmla="val 49995" name="adj1"/>
            </a:avLst>
          </a:prstGeom>
          <a:noFill/>
          <a:ln cap="flat" cmpd="sng" w="9525">
            <a:solidFill>
              <a:schemeClr val="lt2"/>
            </a:solidFill>
            <a:prstDash val="solid"/>
            <a:round/>
            <a:headEnd len="sm" w="sm" type="none"/>
            <a:tailEnd len="med" w="med" type="oval"/>
          </a:ln>
        </p:spPr>
      </p:cxnSp>
      <p:cxnSp>
        <p:nvCxnSpPr>
          <p:cNvPr id="2243" name="Google Shape;2243;g2975d56d0dc_2_406"/>
          <p:cNvCxnSpPr>
            <a:stCxn id="2233" idx="3"/>
            <a:endCxn id="2232" idx="1"/>
          </p:cNvCxnSpPr>
          <p:nvPr/>
        </p:nvCxnSpPr>
        <p:spPr>
          <a:xfrm>
            <a:off x="3190275" y="2550450"/>
            <a:ext cx="829800" cy="600"/>
          </a:xfrm>
          <a:prstGeom prst="bentConnector3">
            <a:avLst>
              <a:gd fmla="val 49997" name="adj1"/>
            </a:avLst>
          </a:prstGeom>
          <a:noFill/>
          <a:ln cap="flat" cmpd="sng" w="9525">
            <a:solidFill>
              <a:schemeClr val="lt2"/>
            </a:solidFill>
            <a:prstDash val="solid"/>
            <a:round/>
            <a:headEnd len="sm" w="sm" type="none"/>
            <a:tailEnd len="med" w="med" type="oval"/>
          </a:ln>
        </p:spPr>
      </p:cxnSp>
      <p:cxnSp>
        <p:nvCxnSpPr>
          <p:cNvPr id="2244" name="Google Shape;2244;g2975d56d0dc_2_406"/>
          <p:cNvCxnSpPr>
            <a:stCxn id="2236" idx="3"/>
            <a:endCxn id="2235" idx="1"/>
          </p:cNvCxnSpPr>
          <p:nvPr/>
        </p:nvCxnSpPr>
        <p:spPr>
          <a:xfrm>
            <a:off x="3190275" y="3439500"/>
            <a:ext cx="829800" cy="600"/>
          </a:xfrm>
          <a:prstGeom prst="bentConnector3">
            <a:avLst>
              <a:gd fmla="val 49997" name="adj1"/>
            </a:avLst>
          </a:prstGeom>
          <a:noFill/>
          <a:ln cap="flat" cmpd="sng" w="9525">
            <a:solidFill>
              <a:schemeClr val="lt2"/>
            </a:solidFill>
            <a:prstDash val="solid"/>
            <a:round/>
            <a:headEnd len="sm" w="sm" type="none"/>
            <a:tailEnd len="med" w="med" type="oval"/>
          </a:ln>
        </p:spPr>
      </p:cxnSp>
      <p:cxnSp>
        <p:nvCxnSpPr>
          <p:cNvPr id="2245" name="Google Shape;2245;g2975d56d0dc_2_406"/>
          <p:cNvCxnSpPr>
            <a:endCxn id="2238" idx="1"/>
          </p:cNvCxnSpPr>
          <p:nvPr/>
        </p:nvCxnSpPr>
        <p:spPr>
          <a:xfrm>
            <a:off x="3305725" y="4329600"/>
            <a:ext cx="714300" cy="600"/>
          </a:xfrm>
          <a:prstGeom prst="bentConnector3">
            <a:avLst>
              <a:gd fmla="val 50000" name="adj1"/>
            </a:avLst>
          </a:prstGeom>
          <a:noFill/>
          <a:ln cap="flat" cmpd="sng" w="9525">
            <a:solidFill>
              <a:schemeClr val="lt2"/>
            </a:solidFill>
            <a:prstDash val="solid"/>
            <a:round/>
            <a:headEnd len="sm" w="sm" type="none"/>
            <a:tailEnd len="med" w="med" type="oval"/>
          </a:ln>
        </p:spPr>
      </p:cxnSp>
      <p:cxnSp>
        <p:nvCxnSpPr>
          <p:cNvPr id="2246" name="Google Shape;2246;g2975d56d0dc_2_406"/>
          <p:cNvCxnSpPr>
            <a:stCxn id="2234" idx="3"/>
            <a:endCxn id="2233" idx="1"/>
          </p:cNvCxnSpPr>
          <p:nvPr/>
        </p:nvCxnSpPr>
        <p:spPr>
          <a:xfrm>
            <a:off x="1505375" y="2550450"/>
            <a:ext cx="677700" cy="600"/>
          </a:xfrm>
          <a:prstGeom prst="bentConnector3">
            <a:avLst>
              <a:gd fmla="val 50007" name="adj1"/>
            </a:avLst>
          </a:prstGeom>
          <a:noFill/>
          <a:ln cap="flat" cmpd="sng" w="9525">
            <a:solidFill>
              <a:schemeClr val="lt2"/>
            </a:solidFill>
            <a:prstDash val="solid"/>
            <a:round/>
            <a:headEnd len="sm" w="sm" type="none"/>
            <a:tailEnd len="sm" w="sm" type="none"/>
          </a:ln>
        </p:spPr>
      </p:cxnSp>
      <p:cxnSp>
        <p:nvCxnSpPr>
          <p:cNvPr id="2247" name="Google Shape;2247;g2975d56d0dc_2_406"/>
          <p:cNvCxnSpPr>
            <a:stCxn id="2237" idx="3"/>
            <a:endCxn id="2236" idx="1"/>
          </p:cNvCxnSpPr>
          <p:nvPr/>
        </p:nvCxnSpPr>
        <p:spPr>
          <a:xfrm>
            <a:off x="1505375" y="3439500"/>
            <a:ext cx="677700" cy="600"/>
          </a:xfrm>
          <a:prstGeom prst="bentConnector3">
            <a:avLst>
              <a:gd fmla="val 50007" name="adj1"/>
            </a:avLst>
          </a:prstGeom>
          <a:noFill/>
          <a:ln cap="flat" cmpd="sng" w="9525">
            <a:solidFill>
              <a:schemeClr val="lt2"/>
            </a:solidFill>
            <a:prstDash val="solid"/>
            <a:round/>
            <a:headEnd len="sm" w="sm" type="none"/>
            <a:tailEnd len="sm" w="sm" type="none"/>
          </a:ln>
        </p:spPr>
      </p:cxnSp>
      <p:cxnSp>
        <p:nvCxnSpPr>
          <p:cNvPr id="2248" name="Google Shape;2248;g2975d56d0dc_2_406"/>
          <p:cNvCxnSpPr>
            <a:stCxn id="2240" idx="3"/>
            <a:endCxn id="2239" idx="1"/>
          </p:cNvCxnSpPr>
          <p:nvPr/>
        </p:nvCxnSpPr>
        <p:spPr>
          <a:xfrm>
            <a:off x="1505375" y="4330200"/>
            <a:ext cx="677700" cy="600"/>
          </a:xfrm>
          <a:prstGeom prst="bentConnector3">
            <a:avLst>
              <a:gd fmla="val 50007" name="adj1"/>
            </a:avLst>
          </a:prstGeom>
          <a:noFill/>
          <a:ln cap="flat" cmpd="sng" w="9525">
            <a:solidFill>
              <a:schemeClr val="lt2"/>
            </a:solidFill>
            <a:prstDash val="solid"/>
            <a:round/>
            <a:headEnd len="sm" w="sm" type="none"/>
            <a:tailEnd len="sm" w="sm" type="none"/>
          </a:ln>
        </p:spPr>
      </p:cxn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2" name="Shape 2252"/>
        <p:cNvGrpSpPr/>
        <p:nvPr/>
      </p:nvGrpSpPr>
      <p:grpSpPr>
        <a:xfrm>
          <a:off x="0" y="0"/>
          <a:ext cx="0" cy="0"/>
          <a:chOff x="0" y="0"/>
          <a:chExt cx="0" cy="0"/>
        </a:xfrm>
      </p:grpSpPr>
      <p:sp>
        <p:nvSpPr>
          <p:cNvPr id="2253" name="Google Shape;2253;g2975d56d0dc_2_430"/>
          <p:cNvSpPr txBox="1"/>
          <p:nvPr/>
        </p:nvSpPr>
        <p:spPr>
          <a:xfrm>
            <a:off x="720000" y="1167787"/>
            <a:ext cx="2191800" cy="5727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is composed of </a:t>
            </a:r>
            <a:r>
              <a:rPr b="1" i="0" lang="en" sz="1400" u="none" cap="none" strike="noStrike">
                <a:solidFill>
                  <a:schemeClr val="dk1"/>
                </a:solidFill>
                <a:latin typeface="Poppins"/>
                <a:ea typeface="Poppins"/>
                <a:cs typeface="Poppins"/>
                <a:sym typeface="Poppins"/>
              </a:rPr>
              <a:t>hydrogen and helium</a:t>
            </a:r>
            <a:endParaRPr b="1" i="0" sz="1400" u="none" cap="none" strike="noStrike">
              <a:solidFill>
                <a:schemeClr val="dk1"/>
              </a:solidFill>
              <a:latin typeface="Poppins"/>
              <a:ea typeface="Poppins"/>
              <a:cs typeface="Poppins"/>
              <a:sym typeface="Poppins"/>
            </a:endParaRPr>
          </a:p>
        </p:txBody>
      </p:sp>
      <p:sp>
        <p:nvSpPr>
          <p:cNvPr id="2254" name="Google Shape;2254;g2975d56d0dc_2_430"/>
          <p:cNvSpPr txBox="1"/>
          <p:nvPr/>
        </p:nvSpPr>
        <p:spPr>
          <a:xfrm>
            <a:off x="3476100" y="1167787"/>
            <a:ext cx="2191800" cy="5727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Mercury is the </a:t>
            </a:r>
            <a:r>
              <a:rPr b="1" i="0" lang="en" sz="1400" u="none" cap="none" strike="noStrike">
                <a:solidFill>
                  <a:schemeClr val="dk1"/>
                </a:solidFill>
                <a:latin typeface="Poppins"/>
                <a:ea typeface="Poppins"/>
                <a:cs typeface="Poppins"/>
                <a:sym typeface="Poppins"/>
              </a:rPr>
              <a:t>closest </a:t>
            </a:r>
            <a:r>
              <a:rPr b="0" i="0" lang="en" sz="1400" u="none" cap="none" strike="noStrike">
                <a:solidFill>
                  <a:schemeClr val="dk1"/>
                </a:solidFill>
                <a:latin typeface="Poppins"/>
                <a:ea typeface="Poppins"/>
                <a:cs typeface="Poppins"/>
                <a:sym typeface="Poppins"/>
              </a:rPr>
              <a:t>planet to the Sun</a:t>
            </a:r>
            <a:endParaRPr b="0" i="0" sz="1400" u="none" cap="none" strike="noStrike">
              <a:solidFill>
                <a:schemeClr val="dk1"/>
              </a:solidFill>
              <a:latin typeface="Poppins"/>
              <a:ea typeface="Poppins"/>
              <a:cs typeface="Poppins"/>
              <a:sym typeface="Poppins"/>
            </a:endParaRPr>
          </a:p>
        </p:txBody>
      </p:sp>
      <p:sp>
        <p:nvSpPr>
          <p:cNvPr id="2255" name="Google Shape;2255;g2975d56d0dc_2_430"/>
          <p:cNvSpPr txBox="1"/>
          <p:nvPr/>
        </p:nvSpPr>
        <p:spPr>
          <a:xfrm>
            <a:off x="6232200" y="1167787"/>
            <a:ext cx="2191800" cy="5727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was named after a Roman god</a:t>
            </a:r>
            <a:endParaRPr b="0" i="0" sz="1400" u="none" cap="none" strike="noStrike">
              <a:solidFill>
                <a:schemeClr val="dk1"/>
              </a:solidFill>
              <a:latin typeface="Poppins"/>
              <a:ea typeface="Poppins"/>
              <a:cs typeface="Poppins"/>
              <a:sym typeface="Poppins"/>
            </a:endParaRPr>
          </a:p>
        </p:txBody>
      </p:sp>
      <p:sp>
        <p:nvSpPr>
          <p:cNvPr id="2256" name="Google Shape;2256;g2975d56d0dc_2_43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Sequences</a:t>
            </a:r>
            <a:endParaRPr/>
          </a:p>
        </p:txBody>
      </p:sp>
      <p:sp>
        <p:nvSpPr>
          <p:cNvPr id="2257" name="Google Shape;2257;g2975d56d0dc_2_430"/>
          <p:cNvSpPr txBox="1"/>
          <p:nvPr/>
        </p:nvSpPr>
        <p:spPr>
          <a:xfrm>
            <a:off x="1317600" y="1664288"/>
            <a:ext cx="996600" cy="5040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First</a:t>
            </a:r>
            <a:endParaRPr b="1" i="0" sz="2000" u="none" cap="none" strike="noStrike">
              <a:solidFill>
                <a:schemeClr val="dk1"/>
              </a:solidFill>
              <a:latin typeface="IBM Plex Mono"/>
              <a:ea typeface="IBM Plex Mono"/>
              <a:cs typeface="IBM Plex Mono"/>
              <a:sym typeface="IBM Plex Mono"/>
            </a:endParaRPr>
          </a:p>
        </p:txBody>
      </p:sp>
      <p:sp>
        <p:nvSpPr>
          <p:cNvPr id="2258" name="Google Shape;2258;g2975d56d0dc_2_430"/>
          <p:cNvSpPr txBox="1"/>
          <p:nvPr/>
        </p:nvSpPr>
        <p:spPr>
          <a:xfrm>
            <a:off x="4073700" y="1664288"/>
            <a:ext cx="996600" cy="5040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Next</a:t>
            </a:r>
            <a:endParaRPr b="1" i="0" sz="2000" u="none" cap="none" strike="noStrike">
              <a:solidFill>
                <a:schemeClr val="dk1"/>
              </a:solidFill>
              <a:latin typeface="IBM Plex Mono"/>
              <a:ea typeface="IBM Plex Mono"/>
              <a:cs typeface="IBM Plex Mono"/>
              <a:sym typeface="IBM Plex Mono"/>
            </a:endParaRPr>
          </a:p>
        </p:txBody>
      </p:sp>
      <p:sp>
        <p:nvSpPr>
          <p:cNvPr id="2259" name="Google Shape;2259;g2975d56d0dc_2_430"/>
          <p:cNvSpPr txBox="1"/>
          <p:nvPr/>
        </p:nvSpPr>
        <p:spPr>
          <a:xfrm>
            <a:off x="6829800" y="1664288"/>
            <a:ext cx="996600" cy="5040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Next</a:t>
            </a:r>
            <a:endParaRPr b="1" i="0" sz="2000" u="none" cap="none" strike="noStrike">
              <a:solidFill>
                <a:schemeClr val="dk1"/>
              </a:solidFill>
              <a:latin typeface="IBM Plex Mono"/>
              <a:ea typeface="IBM Plex Mono"/>
              <a:cs typeface="IBM Plex Mono"/>
              <a:sym typeface="IBM Plex Mono"/>
            </a:endParaRPr>
          </a:p>
        </p:txBody>
      </p:sp>
      <p:sp>
        <p:nvSpPr>
          <p:cNvPr id="2260" name="Google Shape;2260;g2975d56d0dc_2_430"/>
          <p:cNvSpPr txBox="1"/>
          <p:nvPr/>
        </p:nvSpPr>
        <p:spPr>
          <a:xfrm>
            <a:off x="720000" y="4041650"/>
            <a:ext cx="2191800" cy="5727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Despite being red, Mars is </a:t>
            </a:r>
            <a:r>
              <a:rPr b="1" i="0" lang="en" sz="1400" u="none" cap="none" strike="noStrike">
                <a:solidFill>
                  <a:schemeClr val="dk1"/>
                </a:solidFill>
                <a:latin typeface="Poppins"/>
                <a:ea typeface="Poppins"/>
                <a:cs typeface="Poppins"/>
                <a:sym typeface="Poppins"/>
              </a:rPr>
              <a:t>very cold</a:t>
            </a:r>
            <a:endParaRPr b="1" i="0" sz="1400" u="none" cap="none" strike="noStrike">
              <a:solidFill>
                <a:schemeClr val="dk1"/>
              </a:solidFill>
              <a:latin typeface="Poppins"/>
              <a:ea typeface="Poppins"/>
              <a:cs typeface="Poppins"/>
              <a:sym typeface="Poppins"/>
            </a:endParaRPr>
          </a:p>
        </p:txBody>
      </p:sp>
      <p:sp>
        <p:nvSpPr>
          <p:cNvPr id="2261" name="Google Shape;2261;g2975d56d0dc_2_430"/>
          <p:cNvSpPr txBox="1"/>
          <p:nvPr/>
        </p:nvSpPr>
        <p:spPr>
          <a:xfrm>
            <a:off x="1316100" y="3613850"/>
            <a:ext cx="999600" cy="5040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Next</a:t>
            </a:r>
            <a:endParaRPr b="1" i="0" sz="2000" u="none" cap="none" strike="noStrike">
              <a:solidFill>
                <a:schemeClr val="dk1"/>
              </a:solidFill>
              <a:latin typeface="IBM Plex Mono"/>
              <a:ea typeface="IBM Plex Mono"/>
              <a:cs typeface="IBM Plex Mono"/>
              <a:sym typeface="IBM Plex Mono"/>
            </a:endParaRPr>
          </a:p>
        </p:txBody>
      </p:sp>
      <p:sp>
        <p:nvSpPr>
          <p:cNvPr id="2262" name="Google Shape;2262;g2975d56d0dc_2_430"/>
          <p:cNvSpPr txBox="1"/>
          <p:nvPr/>
        </p:nvSpPr>
        <p:spPr>
          <a:xfrm>
            <a:off x="3476100" y="4041650"/>
            <a:ext cx="2191800" cy="5727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Earth is the third planet from the Sun</a:t>
            </a:r>
            <a:endParaRPr b="0" i="0" sz="1400" u="none" cap="none" strike="noStrike">
              <a:solidFill>
                <a:schemeClr val="dk1"/>
              </a:solidFill>
              <a:latin typeface="Poppins"/>
              <a:ea typeface="Poppins"/>
              <a:cs typeface="Poppins"/>
              <a:sym typeface="Poppins"/>
            </a:endParaRPr>
          </a:p>
        </p:txBody>
      </p:sp>
      <p:sp>
        <p:nvSpPr>
          <p:cNvPr id="2263" name="Google Shape;2263;g2975d56d0dc_2_430"/>
          <p:cNvSpPr txBox="1"/>
          <p:nvPr/>
        </p:nvSpPr>
        <p:spPr>
          <a:xfrm>
            <a:off x="4073700" y="3613850"/>
            <a:ext cx="996600" cy="5040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Next</a:t>
            </a:r>
            <a:endParaRPr b="1" i="0" sz="2000" u="none" cap="none" strike="noStrike">
              <a:solidFill>
                <a:schemeClr val="dk1"/>
              </a:solidFill>
              <a:latin typeface="IBM Plex Mono"/>
              <a:ea typeface="IBM Plex Mono"/>
              <a:cs typeface="IBM Plex Mono"/>
              <a:sym typeface="IBM Plex Mono"/>
            </a:endParaRPr>
          </a:p>
        </p:txBody>
      </p:sp>
      <p:sp>
        <p:nvSpPr>
          <p:cNvPr id="2264" name="Google Shape;2264;g2975d56d0dc_2_430"/>
          <p:cNvSpPr txBox="1"/>
          <p:nvPr/>
        </p:nvSpPr>
        <p:spPr>
          <a:xfrm>
            <a:off x="6232200" y="4041650"/>
            <a:ext cx="2191800" cy="5727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Venus has extremely high temperatures</a:t>
            </a:r>
            <a:endParaRPr b="0" i="0" sz="1400" u="none" cap="none" strike="noStrike">
              <a:solidFill>
                <a:schemeClr val="dk1"/>
              </a:solidFill>
              <a:latin typeface="Poppins"/>
              <a:ea typeface="Poppins"/>
              <a:cs typeface="Poppins"/>
              <a:sym typeface="Poppins"/>
            </a:endParaRPr>
          </a:p>
        </p:txBody>
      </p:sp>
      <p:sp>
        <p:nvSpPr>
          <p:cNvPr id="2265" name="Google Shape;2265;g2975d56d0dc_2_430"/>
          <p:cNvSpPr txBox="1"/>
          <p:nvPr/>
        </p:nvSpPr>
        <p:spPr>
          <a:xfrm>
            <a:off x="6829800" y="3613850"/>
            <a:ext cx="996600" cy="5040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Last</a:t>
            </a:r>
            <a:endParaRPr b="1" i="0" sz="2000" u="none" cap="none" strike="noStrike">
              <a:solidFill>
                <a:schemeClr val="dk1"/>
              </a:solidFill>
              <a:latin typeface="IBM Plex Mono"/>
              <a:ea typeface="IBM Plex Mono"/>
              <a:cs typeface="IBM Plex Mono"/>
              <a:sym typeface="IBM Plex Mono"/>
            </a:endParaRPr>
          </a:p>
        </p:txBody>
      </p:sp>
      <p:cxnSp>
        <p:nvCxnSpPr>
          <p:cNvPr id="2266" name="Google Shape;2266;g2975d56d0dc_2_430"/>
          <p:cNvCxnSpPr>
            <a:stCxn id="2267" idx="4"/>
            <a:endCxn id="2261" idx="0"/>
          </p:cNvCxnSpPr>
          <p:nvPr/>
        </p:nvCxnSpPr>
        <p:spPr>
          <a:xfrm flipH="1" rot="-5400000">
            <a:off x="1625416" y="3422797"/>
            <a:ext cx="381600" cy="600"/>
          </a:xfrm>
          <a:prstGeom prst="bentConnector3">
            <a:avLst>
              <a:gd fmla="val 49994" name="adj1"/>
            </a:avLst>
          </a:prstGeom>
          <a:noFill/>
          <a:ln cap="flat" cmpd="sng" w="9525">
            <a:solidFill>
              <a:schemeClr val="lt2"/>
            </a:solidFill>
            <a:prstDash val="solid"/>
            <a:round/>
            <a:headEnd len="sm" w="sm" type="none"/>
            <a:tailEnd len="med" w="med" type="oval"/>
          </a:ln>
        </p:spPr>
      </p:cxnSp>
      <p:grpSp>
        <p:nvGrpSpPr>
          <p:cNvPr id="2268" name="Google Shape;2268;g2975d56d0dc_2_430"/>
          <p:cNvGrpSpPr/>
          <p:nvPr/>
        </p:nvGrpSpPr>
        <p:grpSpPr>
          <a:xfrm>
            <a:off x="7238266" y="3053222"/>
            <a:ext cx="179668" cy="179626"/>
            <a:chOff x="7238266" y="3053222"/>
            <a:chExt cx="179668" cy="179626"/>
          </a:xfrm>
        </p:grpSpPr>
        <p:sp>
          <p:nvSpPr>
            <p:cNvPr id="2269" name="Google Shape;2269;g2975d56d0dc_2_430"/>
            <p:cNvSpPr/>
            <p:nvPr/>
          </p:nvSpPr>
          <p:spPr>
            <a:xfrm>
              <a:off x="7238266" y="3053222"/>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g2975d56d0dc_2_430"/>
            <p:cNvSpPr/>
            <p:nvPr/>
          </p:nvSpPr>
          <p:spPr>
            <a:xfrm>
              <a:off x="7273954" y="3088901"/>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1" name="Google Shape;2271;g2975d56d0dc_2_430"/>
          <p:cNvGrpSpPr/>
          <p:nvPr/>
        </p:nvGrpSpPr>
        <p:grpSpPr>
          <a:xfrm>
            <a:off x="1726066" y="2580534"/>
            <a:ext cx="179668" cy="179626"/>
            <a:chOff x="1726066" y="2580534"/>
            <a:chExt cx="179668" cy="179626"/>
          </a:xfrm>
        </p:grpSpPr>
        <p:sp>
          <p:nvSpPr>
            <p:cNvPr id="2272" name="Google Shape;2272;g2975d56d0dc_2_430"/>
            <p:cNvSpPr/>
            <p:nvPr/>
          </p:nvSpPr>
          <p:spPr>
            <a:xfrm>
              <a:off x="1726066" y="2580534"/>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g2975d56d0dc_2_430"/>
            <p:cNvSpPr/>
            <p:nvPr/>
          </p:nvSpPr>
          <p:spPr>
            <a:xfrm>
              <a:off x="1761754" y="2616214"/>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2274" name="Google Shape;2274;g2975d56d0dc_2_430"/>
          <p:cNvCxnSpPr>
            <a:stCxn id="2257" idx="2"/>
            <a:endCxn id="2272" idx="0"/>
          </p:cNvCxnSpPr>
          <p:nvPr/>
        </p:nvCxnSpPr>
        <p:spPr>
          <a:xfrm flipH="1" rot="-5400000">
            <a:off x="1610100" y="2374088"/>
            <a:ext cx="412200" cy="600"/>
          </a:xfrm>
          <a:prstGeom prst="bentConnector3">
            <a:avLst>
              <a:gd fmla="val 50006" name="adj1"/>
            </a:avLst>
          </a:prstGeom>
          <a:noFill/>
          <a:ln cap="flat" cmpd="sng" w="9525">
            <a:solidFill>
              <a:schemeClr val="lt2"/>
            </a:solidFill>
            <a:prstDash val="solid"/>
            <a:round/>
            <a:headEnd len="med" w="med" type="oval"/>
            <a:tailEnd len="sm" w="sm" type="none"/>
          </a:ln>
        </p:spPr>
      </p:cxnSp>
      <p:cxnSp>
        <p:nvCxnSpPr>
          <p:cNvPr id="2275" name="Google Shape;2275;g2975d56d0dc_2_430"/>
          <p:cNvCxnSpPr>
            <a:stCxn id="2258" idx="2"/>
            <a:endCxn id="2276" idx="0"/>
          </p:cNvCxnSpPr>
          <p:nvPr/>
        </p:nvCxnSpPr>
        <p:spPr>
          <a:xfrm flipH="1" rot="-5400000">
            <a:off x="4364400" y="2375888"/>
            <a:ext cx="415800" cy="600"/>
          </a:xfrm>
          <a:prstGeom prst="bentConnector3">
            <a:avLst>
              <a:gd fmla="val 49985" name="adj1"/>
            </a:avLst>
          </a:prstGeom>
          <a:noFill/>
          <a:ln cap="flat" cmpd="sng" w="9525">
            <a:solidFill>
              <a:schemeClr val="lt2"/>
            </a:solidFill>
            <a:prstDash val="solid"/>
            <a:round/>
            <a:headEnd len="med" w="med" type="oval"/>
            <a:tailEnd len="sm" w="sm" type="none"/>
          </a:ln>
        </p:spPr>
      </p:cxnSp>
      <p:cxnSp>
        <p:nvCxnSpPr>
          <p:cNvPr id="2277" name="Google Shape;2277;g2975d56d0dc_2_430"/>
          <p:cNvCxnSpPr>
            <a:stCxn id="2259" idx="2"/>
            <a:endCxn id="2278" idx="0"/>
          </p:cNvCxnSpPr>
          <p:nvPr/>
        </p:nvCxnSpPr>
        <p:spPr>
          <a:xfrm flipH="1" rot="-5400000">
            <a:off x="7120650" y="2375738"/>
            <a:ext cx="415500" cy="600"/>
          </a:xfrm>
          <a:prstGeom prst="bentConnector3">
            <a:avLst>
              <a:gd fmla="val 50016" name="adj1"/>
            </a:avLst>
          </a:prstGeom>
          <a:noFill/>
          <a:ln cap="flat" cmpd="sng" w="9525">
            <a:solidFill>
              <a:schemeClr val="lt2"/>
            </a:solidFill>
            <a:prstDash val="solid"/>
            <a:round/>
            <a:headEnd len="med" w="med" type="oval"/>
            <a:tailEnd len="sm" w="sm" type="none"/>
          </a:ln>
        </p:spPr>
      </p:cxnSp>
      <p:cxnSp>
        <p:nvCxnSpPr>
          <p:cNvPr id="2279" name="Google Shape;2279;g2975d56d0dc_2_430"/>
          <p:cNvCxnSpPr>
            <a:stCxn id="2263" idx="0"/>
            <a:endCxn id="2280" idx="4"/>
          </p:cNvCxnSpPr>
          <p:nvPr/>
        </p:nvCxnSpPr>
        <p:spPr>
          <a:xfrm rot="-5400000">
            <a:off x="4381500" y="3422750"/>
            <a:ext cx="381600" cy="600"/>
          </a:xfrm>
          <a:prstGeom prst="bentConnector3">
            <a:avLst>
              <a:gd fmla="val 49994" name="adj1"/>
            </a:avLst>
          </a:prstGeom>
          <a:noFill/>
          <a:ln cap="flat" cmpd="sng" w="9525">
            <a:solidFill>
              <a:schemeClr val="lt2"/>
            </a:solidFill>
            <a:prstDash val="solid"/>
            <a:round/>
            <a:headEnd len="med" w="med" type="oval"/>
            <a:tailEnd len="sm" w="sm" type="none"/>
          </a:ln>
        </p:spPr>
      </p:cxnSp>
      <p:cxnSp>
        <p:nvCxnSpPr>
          <p:cNvPr id="2281" name="Google Shape;2281;g2975d56d0dc_2_430"/>
          <p:cNvCxnSpPr>
            <a:stCxn id="2265" idx="0"/>
            <a:endCxn id="2269" idx="4"/>
          </p:cNvCxnSpPr>
          <p:nvPr/>
        </p:nvCxnSpPr>
        <p:spPr>
          <a:xfrm rot="-5400000">
            <a:off x="7137900" y="3423050"/>
            <a:ext cx="381000" cy="600"/>
          </a:xfrm>
          <a:prstGeom prst="bentConnector3">
            <a:avLst>
              <a:gd fmla="val 50000" name="adj1"/>
            </a:avLst>
          </a:prstGeom>
          <a:noFill/>
          <a:ln cap="flat" cmpd="sng" w="9525">
            <a:solidFill>
              <a:schemeClr val="lt2"/>
            </a:solidFill>
            <a:prstDash val="solid"/>
            <a:round/>
            <a:headEnd len="med" w="med" type="oval"/>
            <a:tailEnd len="sm" w="sm" type="none"/>
          </a:ln>
        </p:spPr>
      </p:cxnSp>
      <p:cxnSp>
        <p:nvCxnSpPr>
          <p:cNvPr id="2282" name="Google Shape;2282;g2975d56d0dc_2_430"/>
          <p:cNvCxnSpPr>
            <a:stCxn id="2272" idx="6"/>
            <a:endCxn id="2276" idx="2"/>
          </p:cNvCxnSpPr>
          <p:nvPr/>
        </p:nvCxnSpPr>
        <p:spPr>
          <a:xfrm>
            <a:off x="1905734" y="2670347"/>
            <a:ext cx="2576400" cy="3300"/>
          </a:xfrm>
          <a:prstGeom prst="bentConnector3">
            <a:avLst>
              <a:gd fmla="val 50001" name="adj1"/>
            </a:avLst>
          </a:prstGeom>
          <a:noFill/>
          <a:ln cap="flat" cmpd="sng" w="9525">
            <a:solidFill>
              <a:schemeClr val="lt2"/>
            </a:solidFill>
            <a:prstDash val="solid"/>
            <a:round/>
            <a:headEnd len="sm" w="sm" type="none"/>
            <a:tailEnd len="sm" w="sm" type="none"/>
          </a:ln>
        </p:spPr>
      </p:cxnSp>
      <p:cxnSp>
        <p:nvCxnSpPr>
          <p:cNvPr id="2283" name="Google Shape;2283;g2975d56d0dc_2_430"/>
          <p:cNvCxnSpPr>
            <a:stCxn id="2276" idx="6"/>
            <a:endCxn id="2278" idx="2"/>
          </p:cNvCxnSpPr>
          <p:nvPr/>
        </p:nvCxnSpPr>
        <p:spPr>
          <a:xfrm>
            <a:off x="4661834" y="2673772"/>
            <a:ext cx="2576400" cy="600"/>
          </a:xfrm>
          <a:prstGeom prst="bentConnector3">
            <a:avLst>
              <a:gd fmla="val 50001" name="adj1"/>
            </a:avLst>
          </a:prstGeom>
          <a:noFill/>
          <a:ln cap="flat" cmpd="sng" w="9525">
            <a:solidFill>
              <a:schemeClr val="lt2"/>
            </a:solidFill>
            <a:prstDash val="solid"/>
            <a:round/>
            <a:headEnd len="sm" w="sm" type="none"/>
            <a:tailEnd len="sm" w="sm" type="none"/>
          </a:ln>
        </p:spPr>
      </p:cxnSp>
      <p:cxnSp>
        <p:nvCxnSpPr>
          <p:cNvPr id="2284" name="Google Shape;2284;g2975d56d0dc_2_430"/>
          <p:cNvCxnSpPr>
            <a:stCxn id="2278" idx="6"/>
            <a:endCxn id="2267" idx="2"/>
          </p:cNvCxnSpPr>
          <p:nvPr/>
        </p:nvCxnSpPr>
        <p:spPr>
          <a:xfrm flipH="1">
            <a:off x="1726066" y="2673772"/>
            <a:ext cx="5691900" cy="468600"/>
          </a:xfrm>
          <a:prstGeom prst="bentConnector5">
            <a:avLst>
              <a:gd fmla="val -4184" name="adj1"/>
              <a:gd fmla="val 50008" name="adj2"/>
              <a:gd fmla="val 104184" name="adj3"/>
            </a:avLst>
          </a:prstGeom>
          <a:noFill/>
          <a:ln cap="flat" cmpd="sng" w="9525">
            <a:solidFill>
              <a:schemeClr val="lt2"/>
            </a:solidFill>
            <a:prstDash val="solid"/>
            <a:round/>
            <a:headEnd len="sm" w="sm" type="none"/>
            <a:tailEnd len="sm" w="sm" type="none"/>
          </a:ln>
        </p:spPr>
      </p:cxnSp>
      <p:cxnSp>
        <p:nvCxnSpPr>
          <p:cNvPr id="2285" name="Google Shape;2285;g2975d56d0dc_2_430"/>
          <p:cNvCxnSpPr>
            <a:stCxn id="2269" idx="2"/>
            <a:endCxn id="2280" idx="6"/>
          </p:cNvCxnSpPr>
          <p:nvPr/>
        </p:nvCxnSpPr>
        <p:spPr>
          <a:xfrm rot="10800000">
            <a:off x="4661866" y="3142435"/>
            <a:ext cx="2576400" cy="600"/>
          </a:xfrm>
          <a:prstGeom prst="bentConnector3">
            <a:avLst>
              <a:gd fmla="val 50000" name="adj1"/>
            </a:avLst>
          </a:prstGeom>
          <a:noFill/>
          <a:ln cap="flat" cmpd="sng" w="9525">
            <a:solidFill>
              <a:schemeClr val="lt2"/>
            </a:solidFill>
            <a:prstDash val="solid"/>
            <a:round/>
            <a:headEnd len="sm" w="sm" type="none"/>
            <a:tailEnd len="sm" w="sm" type="none"/>
          </a:ln>
        </p:spPr>
      </p:cxnSp>
      <p:cxnSp>
        <p:nvCxnSpPr>
          <p:cNvPr id="2286" name="Google Shape;2286;g2975d56d0dc_2_430"/>
          <p:cNvCxnSpPr>
            <a:stCxn id="2280" idx="2"/>
            <a:endCxn id="2267" idx="6"/>
          </p:cNvCxnSpPr>
          <p:nvPr/>
        </p:nvCxnSpPr>
        <p:spPr>
          <a:xfrm flipH="1">
            <a:off x="1905766" y="3142447"/>
            <a:ext cx="2576400" cy="600"/>
          </a:xfrm>
          <a:prstGeom prst="bentConnector3">
            <a:avLst>
              <a:gd fmla="val 50000" name="adj1"/>
            </a:avLst>
          </a:prstGeom>
          <a:noFill/>
          <a:ln cap="flat" cmpd="sng" w="9525">
            <a:solidFill>
              <a:schemeClr val="lt2"/>
            </a:solidFill>
            <a:prstDash val="solid"/>
            <a:round/>
            <a:headEnd len="sm" w="sm" type="none"/>
            <a:tailEnd len="sm" w="sm" type="none"/>
          </a:ln>
        </p:spPr>
      </p:cxnSp>
      <p:grpSp>
        <p:nvGrpSpPr>
          <p:cNvPr id="2287" name="Google Shape;2287;g2975d56d0dc_2_430"/>
          <p:cNvGrpSpPr/>
          <p:nvPr/>
        </p:nvGrpSpPr>
        <p:grpSpPr>
          <a:xfrm>
            <a:off x="1726066" y="3052597"/>
            <a:ext cx="179700" cy="179700"/>
            <a:chOff x="1726066" y="2580534"/>
            <a:chExt cx="179700" cy="179700"/>
          </a:xfrm>
        </p:grpSpPr>
        <p:sp>
          <p:nvSpPr>
            <p:cNvPr id="2267" name="Google Shape;2267;g2975d56d0dc_2_430"/>
            <p:cNvSpPr/>
            <p:nvPr/>
          </p:nvSpPr>
          <p:spPr>
            <a:xfrm>
              <a:off x="1726066" y="2580534"/>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g2975d56d0dc_2_430"/>
            <p:cNvSpPr/>
            <p:nvPr/>
          </p:nvSpPr>
          <p:spPr>
            <a:xfrm>
              <a:off x="1761754" y="2616214"/>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9" name="Google Shape;2289;g2975d56d0dc_2_430"/>
          <p:cNvGrpSpPr/>
          <p:nvPr/>
        </p:nvGrpSpPr>
        <p:grpSpPr>
          <a:xfrm>
            <a:off x="4482166" y="2583959"/>
            <a:ext cx="179668" cy="179626"/>
            <a:chOff x="4482166" y="2580534"/>
            <a:chExt cx="179668" cy="179626"/>
          </a:xfrm>
        </p:grpSpPr>
        <p:sp>
          <p:nvSpPr>
            <p:cNvPr id="2276" name="Google Shape;2276;g2975d56d0dc_2_430"/>
            <p:cNvSpPr/>
            <p:nvPr/>
          </p:nvSpPr>
          <p:spPr>
            <a:xfrm>
              <a:off x="4482166" y="2580534"/>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g2975d56d0dc_2_430"/>
            <p:cNvSpPr/>
            <p:nvPr/>
          </p:nvSpPr>
          <p:spPr>
            <a:xfrm>
              <a:off x="4517854" y="2616214"/>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1" name="Google Shape;2291;g2975d56d0dc_2_430"/>
          <p:cNvGrpSpPr/>
          <p:nvPr/>
        </p:nvGrpSpPr>
        <p:grpSpPr>
          <a:xfrm>
            <a:off x="4482166" y="3052597"/>
            <a:ext cx="179700" cy="179700"/>
            <a:chOff x="4482166" y="2580534"/>
            <a:chExt cx="179700" cy="179700"/>
          </a:xfrm>
        </p:grpSpPr>
        <p:sp>
          <p:nvSpPr>
            <p:cNvPr id="2280" name="Google Shape;2280;g2975d56d0dc_2_430"/>
            <p:cNvSpPr/>
            <p:nvPr/>
          </p:nvSpPr>
          <p:spPr>
            <a:xfrm>
              <a:off x="4482166" y="2580534"/>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g2975d56d0dc_2_430"/>
            <p:cNvSpPr/>
            <p:nvPr/>
          </p:nvSpPr>
          <p:spPr>
            <a:xfrm>
              <a:off x="4517854" y="2616214"/>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3" name="Google Shape;2293;g2975d56d0dc_2_430"/>
          <p:cNvGrpSpPr/>
          <p:nvPr/>
        </p:nvGrpSpPr>
        <p:grpSpPr>
          <a:xfrm>
            <a:off x="7238266" y="2583922"/>
            <a:ext cx="179700" cy="179700"/>
            <a:chOff x="7238266" y="3053222"/>
            <a:chExt cx="179700" cy="179700"/>
          </a:xfrm>
        </p:grpSpPr>
        <p:sp>
          <p:nvSpPr>
            <p:cNvPr id="2278" name="Google Shape;2278;g2975d56d0dc_2_430"/>
            <p:cNvSpPr/>
            <p:nvPr/>
          </p:nvSpPr>
          <p:spPr>
            <a:xfrm>
              <a:off x="7238266" y="3053222"/>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g2975d56d0dc_2_430"/>
            <p:cNvSpPr/>
            <p:nvPr/>
          </p:nvSpPr>
          <p:spPr>
            <a:xfrm>
              <a:off x="7273954" y="3088901"/>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8" name="Shape 2298"/>
        <p:cNvGrpSpPr/>
        <p:nvPr/>
      </p:nvGrpSpPr>
      <p:grpSpPr>
        <a:xfrm>
          <a:off x="0" y="0"/>
          <a:ext cx="0" cy="0"/>
          <a:chOff x="0" y="0"/>
          <a:chExt cx="0" cy="0"/>
        </a:xfrm>
      </p:grpSpPr>
      <p:sp>
        <p:nvSpPr>
          <p:cNvPr id="2299" name="Google Shape;2299;g2975d56d0dc_2_47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Classification</a:t>
            </a:r>
            <a:endParaRPr/>
          </a:p>
        </p:txBody>
      </p:sp>
      <p:graphicFrame>
        <p:nvGraphicFramePr>
          <p:cNvPr id="2300" name="Google Shape;2300;g2975d56d0dc_2_475"/>
          <p:cNvGraphicFramePr/>
          <p:nvPr/>
        </p:nvGraphicFramePr>
        <p:xfrm>
          <a:off x="720000" y="1421194"/>
          <a:ext cx="3000000" cy="3000000"/>
        </p:xfrm>
        <a:graphic>
          <a:graphicData uri="http://schemas.openxmlformats.org/drawingml/2006/table">
            <a:tbl>
              <a:tblPr>
                <a:noFill/>
                <a:tableStyleId>{CA439BA7-F0D7-459F-B904-4AD791DA4FB8}</a:tableStyleId>
              </a:tblPr>
              <a:tblGrid>
                <a:gridCol w="1926000"/>
                <a:gridCol w="1926000"/>
                <a:gridCol w="1926000"/>
                <a:gridCol w="1926000"/>
              </a:tblGrid>
              <a:tr h="627075">
                <a:tc>
                  <a:txBody>
                    <a:bodyPr/>
                    <a:lstStyle/>
                    <a:p>
                      <a:pPr indent="0" lvl="0" marL="228600" marR="0" rtl="0" algn="l">
                        <a:lnSpc>
                          <a:spcPct val="115000"/>
                        </a:lnSpc>
                        <a:spcBef>
                          <a:spcPts val="0"/>
                        </a:spcBef>
                        <a:spcAft>
                          <a:spcPts val="0"/>
                        </a:spcAft>
                        <a:buClr>
                          <a:srgbClr val="000000"/>
                        </a:buClr>
                        <a:buSzPts val="2000"/>
                        <a:buFont typeface="Arial"/>
                        <a:buNone/>
                      </a:pPr>
                      <a:r>
                        <a:rPr b="1" lang="en" sz="2000" u="none" cap="none" strike="noStrike">
                          <a:solidFill>
                            <a:schemeClr val="dk1"/>
                          </a:solidFill>
                          <a:latin typeface="IBM Plex Mono"/>
                          <a:ea typeface="IBM Plex Mono"/>
                          <a:cs typeface="IBM Plex Mono"/>
                          <a:sym typeface="IBM Plex Mono"/>
                        </a:rPr>
                        <a:t>Mars</a:t>
                      </a:r>
                      <a:endParaRPr b="1" sz="2000" u="none" cap="none" strike="noStrike">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marR="0" rtl="0" algn="l">
                        <a:lnSpc>
                          <a:spcPct val="115000"/>
                        </a:lnSpc>
                        <a:spcBef>
                          <a:spcPts val="0"/>
                        </a:spcBef>
                        <a:spcAft>
                          <a:spcPts val="0"/>
                        </a:spcAft>
                        <a:buClr>
                          <a:srgbClr val="000000"/>
                        </a:buClr>
                        <a:buSzPts val="2000"/>
                        <a:buFont typeface="Arial"/>
                        <a:buNone/>
                      </a:pPr>
                      <a:r>
                        <a:rPr b="1" lang="en" sz="2000" u="none" cap="none" strike="noStrike">
                          <a:solidFill>
                            <a:schemeClr val="dk1"/>
                          </a:solidFill>
                          <a:latin typeface="IBM Plex Mono"/>
                          <a:ea typeface="IBM Plex Mono"/>
                          <a:cs typeface="IBM Plex Mono"/>
                          <a:sym typeface="IBM Plex Mono"/>
                        </a:rPr>
                        <a:t>Venus</a:t>
                      </a:r>
                      <a:endParaRPr b="1" sz="2000" u="none" cap="none" strike="noStrike">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marR="0" rtl="0" algn="l">
                        <a:lnSpc>
                          <a:spcPct val="115000"/>
                        </a:lnSpc>
                        <a:spcBef>
                          <a:spcPts val="0"/>
                        </a:spcBef>
                        <a:spcAft>
                          <a:spcPts val="0"/>
                        </a:spcAft>
                        <a:buClr>
                          <a:srgbClr val="000000"/>
                        </a:buClr>
                        <a:buSzPts val="2000"/>
                        <a:buFont typeface="Arial"/>
                        <a:buNone/>
                      </a:pPr>
                      <a:r>
                        <a:rPr b="1" lang="en" sz="2000" u="none" cap="none" strike="noStrike">
                          <a:solidFill>
                            <a:schemeClr val="dk1"/>
                          </a:solidFill>
                          <a:latin typeface="IBM Plex Mono"/>
                          <a:ea typeface="IBM Plex Mono"/>
                          <a:cs typeface="IBM Plex Mono"/>
                          <a:sym typeface="IBM Plex Mono"/>
                        </a:rPr>
                        <a:t>Mercury</a:t>
                      </a:r>
                      <a:endParaRPr b="1" sz="2000" u="none" cap="none" strike="noStrike">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marR="0" rtl="0" algn="l">
                        <a:lnSpc>
                          <a:spcPct val="115000"/>
                        </a:lnSpc>
                        <a:spcBef>
                          <a:spcPts val="0"/>
                        </a:spcBef>
                        <a:spcAft>
                          <a:spcPts val="0"/>
                        </a:spcAft>
                        <a:buClr>
                          <a:srgbClr val="000000"/>
                        </a:buClr>
                        <a:buSzPts val="2000"/>
                        <a:buFont typeface="Arial"/>
                        <a:buNone/>
                      </a:pPr>
                      <a:r>
                        <a:rPr b="1" lang="en" sz="2000" u="none" cap="none" strike="noStrike">
                          <a:solidFill>
                            <a:schemeClr val="dk1"/>
                          </a:solidFill>
                          <a:latin typeface="IBM Plex Mono"/>
                          <a:ea typeface="IBM Plex Mono"/>
                          <a:cs typeface="IBM Plex Mono"/>
                          <a:sym typeface="IBM Plex Mono"/>
                        </a:rPr>
                        <a:t>Jupiter</a:t>
                      </a:r>
                      <a:endParaRPr b="1" sz="2000" u="none" cap="none" strike="noStrike">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r>
              <a:tr h="1132325">
                <a:tc>
                  <a:txBody>
                    <a:bodyPr/>
                    <a:lstStyle/>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Small</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Red</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Cold </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Rocky</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Small</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Hot</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Dry</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Volcanic</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Small</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Hot</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Rocky</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Cratered</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Large</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Cold</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Gassy</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Striped</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1132325">
                <a:tc>
                  <a:txBody>
                    <a:bodyPr/>
                    <a:lstStyle/>
                    <a:p>
                      <a:pPr indent="0" lvl="0" marL="228600" marR="0" rtl="0" algn="l">
                        <a:lnSpc>
                          <a:spcPct val="115000"/>
                        </a:lnSpc>
                        <a:spcBef>
                          <a:spcPts val="0"/>
                        </a:spcBef>
                        <a:spcAft>
                          <a:spcPts val="0"/>
                        </a:spcAft>
                        <a:buClr>
                          <a:srgbClr val="000000"/>
                        </a:buClr>
                        <a:buSzPts val="1400"/>
                        <a:buFont typeface="Arial"/>
                        <a:buNone/>
                      </a:pPr>
                      <a:r>
                        <a:rPr lang="en" sz="1400" u="none" cap="none" strike="noStrike">
                          <a:solidFill>
                            <a:schemeClr val="dk1"/>
                          </a:solidFill>
                          <a:latin typeface="Poppins"/>
                          <a:ea typeface="Poppins"/>
                          <a:cs typeface="Poppins"/>
                          <a:sym typeface="Poppins"/>
                        </a:rPr>
                        <a:t>Mars is full of iron oxide dust</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399" marR="0" rtl="0" algn="l">
                        <a:lnSpc>
                          <a:spcPct val="115000"/>
                        </a:lnSpc>
                        <a:spcBef>
                          <a:spcPts val="0"/>
                        </a:spcBef>
                        <a:spcAft>
                          <a:spcPts val="0"/>
                        </a:spcAft>
                        <a:buClr>
                          <a:srgbClr val="000000"/>
                        </a:buClr>
                        <a:buSzPts val="1400"/>
                        <a:buFont typeface="Arial"/>
                        <a:buNone/>
                      </a:pPr>
                      <a:r>
                        <a:rPr lang="en" sz="1400" u="none" cap="none" strike="noStrike">
                          <a:solidFill>
                            <a:schemeClr val="dk1"/>
                          </a:solidFill>
                          <a:latin typeface="Poppins"/>
                          <a:ea typeface="Poppins"/>
                          <a:cs typeface="Poppins"/>
                          <a:sym typeface="Poppins"/>
                        </a:rPr>
                        <a:t>Venus has high temperatures</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399" marR="0" rtl="0" algn="l">
                        <a:lnSpc>
                          <a:spcPct val="115000"/>
                        </a:lnSpc>
                        <a:spcBef>
                          <a:spcPts val="0"/>
                        </a:spcBef>
                        <a:spcAft>
                          <a:spcPts val="0"/>
                        </a:spcAft>
                        <a:buClr>
                          <a:srgbClr val="000000"/>
                        </a:buClr>
                        <a:buSzPts val="1400"/>
                        <a:buFont typeface="Arial"/>
                        <a:buNone/>
                      </a:pPr>
                      <a:r>
                        <a:rPr lang="en" sz="1400" u="none" cap="none" strike="noStrike">
                          <a:solidFill>
                            <a:schemeClr val="dk1"/>
                          </a:solidFill>
                          <a:latin typeface="Poppins"/>
                          <a:ea typeface="Poppins"/>
                          <a:cs typeface="Poppins"/>
                          <a:sym typeface="Poppins"/>
                        </a:rPr>
                        <a:t>Mercury is quite a small planet</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399" marR="0" rtl="0" algn="l">
                        <a:lnSpc>
                          <a:spcPct val="115000"/>
                        </a:lnSpc>
                        <a:spcBef>
                          <a:spcPts val="0"/>
                        </a:spcBef>
                        <a:spcAft>
                          <a:spcPts val="0"/>
                        </a:spcAft>
                        <a:buClr>
                          <a:srgbClr val="000000"/>
                        </a:buClr>
                        <a:buSzPts val="1400"/>
                        <a:buFont typeface="Arial"/>
                        <a:buNone/>
                      </a:pPr>
                      <a:r>
                        <a:rPr lang="en" sz="1400" u="none" cap="none" strike="noStrike">
                          <a:solidFill>
                            <a:schemeClr val="dk1"/>
                          </a:solidFill>
                          <a:latin typeface="Poppins"/>
                          <a:ea typeface="Poppins"/>
                          <a:cs typeface="Poppins"/>
                          <a:sym typeface="Poppins"/>
                        </a:rPr>
                        <a:t>Jupiter is a huge gas giant</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4" name="Shape 2304"/>
        <p:cNvGrpSpPr/>
        <p:nvPr/>
      </p:nvGrpSpPr>
      <p:grpSpPr>
        <a:xfrm>
          <a:off x="0" y="0"/>
          <a:ext cx="0" cy="0"/>
          <a:chOff x="0" y="0"/>
          <a:chExt cx="0" cy="0"/>
        </a:xfrm>
      </p:grpSpPr>
      <p:sp>
        <p:nvSpPr>
          <p:cNvPr id="2305" name="Google Shape;2305;g2975d56d0dc_2_48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Cause and effect</a:t>
            </a:r>
            <a:endParaRPr/>
          </a:p>
        </p:txBody>
      </p:sp>
      <p:sp>
        <p:nvSpPr>
          <p:cNvPr id="2306" name="Google Shape;2306;g2975d56d0dc_2_480"/>
          <p:cNvSpPr txBox="1"/>
          <p:nvPr/>
        </p:nvSpPr>
        <p:spPr>
          <a:xfrm>
            <a:off x="5830935" y="3330599"/>
            <a:ext cx="2204100" cy="4545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sp>
        <p:nvSpPr>
          <p:cNvPr id="2307" name="Google Shape;2307;g2975d56d0dc_2_480"/>
          <p:cNvSpPr txBox="1"/>
          <p:nvPr/>
        </p:nvSpPr>
        <p:spPr>
          <a:xfrm>
            <a:off x="3081075" y="3709040"/>
            <a:ext cx="2204100" cy="6729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Mercury is the closest planet to the Sun</a:t>
            </a:r>
            <a:endParaRPr b="0" i="0" sz="1400" u="none" cap="none" strike="noStrike">
              <a:solidFill>
                <a:schemeClr val="dk1"/>
              </a:solidFill>
              <a:latin typeface="Poppins"/>
              <a:ea typeface="Poppins"/>
              <a:cs typeface="Poppins"/>
              <a:sym typeface="Poppins"/>
            </a:endParaRPr>
          </a:p>
        </p:txBody>
      </p:sp>
      <p:sp>
        <p:nvSpPr>
          <p:cNvPr id="2308" name="Google Shape;2308;g2975d56d0dc_2_480"/>
          <p:cNvSpPr txBox="1"/>
          <p:nvPr/>
        </p:nvSpPr>
        <p:spPr>
          <a:xfrm>
            <a:off x="5830935" y="3709026"/>
            <a:ext cx="2204100" cy="6729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is a gas giant and has several rings</a:t>
            </a:r>
            <a:endParaRPr b="0" i="0" sz="1400" u="none" cap="none" strike="noStrike">
              <a:solidFill>
                <a:schemeClr val="dk1"/>
              </a:solidFill>
              <a:latin typeface="Poppins"/>
              <a:ea typeface="Poppins"/>
              <a:cs typeface="Poppins"/>
              <a:sym typeface="Poppins"/>
            </a:endParaRPr>
          </a:p>
        </p:txBody>
      </p:sp>
      <p:sp>
        <p:nvSpPr>
          <p:cNvPr id="2309" name="Google Shape;2309;g2975d56d0dc_2_480"/>
          <p:cNvSpPr txBox="1"/>
          <p:nvPr/>
        </p:nvSpPr>
        <p:spPr>
          <a:xfrm>
            <a:off x="3081075" y="3330613"/>
            <a:ext cx="2204100" cy="4545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Mercury</a:t>
            </a:r>
            <a:endParaRPr b="1" i="0" sz="2000" u="none" cap="none" strike="noStrike">
              <a:solidFill>
                <a:schemeClr val="dk1"/>
              </a:solidFill>
              <a:latin typeface="IBM Plex Mono"/>
              <a:ea typeface="IBM Plex Mono"/>
              <a:cs typeface="IBM Plex Mono"/>
              <a:sym typeface="IBM Plex Mono"/>
            </a:endParaRPr>
          </a:p>
        </p:txBody>
      </p:sp>
      <p:sp>
        <p:nvSpPr>
          <p:cNvPr id="2310" name="Google Shape;2310;g2975d56d0dc_2_480"/>
          <p:cNvSpPr txBox="1"/>
          <p:nvPr/>
        </p:nvSpPr>
        <p:spPr>
          <a:xfrm>
            <a:off x="1081300" y="1606525"/>
            <a:ext cx="1453800" cy="402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Problem</a:t>
            </a:r>
            <a:endParaRPr b="1" i="0" sz="2000" u="none" cap="none" strike="noStrike">
              <a:solidFill>
                <a:schemeClr val="dk1"/>
              </a:solidFill>
              <a:latin typeface="IBM Plex Mono"/>
              <a:ea typeface="IBM Plex Mono"/>
              <a:cs typeface="IBM Plex Mono"/>
              <a:sym typeface="IBM Plex Mono"/>
            </a:endParaRPr>
          </a:p>
        </p:txBody>
      </p:sp>
      <p:sp>
        <p:nvSpPr>
          <p:cNvPr id="2311" name="Google Shape;2311;g2975d56d0dc_2_480"/>
          <p:cNvSpPr txBox="1"/>
          <p:nvPr/>
        </p:nvSpPr>
        <p:spPr>
          <a:xfrm>
            <a:off x="1081300" y="3631175"/>
            <a:ext cx="1453800" cy="402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Solution</a:t>
            </a:r>
            <a:endParaRPr b="1" i="0" sz="2000" u="none" cap="none" strike="noStrike">
              <a:solidFill>
                <a:schemeClr val="dk1"/>
              </a:solidFill>
              <a:latin typeface="IBM Plex Mono"/>
              <a:ea typeface="IBM Plex Mono"/>
              <a:cs typeface="IBM Plex Mono"/>
              <a:sym typeface="IBM Plex Mono"/>
            </a:endParaRPr>
          </a:p>
        </p:txBody>
      </p:sp>
      <p:cxnSp>
        <p:nvCxnSpPr>
          <p:cNvPr id="2312" name="Google Shape;2312;g2975d56d0dc_2_480"/>
          <p:cNvCxnSpPr/>
          <p:nvPr/>
        </p:nvCxnSpPr>
        <p:spPr>
          <a:xfrm>
            <a:off x="1144100" y="2820300"/>
            <a:ext cx="6918600" cy="600"/>
          </a:xfrm>
          <a:prstGeom prst="bentConnector3">
            <a:avLst>
              <a:gd fmla="val 50000" name="adj1"/>
            </a:avLst>
          </a:prstGeom>
          <a:noFill/>
          <a:ln cap="flat" cmpd="sng" w="9525">
            <a:solidFill>
              <a:schemeClr val="lt2"/>
            </a:solidFill>
            <a:prstDash val="solid"/>
            <a:round/>
            <a:headEnd len="sm" w="sm" type="none"/>
            <a:tailEnd len="sm" w="sm" type="none"/>
          </a:ln>
        </p:spPr>
      </p:cxnSp>
      <p:sp>
        <p:nvSpPr>
          <p:cNvPr id="2313" name="Google Shape;2313;g2975d56d0dc_2_480"/>
          <p:cNvSpPr txBox="1"/>
          <p:nvPr/>
        </p:nvSpPr>
        <p:spPr>
          <a:xfrm>
            <a:off x="5830935" y="1306074"/>
            <a:ext cx="2204100" cy="4545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Venus</a:t>
            </a:r>
            <a:endParaRPr b="1" i="0" sz="2000" u="none" cap="none" strike="noStrike">
              <a:solidFill>
                <a:schemeClr val="dk1"/>
              </a:solidFill>
              <a:latin typeface="IBM Plex Mono"/>
              <a:ea typeface="IBM Plex Mono"/>
              <a:cs typeface="IBM Plex Mono"/>
              <a:sym typeface="IBM Plex Mono"/>
            </a:endParaRPr>
          </a:p>
        </p:txBody>
      </p:sp>
      <p:sp>
        <p:nvSpPr>
          <p:cNvPr id="2314" name="Google Shape;2314;g2975d56d0dc_2_480"/>
          <p:cNvSpPr txBox="1"/>
          <p:nvPr/>
        </p:nvSpPr>
        <p:spPr>
          <a:xfrm>
            <a:off x="3081075" y="1684390"/>
            <a:ext cx="2204100" cy="6729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Despite being red, Mars is very cold</a:t>
            </a:r>
            <a:endParaRPr b="0" i="0" sz="1400" u="none" cap="none" strike="noStrike">
              <a:solidFill>
                <a:schemeClr val="dk1"/>
              </a:solidFill>
              <a:latin typeface="Poppins"/>
              <a:ea typeface="Poppins"/>
              <a:cs typeface="Poppins"/>
              <a:sym typeface="Poppins"/>
            </a:endParaRPr>
          </a:p>
        </p:txBody>
      </p:sp>
      <p:sp>
        <p:nvSpPr>
          <p:cNvPr id="2315" name="Google Shape;2315;g2975d56d0dc_2_480"/>
          <p:cNvSpPr txBox="1"/>
          <p:nvPr/>
        </p:nvSpPr>
        <p:spPr>
          <a:xfrm>
            <a:off x="5830935" y="1684376"/>
            <a:ext cx="2204100" cy="6729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Venus is the second planet from the Sun</a:t>
            </a:r>
            <a:endParaRPr b="0" i="0" sz="1400" u="none" cap="none" strike="noStrike">
              <a:solidFill>
                <a:schemeClr val="dk1"/>
              </a:solidFill>
              <a:latin typeface="Poppins"/>
              <a:ea typeface="Poppins"/>
              <a:cs typeface="Poppins"/>
              <a:sym typeface="Poppins"/>
            </a:endParaRPr>
          </a:p>
        </p:txBody>
      </p:sp>
      <p:sp>
        <p:nvSpPr>
          <p:cNvPr id="2316" name="Google Shape;2316;g2975d56d0dc_2_480"/>
          <p:cNvSpPr txBox="1"/>
          <p:nvPr/>
        </p:nvSpPr>
        <p:spPr>
          <a:xfrm>
            <a:off x="3081075" y="1306088"/>
            <a:ext cx="2204100" cy="4545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Mars</a:t>
            </a:r>
            <a:endParaRPr b="1" i="0" sz="2000" u="none" cap="none" strike="noStrike">
              <a:solidFill>
                <a:schemeClr val="dk1"/>
              </a:solidFill>
              <a:latin typeface="IBM Plex Mono"/>
              <a:ea typeface="IBM Plex Mono"/>
              <a:cs typeface="IBM Plex Mono"/>
              <a:sym typeface="IBM Plex Mono"/>
            </a:endParaRPr>
          </a:p>
        </p:txBody>
      </p:sp>
      <p:cxnSp>
        <p:nvCxnSpPr>
          <p:cNvPr id="2317" name="Google Shape;2317;g2975d56d0dc_2_480"/>
          <p:cNvCxnSpPr>
            <a:stCxn id="2316" idx="1"/>
            <a:endCxn id="2309" idx="1"/>
          </p:cNvCxnSpPr>
          <p:nvPr/>
        </p:nvCxnSpPr>
        <p:spPr>
          <a:xfrm>
            <a:off x="3081075" y="1533338"/>
            <a:ext cx="600" cy="2024400"/>
          </a:xfrm>
          <a:prstGeom prst="bentConnector3">
            <a:avLst>
              <a:gd fmla="val -39687500" name="adj1"/>
            </a:avLst>
          </a:prstGeom>
          <a:noFill/>
          <a:ln cap="flat" cmpd="sng" w="9525">
            <a:solidFill>
              <a:schemeClr val="lt2"/>
            </a:solidFill>
            <a:prstDash val="solid"/>
            <a:round/>
            <a:headEnd len="med" w="med" type="oval"/>
            <a:tailEnd len="med" w="med" type="oval"/>
          </a:ln>
        </p:spPr>
      </p:cxnSp>
      <p:cxnSp>
        <p:nvCxnSpPr>
          <p:cNvPr id="2318" name="Google Shape;2318;g2975d56d0dc_2_480"/>
          <p:cNvCxnSpPr>
            <a:stCxn id="2313" idx="1"/>
            <a:endCxn id="2306" idx="1"/>
          </p:cNvCxnSpPr>
          <p:nvPr/>
        </p:nvCxnSpPr>
        <p:spPr>
          <a:xfrm>
            <a:off x="5830935" y="1533324"/>
            <a:ext cx="600" cy="2024400"/>
          </a:xfrm>
          <a:prstGeom prst="bentConnector3">
            <a:avLst>
              <a:gd fmla="val -39687500" name="adj1"/>
            </a:avLst>
          </a:prstGeom>
          <a:noFill/>
          <a:ln cap="flat" cmpd="sng" w="9525">
            <a:solidFill>
              <a:schemeClr val="lt2"/>
            </a:solidFill>
            <a:prstDash val="solid"/>
            <a:round/>
            <a:headEnd len="med" w="med" type="oval"/>
            <a:tailEnd len="med" w="med" type="oval"/>
          </a:ln>
        </p:spPr>
      </p:cxn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2" name="Shape 2322"/>
        <p:cNvGrpSpPr/>
        <p:nvPr/>
      </p:nvGrpSpPr>
      <p:grpSpPr>
        <a:xfrm>
          <a:off x="0" y="0"/>
          <a:ext cx="0" cy="0"/>
          <a:chOff x="0" y="0"/>
          <a:chExt cx="0" cy="0"/>
        </a:xfrm>
      </p:grpSpPr>
      <p:sp>
        <p:nvSpPr>
          <p:cNvPr id="2323" name="Google Shape;2323;g2975d56d0dc_2_49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Question and answer</a:t>
            </a:r>
            <a:endParaRPr/>
          </a:p>
        </p:txBody>
      </p:sp>
      <p:sp>
        <p:nvSpPr>
          <p:cNvPr id="2324" name="Google Shape;2324;g2975d56d0dc_2_497"/>
          <p:cNvSpPr txBox="1"/>
          <p:nvPr>
            <p:ph idx="1" type="subTitle"/>
          </p:nvPr>
        </p:nvSpPr>
        <p:spPr>
          <a:xfrm>
            <a:off x="713225" y="2041525"/>
            <a:ext cx="5578500" cy="60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2800"/>
              <a:buNone/>
            </a:pPr>
            <a:r>
              <a:rPr lang="en"/>
              <a:t>Is Mercury the closest planet to the Sun and the smallest one in the Solar System? </a:t>
            </a:r>
            <a:r>
              <a:rPr b="1" lang="en"/>
              <a:t>Note that it’s a bit larger than the Moon</a:t>
            </a:r>
            <a:endParaRPr b="1"/>
          </a:p>
        </p:txBody>
      </p:sp>
      <p:sp>
        <p:nvSpPr>
          <p:cNvPr id="2325" name="Google Shape;2325;g2975d56d0dc_2_497"/>
          <p:cNvSpPr txBox="1"/>
          <p:nvPr>
            <p:ph idx="2" type="subTitle"/>
          </p:nvPr>
        </p:nvSpPr>
        <p:spPr>
          <a:xfrm>
            <a:off x="713225" y="3366650"/>
            <a:ext cx="5578500" cy="642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2800"/>
              <a:buNone/>
            </a:pPr>
            <a:r>
              <a:rPr lang="en"/>
              <a:t>Venus has a beautiful name and is</a:t>
            </a:r>
            <a:r>
              <a:rPr b="1" lang="en"/>
              <a:t> the second planet from the Sun.</a:t>
            </a:r>
            <a:r>
              <a:rPr lang="en"/>
              <a:t> It’s hot and has a poisonous atmosphere</a:t>
            </a:r>
            <a:endParaRPr/>
          </a:p>
        </p:txBody>
      </p:sp>
      <p:sp>
        <p:nvSpPr>
          <p:cNvPr id="2326" name="Google Shape;2326;g2975d56d0dc_2_497"/>
          <p:cNvSpPr txBox="1"/>
          <p:nvPr>
            <p:ph idx="3" type="subTitle"/>
          </p:nvPr>
        </p:nvSpPr>
        <p:spPr>
          <a:xfrm>
            <a:off x="713225" y="1679400"/>
            <a:ext cx="5578500" cy="4023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SzPts val="2400"/>
              <a:buNone/>
            </a:pPr>
            <a:r>
              <a:rPr lang="en"/>
              <a:t>Question</a:t>
            </a:r>
            <a:endParaRPr/>
          </a:p>
        </p:txBody>
      </p:sp>
      <p:sp>
        <p:nvSpPr>
          <p:cNvPr id="2327" name="Google Shape;2327;g2975d56d0dc_2_497"/>
          <p:cNvSpPr txBox="1"/>
          <p:nvPr>
            <p:ph idx="4" type="subTitle"/>
          </p:nvPr>
        </p:nvSpPr>
        <p:spPr>
          <a:xfrm>
            <a:off x="713225" y="3040550"/>
            <a:ext cx="5578500" cy="4023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SzPts val="2400"/>
              <a:buNone/>
            </a:pPr>
            <a:r>
              <a:rPr lang="en"/>
              <a:t>Answer</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1" name="Shape 2331"/>
        <p:cNvGrpSpPr/>
        <p:nvPr/>
      </p:nvGrpSpPr>
      <p:grpSpPr>
        <a:xfrm>
          <a:off x="0" y="0"/>
          <a:ext cx="0" cy="0"/>
          <a:chOff x="0" y="0"/>
          <a:chExt cx="0" cy="0"/>
        </a:xfrm>
      </p:grpSpPr>
      <p:sp>
        <p:nvSpPr>
          <p:cNvPr id="2332" name="Google Shape;2332;g2975d56d0dc_2_505"/>
          <p:cNvSpPr/>
          <p:nvPr/>
        </p:nvSpPr>
        <p:spPr>
          <a:xfrm>
            <a:off x="3189965"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g2975d56d0dc_2_505"/>
          <p:cNvSpPr/>
          <p:nvPr/>
        </p:nvSpPr>
        <p:spPr>
          <a:xfrm>
            <a:off x="1155800"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g2975d56d0dc_2_50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Step-by-step coding</a:t>
            </a:r>
            <a:endParaRPr/>
          </a:p>
        </p:txBody>
      </p:sp>
      <p:grpSp>
        <p:nvGrpSpPr>
          <p:cNvPr id="2335" name="Google Shape;2335;g2975d56d0dc_2_505"/>
          <p:cNvGrpSpPr/>
          <p:nvPr/>
        </p:nvGrpSpPr>
        <p:grpSpPr>
          <a:xfrm>
            <a:off x="3423378" y="2320987"/>
            <a:ext cx="263073" cy="341227"/>
            <a:chOff x="2390298" y="2185817"/>
            <a:chExt cx="367522" cy="476707"/>
          </a:xfrm>
        </p:grpSpPr>
        <p:sp>
          <p:nvSpPr>
            <p:cNvPr id="2336" name="Google Shape;2336;g2975d56d0dc_2_505"/>
            <p:cNvSpPr/>
            <p:nvPr/>
          </p:nvSpPr>
          <p:spPr>
            <a:xfrm>
              <a:off x="2390298" y="2185817"/>
              <a:ext cx="367522" cy="476707"/>
            </a:xfrm>
            <a:custGeom>
              <a:rect b="b" l="l" r="r" t="t"/>
              <a:pathLst>
                <a:path extrusionOk="0" h="12583" w="9701">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g2975d56d0dc_2_505"/>
            <p:cNvSpPr/>
            <p:nvPr/>
          </p:nvSpPr>
          <p:spPr>
            <a:xfrm>
              <a:off x="2424811" y="2463287"/>
              <a:ext cx="71603" cy="83650"/>
            </a:xfrm>
            <a:custGeom>
              <a:rect b="b" l="l" r="r" t="t"/>
              <a:pathLst>
                <a:path extrusionOk="0" h="2208" w="189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g2975d56d0dc_2_505"/>
            <p:cNvSpPr/>
            <p:nvPr/>
          </p:nvSpPr>
          <p:spPr>
            <a:xfrm>
              <a:off x="2509750" y="2463287"/>
              <a:ext cx="61260" cy="83612"/>
            </a:xfrm>
            <a:custGeom>
              <a:rect b="b" l="l" r="r" t="t"/>
              <a:pathLst>
                <a:path extrusionOk="0" h="2207" w="1617">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g2975d56d0dc_2_505"/>
            <p:cNvSpPr/>
            <p:nvPr/>
          </p:nvSpPr>
          <p:spPr>
            <a:xfrm>
              <a:off x="2585179" y="2463287"/>
              <a:ext cx="61260" cy="83574"/>
            </a:xfrm>
            <a:custGeom>
              <a:rect b="b" l="l" r="r" t="t"/>
              <a:pathLst>
                <a:path extrusionOk="0" h="2206" w="1617">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40" name="Google Shape;2340;g2975d56d0dc_2_505"/>
          <p:cNvSpPr/>
          <p:nvPr/>
        </p:nvSpPr>
        <p:spPr>
          <a:xfrm>
            <a:off x="5418484" y="2343233"/>
            <a:ext cx="341157" cy="296773"/>
          </a:xfrm>
          <a:custGeom>
            <a:rect b="b" l="l" r="r" t="t"/>
            <a:pathLst>
              <a:path extrusionOk="0" h="10946" w="12583">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41" name="Google Shape;2341;g2975d56d0dc_2_505"/>
          <p:cNvGrpSpPr/>
          <p:nvPr/>
        </p:nvGrpSpPr>
        <p:grpSpPr>
          <a:xfrm>
            <a:off x="7491709" y="2321047"/>
            <a:ext cx="263073" cy="341145"/>
            <a:chOff x="1612822" y="1436414"/>
            <a:chExt cx="367522" cy="476593"/>
          </a:xfrm>
        </p:grpSpPr>
        <p:sp>
          <p:nvSpPr>
            <p:cNvPr id="2342" name="Google Shape;2342;g2975d56d0dc_2_505"/>
            <p:cNvSpPr/>
            <p:nvPr/>
          </p:nvSpPr>
          <p:spPr>
            <a:xfrm>
              <a:off x="1612822" y="1436414"/>
              <a:ext cx="367522" cy="476593"/>
            </a:xfrm>
            <a:custGeom>
              <a:rect b="b" l="l" r="r" t="t"/>
              <a:pathLst>
                <a:path extrusionOk="0" h="12580" w="9701">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g2975d56d0dc_2_505"/>
            <p:cNvSpPr/>
            <p:nvPr/>
          </p:nvSpPr>
          <p:spPr>
            <a:xfrm>
              <a:off x="1818879" y="1713202"/>
              <a:ext cx="38037" cy="84749"/>
            </a:xfrm>
            <a:custGeom>
              <a:rect b="b" l="l" r="r" t="t"/>
              <a:pathLst>
                <a:path extrusionOk="0" h="2237" w="1004">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g2975d56d0dc_2_505"/>
            <p:cNvSpPr/>
            <p:nvPr/>
          </p:nvSpPr>
          <p:spPr>
            <a:xfrm>
              <a:off x="1737312" y="1713240"/>
              <a:ext cx="62094" cy="84862"/>
            </a:xfrm>
            <a:custGeom>
              <a:rect b="b" l="l" r="r" t="t"/>
              <a:pathLst>
                <a:path extrusionOk="0" h="2240" w="1639">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g2975d56d0dc_2_505"/>
            <p:cNvSpPr/>
            <p:nvPr/>
          </p:nvSpPr>
          <p:spPr>
            <a:xfrm>
              <a:off x="1656542" y="1713240"/>
              <a:ext cx="62094" cy="84862"/>
            </a:xfrm>
            <a:custGeom>
              <a:rect b="b" l="l" r="r" t="t"/>
              <a:pathLst>
                <a:path extrusionOk="0" h="2240" w="1639">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6" name="Google Shape;2346;g2975d56d0dc_2_505"/>
          <p:cNvGrpSpPr/>
          <p:nvPr/>
        </p:nvGrpSpPr>
        <p:grpSpPr>
          <a:xfrm>
            <a:off x="1345370" y="2355643"/>
            <a:ext cx="350772" cy="271913"/>
            <a:chOff x="5547407" y="2234234"/>
            <a:chExt cx="490042" cy="379873"/>
          </a:xfrm>
        </p:grpSpPr>
        <p:sp>
          <p:nvSpPr>
            <p:cNvPr id="2347" name="Google Shape;2347;g2975d56d0dc_2_505"/>
            <p:cNvSpPr/>
            <p:nvPr/>
          </p:nvSpPr>
          <p:spPr>
            <a:xfrm>
              <a:off x="5837379" y="2258860"/>
              <a:ext cx="56828" cy="65503"/>
            </a:xfrm>
            <a:custGeom>
              <a:rect b="b" l="l" r="r" t="t"/>
              <a:pathLst>
                <a:path extrusionOk="0" h="1729" w="150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g2975d56d0dc_2_505"/>
            <p:cNvSpPr/>
            <p:nvPr/>
          </p:nvSpPr>
          <p:spPr>
            <a:xfrm>
              <a:off x="5899889" y="2258860"/>
              <a:ext cx="49288" cy="65465"/>
            </a:xfrm>
            <a:custGeom>
              <a:rect b="b" l="l" r="r" t="t"/>
              <a:pathLst>
                <a:path extrusionOk="0" h="1728" w="1301">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g2975d56d0dc_2_505"/>
            <p:cNvSpPr/>
            <p:nvPr/>
          </p:nvSpPr>
          <p:spPr>
            <a:xfrm>
              <a:off x="5955656" y="2258822"/>
              <a:ext cx="49250" cy="65503"/>
            </a:xfrm>
            <a:custGeom>
              <a:rect b="b" l="l" r="r" t="t"/>
              <a:pathLst>
                <a:path extrusionOk="0" h="1729" w="130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g2975d56d0dc_2_505"/>
            <p:cNvSpPr/>
            <p:nvPr/>
          </p:nvSpPr>
          <p:spPr>
            <a:xfrm>
              <a:off x="5547407" y="2234234"/>
              <a:ext cx="490042" cy="379873"/>
            </a:xfrm>
            <a:custGeom>
              <a:rect b="b" l="l" r="r" t="t"/>
              <a:pathLst>
                <a:path extrusionOk="0" h="10027" w="12935">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g2975d56d0dc_2_505"/>
            <p:cNvSpPr/>
            <p:nvPr/>
          </p:nvSpPr>
          <p:spPr>
            <a:xfrm>
              <a:off x="5847001" y="2368347"/>
              <a:ext cx="35915" cy="13676"/>
            </a:xfrm>
            <a:custGeom>
              <a:rect b="b" l="l" r="r" t="t"/>
              <a:pathLst>
                <a:path extrusionOk="0" h="361" w="948">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g2975d56d0dc_2_505"/>
            <p:cNvSpPr/>
            <p:nvPr/>
          </p:nvSpPr>
          <p:spPr>
            <a:xfrm>
              <a:off x="5847039" y="2426614"/>
              <a:ext cx="35877" cy="13714"/>
            </a:xfrm>
            <a:custGeom>
              <a:rect b="b" l="l" r="r" t="t"/>
              <a:pathLst>
                <a:path extrusionOk="0" h="362" w="947">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g2975d56d0dc_2_505"/>
            <p:cNvSpPr/>
            <p:nvPr/>
          </p:nvSpPr>
          <p:spPr>
            <a:xfrm>
              <a:off x="5847039" y="2456430"/>
              <a:ext cx="35877" cy="13676"/>
            </a:xfrm>
            <a:custGeom>
              <a:rect b="b" l="l" r="r" t="t"/>
              <a:pathLst>
                <a:path extrusionOk="0" h="361" w="947">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g2975d56d0dc_2_505"/>
            <p:cNvSpPr/>
            <p:nvPr/>
          </p:nvSpPr>
          <p:spPr>
            <a:xfrm>
              <a:off x="5749258" y="2484995"/>
              <a:ext cx="35877" cy="13676"/>
            </a:xfrm>
            <a:custGeom>
              <a:rect b="b" l="l" r="r" t="t"/>
              <a:pathLst>
                <a:path extrusionOk="0" h="361" w="947">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g2975d56d0dc_2_505"/>
            <p:cNvSpPr/>
            <p:nvPr/>
          </p:nvSpPr>
          <p:spPr>
            <a:xfrm>
              <a:off x="5804153" y="2484995"/>
              <a:ext cx="78308" cy="13676"/>
            </a:xfrm>
            <a:custGeom>
              <a:rect b="b" l="l" r="r" t="t"/>
              <a:pathLst>
                <a:path extrusionOk="0" h="361" w="2067">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g2975d56d0dc_2_505"/>
            <p:cNvSpPr/>
            <p:nvPr/>
          </p:nvSpPr>
          <p:spPr>
            <a:xfrm>
              <a:off x="5792485" y="2426614"/>
              <a:ext cx="35536" cy="13714"/>
            </a:xfrm>
            <a:custGeom>
              <a:rect b="b" l="l" r="r" t="t"/>
              <a:pathLst>
                <a:path extrusionOk="0" h="362" w="938">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g2975d56d0dc_2_505"/>
            <p:cNvSpPr/>
            <p:nvPr/>
          </p:nvSpPr>
          <p:spPr>
            <a:xfrm>
              <a:off x="5703758" y="2426614"/>
              <a:ext cx="74974" cy="13714"/>
            </a:xfrm>
            <a:custGeom>
              <a:rect b="b" l="l" r="r" t="t"/>
              <a:pathLst>
                <a:path extrusionOk="0" h="362" w="1979">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g2975d56d0dc_2_505"/>
            <p:cNvSpPr/>
            <p:nvPr/>
          </p:nvSpPr>
          <p:spPr>
            <a:xfrm>
              <a:off x="5704630" y="2368347"/>
              <a:ext cx="122747" cy="13676"/>
            </a:xfrm>
            <a:custGeom>
              <a:rect b="b" l="l" r="r" t="t"/>
              <a:pathLst>
                <a:path extrusionOk="0" h="361" w="324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g2975d56d0dc_2_505"/>
            <p:cNvSpPr/>
            <p:nvPr/>
          </p:nvSpPr>
          <p:spPr>
            <a:xfrm>
              <a:off x="5702963" y="2398087"/>
              <a:ext cx="180787" cy="13714"/>
            </a:xfrm>
            <a:custGeom>
              <a:rect b="b" l="l" r="r" t="t"/>
              <a:pathLst>
                <a:path extrusionOk="0" h="362" w="4772">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g2975d56d0dc_2_505"/>
            <p:cNvSpPr/>
            <p:nvPr/>
          </p:nvSpPr>
          <p:spPr>
            <a:xfrm>
              <a:off x="5898411" y="2368347"/>
              <a:ext cx="27618" cy="13676"/>
            </a:xfrm>
            <a:custGeom>
              <a:rect b="b" l="l" r="r" t="t"/>
              <a:pathLst>
                <a:path extrusionOk="0" h="361" w="729">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g2975d56d0dc_2_505"/>
            <p:cNvSpPr/>
            <p:nvPr/>
          </p:nvSpPr>
          <p:spPr>
            <a:xfrm>
              <a:off x="5898411" y="2398087"/>
              <a:ext cx="27618" cy="13714"/>
            </a:xfrm>
            <a:custGeom>
              <a:rect b="b" l="l" r="r" t="t"/>
              <a:pathLst>
                <a:path extrusionOk="0" h="362" w="729">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g2975d56d0dc_2_505"/>
            <p:cNvSpPr/>
            <p:nvPr/>
          </p:nvSpPr>
          <p:spPr>
            <a:xfrm>
              <a:off x="5898411" y="2426652"/>
              <a:ext cx="27618" cy="13714"/>
            </a:xfrm>
            <a:custGeom>
              <a:rect b="b" l="l" r="r" t="t"/>
              <a:pathLst>
                <a:path extrusionOk="0" h="362" w="729">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g2975d56d0dc_2_505"/>
            <p:cNvSpPr/>
            <p:nvPr/>
          </p:nvSpPr>
          <p:spPr>
            <a:xfrm>
              <a:off x="5898411" y="2456430"/>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g2975d56d0dc_2_505"/>
            <p:cNvSpPr/>
            <p:nvPr/>
          </p:nvSpPr>
          <p:spPr>
            <a:xfrm>
              <a:off x="5898411" y="2484995"/>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65" name="Google Shape;2365;g2975d56d0dc_2_505"/>
          <p:cNvSpPr txBox="1"/>
          <p:nvPr/>
        </p:nvSpPr>
        <p:spPr>
          <a:xfrm>
            <a:off x="734150" y="3246950"/>
            <a:ext cx="1573200" cy="4755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Earth</a:t>
            </a:r>
            <a:endParaRPr b="1" i="0" sz="2000" u="none" cap="none" strike="noStrike">
              <a:solidFill>
                <a:schemeClr val="dk1"/>
              </a:solidFill>
              <a:latin typeface="IBM Plex Mono"/>
              <a:ea typeface="IBM Plex Mono"/>
              <a:cs typeface="IBM Plex Mono"/>
              <a:sym typeface="IBM Plex Mono"/>
            </a:endParaRPr>
          </a:p>
        </p:txBody>
      </p:sp>
      <p:sp>
        <p:nvSpPr>
          <p:cNvPr id="2366" name="Google Shape;2366;g2975d56d0dc_2_505"/>
          <p:cNvSpPr txBox="1"/>
          <p:nvPr/>
        </p:nvSpPr>
        <p:spPr>
          <a:xfrm>
            <a:off x="734156" y="3646300"/>
            <a:ext cx="1573200" cy="869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It’s the only planet known to </a:t>
            </a:r>
            <a:r>
              <a:rPr b="1" i="0" lang="en" sz="1400" u="none" cap="none" strike="noStrike">
                <a:solidFill>
                  <a:schemeClr val="dk1"/>
                </a:solidFill>
                <a:latin typeface="Poppins"/>
                <a:ea typeface="Poppins"/>
                <a:cs typeface="Poppins"/>
                <a:sym typeface="Poppins"/>
              </a:rPr>
              <a:t>harbor life</a:t>
            </a:r>
            <a:endParaRPr b="1" i="0" sz="1400" u="none" cap="none" strike="noStrike">
              <a:solidFill>
                <a:schemeClr val="dk1"/>
              </a:solidFill>
              <a:latin typeface="Poppins"/>
              <a:ea typeface="Poppins"/>
              <a:cs typeface="Poppins"/>
              <a:sym typeface="Poppins"/>
            </a:endParaRPr>
          </a:p>
        </p:txBody>
      </p:sp>
      <p:sp>
        <p:nvSpPr>
          <p:cNvPr id="2367" name="Google Shape;2367;g2975d56d0dc_2_505"/>
          <p:cNvSpPr txBox="1"/>
          <p:nvPr/>
        </p:nvSpPr>
        <p:spPr>
          <a:xfrm>
            <a:off x="2768315" y="3246950"/>
            <a:ext cx="1573200" cy="4755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Mercury</a:t>
            </a:r>
            <a:endParaRPr b="1" i="0" sz="2000" u="none" cap="none" strike="noStrike">
              <a:solidFill>
                <a:schemeClr val="dk1"/>
              </a:solidFill>
              <a:latin typeface="IBM Plex Mono"/>
              <a:ea typeface="IBM Plex Mono"/>
              <a:cs typeface="IBM Plex Mono"/>
              <a:sym typeface="IBM Plex Mono"/>
            </a:endParaRPr>
          </a:p>
        </p:txBody>
      </p:sp>
      <p:sp>
        <p:nvSpPr>
          <p:cNvPr id="2368" name="Google Shape;2368;g2975d56d0dc_2_505"/>
          <p:cNvSpPr txBox="1"/>
          <p:nvPr/>
        </p:nvSpPr>
        <p:spPr>
          <a:xfrm>
            <a:off x="2768315" y="3646300"/>
            <a:ext cx="1573200" cy="869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191919"/>
                </a:solidFill>
                <a:latin typeface="Poppins"/>
                <a:ea typeface="Poppins"/>
                <a:cs typeface="Poppins"/>
                <a:sym typeface="Poppins"/>
              </a:rPr>
              <a:t>Mercury is the closest planet to the Sun</a:t>
            </a:r>
            <a:endParaRPr b="0" i="0" sz="1400" u="none" cap="none" strike="noStrike">
              <a:solidFill>
                <a:schemeClr val="dk1"/>
              </a:solidFill>
              <a:latin typeface="Poppins"/>
              <a:ea typeface="Poppins"/>
              <a:cs typeface="Poppins"/>
              <a:sym typeface="Poppins"/>
            </a:endParaRPr>
          </a:p>
        </p:txBody>
      </p:sp>
      <p:sp>
        <p:nvSpPr>
          <p:cNvPr id="2369" name="Google Shape;2369;g2975d56d0dc_2_505"/>
          <p:cNvSpPr txBox="1"/>
          <p:nvPr/>
        </p:nvSpPr>
        <p:spPr>
          <a:xfrm>
            <a:off x="734163" y="1243875"/>
            <a:ext cx="1573200" cy="4860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1" i="0" lang="en" sz="3000" u="none" cap="none" strike="noStrike">
                <a:solidFill>
                  <a:schemeClr val="lt2"/>
                </a:solidFill>
                <a:latin typeface="Poppins"/>
                <a:ea typeface="Poppins"/>
                <a:cs typeface="Poppins"/>
                <a:sym typeface="Poppins"/>
              </a:rPr>
              <a:t>01</a:t>
            </a:r>
            <a:endParaRPr b="1" i="0" sz="3000" u="none" cap="none" strike="noStrike">
              <a:solidFill>
                <a:schemeClr val="lt2"/>
              </a:solidFill>
              <a:latin typeface="Poppins"/>
              <a:ea typeface="Poppins"/>
              <a:cs typeface="Poppins"/>
              <a:sym typeface="Poppins"/>
            </a:endParaRPr>
          </a:p>
        </p:txBody>
      </p:sp>
      <p:sp>
        <p:nvSpPr>
          <p:cNvPr id="2370" name="Google Shape;2370;g2975d56d0dc_2_505"/>
          <p:cNvSpPr txBox="1"/>
          <p:nvPr/>
        </p:nvSpPr>
        <p:spPr>
          <a:xfrm>
            <a:off x="4802510" y="3246950"/>
            <a:ext cx="1573200" cy="4755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Jupiter</a:t>
            </a:r>
            <a:endParaRPr b="1" i="0" sz="2000" u="none" cap="none" strike="noStrike">
              <a:solidFill>
                <a:schemeClr val="dk1"/>
              </a:solidFill>
              <a:latin typeface="IBM Plex Mono"/>
              <a:ea typeface="IBM Plex Mono"/>
              <a:cs typeface="IBM Plex Mono"/>
              <a:sym typeface="IBM Plex Mono"/>
            </a:endParaRPr>
          </a:p>
        </p:txBody>
      </p:sp>
      <p:sp>
        <p:nvSpPr>
          <p:cNvPr id="2371" name="Google Shape;2371;g2975d56d0dc_2_505"/>
          <p:cNvSpPr txBox="1"/>
          <p:nvPr/>
        </p:nvSpPr>
        <p:spPr>
          <a:xfrm>
            <a:off x="4802510" y="3646300"/>
            <a:ext cx="1573200" cy="869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is the </a:t>
            </a:r>
            <a:r>
              <a:rPr b="1" i="0" lang="en" sz="1400" u="none" cap="none" strike="noStrike">
                <a:solidFill>
                  <a:schemeClr val="dk1"/>
                </a:solidFill>
                <a:latin typeface="Poppins"/>
                <a:ea typeface="Poppins"/>
                <a:cs typeface="Poppins"/>
                <a:sym typeface="Poppins"/>
              </a:rPr>
              <a:t>biggest</a:t>
            </a:r>
            <a:r>
              <a:rPr b="0" i="0" lang="en" sz="1400" u="none" cap="none" strike="noStrike">
                <a:solidFill>
                  <a:schemeClr val="dk1"/>
                </a:solidFill>
                <a:latin typeface="Poppins"/>
                <a:ea typeface="Poppins"/>
                <a:cs typeface="Poppins"/>
                <a:sym typeface="Poppins"/>
              </a:rPr>
              <a:t> planet of them all</a:t>
            </a:r>
            <a:endParaRPr b="0" i="0" sz="1400" u="none" cap="none" strike="noStrike">
              <a:solidFill>
                <a:schemeClr val="dk1"/>
              </a:solidFill>
              <a:latin typeface="Poppins"/>
              <a:ea typeface="Poppins"/>
              <a:cs typeface="Poppins"/>
              <a:sym typeface="Poppins"/>
            </a:endParaRPr>
          </a:p>
        </p:txBody>
      </p:sp>
      <p:sp>
        <p:nvSpPr>
          <p:cNvPr id="2372" name="Google Shape;2372;g2975d56d0dc_2_505"/>
          <p:cNvSpPr txBox="1"/>
          <p:nvPr/>
        </p:nvSpPr>
        <p:spPr>
          <a:xfrm>
            <a:off x="6836648" y="3246950"/>
            <a:ext cx="1573200" cy="4755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sp>
        <p:nvSpPr>
          <p:cNvPr id="2373" name="Google Shape;2373;g2975d56d0dc_2_505"/>
          <p:cNvSpPr txBox="1"/>
          <p:nvPr/>
        </p:nvSpPr>
        <p:spPr>
          <a:xfrm>
            <a:off x="6836645" y="3646300"/>
            <a:ext cx="1573200" cy="869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was named after a Roman god</a:t>
            </a:r>
            <a:endParaRPr b="0" i="0" sz="1400" u="none" cap="none" strike="noStrike">
              <a:solidFill>
                <a:schemeClr val="dk1"/>
              </a:solidFill>
              <a:latin typeface="Poppins"/>
              <a:ea typeface="Poppins"/>
              <a:cs typeface="Poppins"/>
              <a:sym typeface="Poppins"/>
            </a:endParaRPr>
          </a:p>
        </p:txBody>
      </p:sp>
      <p:sp>
        <p:nvSpPr>
          <p:cNvPr id="2374" name="Google Shape;2374;g2975d56d0dc_2_505"/>
          <p:cNvSpPr txBox="1"/>
          <p:nvPr/>
        </p:nvSpPr>
        <p:spPr>
          <a:xfrm>
            <a:off x="2768315" y="1243875"/>
            <a:ext cx="1573200" cy="4860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1" i="0" lang="en" sz="3000" u="none" cap="none" strike="noStrike">
                <a:solidFill>
                  <a:schemeClr val="lt2"/>
                </a:solidFill>
                <a:latin typeface="Poppins"/>
                <a:ea typeface="Poppins"/>
                <a:cs typeface="Poppins"/>
                <a:sym typeface="Poppins"/>
              </a:rPr>
              <a:t>02</a:t>
            </a:r>
            <a:endParaRPr b="1" i="0" sz="3000" u="none" cap="none" strike="noStrike">
              <a:solidFill>
                <a:schemeClr val="lt2"/>
              </a:solidFill>
              <a:latin typeface="Poppins"/>
              <a:ea typeface="Poppins"/>
              <a:cs typeface="Poppins"/>
              <a:sym typeface="Poppins"/>
            </a:endParaRPr>
          </a:p>
        </p:txBody>
      </p:sp>
      <p:sp>
        <p:nvSpPr>
          <p:cNvPr id="2375" name="Google Shape;2375;g2975d56d0dc_2_505"/>
          <p:cNvSpPr txBox="1"/>
          <p:nvPr/>
        </p:nvSpPr>
        <p:spPr>
          <a:xfrm>
            <a:off x="4802461" y="1243875"/>
            <a:ext cx="1573200" cy="4860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1" i="0" lang="en" sz="3000" u="none" cap="none" strike="noStrike">
                <a:solidFill>
                  <a:schemeClr val="lt2"/>
                </a:solidFill>
                <a:latin typeface="Poppins"/>
                <a:ea typeface="Poppins"/>
                <a:cs typeface="Poppins"/>
                <a:sym typeface="Poppins"/>
              </a:rPr>
              <a:t>03</a:t>
            </a:r>
            <a:endParaRPr b="1" i="0" sz="3000" u="none" cap="none" strike="noStrike">
              <a:solidFill>
                <a:schemeClr val="lt2"/>
              </a:solidFill>
              <a:latin typeface="Poppins"/>
              <a:ea typeface="Poppins"/>
              <a:cs typeface="Poppins"/>
              <a:sym typeface="Poppins"/>
            </a:endParaRPr>
          </a:p>
        </p:txBody>
      </p:sp>
      <p:sp>
        <p:nvSpPr>
          <p:cNvPr id="2376" name="Google Shape;2376;g2975d56d0dc_2_505"/>
          <p:cNvSpPr txBox="1"/>
          <p:nvPr/>
        </p:nvSpPr>
        <p:spPr>
          <a:xfrm>
            <a:off x="6836640" y="1243875"/>
            <a:ext cx="1573200" cy="4860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1" i="0" lang="en" sz="3000" u="none" cap="none" strike="noStrike">
                <a:solidFill>
                  <a:schemeClr val="lt2"/>
                </a:solidFill>
                <a:latin typeface="Poppins"/>
                <a:ea typeface="Poppins"/>
                <a:cs typeface="Poppins"/>
                <a:sym typeface="Poppins"/>
              </a:rPr>
              <a:t>04</a:t>
            </a:r>
            <a:endParaRPr b="1" i="0" sz="3000" u="none" cap="none" strike="noStrike">
              <a:solidFill>
                <a:schemeClr val="lt2"/>
              </a:solidFill>
              <a:latin typeface="Poppins"/>
              <a:ea typeface="Poppins"/>
              <a:cs typeface="Poppins"/>
              <a:sym typeface="Poppins"/>
            </a:endParaRPr>
          </a:p>
        </p:txBody>
      </p:sp>
      <p:sp>
        <p:nvSpPr>
          <p:cNvPr id="2377" name="Google Shape;2377;g2975d56d0dc_2_505"/>
          <p:cNvSpPr/>
          <p:nvPr/>
        </p:nvSpPr>
        <p:spPr>
          <a:xfrm>
            <a:off x="5224112"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g2975d56d0dc_2_505"/>
          <p:cNvSpPr/>
          <p:nvPr/>
        </p:nvSpPr>
        <p:spPr>
          <a:xfrm>
            <a:off x="7258295"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79" name="Google Shape;2379;g2975d56d0dc_2_505"/>
          <p:cNvCxnSpPr>
            <a:stCxn id="2369" idx="2"/>
            <a:endCxn id="2333" idx="0"/>
          </p:cNvCxnSpPr>
          <p:nvPr/>
        </p:nvCxnSpPr>
        <p:spPr>
          <a:xfrm flipH="1" rot="-5400000">
            <a:off x="1283313" y="1967325"/>
            <a:ext cx="475500" cy="600"/>
          </a:xfrm>
          <a:prstGeom prst="bentConnector3">
            <a:avLst>
              <a:gd fmla="val 49987" name="adj1"/>
            </a:avLst>
          </a:prstGeom>
          <a:noFill/>
          <a:ln cap="flat" cmpd="sng" w="9525">
            <a:solidFill>
              <a:schemeClr val="lt2"/>
            </a:solidFill>
            <a:prstDash val="solid"/>
            <a:round/>
            <a:headEnd len="sm" w="sm" type="none"/>
            <a:tailEnd len="sm" w="sm" type="none"/>
          </a:ln>
        </p:spPr>
      </p:cxnSp>
      <p:cxnSp>
        <p:nvCxnSpPr>
          <p:cNvPr id="2380" name="Google Shape;2380;g2975d56d0dc_2_505"/>
          <p:cNvCxnSpPr>
            <a:stCxn id="2333" idx="2"/>
            <a:endCxn id="2365" idx="0"/>
          </p:cNvCxnSpPr>
          <p:nvPr/>
        </p:nvCxnSpPr>
        <p:spPr>
          <a:xfrm flipH="1" rot="-5400000">
            <a:off x="1286600" y="3012100"/>
            <a:ext cx="468900" cy="600"/>
          </a:xfrm>
          <a:prstGeom prst="bentConnector3">
            <a:avLst>
              <a:gd fmla="val 50011" name="adj1"/>
            </a:avLst>
          </a:prstGeom>
          <a:noFill/>
          <a:ln cap="flat" cmpd="sng" w="9525">
            <a:solidFill>
              <a:schemeClr val="lt2"/>
            </a:solidFill>
            <a:prstDash val="solid"/>
            <a:round/>
            <a:headEnd len="sm" w="sm" type="none"/>
            <a:tailEnd len="med" w="med" type="oval"/>
          </a:ln>
        </p:spPr>
      </p:cxnSp>
      <p:cxnSp>
        <p:nvCxnSpPr>
          <p:cNvPr id="2381" name="Google Shape;2381;g2975d56d0dc_2_505"/>
          <p:cNvCxnSpPr>
            <a:stCxn id="2332" idx="2"/>
            <a:endCxn id="2367" idx="0"/>
          </p:cNvCxnSpPr>
          <p:nvPr/>
        </p:nvCxnSpPr>
        <p:spPr>
          <a:xfrm flipH="1" rot="-5400000">
            <a:off x="3320765" y="3012100"/>
            <a:ext cx="468900" cy="600"/>
          </a:xfrm>
          <a:prstGeom prst="bentConnector3">
            <a:avLst>
              <a:gd fmla="val 50011" name="adj1"/>
            </a:avLst>
          </a:prstGeom>
          <a:noFill/>
          <a:ln cap="flat" cmpd="sng" w="9525">
            <a:solidFill>
              <a:schemeClr val="lt2"/>
            </a:solidFill>
            <a:prstDash val="solid"/>
            <a:round/>
            <a:headEnd len="sm" w="sm" type="none"/>
            <a:tailEnd len="med" w="med" type="oval"/>
          </a:ln>
        </p:spPr>
      </p:cxnSp>
      <p:cxnSp>
        <p:nvCxnSpPr>
          <p:cNvPr id="2382" name="Google Shape;2382;g2975d56d0dc_2_505"/>
          <p:cNvCxnSpPr>
            <a:stCxn id="2377" idx="2"/>
            <a:endCxn id="2370" idx="0"/>
          </p:cNvCxnSpPr>
          <p:nvPr/>
        </p:nvCxnSpPr>
        <p:spPr>
          <a:xfrm flipH="1" rot="-5400000">
            <a:off x="5354912" y="3012100"/>
            <a:ext cx="468900" cy="600"/>
          </a:xfrm>
          <a:prstGeom prst="bentConnector3">
            <a:avLst>
              <a:gd fmla="val 50011" name="adj1"/>
            </a:avLst>
          </a:prstGeom>
          <a:noFill/>
          <a:ln cap="flat" cmpd="sng" w="9525">
            <a:solidFill>
              <a:schemeClr val="lt2"/>
            </a:solidFill>
            <a:prstDash val="solid"/>
            <a:round/>
            <a:headEnd len="sm" w="sm" type="none"/>
            <a:tailEnd len="med" w="med" type="oval"/>
          </a:ln>
        </p:spPr>
      </p:cxnSp>
      <p:cxnSp>
        <p:nvCxnSpPr>
          <p:cNvPr id="2383" name="Google Shape;2383;g2975d56d0dc_2_505"/>
          <p:cNvCxnSpPr>
            <a:stCxn id="2378" idx="2"/>
            <a:endCxn id="2372" idx="0"/>
          </p:cNvCxnSpPr>
          <p:nvPr/>
        </p:nvCxnSpPr>
        <p:spPr>
          <a:xfrm flipH="1" rot="-5400000">
            <a:off x="7389095" y="3012100"/>
            <a:ext cx="468900" cy="600"/>
          </a:xfrm>
          <a:prstGeom prst="bentConnector3">
            <a:avLst>
              <a:gd fmla="val 50011" name="adj1"/>
            </a:avLst>
          </a:prstGeom>
          <a:noFill/>
          <a:ln cap="flat" cmpd="sng" w="9525">
            <a:solidFill>
              <a:schemeClr val="lt2"/>
            </a:solidFill>
            <a:prstDash val="solid"/>
            <a:round/>
            <a:headEnd len="sm" w="sm" type="none"/>
            <a:tailEnd len="med" w="med" type="oval"/>
          </a:ln>
        </p:spPr>
      </p:cxnSp>
      <p:cxnSp>
        <p:nvCxnSpPr>
          <p:cNvPr id="2384" name="Google Shape;2384;g2975d56d0dc_2_505"/>
          <p:cNvCxnSpPr>
            <a:stCxn id="2374" idx="2"/>
            <a:endCxn id="2332" idx="0"/>
          </p:cNvCxnSpPr>
          <p:nvPr/>
        </p:nvCxnSpPr>
        <p:spPr>
          <a:xfrm flipH="1" rot="-5400000">
            <a:off x="3317465" y="1967325"/>
            <a:ext cx="475500" cy="600"/>
          </a:xfrm>
          <a:prstGeom prst="bentConnector3">
            <a:avLst>
              <a:gd fmla="val 49987" name="adj1"/>
            </a:avLst>
          </a:prstGeom>
          <a:noFill/>
          <a:ln cap="flat" cmpd="sng" w="9525">
            <a:solidFill>
              <a:schemeClr val="lt2"/>
            </a:solidFill>
            <a:prstDash val="solid"/>
            <a:round/>
            <a:headEnd len="sm" w="sm" type="none"/>
            <a:tailEnd len="sm" w="sm" type="none"/>
          </a:ln>
        </p:spPr>
      </p:cxnSp>
      <p:cxnSp>
        <p:nvCxnSpPr>
          <p:cNvPr id="2385" name="Google Shape;2385;g2975d56d0dc_2_505"/>
          <p:cNvCxnSpPr>
            <a:stCxn id="2375" idx="2"/>
            <a:endCxn id="2377" idx="0"/>
          </p:cNvCxnSpPr>
          <p:nvPr/>
        </p:nvCxnSpPr>
        <p:spPr>
          <a:xfrm flipH="1" rot="-5400000">
            <a:off x="5351611" y="1967325"/>
            <a:ext cx="475500" cy="600"/>
          </a:xfrm>
          <a:prstGeom prst="bentConnector3">
            <a:avLst>
              <a:gd fmla="val 49987" name="adj1"/>
            </a:avLst>
          </a:prstGeom>
          <a:noFill/>
          <a:ln cap="flat" cmpd="sng" w="9525">
            <a:solidFill>
              <a:schemeClr val="lt2"/>
            </a:solidFill>
            <a:prstDash val="solid"/>
            <a:round/>
            <a:headEnd len="sm" w="sm" type="none"/>
            <a:tailEnd len="sm" w="sm" type="none"/>
          </a:ln>
        </p:spPr>
      </p:cxnSp>
      <p:cxnSp>
        <p:nvCxnSpPr>
          <p:cNvPr id="2386" name="Google Shape;2386;g2975d56d0dc_2_505"/>
          <p:cNvCxnSpPr>
            <a:stCxn id="2376" idx="2"/>
            <a:endCxn id="2378" idx="0"/>
          </p:cNvCxnSpPr>
          <p:nvPr/>
        </p:nvCxnSpPr>
        <p:spPr>
          <a:xfrm flipH="1" rot="-5400000">
            <a:off x="7385790" y="1967325"/>
            <a:ext cx="475500" cy="600"/>
          </a:xfrm>
          <a:prstGeom prst="bentConnector3">
            <a:avLst>
              <a:gd fmla="val 49987" name="adj1"/>
            </a:avLst>
          </a:prstGeom>
          <a:noFill/>
          <a:ln cap="flat" cmpd="sng" w="9525">
            <a:solidFill>
              <a:schemeClr val="lt2"/>
            </a:solidFill>
            <a:prstDash val="solid"/>
            <a:round/>
            <a:headEnd len="sm" w="sm" type="none"/>
            <a:tailEnd len="sm" w="sm" type="none"/>
          </a:ln>
        </p:spPr>
      </p:cxn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0" name="Shape 2390"/>
        <p:cNvGrpSpPr/>
        <p:nvPr/>
      </p:nvGrpSpPr>
      <p:grpSpPr>
        <a:xfrm>
          <a:off x="0" y="0"/>
          <a:ext cx="0" cy="0"/>
          <a:chOff x="0" y="0"/>
          <a:chExt cx="0" cy="0"/>
        </a:xfrm>
      </p:grpSpPr>
      <p:sp>
        <p:nvSpPr>
          <p:cNvPr id="2391" name="Google Shape;2391;g2975d56d0dc_2_563"/>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Parts and whole</a:t>
            </a:r>
            <a:endParaRPr/>
          </a:p>
        </p:txBody>
      </p:sp>
      <p:sp>
        <p:nvSpPr>
          <p:cNvPr id="2392" name="Google Shape;2392;g2975d56d0dc_2_563"/>
          <p:cNvSpPr txBox="1"/>
          <p:nvPr/>
        </p:nvSpPr>
        <p:spPr>
          <a:xfrm>
            <a:off x="720000" y="1982775"/>
            <a:ext cx="1463100" cy="1889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Mercury is the closest planet to the Sun and the smallest one in the entire Solar System</a:t>
            </a:r>
            <a:endParaRPr b="0" i="0" sz="1400" u="none" cap="none" strike="noStrike">
              <a:solidFill>
                <a:schemeClr val="dk1"/>
              </a:solidFill>
              <a:latin typeface="Poppins"/>
              <a:ea typeface="Poppins"/>
              <a:cs typeface="Poppins"/>
              <a:sym typeface="Poppins"/>
            </a:endParaRPr>
          </a:p>
        </p:txBody>
      </p:sp>
      <p:sp>
        <p:nvSpPr>
          <p:cNvPr id="2393" name="Google Shape;2393;g2975d56d0dc_2_563"/>
          <p:cNvSpPr txBox="1"/>
          <p:nvPr/>
        </p:nvSpPr>
        <p:spPr>
          <a:xfrm>
            <a:off x="720000" y="1263100"/>
            <a:ext cx="1463100" cy="7959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dk1"/>
                </a:solidFill>
                <a:latin typeface="IBM Plex Mono"/>
                <a:ea typeface="IBM Plex Mono"/>
                <a:cs typeface="IBM Plex Mono"/>
                <a:sym typeface="IBM Plex Mono"/>
              </a:rPr>
              <a:t>The whole objective</a:t>
            </a:r>
            <a:endParaRPr b="1" i="0" sz="1600" u="none" cap="none" strike="noStrike">
              <a:solidFill>
                <a:schemeClr val="dk1"/>
              </a:solidFill>
              <a:latin typeface="IBM Plex Mono"/>
              <a:ea typeface="IBM Plex Mono"/>
              <a:cs typeface="IBM Plex Mono"/>
              <a:sym typeface="IBM Plex Mono"/>
            </a:endParaRPr>
          </a:p>
        </p:txBody>
      </p:sp>
      <p:sp>
        <p:nvSpPr>
          <p:cNvPr id="2394" name="Google Shape;2394;g2975d56d0dc_2_563"/>
          <p:cNvSpPr txBox="1"/>
          <p:nvPr/>
        </p:nvSpPr>
        <p:spPr>
          <a:xfrm>
            <a:off x="2959948" y="1982775"/>
            <a:ext cx="1459500" cy="1889400"/>
          </a:xfrm>
          <a:prstGeom prst="rect">
            <a:avLst/>
          </a:prstGeom>
          <a:noFill/>
          <a:ln>
            <a:noFill/>
          </a:ln>
        </p:spPr>
        <p:txBody>
          <a:bodyPr anchorCtr="0" anchor="t" bIns="91425" lIns="91425" spcFirstLastPara="1" rIns="91425" wrap="square" tIns="91425">
            <a:noAutofit/>
          </a:bodyPr>
          <a:lstStyle/>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Mercury</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Jupiter</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Venus</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Mars</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Earth</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Saturn</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Mercury</a:t>
            </a:r>
            <a:endParaRPr b="0" i="0" sz="1400" u="none" cap="none" strike="noStrike">
              <a:solidFill>
                <a:schemeClr val="dk1"/>
              </a:solidFill>
              <a:latin typeface="Poppins"/>
              <a:ea typeface="Poppins"/>
              <a:cs typeface="Poppins"/>
              <a:sym typeface="Poppins"/>
            </a:endParaRPr>
          </a:p>
        </p:txBody>
      </p:sp>
      <p:sp>
        <p:nvSpPr>
          <p:cNvPr id="2395" name="Google Shape;2395;g2975d56d0dc_2_563"/>
          <p:cNvSpPr txBox="1"/>
          <p:nvPr/>
        </p:nvSpPr>
        <p:spPr>
          <a:xfrm>
            <a:off x="2959951" y="1263100"/>
            <a:ext cx="1463100" cy="7959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dk1"/>
                </a:solidFill>
                <a:latin typeface="IBM Plex Mono"/>
                <a:ea typeface="IBM Plex Mono"/>
                <a:cs typeface="IBM Plex Mono"/>
                <a:sym typeface="IBM Plex Mono"/>
              </a:rPr>
              <a:t>Parts of the object</a:t>
            </a:r>
            <a:endParaRPr b="1" i="0" sz="1600" u="none" cap="none" strike="noStrike">
              <a:solidFill>
                <a:schemeClr val="dk1"/>
              </a:solidFill>
              <a:latin typeface="IBM Plex Mono"/>
              <a:ea typeface="IBM Plex Mono"/>
              <a:cs typeface="IBM Plex Mono"/>
              <a:sym typeface="IBM Plex Mono"/>
            </a:endParaRPr>
          </a:p>
        </p:txBody>
      </p:sp>
      <p:sp>
        <p:nvSpPr>
          <p:cNvPr id="2396" name="Google Shape;2396;g2975d56d0dc_2_563"/>
          <p:cNvSpPr txBox="1"/>
          <p:nvPr/>
        </p:nvSpPr>
        <p:spPr>
          <a:xfrm>
            <a:off x="5097300" y="1982775"/>
            <a:ext cx="3326700" cy="843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Earth is the third planet from the Sun and the </a:t>
            </a:r>
            <a:r>
              <a:rPr b="1" i="0" lang="en" sz="1400" u="none" cap="none" strike="noStrike">
                <a:solidFill>
                  <a:schemeClr val="dk1"/>
                </a:solidFill>
                <a:latin typeface="Poppins"/>
                <a:ea typeface="Poppins"/>
                <a:cs typeface="Poppins"/>
                <a:sym typeface="Poppins"/>
              </a:rPr>
              <a:t>only one that harbors life in the Solar System</a:t>
            </a:r>
            <a:endParaRPr b="1" i="0" sz="1400" u="none" cap="none" strike="noStrike">
              <a:solidFill>
                <a:schemeClr val="dk1"/>
              </a:solidFill>
              <a:latin typeface="Poppins"/>
              <a:ea typeface="Poppins"/>
              <a:cs typeface="Poppins"/>
              <a:sym typeface="Poppins"/>
            </a:endParaRPr>
          </a:p>
        </p:txBody>
      </p:sp>
      <p:sp>
        <p:nvSpPr>
          <p:cNvPr id="2397" name="Google Shape;2397;g2975d56d0dc_2_563"/>
          <p:cNvSpPr txBox="1"/>
          <p:nvPr/>
        </p:nvSpPr>
        <p:spPr>
          <a:xfrm>
            <a:off x="5097300" y="1263100"/>
            <a:ext cx="3326700" cy="7959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dk1"/>
                </a:solidFill>
                <a:latin typeface="IBM Plex Mono"/>
                <a:ea typeface="IBM Plex Mono"/>
                <a:cs typeface="IBM Plex Mono"/>
                <a:sym typeface="IBM Plex Mono"/>
              </a:rPr>
              <a:t>What happens if the parts are missing?</a:t>
            </a:r>
            <a:endParaRPr b="1" i="0" sz="1600" u="none" cap="none" strike="noStrike">
              <a:solidFill>
                <a:schemeClr val="dk1"/>
              </a:solidFill>
              <a:latin typeface="IBM Plex Mono"/>
              <a:ea typeface="IBM Plex Mono"/>
              <a:cs typeface="IBM Plex Mono"/>
              <a:sym typeface="IBM Plex Mono"/>
            </a:endParaRPr>
          </a:p>
        </p:txBody>
      </p:sp>
      <p:sp>
        <p:nvSpPr>
          <p:cNvPr id="2398" name="Google Shape;2398;g2975d56d0dc_2_563"/>
          <p:cNvSpPr txBox="1"/>
          <p:nvPr/>
        </p:nvSpPr>
        <p:spPr>
          <a:xfrm>
            <a:off x="5097300" y="4035875"/>
            <a:ext cx="33267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is a gas giant and the biggest planet in the Solar System</a:t>
            </a:r>
            <a:endParaRPr b="0" i="0" sz="1400" u="none" cap="none" strike="noStrike">
              <a:solidFill>
                <a:schemeClr val="dk1"/>
              </a:solidFill>
              <a:latin typeface="Poppins"/>
              <a:ea typeface="Poppins"/>
              <a:cs typeface="Poppins"/>
              <a:sym typeface="Poppins"/>
            </a:endParaRPr>
          </a:p>
        </p:txBody>
      </p:sp>
      <p:sp>
        <p:nvSpPr>
          <p:cNvPr id="2399" name="Google Shape;2399;g2975d56d0dc_2_563"/>
          <p:cNvSpPr txBox="1"/>
          <p:nvPr/>
        </p:nvSpPr>
        <p:spPr>
          <a:xfrm>
            <a:off x="5097300" y="3316200"/>
            <a:ext cx="3326700" cy="7959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dk1"/>
                </a:solidFill>
                <a:latin typeface="IBM Plex Mono"/>
                <a:ea typeface="IBM Plex Mono"/>
                <a:cs typeface="IBM Plex Mono"/>
                <a:sym typeface="IBM Plex Mono"/>
              </a:rPr>
              <a:t>What’s the function of the parts?</a:t>
            </a:r>
            <a:endParaRPr b="1" i="0" sz="1600" u="none" cap="none" strike="noStrike">
              <a:solidFill>
                <a:schemeClr val="dk1"/>
              </a:solidFill>
              <a:latin typeface="IBM Plex Mono"/>
              <a:ea typeface="IBM Plex Mono"/>
              <a:cs typeface="IBM Plex Mono"/>
              <a:sym typeface="IBM Plex Mono"/>
            </a:endParaRPr>
          </a:p>
        </p:txBody>
      </p:sp>
      <p:cxnSp>
        <p:nvCxnSpPr>
          <p:cNvPr id="2400" name="Google Shape;2400;g2975d56d0dc_2_563"/>
          <p:cNvCxnSpPr>
            <a:stCxn id="2393" idx="3"/>
            <a:endCxn id="2395" idx="1"/>
          </p:cNvCxnSpPr>
          <p:nvPr/>
        </p:nvCxnSpPr>
        <p:spPr>
          <a:xfrm>
            <a:off x="2183100" y="1661050"/>
            <a:ext cx="777000" cy="600"/>
          </a:xfrm>
          <a:prstGeom prst="bentConnector3">
            <a:avLst>
              <a:gd fmla="val 49990" name="adj1"/>
            </a:avLst>
          </a:prstGeom>
          <a:noFill/>
          <a:ln cap="flat" cmpd="sng" w="9525">
            <a:solidFill>
              <a:schemeClr val="lt2"/>
            </a:solidFill>
            <a:prstDash val="solid"/>
            <a:round/>
            <a:headEnd len="sm" w="sm" type="none"/>
            <a:tailEnd len="med" w="med" type="oval"/>
          </a:ln>
        </p:spPr>
      </p:cxnSp>
      <p:cxnSp>
        <p:nvCxnSpPr>
          <p:cNvPr id="2401" name="Google Shape;2401;g2975d56d0dc_2_563"/>
          <p:cNvCxnSpPr>
            <a:stCxn id="2395" idx="3"/>
            <a:endCxn id="2397" idx="1"/>
          </p:cNvCxnSpPr>
          <p:nvPr/>
        </p:nvCxnSpPr>
        <p:spPr>
          <a:xfrm>
            <a:off x="4423051" y="1661050"/>
            <a:ext cx="674100" cy="600"/>
          </a:xfrm>
          <a:prstGeom prst="bentConnector3">
            <a:avLst>
              <a:gd fmla="val 50011" name="adj1"/>
            </a:avLst>
          </a:prstGeom>
          <a:noFill/>
          <a:ln cap="flat" cmpd="sng" w="9525">
            <a:solidFill>
              <a:schemeClr val="lt2"/>
            </a:solidFill>
            <a:prstDash val="solid"/>
            <a:round/>
            <a:headEnd len="sm" w="sm" type="none"/>
            <a:tailEnd len="med" w="med" type="oval"/>
          </a:ln>
        </p:spPr>
      </p:cxnSp>
      <p:cxnSp>
        <p:nvCxnSpPr>
          <p:cNvPr id="2402" name="Google Shape;2402;g2975d56d0dc_2_563"/>
          <p:cNvCxnSpPr>
            <a:stCxn id="2396" idx="2"/>
            <a:endCxn id="2399" idx="0"/>
          </p:cNvCxnSpPr>
          <p:nvPr/>
        </p:nvCxnSpPr>
        <p:spPr>
          <a:xfrm flipH="1" rot="-5400000">
            <a:off x="6516000" y="3071025"/>
            <a:ext cx="489900" cy="600"/>
          </a:xfrm>
          <a:prstGeom prst="bentConnector3">
            <a:avLst>
              <a:gd fmla="val 49992" name="adj1"/>
            </a:avLst>
          </a:prstGeom>
          <a:noFill/>
          <a:ln cap="flat" cmpd="sng" w="9525">
            <a:solidFill>
              <a:schemeClr val="lt2"/>
            </a:solidFill>
            <a:prstDash val="solid"/>
            <a:round/>
            <a:headEnd len="sm" w="sm" type="none"/>
            <a:tailEnd len="med" w="med" type="oval"/>
          </a:ln>
        </p:spPr>
      </p:cxn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6" name="Shape 2406"/>
        <p:cNvGrpSpPr/>
        <p:nvPr/>
      </p:nvGrpSpPr>
      <p:grpSpPr>
        <a:xfrm>
          <a:off x="0" y="0"/>
          <a:ext cx="0" cy="0"/>
          <a:chOff x="0" y="0"/>
          <a:chExt cx="0" cy="0"/>
        </a:xfrm>
      </p:grpSpPr>
      <p:sp>
        <p:nvSpPr>
          <p:cNvPr id="2407" name="Google Shape;2407;g2975d56d0dc_2_57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You can use this graph</a:t>
            </a:r>
            <a:endParaRPr/>
          </a:p>
        </p:txBody>
      </p:sp>
      <p:sp>
        <p:nvSpPr>
          <p:cNvPr id="2408" name="Google Shape;2408;g2975d56d0dc_2_578"/>
          <p:cNvSpPr txBox="1"/>
          <p:nvPr/>
        </p:nvSpPr>
        <p:spPr>
          <a:xfrm>
            <a:off x="897263" y="4194475"/>
            <a:ext cx="4024800" cy="431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900"/>
              <a:buFont typeface="Arial"/>
              <a:buNone/>
            </a:pPr>
            <a:r>
              <a:rPr b="0" i="0" lang="en" sz="900" u="none" cap="none" strike="noStrike">
                <a:solidFill>
                  <a:schemeClr val="dk1"/>
                </a:solidFill>
                <a:latin typeface="Poppins"/>
                <a:ea typeface="Poppins"/>
                <a:cs typeface="Poppins"/>
                <a:sym typeface="Poppins"/>
              </a:rPr>
              <a:t>Follow the link in the graph to modify its data and then paste the new one here. </a:t>
            </a:r>
            <a:r>
              <a:rPr b="1" i="0" lang="en" sz="900" u="sng" cap="none" strike="noStrike">
                <a:solidFill>
                  <a:schemeClr val="dk1"/>
                </a:solidFill>
                <a:latin typeface="Poppins"/>
                <a:ea typeface="Poppins"/>
                <a:cs typeface="Poppins"/>
                <a:sym typeface="Poppins"/>
                <a:hlinkClick r:id="rId3">
                  <a:extLst>
                    <a:ext uri="{A12FA001-AC4F-418D-AE19-62706E023703}">
                      <ahyp:hlinkClr val="tx"/>
                    </a:ext>
                  </a:extLst>
                </a:hlinkClick>
              </a:rPr>
              <a:t>For more info, click here</a:t>
            </a:r>
            <a:endParaRPr b="1" i="0" sz="900" u="sng" cap="none" strike="noStrike">
              <a:solidFill>
                <a:schemeClr val="dk1"/>
              </a:solidFill>
              <a:latin typeface="Poppins"/>
              <a:ea typeface="Poppins"/>
              <a:cs typeface="Poppins"/>
              <a:sym typeface="Poppins"/>
            </a:endParaRPr>
          </a:p>
        </p:txBody>
      </p:sp>
      <p:sp>
        <p:nvSpPr>
          <p:cNvPr id="2409" name="Google Shape;2409;g2975d56d0dc_2_578"/>
          <p:cNvSpPr txBox="1"/>
          <p:nvPr/>
        </p:nvSpPr>
        <p:spPr>
          <a:xfrm>
            <a:off x="5973520" y="1213988"/>
            <a:ext cx="2280000" cy="4056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Mercury</a:t>
            </a:r>
            <a:endParaRPr b="1" i="0" sz="2000" u="none" cap="none" strike="noStrike">
              <a:solidFill>
                <a:schemeClr val="dk1"/>
              </a:solidFill>
              <a:latin typeface="IBM Plex Mono"/>
              <a:ea typeface="IBM Plex Mono"/>
              <a:cs typeface="IBM Plex Mono"/>
              <a:sym typeface="IBM Plex Mono"/>
            </a:endParaRPr>
          </a:p>
        </p:txBody>
      </p:sp>
      <p:sp>
        <p:nvSpPr>
          <p:cNvPr id="2410" name="Google Shape;2410;g2975d56d0dc_2_578"/>
          <p:cNvSpPr txBox="1"/>
          <p:nvPr/>
        </p:nvSpPr>
        <p:spPr>
          <a:xfrm>
            <a:off x="5973513" y="1543438"/>
            <a:ext cx="2280000" cy="609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Mercury is the closest planet to the Sun</a:t>
            </a:r>
            <a:endParaRPr b="0" i="0" sz="1400" u="none" cap="none" strike="noStrike">
              <a:solidFill>
                <a:schemeClr val="dk1"/>
              </a:solidFill>
              <a:latin typeface="Poppins"/>
              <a:ea typeface="Poppins"/>
              <a:cs typeface="Poppins"/>
              <a:sym typeface="Poppins"/>
            </a:endParaRPr>
          </a:p>
        </p:txBody>
      </p:sp>
      <p:grpSp>
        <p:nvGrpSpPr>
          <p:cNvPr id="2411" name="Google Shape;2411;g2975d56d0dc_2_578"/>
          <p:cNvGrpSpPr/>
          <p:nvPr/>
        </p:nvGrpSpPr>
        <p:grpSpPr>
          <a:xfrm>
            <a:off x="5568459" y="1213992"/>
            <a:ext cx="285579" cy="285597"/>
            <a:chOff x="5204821" y="1321454"/>
            <a:chExt cx="285579" cy="285597"/>
          </a:xfrm>
        </p:grpSpPr>
        <p:sp>
          <p:nvSpPr>
            <p:cNvPr id="2412" name="Google Shape;2412;g2975d56d0dc_2_578"/>
            <p:cNvSpPr/>
            <p:nvPr/>
          </p:nvSpPr>
          <p:spPr>
            <a:xfrm>
              <a:off x="5204821" y="1321454"/>
              <a:ext cx="285579" cy="285597"/>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g2975d56d0dc_2_578"/>
            <p:cNvSpPr/>
            <p:nvPr/>
          </p:nvSpPr>
          <p:spPr>
            <a:xfrm>
              <a:off x="5261536" y="1378160"/>
              <a:ext cx="172110" cy="172121"/>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14" name="Google Shape;2414;g2975d56d0dc_2_578"/>
          <p:cNvSpPr txBox="1"/>
          <p:nvPr/>
        </p:nvSpPr>
        <p:spPr>
          <a:xfrm>
            <a:off x="5973520" y="2441763"/>
            <a:ext cx="2280000" cy="4056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Jupiter</a:t>
            </a:r>
            <a:endParaRPr b="1" i="0" sz="2000" u="none" cap="none" strike="noStrike">
              <a:solidFill>
                <a:schemeClr val="dk1"/>
              </a:solidFill>
              <a:latin typeface="IBM Plex Mono"/>
              <a:ea typeface="IBM Plex Mono"/>
              <a:cs typeface="IBM Plex Mono"/>
              <a:sym typeface="IBM Plex Mono"/>
            </a:endParaRPr>
          </a:p>
        </p:txBody>
      </p:sp>
      <p:sp>
        <p:nvSpPr>
          <p:cNvPr id="2415" name="Google Shape;2415;g2975d56d0dc_2_578"/>
          <p:cNvSpPr txBox="1"/>
          <p:nvPr/>
        </p:nvSpPr>
        <p:spPr>
          <a:xfrm>
            <a:off x="5973513" y="2771213"/>
            <a:ext cx="2280000" cy="609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is the biggest planet of them all</a:t>
            </a:r>
            <a:endParaRPr b="0" i="0" sz="1400" u="none" cap="none" strike="noStrike">
              <a:solidFill>
                <a:schemeClr val="dk1"/>
              </a:solidFill>
              <a:latin typeface="Poppins"/>
              <a:ea typeface="Poppins"/>
              <a:cs typeface="Poppins"/>
              <a:sym typeface="Poppins"/>
            </a:endParaRPr>
          </a:p>
        </p:txBody>
      </p:sp>
      <p:grpSp>
        <p:nvGrpSpPr>
          <p:cNvPr id="2416" name="Google Shape;2416;g2975d56d0dc_2_578"/>
          <p:cNvGrpSpPr/>
          <p:nvPr/>
        </p:nvGrpSpPr>
        <p:grpSpPr>
          <a:xfrm>
            <a:off x="5568459" y="2441767"/>
            <a:ext cx="285579" cy="285597"/>
            <a:chOff x="5204821" y="2495492"/>
            <a:chExt cx="285579" cy="285597"/>
          </a:xfrm>
        </p:grpSpPr>
        <p:sp>
          <p:nvSpPr>
            <p:cNvPr id="2417" name="Google Shape;2417;g2975d56d0dc_2_578"/>
            <p:cNvSpPr/>
            <p:nvPr/>
          </p:nvSpPr>
          <p:spPr>
            <a:xfrm>
              <a:off x="5204821" y="2495492"/>
              <a:ext cx="285579" cy="285597"/>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g2975d56d0dc_2_578"/>
            <p:cNvSpPr/>
            <p:nvPr/>
          </p:nvSpPr>
          <p:spPr>
            <a:xfrm>
              <a:off x="5261536" y="2552197"/>
              <a:ext cx="172110" cy="172121"/>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19" name="Google Shape;2419;g2975d56d0dc_2_578"/>
          <p:cNvSpPr txBox="1"/>
          <p:nvPr/>
        </p:nvSpPr>
        <p:spPr>
          <a:xfrm>
            <a:off x="5973520" y="3669513"/>
            <a:ext cx="2280000" cy="4056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sp>
        <p:nvSpPr>
          <p:cNvPr id="2420" name="Google Shape;2420;g2975d56d0dc_2_578"/>
          <p:cNvSpPr txBox="1"/>
          <p:nvPr/>
        </p:nvSpPr>
        <p:spPr>
          <a:xfrm>
            <a:off x="5973513" y="3998963"/>
            <a:ext cx="2280000" cy="609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was named after a Roman god</a:t>
            </a:r>
            <a:endParaRPr b="0" i="0" sz="1400" u="none" cap="none" strike="noStrike">
              <a:solidFill>
                <a:schemeClr val="dk1"/>
              </a:solidFill>
              <a:latin typeface="Poppins"/>
              <a:ea typeface="Poppins"/>
              <a:cs typeface="Poppins"/>
              <a:sym typeface="Poppins"/>
            </a:endParaRPr>
          </a:p>
        </p:txBody>
      </p:sp>
      <p:grpSp>
        <p:nvGrpSpPr>
          <p:cNvPr id="2421" name="Google Shape;2421;g2975d56d0dc_2_578"/>
          <p:cNvGrpSpPr/>
          <p:nvPr/>
        </p:nvGrpSpPr>
        <p:grpSpPr>
          <a:xfrm>
            <a:off x="5568459" y="3669517"/>
            <a:ext cx="285579" cy="285597"/>
            <a:chOff x="5204821" y="3669529"/>
            <a:chExt cx="285579" cy="285597"/>
          </a:xfrm>
        </p:grpSpPr>
        <p:sp>
          <p:nvSpPr>
            <p:cNvPr id="2422" name="Google Shape;2422;g2975d56d0dc_2_578"/>
            <p:cNvSpPr/>
            <p:nvPr/>
          </p:nvSpPr>
          <p:spPr>
            <a:xfrm>
              <a:off x="5204821" y="3669529"/>
              <a:ext cx="285579" cy="285597"/>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g2975d56d0dc_2_578"/>
            <p:cNvSpPr/>
            <p:nvPr/>
          </p:nvSpPr>
          <p:spPr>
            <a:xfrm>
              <a:off x="5261536" y="3726235"/>
              <a:ext cx="172110" cy="172121"/>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2424" name="Google Shape;2424;g2975d56d0dc_2_578" title="Gráfico">
            <a:hlinkClick r:id="rId4"/>
          </p:cNvPr>
          <p:cNvPicPr preferRelativeResize="0"/>
          <p:nvPr/>
        </p:nvPicPr>
        <p:blipFill rotWithShape="1">
          <a:blip r:embed="rId5">
            <a:alphaModFix/>
          </a:blip>
          <a:srcRect b="0" l="0" r="0" t="0"/>
          <a:stretch/>
        </p:blipFill>
        <p:spPr>
          <a:xfrm>
            <a:off x="890488" y="1214000"/>
            <a:ext cx="4234601" cy="2984700"/>
          </a:xfrm>
          <a:prstGeom prst="rect">
            <a:avLst/>
          </a:prstGeom>
          <a:noFill/>
          <a:ln>
            <a:noFill/>
          </a:ln>
        </p:spPr>
      </p:pic>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8" name="Shape 2428"/>
        <p:cNvGrpSpPr/>
        <p:nvPr/>
      </p:nvGrpSpPr>
      <p:grpSpPr>
        <a:xfrm>
          <a:off x="0" y="0"/>
          <a:ext cx="0" cy="0"/>
          <a:chOff x="0" y="0"/>
          <a:chExt cx="0" cy="0"/>
        </a:xfrm>
      </p:grpSpPr>
      <p:sp>
        <p:nvSpPr>
          <p:cNvPr id="2429" name="Google Shape;2429;g2975d56d0dc_2_59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This is a map</a:t>
            </a:r>
            <a:endParaRPr/>
          </a:p>
        </p:txBody>
      </p:sp>
      <p:grpSp>
        <p:nvGrpSpPr>
          <p:cNvPr id="2430" name="Google Shape;2430;g2975d56d0dc_2_599"/>
          <p:cNvGrpSpPr/>
          <p:nvPr/>
        </p:nvGrpSpPr>
        <p:grpSpPr>
          <a:xfrm>
            <a:off x="2499891" y="1758510"/>
            <a:ext cx="4143916" cy="2207615"/>
            <a:chOff x="233350" y="949250"/>
            <a:chExt cx="7137300" cy="3802300"/>
          </a:xfrm>
        </p:grpSpPr>
        <p:sp>
          <p:nvSpPr>
            <p:cNvPr id="2431" name="Google Shape;2431;g2975d56d0dc_2_59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g2975d56d0dc_2_59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g2975d56d0dc_2_59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g2975d56d0dc_2_59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g2975d56d0dc_2_59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g2975d56d0dc_2_59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g2975d56d0dc_2_59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g2975d56d0dc_2_59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g2975d56d0dc_2_59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g2975d56d0dc_2_59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g2975d56d0dc_2_59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g2975d56d0dc_2_59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g2975d56d0dc_2_59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g2975d56d0dc_2_59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g2975d56d0dc_2_59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g2975d56d0dc_2_59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g2975d56d0dc_2_59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g2975d56d0dc_2_59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g2975d56d0dc_2_59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g2975d56d0dc_2_59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g2975d56d0dc_2_59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g2975d56d0dc_2_59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g2975d56d0dc_2_59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g2975d56d0dc_2_59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g2975d56d0dc_2_59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g2975d56d0dc_2_59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g2975d56d0dc_2_59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g2975d56d0dc_2_59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g2975d56d0dc_2_59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g2975d56d0dc_2_59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g2975d56d0dc_2_59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g2975d56d0dc_2_59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g2975d56d0dc_2_59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g2975d56d0dc_2_59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g2975d56d0dc_2_59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g2975d56d0dc_2_59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g2975d56d0dc_2_59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g2975d56d0dc_2_59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g2975d56d0dc_2_59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g2975d56d0dc_2_59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g2975d56d0dc_2_59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g2975d56d0dc_2_59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g2975d56d0dc_2_59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g2975d56d0dc_2_59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g2975d56d0dc_2_59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g2975d56d0dc_2_59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g2975d56d0dc_2_59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g2975d56d0dc_2_59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g2975d56d0dc_2_59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g2975d56d0dc_2_59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g2975d56d0dc_2_59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82" name="Google Shape;2482;g2975d56d0dc_2_599"/>
          <p:cNvSpPr txBox="1"/>
          <p:nvPr/>
        </p:nvSpPr>
        <p:spPr>
          <a:xfrm>
            <a:off x="6881275" y="1860476"/>
            <a:ext cx="1549500" cy="7872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1" i="0" lang="en" sz="1400" u="none" cap="none" strike="noStrike">
                <a:solidFill>
                  <a:schemeClr val="dk1"/>
                </a:solidFill>
                <a:latin typeface="Poppins"/>
                <a:ea typeface="Poppins"/>
                <a:cs typeface="Poppins"/>
                <a:sym typeface="Poppins"/>
              </a:rPr>
              <a:t>Neptune </a:t>
            </a:r>
            <a:r>
              <a:rPr b="0" i="0" lang="en" sz="1400" u="none" cap="none" strike="noStrike">
                <a:solidFill>
                  <a:schemeClr val="dk1"/>
                </a:solidFill>
                <a:latin typeface="Poppins"/>
                <a:ea typeface="Poppins"/>
                <a:cs typeface="Poppins"/>
                <a:sym typeface="Poppins"/>
              </a:rPr>
              <a:t>is the farthest planet from the Sun</a:t>
            </a:r>
            <a:endParaRPr b="0" i="0" sz="1400" u="none" cap="none" strike="noStrike">
              <a:solidFill>
                <a:schemeClr val="dk1"/>
              </a:solidFill>
              <a:latin typeface="Poppins"/>
              <a:ea typeface="Poppins"/>
              <a:cs typeface="Poppins"/>
              <a:sym typeface="Poppins"/>
            </a:endParaRPr>
          </a:p>
        </p:txBody>
      </p:sp>
      <p:sp>
        <p:nvSpPr>
          <p:cNvPr id="2483" name="Google Shape;2483;g2975d56d0dc_2_599"/>
          <p:cNvSpPr txBox="1"/>
          <p:nvPr/>
        </p:nvSpPr>
        <p:spPr>
          <a:xfrm>
            <a:off x="6881275" y="3058852"/>
            <a:ext cx="1549500" cy="504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China</a:t>
            </a:r>
            <a:endParaRPr b="1" i="0" sz="2000" u="none" cap="none" strike="noStrike">
              <a:solidFill>
                <a:schemeClr val="dk1"/>
              </a:solidFill>
              <a:latin typeface="IBM Plex Mono"/>
              <a:ea typeface="IBM Plex Mono"/>
              <a:cs typeface="IBM Plex Mono"/>
              <a:sym typeface="IBM Plex Mono"/>
            </a:endParaRPr>
          </a:p>
        </p:txBody>
      </p:sp>
      <p:sp>
        <p:nvSpPr>
          <p:cNvPr id="2484" name="Google Shape;2484;g2975d56d0dc_2_599"/>
          <p:cNvSpPr txBox="1"/>
          <p:nvPr/>
        </p:nvSpPr>
        <p:spPr>
          <a:xfrm>
            <a:off x="720000" y="1432700"/>
            <a:ext cx="1542300" cy="504000"/>
          </a:xfrm>
          <a:prstGeom prst="rect">
            <a:avLst/>
          </a:prstGeom>
          <a:noFill/>
          <a:ln>
            <a:noFill/>
          </a:ln>
        </p:spPr>
        <p:txBody>
          <a:bodyPr anchorCtr="0" anchor="ctr" bIns="91425" lIns="91425" spcFirstLastPara="1" rIns="91425" wrap="square" tIns="91425">
            <a:noAutofit/>
          </a:bodyPr>
          <a:lstStyle/>
          <a:p>
            <a:pPr indent="0" lvl="0" marL="0" marR="0" rtl="0" algn="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USA</a:t>
            </a:r>
            <a:endParaRPr b="1" i="0" sz="2000" u="none" cap="none" strike="noStrike">
              <a:solidFill>
                <a:schemeClr val="dk1"/>
              </a:solidFill>
              <a:latin typeface="IBM Plex Mono"/>
              <a:ea typeface="IBM Plex Mono"/>
              <a:cs typeface="IBM Plex Mono"/>
              <a:sym typeface="IBM Plex Mono"/>
            </a:endParaRPr>
          </a:p>
        </p:txBody>
      </p:sp>
      <p:sp>
        <p:nvSpPr>
          <p:cNvPr id="2485" name="Google Shape;2485;g2975d56d0dc_2_599"/>
          <p:cNvSpPr txBox="1"/>
          <p:nvPr/>
        </p:nvSpPr>
        <p:spPr>
          <a:xfrm>
            <a:off x="6881275" y="1432675"/>
            <a:ext cx="1549500" cy="504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Russia</a:t>
            </a:r>
            <a:endParaRPr b="1" i="0" sz="2000" u="none" cap="none" strike="noStrike">
              <a:solidFill>
                <a:schemeClr val="dk1"/>
              </a:solidFill>
              <a:latin typeface="IBM Plex Mono"/>
              <a:ea typeface="IBM Plex Mono"/>
              <a:cs typeface="IBM Plex Mono"/>
              <a:sym typeface="IBM Plex Mono"/>
            </a:endParaRPr>
          </a:p>
        </p:txBody>
      </p:sp>
      <p:sp>
        <p:nvSpPr>
          <p:cNvPr id="2486" name="Google Shape;2486;g2975d56d0dc_2_599"/>
          <p:cNvSpPr txBox="1"/>
          <p:nvPr/>
        </p:nvSpPr>
        <p:spPr>
          <a:xfrm>
            <a:off x="720000" y="3486624"/>
            <a:ext cx="1542300" cy="787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is the biggest planet of them all</a:t>
            </a:r>
            <a:endParaRPr b="0" i="0" sz="1400" u="none" cap="none" strike="noStrike">
              <a:solidFill>
                <a:schemeClr val="dk1"/>
              </a:solidFill>
              <a:latin typeface="Poppins"/>
              <a:ea typeface="Poppins"/>
              <a:cs typeface="Poppins"/>
              <a:sym typeface="Poppins"/>
            </a:endParaRPr>
          </a:p>
        </p:txBody>
      </p:sp>
      <p:sp>
        <p:nvSpPr>
          <p:cNvPr id="2487" name="Google Shape;2487;g2975d56d0dc_2_599"/>
          <p:cNvSpPr txBox="1"/>
          <p:nvPr/>
        </p:nvSpPr>
        <p:spPr>
          <a:xfrm>
            <a:off x="6881275" y="3486625"/>
            <a:ext cx="1549500" cy="7872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is </a:t>
            </a:r>
            <a:r>
              <a:rPr b="1" i="0" lang="en" sz="1400" u="none" cap="none" strike="noStrike">
                <a:solidFill>
                  <a:schemeClr val="dk1"/>
                </a:solidFill>
                <a:latin typeface="Poppins"/>
                <a:ea typeface="Poppins"/>
                <a:cs typeface="Poppins"/>
                <a:sym typeface="Poppins"/>
              </a:rPr>
              <a:t>a gas giant </a:t>
            </a:r>
            <a:r>
              <a:rPr b="0" i="0" lang="en" sz="1400" u="none" cap="none" strike="noStrike">
                <a:solidFill>
                  <a:schemeClr val="dk1"/>
                </a:solidFill>
                <a:latin typeface="Poppins"/>
                <a:ea typeface="Poppins"/>
                <a:cs typeface="Poppins"/>
                <a:sym typeface="Poppins"/>
              </a:rPr>
              <a:t>and has several rings</a:t>
            </a:r>
            <a:endParaRPr b="0" i="0" sz="1400" u="none" cap="none" strike="noStrike">
              <a:solidFill>
                <a:schemeClr val="dk1"/>
              </a:solidFill>
              <a:latin typeface="Poppins"/>
              <a:ea typeface="Poppins"/>
              <a:cs typeface="Poppins"/>
              <a:sym typeface="Poppins"/>
            </a:endParaRPr>
          </a:p>
        </p:txBody>
      </p:sp>
      <p:sp>
        <p:nvSpPr>
          <p:cNvPr id="2488" name="Google Shape;2488;g2975d56d0dc_2_599"/>
          <p:cNvSpPr txBox="1"/>
          <p:nvPr/>
        </p:nvSpPr>
        <p:spPr>
          <a:xfrm>
            <a:off x="720000" y="3058864"/>
            <a:ext cx="1542300" cy="504000"/>
          </a:xfrm>
          <a:prstGeom prst="rect">
            <a:avLst/>
          </a:prstGeom>
          <a:noFill/>
          <a:ln>
            <a:noFill/>
          </a:ln>
        </p:spPr>
        <p:txBody>
          <a:bodyPr anchorCtr="0" anchor="ctr" bIns="91425" lIns="91425" spcFirstLastPara="1" rIns="91425" wrap="square" tIns="91425">
            <a:noAutofit/>
          </a:bodyPr>
          <a:lstStyle/>
          <a:p>
            <a:pPr indent="0" lvl="0" marL="0" marR="0" rtl="0" algn="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India</a:t>
            </a:r>
            <a:endParaRPr b="1" i="0" sz="2000" u="none" cap="none" strike="noStrike">
              <a:solidFill>
                <a:schemeClr val="dk1"/>
              </a:solidFill>
              <a:latin typeface="IBM Plex Mono"/>
              <a:ea typeface="IBM Plex Mono"/>
              <a:cs typeface="IBM Plex Mono"/>
              <a:sym typeface="IBM Plex Mono"/>
            </a:endParaRPr>
          </a:p>
        </p:txBody>
      </p:sp>
      <p:sp>
        <p:nvSpPr>
          <p:cNvPr id="2489" name="Google Shape;2489;g2975d56d0dc_2_599"/>
          <p:cNvSpPr txBox="1"/>
          <p:nvPr/>
        </p:nvSpPr>
        <p:spPr>
          <a:xfrm>
            <a:off x="720000" y="1860472"/>
            <a:ext cx="1542300" cy="787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Despite being red, Mars is </a:t>
            </a:r>
            <a:r>
              <a:rPr b="1" i="0" lang="en" sz="1400" u="none" cap="none" strike="noStrike">
                <a:solidFill>
                  <a:schemeClr val="dk1"/>
                </a:solidFill>
                <a:latin typeface="Poppins"/>
                <a:ea typeface="Poppins"/>
                <a:cs typeface="Poppins"/>
                <a:sym typeface="Poppins"/>
              </a:rPr>
              <a:t>very cold</a:t>
            </a:r>
            <a:endParaRPr b="1" i="0" sz="1400" u="none" cap="none" strike="noStrike">
              <a:solidFill>
                <a:schemeClr val="dk1"/>
              </a:solidFill>
              <a:latin typeface="Poppins"/>
              <a:ea typeface="Poppins"/>
              <a:cs typeface="Poppins"/>
              <a:sym typeface="Poppins"/>
            </a:endParaRPr>
          </a:p>
        </p:txBody>
      </p:sp>
      <p:cxnSp>
        <p:nvCxnSpPr>
          <p:cNvPr id="2490" name="Google Shape;2490;g2975d56d0dc_2_599"/>
          <p:cNvCxnSpPr/>
          <p:nvPr/>
        </p:nvCxnSpPr>
        <p:spPr>
          <a:xfrm>
            <a:off x="2262300" y="1684700"/>
            <a:ext cx="852900" cy="563100"/>
          </a:xfrm>
          <a:prstGeom prst="bentConnector3">
            <a:avLst>
              <a:gd fmla="val 50000" name="adj1"/>
            </a:avLst>
          </a:prstGeom>
          <a:noFill/>
          <a:ln cap="flat" cmpd="sng" w="9525">
            <a:solidFill>
              <a:schemeClr val="lt2"/>
            </a:solidFill>
            <a:prstDash val="solid"/>
            <a:round/>
            <a:headEnd len="sm" w="sm" type="none"/>
            <a:tailEnd len="med" w="med" type="oval"/>
          </a:ln>
        </p:spPr>
      </p:cxnSp>
      <p:cxnSp>
        <p:nvCxnSpPr>
          <p:cNvPr id="2491" name="Google Shape;2491;g2975d56d0dc_2_599"/>
          <p:cNvCxnSpPr>
            <a:stCxn id="2488" idx="3"/>
          </p:cNvCxnSpPr>
          <p:nvPr/>
        </p:nvCxnSpPr>
        <p:spPr>
          <a:xfrm flipH="1" rot="10800000">
            <a:off x="2262300" y="2817064"/>
            <a:ext cx="3161700" cy="493800"/>
          </a:xfrm>
          <a:prstGeom prst="bentConnector3">
            <a:avLst>
              <a:gd fmla="val 50000" name="adj1"/>
            </a:avLst>
          </a:prstGeom>
          <a:noFill/>
          <a:ln cap="flat" cmpd="sng" w="9525">
            <a:solidFill>
              <a:schemeClr val="lt2"/>
            </a:solidFill>
            <a:prstDash val="solid"/>
            <a:round/>
            <a:headEnd len="sm" w="sm" type="none"/>
            <a:tailEnd len="med" w="med" type="oval"/>
          </a:ln>
        </p:spPr>
      </p:cxnSp>
      <p:cxnSp>
        <p:nvCxnSpPr>
          <p:cNvPr id="2492" name="Google Shape;2492;g2975d56d0dc_2_599"/>
          <p:cNvCxnSpPr>
            <a:stCxn id="2485" idx="1"/>
          </p:cNvCxnSpPr>
          <p:nvPr/>
        </p:nvCxnSpPr>
        <p:spPr>
          <a:xfrm flipH="1">
            <a:off x="5216875" y="1684675"/>
            <a:ext cx="1664400" cy="387000"/>
          </a:xfrm>
          <a:prstGeom prst="bentConnector3">
            <a:avLst>
              <a:gd fmla="val 50000" name="adj1"/>
            </a:avLst>
          </a:prstGeom>
          <a:noFill/>
          <a:ln cap="flat" cmpd="sng" w="9525">
            <a:solidFill>
              <a:schemeClr val="lt2"/>
            </a:solidFill>
            <a:prstDash val="solid"/>
            <a:round/>
            <a:headEnd len="sm" w="sm" type="none"/>
            <a:tailEnd len="med" w="med" type="oval"/>
          </a:ln>
        </p:spPr>
      </p:cxnSp>
      <p:cxnSp>
        <p:nvCxnSpPr>
          <p:cNvPr id="2493" name="Google Shape;2493;g2975d56d0dc_2_599"/>
          <p:cNvCxnSpPr>
            <a:stCxn id="2483" idx="1"/>
          </p:cNvCxnSpPr>
          <p:nvPr/>
        </p:nvCxnSpPr>
        <p:spPr>
          <a:xfrm rot="10800000">
            <a:off x="5890075" y="2568652"/>
            <a:ext cx="991200" cy="742200"/>
          </a:xfrm>
          <a:prstGeom prst="bentConnector3">
            <a:avLst>
              <a:gd fmla="val 50000" name="adj1"/>
            </a:avLst>
          </a:prstGeom>
          <a:noFill/>
          <a:ln cap="flat" cmpd="sng" w="9525">
            <a:solidFill>
              <a:schemeClr val="lt2"/>
            </a:solidFill>
            <a:prstDash val="solid"/>
            <a:round/>
            <a:headEnd len="sm" w="sm" type="none"/>
            <a:tailEnd len="med" w="med" type="oval"/>
          </a:ln>
        </p:spPr>
      </p:cxn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7" name="Shape 2497"/>
        <p:cNvGrpSpPr/>
        <p:nvPr/>
      </p:nvGrpSpPr>
      <p:grpSpPr>
        <a:xfrm>
          <a:off x="0" y="0"/>
          <a:ext cx="0" cy="0"/>
          <a:chOff x="0" y="0"/>
          <a:chExt cx="0" cy="0"/>
        </a:xfrm>
      </p:grpSpPr>
      <p:grpSp>
        <p:nvGrpSpPr>
          <p:cNvPr id="2498" name="Google Shape;2498;g2975d56d0dc_2_667"/>
          <p:cNvGrpSpPr/>
          <p:nvPr/>
        </p:nvGrpSpPr>
        <p:grpSpPr>
          <a:xfrm>
            <a:off x="3812690" y="1075164"/>
            <a:ext cx="4003052" cy="2972459"/>
            <a:chOff x="5138725" y="1338401"/>
            <a:chExt cx="3552900" cy="2638199"/>
          </a:xfrm>
        </p:grpSpPr>
        <p:sp>
          <p:nvSpPr>
            <p:cNvPr id="2499" name="Google Shape;2499;g2975d56d0dc_2_667"/>
            <p:cNvSpPr/>
            <p:nvPr/>
          </p:nvSpPr>
          <p:spPr>
            <a:xfrm>
              <a:off x="5138725" y="1338401"/>
              <a:ext cx="3552900" cy="22863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g2975d56d0dc_2_667"/>
            <p:cNvSpPr/>
            <p:nvPr/>
          </p:nvSpPr>
          <p:spPr>
            <a:xfrm>
              <a:off x="6522475" y="3624700"/>
              <a:ext cx="785400" cy="2484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g2975d56d0dc_2_667"/>
            <p:cNvSpPr/>
            <p:nvPr/>
          </p:nvSpPr>
          <p:spPr>
            <a:xfrm>
              <a:off x="5884975" y="3873100"/>
              <a:ext cx="2060400" cy="1035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02" name="Google Shape;2502;g2975d56d0dc_2_667"/>
          <p:cNvSpPr txBox="1"/>
          <p:nvPr>
            <p:ph type="title"/>
          </p:nvPr>
        </p:nvSpPr>
        <p:spPr>
          <a:xfrm>
            <a:off x="720000" y="1565925"/>
            <a:ext cx="2799000" cy="760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Mockups</a:t>
            </a:r>
            <a:endParaRPr/>
          </a:p>
        </p:txBody>
      </p:sp>
      <p:sp>
        <p:nvSpPr>
          <p:cNvPr id="2503" name="Google Shape;2503;g2975d56d0dc_2_667"/>
          <p:cNvSpPr txBox="1"/>
          <p:nvPr>
            <p:ph idx="1" type="subTitle"/>
          </p:nvPr>
        </p:nvSpPr>
        <p:spPr>
          <a:xfrm>
            <a:off x="720000" y="2326750"/>
            <a:ext cx="2799000" cy="1125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rPr lang="en"/>
              <a:t>You can replace the images on the screen with your own work. Just right-click on them and select “Replace image”</a:t>
            </a:r>
            <a:endParaRPr/>
          </a:p>
        </p:txBody>
      </p:sp>
      <p:pic>
        <p:nvPicPr>
          <p:cNvPr id="2504" name="Google Shape;2504;g2975d56d0dc_2_667"/>
          <p:cNvPicPr preferRelativeResize="0"/>
          <p:nvPr/>
        </p:nvPicPr>
        <p:blipFill rotWithShape="1">
          <a:blip r:embed="rId3">
            <a:alphaModFix/>
          </a:blip>
          <a:srcRect b="0" l="3891" r="3882" t="0"/>
          <a:stretch/>
        </p:blipFill>
        <p:spPr>
          <a:xfrm>
            <a:off x="3983789" y="1246750"/>
            <a:ext cx="3660749" cy="2232795"/>
          </a:xfrm>
          <a:prstGeom prst="rect">
            <a:avLst/>
          </a:prstGeom>
          <a:noFill/>
          <a:ln>
            <a:noFill/>
          </a:ln>
        </p:spPr>
      </p:pic>
      <p:grpSp>
        <p:nvGrpSpPr>
          <p:cNvPr id="2505" name="Google Shape;2505;g2975d56d0dc_2_667"/>
          <p:cNvGrpSpPr/>
          <p:nvPr/>
        </p:nvGrpSpPr>
        <p:grpSpPr>
          <a:xfrm>
            <a:off x="7468200" y="1759222"/>
            <a:ext cx="1175700" cy="2288400"/>
            <a:chOff x="4414000" y="2320175"/>
            <a:chExt cx="1175700" cy="2288400"/>
          </a:xfrm>
        </p:grpSpPr>
        <p:sp>
          <p:nvSpPr>
            <p:cNvPr id="2506" name="Google Shape;2506;g2975d56d0dc_2_667"/>
            <p:cNvSpPr/>
            <p:nvPr/>
          </p:nvSpPr>
          <p:spPr>
            <a:xfrm>
              <a:off x="4414000" y="2320175"/>
              <a:ext cx="1175700" cy="22884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g2975d56d0dc_2_667"/>
            <p:cNvSpPr/>
            <p:nvPr/>
          </p:nvSpPr>
          <p:spPr>
            <a:xfrm>
              <a:off x="4869550" y="4432225"/>
              <a:ext cx="264600" cy="1038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2508" name="Google Shape;2508;g2975d56d0dc_2_667"/>
          <p:cNvPicPr preferRelativeResize="0"/>
          <p:nvPr/>
        </p:nvPicPr>
        <p:blipFill rotWithShape="1">
          <a:blip r:embed="rId4">
            <a:alphaModFix/>
          </a:blip>
          <a:srcRect b="0" l="9415" r="9414" t="0"/>
          <a:stretch/>
        </p:blipFill>
        <p:spPr>
          <a:xfrm>
            <a:off x="7551901" y="1818834"/>
            <a:ext cx="1008298" cy="1981724"/>
          </a:xfrm>
          <a:prstGeom prst="rect">
            <a:avLst/>
          </a:prstGeom>
          <a:noFill/>
          <a:ln>
            <a:noFill/>
          </a:ln>
        </p:spPr>
      </p:pic>
      <p:grpSp>
        <p:nvGrpSpPr>
          <p:cNvPr id="2509" name="Google Shape;2509;g2975d56d0dc_2_667"/>
          <p:cNvGrpSpPr/>
          <p:nvPr/>
        </p:nvGrpSpPr>
        <p:grpSpPr>
          <a:xfrm>
            <a:off x="2734950" y="3980917"/>
            <a:ext cx="6577300" cy="134070"/>
            <a:chOff x="2734950" y="3980917"/>
            <a:chExt cx="6577300" cy="134070"/>
          </a:xfrm>
        </p:grpSpPr>
        <p:sp>
          <p:nvSpPr>
            <p:cNvPr id="2510" name="Google Shape;2510;g2975d56d0dc_2_667"/>
            <p:cNvSpPr/>
            <p:nvPr/>
          </p:nvSpPr>
          <p:spPr>
            <a:xfrm rot="10800000">
              <a:off x="2734950" y="3980917"/>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511" name="Google Shape;2511;g2975d56d0dc_2_667"/>
            <p:cNvCxnSpPr/>
            <p:nvPr/>
          </p:nvCxnSpPr>
          <p:spPr>
            <a:xfrm rot="10800000">
              <a:off x="2831050" y="4047947"/>
              <a:ext cx="6481200" cy="0"/>
            </a:xfrm>
            <a:prstGeom prst="straightConnector1">
              <a:avLst/>
            </a:prstGeom>
            <a:noFill/>
            <a:ln cap="flat" cmpd="sng" w="9525">
              <a:solidFill>
                <a:schemeClr val="dk2"/>
              </a:solidFill>
              <a:prstDash val="solid"/>
              <a:round/>
              <a:headEnd len="sm" w="sm" type="none"/>
              <a:tailEnd len="sm" w="sm" type="none"/>
            </a:ln>
          </p:spPr>
        </p:cxnSp>
        <p:sp>
          <p:nvSpPr>
            <p:cNvPr id="2512" name="Google Shape;2512;g2975d56d0dc_2_667"/>
            <p:cNvSpPr/>
            <p:nvPr/>
          </p:nvSpPr>
          <p:spPr>
            <a:xfrm rot="10800000">
              <a:off x="2765063" y="4011000"/>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6" name="Shape 2516"/>
        <p:cNvGrpSpPr/>
        <p:nvPr/>
      </p:nvGrpSpPr>
      <p:grpSpPr>
        <a:xfrm>
          <a:off x="0" y="0"/>
          <a:ext cx="0" cy="0"/>
          <a:chOff x="0" y="0"/>
          <a:chExt cx="0" cy="0"/>
        </a:xfrm>
      </p:grpSpPr>
      <p:sp>
        <p:nvSpPr>
          <p:cNvPr id="2517" name="Google Shape;2517;g2975d56d0dc_2_685"/>
          <p:cNvSpPr txBox="1"/>
          <p:nvPr>
            <p:ph type="title"/>
          </p:nvPr>
        </p:nvSpPr>
        <p:spPr>
          <a:xfrm>
            <a:off x="1157288" y="685275"/>
            <a:ext cx="4448100" cy="1058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Thanks!</a:t>
            </a:r>
            <a:endParaRPr/>
          </a:p>
        </p:txBody>
      </p:sp>
      <p:sp>
        <p:nvSpPr>
          <p:cNvPr id="2518" name="Google Shape;2518;g2975d56d0dc_2_685"/>
          <p:cNvSpPr txBox="1"/>
          <p:nvPr>
            <p:ph idx="1" type="subTitle"/>
          </p:nvPr>
        </p:nvSpPr>
        <p:spPr>
          <a:xfrm>
            <a:off x="1157250" y="2203275"/>
            <a:ext cx="4448100" cy="1007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SzPts val="1400"/>
              <a:buNone/>
            </a:pPr>
            <a:r>
              <a:rPr lang="en"/>
              <a:t>youremail@freepik.com</a:t>
            </a:r>
            <a:endParaRPr/>
          </a:p>
          <a:p>
            <a:pPr indent="0" lvl="0" marL="0" rtl="0" algn="l">
              <a:lnSpc>
                <a:spcPct val="115000"/>
              </a:lnSpc>
              <a:spcBef>
                <a:spcPts val="0"/>
              </a:spcBef>
              <a:spcAft>
                <a:spcPts val="0"/>
              </a:spcAft>
              <a:buSzPts val="1400"/>
              <a:buNone/>
            </a:pPr>
            <a:r>
              <a:rPr lang="en"/>
              <a:t>+34 654 321 432</a:t>
            </a:r>
            <a:endParaRPr/>
          </a:p>
          <a:p>
            <a:pPr indent="0" lvl="0" marL="0" rtl="0" algn="l">
              <a:lnSpc>
                <a:spcPct val="115000"/>
              </a:lnSpc>
              <a:spcBef>
                <a:spcPts val="0"/>
              </a:spcBef>
              <a:spcAft>
                <a:spcPts val="0"/>
              </a:spcAft>
              <a:buSzPts val="1400"/>
              <a:buNone/>
            </a:pPr>
            <a:r>
              <a:rPr lang="en"/>
              <a:t>yourwebsite.com</a:t>
            </a:r>
            <a:endParaRPr/>
          </a:p>
        </p:txBody>
      </p:sp>
      <p:sp>
        <p:nvSpPr>
          <p:cNvPr id="2519" name="Google Shape;2519;g2975d56d0dc_2_685"/>
          <p:cNvSpPr txBox="1"/>
          <p:nvPr>
            <p:ph idx="2" type="subTitle"/>
          </p:nvPr>
        </p:nvSpPr>
        <p:spPr>
          <a:xfrm>
            <a:off x="1157250" y="1800075"/>
            <a:ext cx="4448100" cy="385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2500"/>
              <a:buNone/>
            </a:pPr>
            <a:r>
              <a:rPr lang="en"/>
              <a:t>Do you have any questions?</a:t>
            </a:r>
            <a:endParaRPr/>
          </a:p>
        </p:txBody>
      </p:sp>
      <p:sp>
        <p:nvSpPr>
          <p:cNvPr id="2520" name="Google Shape;2520;g2975d56d0dc_2_685"/>
          <p:cNvSpPr txBox="1"/>
          <p:nvPr/>
        </p:nvSpPr>
        <p:spPr>
          <a:xfrm>
            <a:off x="1157300" y="4197825"/>
            <a:ext cx="4151700" cy="260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200"/>
              <a:buFont typeface="Arial"/>
              <a:buNone/>
            </a:pPr>
            <a:r>
              <a:rPr b="0" i="0" lang="en" sz="1200" u="none" cap="none" strike="noStrike">
                <a:solidFill>
                  <a:schemeClr val="dk1"/>
                </a:solidFill>
                <a:latin typeface="Poppins"/>
                <a:ea typeface="Poppins"/>
                <a:cs typeface="Poppins"/>
                <a:sym typeface="Poppins"/>
              </a:rPr>
              <a:t>Please keep this slide for attribution</a:t>
            </a:r>
            <a:endParaRPr b="0" i="0" sz="1200" u="none" cap="none" strike="noStrike">
              <a:solidFill>
                <a:schemeClr val="dk1"/>
              </a:solidFill>
              <a:latin typeface="Poppins"/>
              <a:ea typeface="Poppins"/>
              <a:cs typeface="Poppins"/>
              <a:sym typeface="Poppins"/>
            </a:endParaRPr>
          </a:p>
        </p:txBody>
      </p:sp>
      <p:grpSp>
        <p:nvGrpSpPr>
          <p:cNvPr id="2521" name="Google Shape;2521;g2975d56d0dc_2_685"/>
          <p:cNvGrpSpPr/>
          <p:nvPr/>
        </p:nvGrpSpPr>
        <p:grpSpPr>
          <a:xfrm>
            <a:off x="5361478" y="2513937"/>
            <a:ext cx="597900" cy="385800"/>
            <a:chOff x="2289878" y="3082512"/>
            <a:chExt cx="597900" cy="385800"/>
          </a:xfrm>
        </p:grpSpPr>
        <p:sp>
          <p:nvSpPr>
            <p:cNvPr id="2522" name="Google Shape;2522;g2975d56d0dc_2_685"/>
            <p:cNvSpPr/>
            <p:nvPr/>
          </p:nvSpPr>
          <p:spPr>
            <a:xfrm>
              <a:off x="2447030" y="3130409"/>
              <a:ext cx="282876" cy="28321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g2975d56d0dc_2_685"/>
            <p:cNvSpPr/>
            <p:nvPr/>
          </p:nvSpPr>
          <p:spPr>
            <a:xfrm>
              <a:off x="2289878"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4" name="Google Shape;2524;g2975d56d0dc_2_685"/>
          <p:cNvGrpSpPr/>
          <p:nvPr/>
        </p:nvGrpSpPr>
        <p:grpSpPr>
          <a:xfrm>
            <a:off x="4573177" y="2513937"/>
            <a:ext cx="597900" cy="385800"/>
            <a:chOff x="1501577" y="3082512"/>
            <a:chExt cx="597900" cy="385800"/>
          </a:xfrm>
        </p:grpSpPr>
        <p:grpSp>
          <p:nvGrpSpPr>
            <p:cNvPr id="2525" name="Google Shape;2525;g2975d56d0dc_2_685"/>
            <p:cNvGrpSpPr/>
            <p:nvPr/>
          </p:nvGrpSpPr>
          <p:grpSpPr>
            <a:xfrm>
              <a:off x="1659114" y="3130469"/>
              <a:ext cx="283212" cy="282899"/>
              <a:chOff x="3303268" y="3817349"/>
              <a:chExt cx="346056" cy="345674"/>
            </a:xfrm>
          </p:grpSpPr>
          <p:sp>
            <p:nvSpPr>
              <p:cNvPr id="2526" name="Google Shape;2526;g2975d56d0dc_2_68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g2975d56d0dc_2_68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g2975d56d0dc_2_68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g2975d56d0dc_2_68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30" name="Google Shape;2530;g2975d56d0dc_2_685"/>
            <p:cNvSpPr/>
            <p:nvPr/>
          </p:nvSpPr>
          <p:spPr>
            <a:xfrm>
              <a:off x="1501577"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1" name="Google Shape;2531;g2975d56d0dc_2_685"/>
          <p:cNvGrpSpPr/>
          <p:nvPr/>
        </p:nvGrpSpPr>
        <p:grpSpPr>
          <a:xfrm>
            <a:off x="3784875" y="2513937"/>
            <a:ext cx="597900" cy="385800"/>
            <a:chOff x="713275" y="3082512"/>
            <a:chExt cx="597900" cy="385800"/>
          </a:xfrm>
        </p:grpSpPr>
        <p:grpSp>
          <p:nvGrpSpPr>
            <p:cNvPr id="2532" name="Google Shape;2532;g2975d56d0dc_2_685"/>
            <p:cNvGrpSpPr/>
            <p:nvPr/>
          </p:nvGrpSpPr>
          <p:grpSpPr>
            <a:xfrm>
              <a:off x="870716" y="3133963"/>
              <a:ext cx="283558" cy="283245"/>
              <a:chOff x="3752358" y="3817349"/>
              <a:chExt cx="346056" cy="345674"/>
            </a:xfrm>
          </p:grpSpPr>
          <p:sp>
            <p:nvSpPr>
              <p:cNvPr id="2533" name="Google Shape;2533;g2975d56d0dc_2_68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g2975d56d0dc_2_68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g2975d56d0dc_2_68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g2975d56d0dc_2_68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37" name="Google Shape;2537;g2975d56d0dc_2_685"/>
            <p:cNvSpPr/>
            <p:nvPr/>
          </p:nvSpPr>
          <p:spPr>
            <a:xfrm>
              <a:off x="713275"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8" name="Google Shape;2538;g2975d56d0dc_2_685"/>
          <p:cNvGrpSpPr/>
          <p:nvPr/>
        </p:nvGrpSpPr>
        <p:grpSpPr>
          <a:xfrm flipH="1" rot="10800000">
            <a:off x="6773992" y="-1205455"/>
            <a:ext cx="4151820" cy="5527899"/>
            <a:chOff x="6309526" y="836950"/>
            <a:chExt cx="3920510" cy="5219924"/>
          </a:xfrm>
        </p:grpSpPr>
        <p:pic>
          <p:nvPicPr>
            <p:cNvPr id="2539" name="Google Shape;2539;g2975d56d0dc_2_685"/>
            <p:cNvPicPr preferRelativeResize="0"/>
            <p:nvPr/>
          </p:nvPicPr>
          <p:blipFill rotWithShape="1">
            <a:blip r:embed="rId3">
              <a:alphaModFix/>
            </a:blip>
            <a:srcRect b="26177" l="16960" r="7121" t="24718"/>
            <a:stretch/>
          </p:blipFill>
          <p:spPr>
            <a:xfrm>
              <a:off x="6309535" y="3064650"/>
              <a:ext cx="3920501" cy="2992224"/>
            </a:xfrm>
            <a:prstGeom prst="rect">
              <a:avLst/>
            </a:prstGeom>
            <a:noFill/>
            <a:ln>
              <a:noFill/>
            </a:ln>
          </p:spPr>
        </p:pic>
        <p:sp>
          <p:nvSpPr>
            <p:cNvPr id="2540" name="Google Shape;2540;g2975d56d0dc_2_685"/>
            <p:cNvSpPr/>
            <p:nvPr/>
          </p:nvSpPr>
          <p:spPr>
            <a:xfrm rot="10800000">
              <a:off x="7535449" y="294113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g2975d56d0dc_2_685"/>
            <p:cNvSpPr/>
            <p:nvPr/>
          </p:nvSpPr>
          <p:spPr>
            <a:xfrm rot="10800000">
              <a:off x="7694795" y="2941747"/>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g2975d56d0dc_2_685"/>
            <p:cNvSpPr/>
            <p:nvPr/>
          </p:nvSpPr>
          <p:spPr>
            <a:xfrm>
              <a:off x="6309526" y="8369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43" name="Google Shape;2543;g2975d56d0dc_2_685"/>
            <p:cNvGrpSpPr/>
            <p:nvPr/>
          </p:nvGrpSpPr>
          <p:grpSpPr>
            <a:xfrm>
              <a:off x="7280400" y="3719575"/>
              <a:ext cx="582050" cy="582425"/>
              <a:chOff x="959750" y="3039275"/>
              <a:chExt cx="582050" cy="582425"/>
            </a:xfrm>
          </p:grpSpPr>
          <p:sp>
            <p:nvSpPr>
              <p:cNvPr id="2544" name="Google Shape;2544;g2975d56d0dc_2_685"/>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g2975d56d0dc_2_685"/>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g2975d56d0dc_2_685"/>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g2975d56d0dc_2_685"/>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g2975d56d0dc_2_685"/>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g2975d56d0dc_2_685"/>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g2975d56d0dc_2_685"/>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1" name="Google Shape;2551;g2975d56d0dc_2_685"/>
            <p:cNvGrpSpPr/>
            <p:nvPr/>
          </p:nvGrpSpPr>
          <p:grpSpPr>
            <a:xfrm>
              <a:off x="7728436" y="3524084"/>
              <a:ext cx="134004" cy="134004"/>
              <a:chOff x="8356813" y="1074288"/>
              <a:chExt cx="351900" cy="351900"/>
            </a:xfrm>
          </p:grpSpPr>
          <p:sp>
            <p:nvSpPr>
              <p:cNvPr id="2552" name="Google Shape;2552;g2975d56d0dc_2_68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g2975d56d0dc_2_685"/>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4" name="Google Shape;2554;g2975d56d0dc_2_685"/>
            <p:cNvGrpSpPr/>
            <p:nvPr/>
          </p:nvGrpSpPr>
          <p:grpSpPr>
            <a:xfrm>
              <a:off x="7344361" y="3150259"/>
              <a:ext cx="134004" cy="134004"/>
              <a:chOff x="8356813" y="1074288"/>
              <a:chExt cx="351900" cy="351900"/>
            </a:xfrm>
          </p:grpSpPr>
          <p:sp>
            <p:nvSpPr>
              <p:cNvPr id="2555" name="Google Shape;2555;g2975d56d0dc_2_68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g2975d56d0dc_2_685"/>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7" name="Google Shape;2557;g2975d56d0dc_2_685"/>
            <p:cNvGrpSpPr/>
            <p:nvPr/>
          </p:nvGrpSpPr>
          <p:grpSpPr>
            <a:xfrm>
              <a:off x="8337811" y="2464059"/>
              <a:ext cx="134004" cy="134004"/>
              <a:chOff x="8356813" y="1074288"/>
              <a:chExt cx="351900" cy="351900"/>
            </a:xfrm>
          </p:grpSpPr>
          <p:sp>
            <p:nvSpPr>
              <p:cNvPr id="2558" name="Google Shape;2558;g2975d56d0dc_2_685"/>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g2975d56d0dc_2_685"/>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60" name="Google Shape;2560;g2975d56d0dc_2_685"/>
            <p:cNvSpPr/>
            <p:nvPr/>
          </p:nvSpPr>
          <p:spPr>
            <a:xfrm>
              <a:off x="8430775" y="2842975"/>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61" name="Google Shape;2561;g2975d56d0dc_2_685"/>
            <p:cNvGrpSpPr/>
            <p:nvPr/>
          </p:nvGrpSpPr>
          <p:grpSpPr>
            <a:xfrm>
              <a:off x="8337812" y="3492483"/>
              <a:ext cx="699928" cy="1651024"/>
              <a:chOff x="8337812" y="3492483"/>
              <a:chExt cx="699928" cy="1651024"/>
            </a:xfrm>
          </p:grpSpPr>
          <p:sp>
            <p:nvSpPr>
              <p:cNvPr id="2562" name="Google Shape;2562;g2975d56d0dc_2_685"/>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g2975d56d0dc_2_685"/>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g2975d56d0dc_2_685"/>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5" name="Google Shape;2565;g2975d56d0dc_2_685"/>
            <p:cNvGrpSpPr/>
            <p:nvPr/>
          </p:nvGrpSpPr>
          <p:grpSpPr>
            <a:xfrm>
              <a:off x="7945225" y="4302000"/>
              <a:ext cx="904666" cy="726121"/>
              <a:chOff x="7945225" y="4302000"/>
              <a:chExt cx="904666" cy="726121"/>
            </a:xfrm>
          </p:grpSpPr>
          <p:sp>
            <p:nvSpPr>
              <p:cNvPr id="2566" name="Google Shape;2566;g2975d56d0dc_2_685"/>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g2975d56d0dc_2_685"/>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g2975d56d0dc_2_685"/>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69" name="Google Shape;2569;g2975d56d0dc_2_685"/>
            <p:cNvSpPr/>
            <p:nvPr/>
          </p:nvSpPr>
          <p:spPr>
            <a:xfrm rot="5400000">
              <a:off x="7687039" y="1023058"/>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0" name="Google Shape;2570;g2975d56d0dc_2_685"/>
          <p:cNvGrpSpPr/>
          <p:nvPr/>
        </p:nvGrpSpPr>
        <p:grpSpPr>
          <a:xfrm>
            <a:off x="1234025" y="3961251"/>
            <a:ext cx="4558967" cy="134100"/>
            <a:chOff x="796100" y="3019701"/>
            <a:chExt cx="4558967" cy="134100"/>
          </a:xfrm>
        </p:grpSpPr>
        <p:sp>
          <p:nvSpPr>
            <p:cNvPr id="2571" name="Google Shape;2571;g2975d56d0dc_2_685"/>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572" name="Google Shape;2572;g2975d56d0dc_2_685"/>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2573" name="Google Shape;2573;g2975d56d0dc_2_685"/>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7" name="Shape 2577"/>
        <p:cNvGrpSpPr/>
        <p:nvPr/>
      </p:nvGrpSpPr>
      <p:grpSpPr>
        <a:xfrm>
          <a:off x="0" y="0"/>
          <a:ext cx="0" cy="0"/>
          <a:chOff x="0" y="0"/>
          <a:chExt cx="0" cy="0"/>
        </a:xfrm>
      </p:grpSpPr>
      <p:grpSp>
        <p:nvGrpSpPr>
          <p:cNvPr id="2578" name="Google Shape;2578;g2975d56d0dc_2_745"/>
          <p:cNvGrpSpPr/>
          <p:nvPr/>
        </p:nvGrpSpPr>
        <p:grpSpPr>
          <a:xfrm>
            <a:off x="932842" y="1339588"/>
            <a:ext cx="449582" cy="398132"/>
            <a:chOff x="713167" y="740543"/>
            <a:chExt cx="476707" cy="422153"/>
          </a:xfrm>
        </p:grpSpPr>
        <p:sp>
          <p:nvSpPr>
            <p:cNvPr id="2579" name="Google Shape;2579;g2975d56d0dc_2_745"/>
            <p:cNvSpPr/>
            <p:nvPr/>
          </p:nvSpPr>
          <p:spPr>
            <a:xfrm>
              <a:off x="713167" y="740543"/>
              <a:ext cx="476707" cy="422153"/>
            </a:xfrm>
            <a:custGeom>
              <a:rect b="b" l="l" r="r" t="t"/>
              <a:pathLst>
                <a:path extrusionOk="0" h="11143" w="12583">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g2975d56d0dc_2_745"/>
            <p:cNvSpPr/>
            <p:nvPr/>
          </p:nvSpPr>
          <p:spPr>
            <a:xfrm>
              <a:off x="756621" y="834914"/>
              <a:ext cx="37468" cy="13676"/>
            </a:xfrm>
            <a:custGeom>
              <a:rect b="b" l="l" r="r" t="t"/>
              <a:pathLst>
                <a:path extrusionOk="0" h="361" w="989">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g2975d56d0dc_2_745"/>
            <p:cNvSpPr/>
            <p:nvPr/>
          </p:nvSpPr>
          <p:spPr>
            <a:xfrm>
              <a:off x="756583" y="869617"/>
              <a:ext cx="37506" cy="13714"/>
            </a:xfrm>
            <a:custGeom>
              <a:rect b="b" l="l" r="r" t="t"/>
              <a:pathLst>
                <a:path extrusionOk="0" h="362" w="99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g2975d56d0dc_2_745"/>
            <p:cNvSpPr/>
            <p:nvPr/>
          </p:nvSpPr>
          <p:spPr>
            <a:xfrm>
              <a:off x="756583" y="904395"/>
              <a:ext cx="37506" cy="13676"/>
            </a:xfrm>
            <a:custGeom>
              <a:rect b="b" l="l" r="r" t="t"/>
              <a:pathLst>
                <a:path extrusionOk="0" h="361" w="99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g2975d56d0dc_2_745"/>
            <p:cNvSpPr/>
            <p:nvPr/>
          </p:nvSpPr>
          <p:spPr>
            <a:xfrm>
              <a:off x="756621" y="939136"/>
              <a:ext cx="37468" cy="13676"/>
            </a:xfrm>
            <a:custGeom>
              <a:rect b="b" l="l" r="r" t="t"/>
              <a:pathLst>
                <a:path extrusionOk="0" h="361" w="989">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g2975d56d0dc_2_745"/>
            <p:cNvSpPr/>
            <p:nvPr/>
          </p:nvSpPr>
          <p:spPr>
            <a:xfrm>
              <a:off x="756583" y="975164"/>
              <a:ext cx="37506" cy="13676"/>
            </a:xfrm>
            <a:custGeom>
              <a:rect b="b" l="l" r="r" t="t"/>
              <a:pathLst>
                <a:path extrusionOk="0" h="361" w="99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g2975d56d0dc_2_745"/>
            <p:cNvSpPr/>
            <p:nvPr/>
          </p:nvSpPr>
          <p:spPr>
            <a:xfrm>
              <a:off x="756621" y="1009905"/>
              <a:ext cx="37468" cy="13676"/>
            </a:xfrm>
            <a:custGeom>
              <a:rect b="b" l="l" r="r" t="t"/>
              <a:pathLst>
                <a:path extrusionOk="0" h="361" w="989">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g2975d56d0dc_2_745"/>
            <p:cNvSpPr/>
            <p:nvPr/>
          </p:nvSpPr>
          <p:spPr>
            <a:xfrm>
              <a:off x="756583" y="1044645"/>
              <a:ext cx="37506" cy="13714"/>
            </a:xfrm>
            <a:custGeom>
              <a:rect b="b" l="l" r="r" t="t"/>
              <a:pathLst>
                <a:path extrusionOk="0" h="362" w="99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g2975d56d0dc_2_745"/>
            <p:cNvSpPr/>
            <p:nvPr/>
          </p:nvSpPr>
          <p:spPr>
            <a:xfrm>
              <a:off x="756621" y="1079424"/>
              <a:ext cx="37468" cy="13676"/>
            </a:xfrm>
            <a:custGeom>
              <a:rect b="b" l="l" r="r" t="t"/>
              <a:pathLst>
                <a:path extrusionOk="0" h="361" w="989">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g2975d56d0dc_2_745"/>
            <p:cNvSpPr/>
            <p:nvPr/>
          </p:nvSpPr>
          <p:spPr>
            <a:xfrm>
              <a:off x="756621" y="1114202"/>
              <a:ext cx="37468" cy="13639"/>
            </a:xfrm>
            <a:custGeom>
              <a:rect b="b" l="l" r="r" t="t"/>
              <a:pathLst>
                <a:path extrusionOk="0" h="360" w="989">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g2975d56d0dc_2_745"/>
            <p:cNvSpPr/>
            <p:nvPr/>
          </p:nvSpPr>
          <p:spPr>
            <a:xfrm>
              <a:off x="931309" y="834497"/>
              <a:ext cx="43681" cy="84029"/>
            </a:xfrm>
            <a:custGeom>
              <a:rect b="b" l="l" r="r" t="t"/>
              <a:pathLst>
                <a:path extrusionOk="0" h="2218" w="1153">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g2975d56d0dc_2_745"/>
            <p:cNvSpPr/>
            <p:nvPr/>
          </p:nvSpPr>
          <p:spPr>
            <a:xfrm>
              <a:off x="985598" y="837869"/>
              <a:ext cx="34097" cy="77248"/>
            </a:xfrm>
            <a:custGeom>
              <a:rect b="b" l="l" r="r" t="t"/>
              <a:pathLst>
                <a:path extrusionOk="0" h="2039" w="90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g2975d56d0dc_2_745"/>
            <p:cNvSpPr/>
            <p:nvPr/>
          </p:nvSpPr>
          <p:spPr>
            <a:xfrm>
              <a:off x="886605" y="837869"/>
              <a:ext cx="34021" cy="77248"/>
            </a:xfrm>
            <a:custGeom>
              <a:rect b="b" l="l" r="r" t="t"/>
              <a:pathLst>
                <a:path extrusionOk="0" h="2039" w="898">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g2975d56d0dc_2_745"/>
            <p:cNvSpPr/>
            <p:nvPr/>
          </p:nvSpPr>
          <p:spPr>
            <a:xfrm>
              <a:off x="886643" y="939136"/>
              <a:ext cx="173097" cy="13676"/>
            </a:xfrm>
            <a:custGeom>
              <a:rect b="b" l="l" r="r" t="t"/>
              <a:pathLst>
                <a:path extrusionOk="0" h="361" w="4569">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g2975d56d0dc_2_745"/>
            <p:cNvSpPr/>
            <p:nvPr/>
          </p:nvSpPr>
          <p:spPr>
            <a:xfrm>
              <a:off x="887135" y="975126"/>
              <a:ext cx="44629" cy="13714"/>
            </a:xfrm>
            <a:custGeom>
              <a:rect b="b" l="l" r="r" t="t"/>
              <a:pathLst>
                <a:path extrusionOk="0" h="362" w="1178">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g2975d56d0dc_2_745"/>
            <p:cNvSpPr/>
            <p:nvPr/>
          </p:nvSpPr>
          <p:spPr>
            <a:xfrm>
              <a:off x="954608" y="975164"/>
              <a:ext cx="44591" cy="13676"/>
            </a:xfrm>
            <a:custGeom>
              <a:rect b="b" l="l" r="r" t="t"/>
              <a:pathLst>
                <a:path extrusionOk="0" h="361" w="1177">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g2975d56d0dc_2_745"/>
            <p:cNvSpPr/>
            <p:nvPr/>
          </p:nvSpPr>
          <p:spPr>
            <a:xfrm>
              <a:off x="999199" y="1009943"/>
              <a:ext cx="44553" cy="13676"/>
            </a:xfrm>
            <a:custGeom>
              <a:rect b="b" l="l" r="r" t="t"/>
              <a:pathLst>
                <a:path extrusionOk="0" h="361" w="1176">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g2975d56d0dc_2_745"/>
            <p:cNvSpPr/>
            <p:nvPr/>
          </p:nvSpPr>
          <p:spPr>
            <a:xfrm>
              <a:off x="999199" y="1079424"/>
              <a:ext cx="44553" cy="13676"/>
            </a:xfrm>
            <a:custGeom>
              <a:rect b="b" l="l" r="r" t="t"/>
              <a:pathLst>
                <a:path extrusionOk="0" h="361" w="1176">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g2975d56d0dc_2_745"/>
            <p:cNvSpPr/>
            <p:nvPr/>
          </p:nvSpPr>
          <p:spPr>
            <a:xfrm>
              <a:off x="887741" y="1114202"/>
              <a:ext cx="95432" cy="13639"/>
            </a:xfrm>
            <a:custGeom>
              <a:rect b="b" l="l" r="r" t="t"/>
              <a:pathLst>
                <a:path extrusionOk="0" h="360" w="2519">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g2975d56d0dc_2_745"/>
            <p:cNvSpPr/>
            <p:nvPr/>
          </p:nvSpPr>
          <p:spPr>
            <a:xfrm>
              <a:off x="887741" y="1009943"/>
              <a:ext cx="95394" cy="13676"/>
            </a:xfrm>
            <a:custGeom>
              <a:rect b="b" l="l" r="r" t="t"/>
              <a:pathLst>
                <a:path extrusionOk="0" h="361" w="2518">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g2975d56d0dc_2_745"/>
            <p:cNvSpPr/>
            <p:nvPr/>
          </p:nvSpPr>
          <p:spPr>
            <a:xfrm>
              <a:off x="1059777" y="1009943"/>
              <a:ext cx="95432" cy="13676"/>
            </a:xfrm>
            <a:custGeom>
              <a:rect b="b" l="l" r="r" t="t"/>
              <a:pathLst>
                <a:path extrusionOk="0" h="361" w="2519">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g2975d56d0dc_2_745"/>
            <p:cNvSpPr/>
            <p:nvPr/>
          </p:nvSpPr>
          <p:spPr>
            <a:xfrm>
              <a:off x="886984" y="1044645"/>
              <a:ext cx="32695" cy="13714"/>
            </a:xfrm>
            <a:custGeom>
              <a:rect b="b" l="l" r="r" t="t"/>
              <a:pathLst>
                <a:path extrusionOk="0" h="362" w="863">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g2975d56d0dc_2_745"/>
            <p:cNvSpPr/>
            <p:nvPr/>
          </p:nvSpPr>
          <p:spPr>
            <a:xfrm>
              <a:off x="935325" y="1044645"/>
              <a:ext cx="161996" cy="13714"/>
            </a:xfrm>
            <a:custGeom>
              <a:rect b="b" l="l" r="r" t="t"/>
              <a:pathLst>
                <a:path extrusionOk="0" h="362" w="4276">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g2975d56d0dc_2_745"/>
            <p:cNvSpPr/>
            <p:nvPr/>
          </p:nvSpPr>
          <p:spPr>
            <a:xfrm>
              <a:off x="887741" y="1079424"/>
              <a:ext cx="95394" cy="13676"/>
            </a:xfrm>
            <a:custGeom>
              <a:rect b="b" l="l" r="r" t="t"/>
              <a:pathLst>
                <a:path extrusionOk="0" h="361" w="2518">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3" name="Google Shape;2603;g2975d56d0dc_2_745"/>
          <p:cNvGrpSpPr/>
          <p:nvPr/>
        </p:nvGrpSpPr>
        <p:grpSpPr>
          <a:xfrm>
            <a:off x="7067391" y="4158991"/>
            <a:ext cx="346539" cy="449439"/>
            <a:chOff x="7217832" y="3730048"/>
            <a:chExt cx="367447" cy="476555"/>
          </a:xfrm>
        </p:grpSpPr>
        <p:sp>
          <p:nvSpPr>
            <p:cNvPr id="2604" name="Google Shape;2604;g2975d56d0dc_2_745"/>
            <p:cNvSpPr/>
            <p:nvPr/>
          </p:nvSpPr>
          <p:spPr>
            <a:xfrm>
              <a:off x="7217832" y="3730048"/>
              <a:ext cx="367447" cy="476555"/>
            </a:xfrm>
            <a:custGeom>
              <a:rect b="b" l="l" r="r" t="t"/>
              <a:pathLst>
                <a:path extrusionOk="0" h="12579" w="9699">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g2975d56d0dc_2_745"/>
            <p:cNvSpPr/>
            <p:nvPr/>
          </p:nvSpPr>
          <p:spPr>
            <a:xfrm>
              <a:off x="7362136" y="4018315"/>
              <a:ext cx="66905" cy="63041"/>
            </a:xfrm>
            <a:custGeom>
              <a:rect b="b" l="l" r="r" t="t"/>
              <a:pathLst>
                <a:path extrusionOk="0" h="1664" w="1766">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g2975d56d0dc_2_745"/>
            <p:cNvSpPr/>
            <p:nvPr/>
          </p:nvSpPr>
          <p:spPr>
            <a:xfrm>
              <a:off x="7442452" y="4017292"/>
              <a:ext cx="32013" cy="63116"/>
            </a:xfrm>
            <a:custGeom>
              <a:rect b="b" l="l" r="r" t="t"/>
              <a:pathLst>
                <a:path extrusionOk="0" h="1666" w="845">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g2975d56d0dc_2_745"/>
            <p:cNvSpPr/>
            <p:nvPr/>
          </p:nvSpPr>
          <p:spPr>
            <a:xfrm>
              <a:off x="7251360" y="4018353"/>
              <a:ext cx="48417" cy="61828"/>
            </a:xfrm>
            <a:custGeom>
              <a:rect b="b" l="l" r="r" t="t"/>
              <a:pathLst>
                <a:path extrusionOk="0" h="1632" w="1278">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g2975d56d0dc_2_745"/>
            <p:cNvSpPr/>
            <p:nvPr/>
          </p:nvSpPr>
          <p:spPr>
            <a:xfrm>
              <a:off x="7313833" y="4018012"/>
              <a:ext cx="40575" cy="61904"/>
            </a:xfrm>
            <a:custGeom>
              <a:rect b="b" l="l" r="r" t="t"/>
              <a:pathLst>
                <a:path extrusionOk="0" h="1634" w="1071">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09" name="Google Shape;2609;g2975d56d0dc_2_745"/>
          <p:cNvSpPr/>
          <p:nvPr/>
        </p:nvSpPr>
        <p:spPr>
          <a:xfrm>
            <a:off x="7760889" y="4158832"/>
            <a:ext cx="448452" cy="449595"/>
          </a:xfrm>
          <a:custGeom>
            <a:rect b="b" l="l" r="r" t="t"/>
            <a:pathLst>
              <a:path extrusionOk="0" h="12584" w="12552">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10" name="Google Shape;2610;g2975d56d0dc_2_745"/>
          <p:cNvGrpSpPr/>
          <p:nvPr/>
        </p:nvGrpSpPr>
        <p:grpSpPr>
          <a:xfrm>
            <a:off x="6263017" y="4168745"/>
            <a:ext cx="449475" cy="429645"/>
            <a:chOff x="6364927" y="3740390"/>
            <a:chExt cx="476593" cy="455567"/>
          </a:xfrm>
        </p:grpSpPr>
        <p:sp>
          <p:nvSpPr>
            <p:cNvPr id="2611" name="Google Shape;2611;g2975d56d0dc_2_745"/>
            <p:cNvSpPr/>
            <p:nvPr/>
          </p:nvSpPr>
          <p:spPr>
            <a:xfrm>
              <a:off x="6465929" y="4095562"/>
              <a:ext cx="27201" cy="13676"/>
            </a:xfrm>
            <a:custGeom>
              <a:rect b="b" l="l" r="r" t="t"/>
              <a:pathLst>
                <a:path extrusionOk="0" h="361" w="718">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g2975d56d0dc_2_745"/>
            <p:cNvSpPr/>
            <p:nvPr/>
          </p:nvSpPr>
          <p:spPr>
            <a:xfrm>
              <a:off x="6713090" y="4148980"/>
              <a:ext cx="27239" cy="13676"/>
            </a:xfrm>
            <a:custGeom>
              <a:rect b="b" l="l" r="r" t="t"/>
              <a:pathLst>
                <a:path extrusionOk="0" h="361" w="719">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g2975d56d0dc_2_745"/>
            <p:cNvSpPr/>
            <p:nvPr/>
          </p:nvSpPr>
          <p:spPr>
            <a:xfrm>
              <a:off x="6364927" y="3740390"/>
              <a:ext cx="476593" cy="455567"/>
            </a:xfrm>
            <a:custGeom>
              <a:rect b="b" l="l" r="r" t="t"/>
              <a:pathLst>
                <a:path extrusionOk="0" h="12025" w="1258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g2975d56d0dc_2_745"/>
            <p:cNvSpPr/>
            <p:nvPr/>
          </p:nvSpPr>
          <p:spPr>
            <a:xfrm>
              <a:off x="6681646" y="3953456"/>
              <a:ext cx="18677" cy="18715"/>
            </a:xfrm>
            <a:custGeom>
              <a:rect b="b" l="l" r="r" t="t"/>
              <a:pathLst>
                <a:path extrusionOk="0" h="494" w="493">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g2975d56d0dc_2_745"/>
            <p:cNvSpPr/>
            <p:nvPr/>
          </p:nvSpPr>
          <p:spPr>
            <a:xfrm>
              <a:off x="6717334" y="3953456"/>
              <a:ext cx="18715" cy="18715"/>
            </a:xfrm>
            <a:custGeom>
              <a:rect b="b" l="l" r="r" t="t"/>
              <a:pathLst>
                <a:path extrusionOk="0" h="494" w="494">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g2975d56d0dc_2_745"/>
            <p:cNvSpPr/>
            <p:nvPr/>
          </p:nvSpPr>
          <p:spPr>
            <a:xfrm>
              <a:off x="6753059" y="3953456"/>
              <a:ext cx="18677" cy="18715"/>
            </a:xfrm>
            <a:custGeom>
              <a:rect b="b" l="l" r="r" t="t"/>
              <a:pathLst>
                <a:path extrusionOk="0" h="494" w="493">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7" name="Google Shape;2617;g2975d56d0dc_2_745"/>
          <p:cNvGrpSpPr/>
          <p:nvPr/>
        </p:nvGrpSpPr>
        <p:grpSpPr>
          <a:xfrm>
            <a:off x="5498302" y="4197007"/>
            <a:ext cx="449547" cy="373372"/>
            <a:chOff x="5554075" y="3770358"/>
            <a:chExt cx="476669" cy="395898"/>
          </a:xfrm>
        </p:grpSpPr>
        <p:sp>
          <p:nvSpPr>
            <p:cNvPr id="2618" name="Google Shape;2618;g2975d56d0dc_2_745"/>
            <p:cNvSpPr/>
            <p:nvPr/>
          </p:nvSpPr>
          <p:spPr>
            <a:xfrm>
              <a:off x="5554075" y="3770358"/>
              <a:ext cx="476669" cy="395898"/>
            </a:xfrm>
            <a:custGeom>
              <a:rect b="b" l="l" r="r" t="t"/>
              <a:pathLst>
                <a:path extrusionOk="0" h="10450" w="12582">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g2975d56d0dc_2_745"/>
            <p:cNvSpPr/>
            <p:nvPr/>
          </p:nvSpPr>
          <p:spPr>
            <a:xfrm>
              <a:off x="5674359" y="3901932"/>
              <a:ext cx="22466" cy="53153"/>
            </a:xfrm>
            <a:custGeom>
              <a:rect b="b" l="l" r="r" t="t"/>
              <a:pathLst>
                <a:path extrusionOk="0" h="1403" w="593">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g2975d56d0dc_2_745"/>
            <p:cNvSpPr/>
            <p:nvPr/>
          </p:nvSpPr>
          <p:spPr>
            <a:xfrm>
              <a:off x="5725315" y="3971413"/>
              <a:ext cx="22428" cy="53153"/>
            </a:xfrm>
            <a:custGeom>
              <a:rect b="b" l="l" r="r" t="t"/>
              <a:pathLst>
                <a:path extrusionOk="0" h="1403" w="592">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g2975d56d0dc_2_745"/>
            <p:cNvSpPr/>
            <p:nvPr/>
          </p:nvSpPr>
          <p:spPr>
            <a:xfrm>
              <a:off x="5809685" y="3971413"/>
              <a:ext cx="22466" cy="53153"/>
            </a:xfrm>
            <a:custGeom>
              <a:rect b="b" l="l" r="r" t="t"/>
              <a:pathLst>
                <a:path extrusionOk="0" h="1403" w="593">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g2975d56d0dc_2_745"/>
            <p:cNvSpPr/>
            <p:nvPr/>
          </p:nvSpPr>
          <p:spPr>
            <a:xfrm>
              <a:off x="5848176" y="3971413"/>
              <a:ext cx="22428" cy="53153"/>
            </a:xfrm>
            <a:custGeom>
              <a:rect b="b" l="l" r="r" t="t"/>
              <a:pathLst>
                <a:path extrusionOk="0" h="1403" w="592">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g2975d56d0dc_2_745"/>
            <p:cNvSpPr/>
            <p:nvPr/>
          </p:nvSpPr>
          <p:spPr>
            <a:xfrm>
              <a:off x="5760055" y="3901932"/>
              <a:ext cx="22466" cy="53153"/>
            </a:xfrm>
            <a:custGeom>
              <a:rect b="b" l="l" r="r" t="t"/>
              <a:pathLst>
                <a:path extrusionOk="0" h="1403" w="593">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g2975d56d0dc_2_745"/>
            <p:cNvSpPr/>
            <p:nvPr/>
          </p:nvSpPr>
          <p:spPr>
            <a:xfrm>
              <a:off x="5628557" y="3900796"/>
              <a:ext cx="37317" cy="55880"/>
            </a:xfrm>
            <a:custGeom>
              <a:rect b="b" l="l" r="r" t="t"/>
              <a:pathLst>
                <a:path extrusionOk="0" h="1475" w="985">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g2975d56d0dc_2_745"/>
            <p:cNvSpPr/>
            <p:nvPr/>
          </p:nvSpPr>
          <p:spPr>
            <a:xfrm>
              <a:off x="5628557" y="3970315"/>
              <a:ext cx="37317" cy="55880"/>
            </a:xfrm>
            <a:custGeom>
              <a:rect b="b" l="l" r="r" t="t"/>
              <a:pathLst>
                <a:path extrusionOk="0" h="1475" w="985">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g2975d56d0dc_2_745"/>
            <p:cNvSpPr/>
            <p:nvPr/>
          </p:nvSpPr>
          <p:spPr>
            <a:xfrm>
              <a:off x="5678186" y="3970315"/>
              <a:ext cx="37279" cy="55880"/>
            </a:xfrm>
            <a:custGeom>
              <a:rect b="b" l="l" r="r" t="t"/>
              <a:pathLst>
                <a:path extrusionOk="0" h="1475" w="984">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g2975d56d0dc_2_745"/>
            <p:cNvSpPr/>
            <p:nvPr/>
          </p:nvSpPr>
          <p:spPr>
            <a:xfrm>
              <a:off x="5761343" y="3970315"/>
              <a:ext cx="37279" cy="55880"/>
            </a:xfrm>
            <a:custGeom>
              <a:rect b="b" l="l" r="r" t="t"/>
              <a:pathLst>
                <a:path extrusionOk="0" h="1475" w="984">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g2975d56d0dc_2_745"/>
            <p:cNvSpPr/>
            <p:nvPr/>
          </p:nvSpPr>
          <p:spPr>
            <a:xfrm>
              <a:off x="5933834" y="3971413"/>
              <a:ext cx="22428" cy="53191"/>
            </a:xfrm>
            <a:custGeom>
              <a:rect b="b" l="l" r="r" t="t"/>
              <a:pathLst>
                <a:path extrusionOk="0" h="1404" w="592">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g2975d56d0dc_2_745"/>
            <p:cNvSpPr/>
            <p:nvPr/>
          </p:nvSpPr>
          <p:spPr>
            <a:xfrm>
              <a:off x="5887993" y="3970315"/>
              <a:ext cx="37241" cy="55880"/>
            </a:xfrm>
            <a:custGeom>
              <a:rect b="b" l="l" r="r" t="t"/>
              <a:pathLst>
                <a:path extrusionOk="0" h="1475" w="983">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g2975d56d0dc_2_745"/>
            <p:cNvSpPr/>
            <p:nvPr/>
          </p:nvSpPr>
          <p:spPr>
            <a:xfrm>
              <a:off x="5725315" y="3831125"/>
              <a:ext cx="22428" cy="53153"/>
            </a:xfrm>
            <a:custGeom>
              <a:rect b="b" l="l" r="r" t="t"/>
              <a:pathLst>
                <a:path extrusionOk="0" h="1403" w="592">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g2975d56d0dc_2_745"/>
            <p:cNvSpPr/>
            <p:nvPr/>
          </p:nvSpPr>
          <p:spPr>
            <a:xfrm>
              <a:off x="5809685" y="3831239"/>
              <a:ext cx="22428" cy="53115"/>
            </a:xfrm>
            <a:custGeom>
              <a:rect b="b" l="l" r="r" t="t"/>
              <a:pathLst>
                <a:path extrusionOk="0" h="1402" w="592">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g2975d56d0dc_2_745"/>
            <p:cNvSpPr/>
            <p:nvPr/>
          </p:nvSpPr>
          <p:spPr>
            <a:xfrm>
              <a:off x="5848176" y="3831239"/>
              <a:ext cx="22428" cy="53115"/>
            </a:xfrm>
            <a:custGeom>
              <a:rect b="b" l="l" r="r" t="t"/>
              <a:pathLst>
                <a:path extrusionOk="0" h="1402" w="592">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g2975d56d0dc_2_745"/>
            <p:cNvSpPr/>
            <p:nvPr/>
          </p:nvSpPr>
          <p:spPr>
            <a:xfrm>
              <a:off x="5628557" y="3829875"/>
              <a:ext cx="37317" cy="55880"/>
            </a:xfrm>
            <a:custGeom>
              <a:rect b="b" l="l" r="r" t="t"/>
              <a:pathLst>
                <a:path extrusionOk="0" h="1475" w="985">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g2975d56d0dc_2_745"/>
            <p:cNvSpPr/>
            <p:nvPr/>
          </p:nvSpPr>
          <p:spPr>
            <a:xfrm>
              <a:off x="5678148" y="3829837"/>
              <a:ext cx="37317" cy="55918"/>
            </a:xfrm>
            <a:custGeom>
              <a:rect b="b" l="l" r="r" t="t"/>
              <a:pathLst>
                <a:path extrusionOk="0" h="1476" w="985">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g2975d56d0dc_2_745"/>
            <p:cNvSpPr/>
            <p:nvPr/>
          </p:nvSpPr>
          <p:spPr>
            <a:xfrm>
              <a:off x="5761343" y="3829875"/>
              <a:ext cx="37279" cy="55880"/>
            </a:xfrm>
            <a:custGeom>
              <a:rect b="b" l="l" r="r" t="t"/>
              <a:pathLst>
                <a:path extrusionOk="0" h="1475" w="984">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g2975d56d0dc_2_745"/>
            <p:cNvSpPr/>
            <p:nvPr/>
          </p:nvSpPr>
          <p:spPr>
            <a:xfrm>
              <a:off x="5933834" y="3831239"/>
              <a:ext cx="22428" cy="53115"/>
            </a:xfrm>
            <a:custGeom>
              <a:rect b="b" l="l" r="r" t="t"/>
              <a:pathLst>
                <a:path extrusionOk="0" h="1402" w="592">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g2975d56d0dc_2_745"/>
            <p:cNvSpPr/>
            <p:nvPr/>
          </p:nvSpPr>
          <p:spPr>
            <a:xfrm>
              <a:off x="5887993" y="3829875"/>
              <a:ext cx="37241" cy="55880"/>
            </a:xfrm>
            <a:custGeom>
              <a:rect b="b" l="l" r="r" t="t"/>
              <a:pathLst>
                <a:path extrusionOk="0" h="1475" w="983">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g2975d56d0dc_2_745"/>
            <p:cNvSpPr/>
            <p:nvPr/>
          </p:nvSpPr>
          <p:spPr>
            <a:xfrm>
              <a:off x="5710464" y="3900796"/>
              <a:ext cx="37279" cy="55880"/>
            </a:xfrm>
            <a:custGeom>
              <a:rect b="b" l="l" r="r" t="t"/>
              <a:pathLst>
                <a:path extrusionOk="0" h="1475" w="984">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g2975d56d0dc_2_745"/>
            <p:cNvSpPr/>
            <p:nvPr/>
          </p:nvSpPr>
          <p:spPr>
            <a:xfrm>
              <a:off x="5899093" y="3901932"/>
              <a:ext cx="22466" cy="53153"/>
            </a:xfrm>
            <a:custGeom>
              <a:rect b="b" l="l" r="r" t="t"/>
              <a:pathLst>
                <a:path extrusionOk="0" h="1403" w="593">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g2975d56d0dc_2_745"/>
            <p:cNvSpPr/>
            <p:nvPr/>
          </p:nvSpPr>
          <p:spPr>
            <a:xfrm>
              <a:off x="5933834" y="3901932"/>
              <a:ext cx="22466" cy="53153"/>
            </a:xfrm>
            <a:custGeom>
              <a:rect b="b" l="l" r="r" t="t"/>
              <a:pathLst>
                <a:path extrusionOk="0" h="1403" w="593">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g2975d56d0dc_2_745"/>
            <p:cNvSpPr/>
            <p:nvPr/>
          </p:nvSpPr>
          <p:spPr>
            <a:xfrm>
              <a:off x="5799835" y="3900796"/>
              <a:ext cx="37279" cy="55880"/>
            </a:xfrm>
            <a:custGeom>
              <a:rect b="b" l="l" r="r" t="t"/>
              <a:pathLst>
                <a:path extrusionOk="0" h="1475" w="984">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g2975d56d0dc_2_745"/>
            <p:cNvSpPr/>
            <p:nvPr/>
          </p:nvSpPr>
          <p:spPr>
            <a:xfrm>
              <a:off x="5849502" y="3899507"/>
              <a:ext cx="37241" cy="55918"/>
            </a:xfrm>
            <a:custGeom>
              <a:rect b="b" l="l" r="r" t="t"/>
              <a:pathLst>
                <a:path extrusionOk="0" h="1476" w="983">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3" name="Google Shape;2643;g2975d56d0dc_2_745"/>
          <p:cNvGrpSpPr/>
          <p:nvPr/>
        </p:nvGrpSpPr>
        <p:grpSpPr>
          <a:xfrm>
            <a:off x="4739232" y="4189360"/>
            <a:ext cx="449547" cy="388878"/>
            <a:chOff x="4749208" y="3762250"/>
            <a:chExt cx="476669" cy="412340"/>
          </a:xfrm>
        </p:grpSpPr>
        <p:sp>
          <p:nvSpPr>
            <p:cNvPr id="2644" name="Google Shape;2644;g2975d56d0dc_2_745"/>
            <p:cNvSpPr/>
            <p:nvPr/>
          </p:nvSpPr>
          <p:spPr>
            <a:xfrm>
              <a:off x="4796981" y="3845824"/>
              <a:ext cx="39476" cy="84067"/>
            </a:xfrm>
            <a:custGeom>
              <a:rect b="b" l="l" r="r" t="t"/>
              <a:pathLst>
                <a:path extrusionOk="0" h="2219" w="1042">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g2975d56d0dc_2_745"/>
            <p:cNvSpPr/>
            <p:nvPr/>
          </p:nvSpPr>
          <p:spPr>
            <a:xfrm>
              <a:off x="5043082" y="3887422"/>
              <a:ext cx="39476" cy="84067"/>
            </a:xfrm>
            <a:custGeom>
              <a:rect b="b" l="l" r="r" t="t"/>
              <a:pathLst>
                <a:path extrusionOk="0" h="2219" w="1042">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g2975d56d0dc_2_745"/>
            <p:cNvSpPr/>
            <p:nvPr/>
          </p:nvSpPr>
          <p:spPr>
            <a:xfrm>
              <a:off x="4853392" y="3860372"/>
              <a:ext cx="34021" cy="13676"/>
            </a:xfrm>
            <a:custGeom>
              <a:rect b="b" l="l" r="r" t="t"/>
              <a:pathLst>
                <a:path extrusionOk="0" h="361" w="898">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g2975d56d0dc_2_745"/>
            <p:cNvSpPr/>
            <p:nvPr/>
          </p:nvSpPr>
          <p:spPr>
            <a:xfrm>
              <a:off x="4854377" y="3993159"/>
              <a:ext cx="121535" cy="13676"/>
            </a:xfrm>
            <a:custGeom>
              <a:rect b="b" l="l" r="r" t="t"/>
              <a:pathLst>
                <a:path extrusionOk="0" h="361" w="3208">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g2975d56d0dc_2_745"/>
            <p:cNvSpPr/>
            <p:nvPr/>
          </p:nvSpPr>
          <p:spPr>
            <a:xfrm>
              <a:off x="4853392" y="3913752"/>
              <a:ext cx="34021" cy="13639"/>
            </a:xfrm>
            <a:custGeom>
              <a:rect b="b" l="l" r="r" t="t"/>
              <a:pathLst>
                <a:path extrusionOk="0" h="360" w="898">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g2975d56d0dc_2_745"/>
            <p:cNvSpPr/>
            <p:nvPr/>
          </p:nvSpPr>
          <p:spPr>
            <a:xfrm>
              <a:off x="4853429" y="3939817"/>
              <a:ext cx="34021" cy="13676"/>
            </a:xfrm>
            <a:custGeom>
              <a:rect b="b" l="l" r="r" t="t"/>
              <a:pathLst>
                <a:path extrusionOk="0" h="361" w="898">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g2975d56d0dc_2_745"/>
            <p:cNvSpPr/>
            <p:nvPr/>
          </p:nvSpPr>
          <p:spPr>
            <a:xfrm>
              <a:off x="4942876" y="3967132"/>
              <a:ext cx="34021" cy="13639"/>
            </a:xfrm>
            <a:custGeom>
              <a:rect b="b" l="l" r="r" t="t"/>
              <a:pathLst>
                <a:path extrusionOk="0" h="360" w="898">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g2975d56d0dc_2_745"/>
            <p:cNvSpPr/>
            <p:nvPr/>
          </p:nvSpPr>
          <p:spPr>
            <a:xfrm>
              <a:off x="4853846" y="3967132"/>
              <a:ext cx="72853" cy="13639"/>
            </a:xfrm>
            <a:custGeom>
              <a:rect b="b" l="l" r="r" t="t"/>
              <a:pathLst>
                <a:path extrusionOk="0" h="360" w="1923">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g2975d56d0dc_2_745"/>
            <p:cNvSpPr/>
            <p:nvPr/>
          </p:nvSpPr>
          <p:spPr>
            <a:xfrm>
              <a:off x="4903362" y="3913752"/>
              <a:ext cx="33983" cy="13639"/>
            </a:xfrm>
            <a:custGeom>
              <a:rect b="b" l="l" r="r" t="t"/>
              <a:pathLst>
                <a:path extrusionOk="0" h="360" w="897">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g2975d56d0dc_2_745"/>
            <p:cNvSpPr/>
            <p:nvPr/>
          </p:nvSpPr>
          <p:spPr>
            <a:xfrm>
              <a:off x="4948445" y="3913752"/>
              <a:ext cx="69746" cy="13639"/>
            </a:xfrm>
            <a:custGeom>
              <a:rect b="b" l="l" r="r" t="t"/>
              <a:pathLst>
                <a:path extrusionOk="0" h="360" w="1841">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g2975d56d0dc_2_745"/>
            <p:cNvSpPr/>
            <p:nvPr/>
          </p:nvSpPr>
          <p:spPr>
            <a:xfrm>
              <a:off x="4853429" y="4024187"/>
              <a:ext cx="34021" cy="13676"/>
            </a:xfrm>
            <a:custGeom>
              <a:rect b="b" l="l" r="r" t="t"/>
              <a:pathLst>
                <a:path extrusionOk="0" h="361" w="898">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g2975d56d0dc_2_745"/>
            <p:cNvSpPr/>
            <p:nvPr/>
          </p:nvSpPr>
          <p:spPr>
            <a:xfrm>
              <a:off x="4853429" y="4051502"/>
              <a:ext cx="34021" cy="13714"/>
            </a:xfrm>
            <a:custGeom>
              <a:rect b="b" l="l" r="r" t="t"/>
              <a:pathLst>
                <a:path extrusionOk="0" h="362" w="898">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g2975d56d0dc_2_745"/>
            <p:cNvSpPr/>
            <p:nvPr/>
          </p:nvSpPr>
          <p:spPr>
            <a:xfrm>
              <a:off x="4903324" y="4024187"/>
              <a:ext cx="34021" cy="13676"/>
            </a:xfrm>
            <a:custGeom>
              <a:rect b="b" l="l" r="r" t="t"/>
              <a:pathLst>
                <a:path extrusionOk="0" h="361" w="898">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g2975d56d0dc_2_745"/>
            <p:cNvSpPr/>
            <p:nvPr/>
          </p:nvSpPr>
          <p:spPr>
            <a:xfrm>
              <a:off x="4947990" y="4024187"/>
              <a:ext cx="28944" cy="13676"/>
            </a:xfrm>
            <a:custGeom>
              <a:rect b="b" l="l" r="r" t="t"/>
              <a:pathLst>
                <a:path extrusionOk="0" h="361" w="764">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g2975d56d0dc_2_745"/>
            <p:cNvSpPr/>
            <p:nvPr/>
          </p:nvSpPr>
          <p:spPr>
            <a:xfrm>
              <a:off x="4904536" y="3860372"/>
              <a:ext cx="150517" cy="13676"/>
            </a:xfrm>
            <a:custGeom>
              <a:rect b="b" l="l" r="r" t="t"/>
              <a:pathLst>
                <a:path extrusionOk="0" h="361" w="3973">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g2975d56d0dc_2_745"/>
            <p:cNvSpPr/>
            <p:nvPr/>
          </p:nvSpPr>
          <p:spPr>
            <a:xfrm>
              <a:off x="4854831" y="3886399"/>
              <a:ext cx="162640" cy="13714"/>
            </a:xfrm>
            <a:custGeom>
              <a:rect b="b" l="l" r="r" t="t"/>
              <a:pathLst>
                <a:path extrusionOk="0" h="362" w="4293">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g2975d56d0dc_2_745"/>
            <p:cNvSpPr/>
            <p:nvPr/>
          </p:nvSpPr>
          <p:spPr>
            <a:xfrm>
              <a:off x="4749208" y="3762250"/>
              <a:ext cx="476669" cy="412340"/>
            </a:xfrm>
            <a:custGeom>
              <a:rect b="b" l="l" r="r" t="t"/>
              <a:pathLst>
                <a:path extrusionOk="0" h="10884" w="12582">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1" name="Google Shape;2661;g2975d56d0dc_2_745"/>
          <p:cNvGrpSpPr/>
          <p:nvPr/>
        </p:nvGrpSpPr>
        <p:grpSpPr>
          <a:xfrm>
            <a:off x="3941788" y="4158991"/>
            <a:ext cx="449547" cy="449547"/>
            <a:chOff x="3903652" y="3730048"/>
            <a:chExt cx="476669" cy="476669"/>
          </a:xfrm>
        </p:grpSpPr>
        <p:sp>
          <p:nvSpPr>
            <p:cNvPr id="2662" name="Google Shape;2662;g2975d56d0dc_2_745"/>
            <p:cNvSpPr/>
            <p:nvPr/>
          </p:nvSpPr>
          <p:spPr>
            <a:xfrm>
              <a:off x="3971315" y="3980733"/>
              <a:ext cx="53039" cy="13676"/>
            </a:xfrm>
            <a:custGeom>
              <a:rect b="b" l="l" r="r" t="t"/>
              <a:pathLst>
                <a:path extrusionOk="0" h="361" w="140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g2975d56d0dc_2_745"/>
            <p:cNvSpPr/>
            <p:nvPr/>
          </p:nvSpPr>
          <p:spPr>
            <a:xfrm>
              <a:off x="3972717" y="4010586"/>
              <a:ext cx="151426" cy="13639"/>
            </a:xfrm>
            <a:custGeom>
              <a:rect b="b" l="l" r="r" t="t"/>
              <a:pathLst>
                <a:path extrusionOk="0" h="360" w="3997">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g2975d56d0dc_2_745"/>
            <p:cNvSpPr/>
            <p:nvPr/>
          </p:nvSpPr>
          <p:spPr>
            <a:xfrm>
              <a:off x="4078037" y="4039076"/>
              <a:ext cx="47280" cy="13676"/>
            </a:xfrm>
            <a:custGeom>
              <a:rect b="b" l="l" r="r" t="t"/>
              <a:pathLst>
                <a:path extrusionOk="0" h="361" w="1248">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g2975d56d0dc_2_745"/>
            <p:cNvSpPr/>
            <p:nvPr/>
          </p:nvSpPr>
          <p:spPr>
            <a:xfrm>
              <a:off x="3971694" y="4039152"/>
              <a:ext cx="87173" cy="13639"/>
            </a:xfrm>
            <a:custGeom>
              <a:rect b="b" l="l" r="r" t="t"/>
              <a:pathLst>
                <a:path extrusionOk="0" h="360" w="2301">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g2975d56d0dc_2_745"/>
            <p:cNvSpPr/>
            <p:nvPr/>
          </p:nvSpPr>
          <p:spPr>
            <a:xfrm>
              <a:off x="3972414" y="4068891"/>
              <a:ext cx="151729" cy="13639"/>
            </a:xfrm>
            <a:custGeom>
              <a:rect b="b" l="l" r="r" t="t"/>
              <a:pathLst>
                <a:path extrusionOk="0" h="360" w="4005">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g2975d56d0dc_2_745"/>
            <p:cNvSpPr/>
            <p:nvPr/>
          </p:nvSpPr>
          <p:spPr>
            <a:xfrm>
              <a:off x="3972414" y="4098707"/>
              <a:ext cx="151729" cy="13676"/>
            </a:xfrm>
            <a:custGeom>
              <a:rect b="b" l="l" r="r" t="t"/>
              <a:pathLst>
                <a:path extrusionOk="0" h="361" w="4005">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g2975d56d0dc_2_745"/>
            <p:cNvSpPr/>
            <p:nvPr/>
          </p:nvSpPr>
          <p:spPr>
            <a:xfrm>
              <a:off x="4032727" y="4128447"/>
              <a:ext cx="92098" cy="13714"/>
            </a:xfrm>
            <a:custGeom>
              <a:rect b="b" l="l" r="r" t="t"/>
              <a:pathLst>
                <a:path extrusionOk="0" h="362" w="2431">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g2975d56d0dc_2_745"/>
            <p:cNvSpPr/>
            <p:nvPr/>
          </p:nvSpPr>
          <p:spPr>
            <a:xfrm>
              <a:off x="3971201" y="4128484"/>
              <a:ext cx="41749" cy="13714"/>
            </a:xfrm>
            <a:custGeom>
              <a:rect b="b" l="l" r="r" t="t"/>
              <a:pathLst>
                <a:path extrusionOk="0" h="362" w="1102">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g2975d56d0dc_2_745"/>
            <p:cNvSpPr/>
            <p:nvPr/>
          </p:nvSpPr>
          <p:spPr>
            <a:xfrm>
              <a:off x="3972414" y="4158262"/>
              <a:ext cx="151729" cy="13676"/>
            </a:xfrm>
            <a:custGeom>
              <a:rect b="b" l="l" r="r" t="t"/>
              <a:pathLst>
                <a:path extrusionOk="0" h="361" w="4005">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g2975d56d0dc_2_745"/>
            <p:cNvSpPr/>
            <p:nvPr/>
          </p:nvSpPr>
          <p:spPr>
            <a:xfrm>
              <a:off x="4159717" y="4128484"/>
              <a:ext cx="151729" cy="13714"/>
            </a:xfrm>
            <a:custGeom>
              <a:rect b="b" l="l" r="r" t="t"/>
              <a:pathLst>
                <a:path extrusionOk="0" h="362" w="4005">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g2975d56d0dc_2_745"/>
            <p:cNvSpPr/>
            <p:nvPr/>
          </p:nvSpPr>
          <p:spPr>
            <a:xfrm>
              <a:off x="4225940" y="4158262"/>
              <a:ext cx="86264" cy="13676"/>
            </a:xfrm>
            <a:custGeom>
              <a:rect b="b" l="l" r="r" t="t"/>
              <a:pathLst>
                <a:path extrusionOk="0" h="361" w="2277">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g2975d56d0dc_2_745"/>
            <p:cNvSpPr/>
            <p:nvPr/>
          </p:nvSpPr>
          <p:spPr>
            <a:xfrm>
              <a:off x="4158505" y="4158262"/>
              <a:ext cx="47887" cy="13676"/>
            </a:xfrm>
            <a:custGeom>
              <a:rect b="b" l="l" r="r" t="t"/>
              <a:pathLst>
                <a:path extrusionOk="0" h="361" w="1264">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g2975d56d0dc_2_745"/>
            <p:cNvSpPr/>
            <p:nvPr/>
          </p:nvSpPr>
          <p:spPr>
            <a:xfrm>
              <a:off x="4158619" y="3980733"/>
              <a:ext cx="53039" cy="13676"/>
            </a:xfrm>
            <a:custGeom>
              <a:rect b="b" l="l" r="r" t="t"/>
              <a:pathLst>
                <a:path extrusionOk="0" h="361" w="140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g2975d56d0dc_2_745"/>
            <p:cNvSpPr/>
            <p:nvPr/>
          </p:nvSpPr>
          <p:spPr>
            <a:xfrm>
              <a:off x="4217795" y="4010586"/>
              <a:ext cx="94258" cy="13639"/>
            </a:xfrm>
            <a:custGeom>
              <a:rect b="b" l="l" r="r" t="t"/>
              <a:pathLst>
                <a:path extrusionOk="0" h="360" w="2488">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g2975d56d0dc_2_745"/>
            <p:cNvSpPr/>
            <p:nvPr/>
          </p:nvSpPr>
          <p:spPr>
            <a:xfrm>
              <a:off x="4158467" y="4010586"/>
              <a:ext cx="40120" cy="13639"/>
            </a:xfrm>
            <a:custGeom>
              <a:rect b="b" l="l" r="r" t="t"/>
              <a:pathLst>
                <a:path extrusionOk="0" h="360" w="1059">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g2975d56d0dc_2_745"/>
            <p:cNvSpPr/>
            <p:nvPr/>
          </p:nvSpPr>
          <p:spPr>
            <a:xfrm>
              <a:off x="4159717" y="4039152"/>
              <a:ext cx="151729" cy="13639"/>
            </a:xfrm>
            <a:custGeom>
              <a:rect b="b" l="l" r="r" t="t"/>
              <a:pathLst>
                <a:path extrusionOk="0" h="360" w="4005">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g2975d56d0dc_2_745"/>
            <p:cNvSpPr/>
            <p:nvPr/>
          </p:nvSpPr>
          <p:spPr>
            <a:xfrm>
              <a:off x="4267765" y="4068891"/>
              <a:ext cx="44894" cy="13639"/>
            </a:xfrm>
            <a:custGeom>
              <a:rect b="b" l="l" r="r" t="t"/>
              <a:pathLst>
                <a:path extrusionOk="0" h="360" w="1185">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g2975d56d0dc_2_745"/>
            <p:cNvSpPr/>
            <p:nvPr/>
          </p:nvSpPr>
          <p:spPr>
            <a:xfrm>
              <a:off x="4159035" y="4068891"/>
              <a:ext cx="89333" cy="13639"/>
            </a:xfrm>
            <a:custGeom>
              <a:rect b="b" l="l" r="r" t="t"/>
              <a:pathLst>
                <a:path extrusionOk="0" h="360" w="2358">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g2975d56d0dc_2_745"/>
            <p:cNvSpPr/>
            <p:nvPr/>
          </p:nvSpPr>
          <p:spPr>
            <a:xfrm>
              <a:off x="4159717" y="4098707"/>
              <a:ext cx="151729" cy="13676"/>
            </a:xfrm>
            <a:custGeom>
              <a:rect b="b" l="l" r="r" t="t"/>
              <a:pathLst>
                <a:path extrusionOk="0" h="361" w="4005">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g2975d56d0dc_2_745"/>
            <p:cNvSpPr/>
            <p:nvPr/>
          </p:nvSpPr>
          <p:spPr>
            <a:xfrm>
              <a:off x="3971808" y="3820593"/>
              <a:ext cx="154003" cy="104335"/>
            </a:xfrm>
            <a:custGeom>
              <a:rect b="b" l="l" r="r" t="t"/>
              <a:pathLst>
                <a:path extrusionOk="0" h="2754" w="4065">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g2975d56d0dc_2_745"/>
            <p:cNvSpPr/>
            <p:nvPr/>
          </p:nvSpPr>
          <p:spPr>
            <a:xfrm>
              <a:off x="4158050" y="3820593"/>
              <a:ext cx="153965" cy="104335"/>
            </a:xfrm>
            <a:custGeom>
              <a:rect b="b" l="l" r="r" t="t"/>
              <a:pathLst>
                <a:path extrusionOk="0" h="2754" w="4064">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g2975d56d0dc_2_745"/>
            <p:cNvSpPr/>
            <p:nvPr/>
          </p:nvSpPr>
          <p:spPr>
            <a:xfrm>
              <a:off x="3903652" y="3730048"/>
              <a:ext cx="476669" cy="476669"/>
            </a:xfrm>
            <a:custGeom>
              <a:rect b="b" l="l" r="r" t="t"/>
              <a:pathLst>
                <a:path extrusionOk="0" h="12582" w="12582">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g2975d56d0dc_2_745"/>
            <p:cNvSpPr/>
            <p:nvPr/>
          </p:nvSpPr>
          <p:spPr>
            <a:xfrm>
              <a:off x="3952069" y="3757590"/>
              <a:ext cx="20079" cy="18715"/>
            </a:xfrm>
            <a:custGeom>
              <a:rect b="b" l="l" r="r" t="t"/>
              <a:pathLst>
                <a:path extrusionOk="0" h="494" w="53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g2975d56d0dc_2_745"/>
            <p:cNvSpPr/>
            <p:nvPr/>
          </p:nvSpPr>
          <p:spPr>
            <a:xfrm>
              <a:off x="3988515" y="3757628"/>
              <a:ext cx="18753" cy="18639"/>
            </a:xfrm>
            <a:custGeom>
              <a:rect b="b" l="l" r="r" t="t"/>
              <a:pathLst>
                <a:path extrusionOk="0" h="492" w="495">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g2975d56d0dc_2_745"/>
            <p:cNvSpPr/>
            <p:nvPr/>
          </p:nvSpPr>
          <p:spPr>
            <a:xfrm>
              <a:off x="4024240" y="3757628"/>
              <a:ext cx="18715" cy="18639"/>
            </a:xfrm>
            <a:custGeom>
              <a:rect b="b" l="l" r="r" t="t"/>
              <a:pathLst>
                <a:path extrusionOk="0" h="492" w="494">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7" name="Google Shape;2687;g2975d56d0dc_2_745"/>
          <p:cNvGrpSpPr/>
          <p:nvPr/>
        </p:nvGrpSpPr>
        <p:grpSpPr>
          <a:xfrm>
            <a:off x="2463058" y="4195220"/>
            <a:ext cx="449582" cy="377016"/>
            <a:chOff x="2335706" y="3768463"/>
            <a:chExt cx="476707" cy="399763"/>
          </a:xfrm>
        </p:grpSpPr>
        <p:sp>
          <p:nvSpPr>
            <p:cNvPr id="2688" name="Google Shape;2688;g2975d56d0dc_2_745"/>
            <p:cNvSpPr/>
            <p:nvPr/>
          </p:nvSpPr>
          <p:spPr>
            <a:xfrm>
              <a:off x="2373629" y="3851697"/>
              <a:ext cx="34437" cy="13676"/>
            </a:xfrm>
            <a:custGeom>
              <a:rect b="b" l="l" r="r" t="t"/>
              <a:pathLst>
                <a:path extrusionOk="0" h="361" w="909">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g2975d56d0dc_2_745"/>
            <p:cNvSpPr/>
            <p:nvPr/>
          </p:nvSpPr>
          <p:spPr>
            <a:xfrm>
              <a:off x="2373288" y="3881436"/>
              <a:ext cx="34778" cy="13714"/>
            </a:xfrm>
            <a:custGeom>
              <a:rect b="b" l="l" r="r" t="t"/>
              <a:pathLst>
                <a:path extrusionOk="0" h="362" w="918">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g2975d56d0dc_2_745"/>
            <p:cNvSpPr/>
            <p:nvPr/>
          </p:nvSpPr>
          <p:spPr>
            <a:xfrm>
              <a:off x="2373629" y="3912502"/>
              <a:ext cx="34437" cy="13676"/>
            </a:xfrm>
            <a:custGeom>
              <a:rect b="b" l="l" r="r" t="t"/>
              <a:pathLst>
                <a:path extrusionOk="0" h="361" w="909">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g2975d56d0dc_2_745"/>
            <p:cNvSpPr/>
            <p:nvPr/>
          </p:nvSpPr>
          <p:spPr>
            <a:xfrm>
              <a:off x="2373326" y="3943568"/>
              <a:ext cx="34741" cy="13676"/>
            </a:xfrm>
            <a:custGeom>
              <a:rect b="b" l="l" r="r" t="t"/>
              <a:pathLst>
                <a:path extrusionOk="0" h="361" w="917">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g2975d56d0dc_2_745"/>
            <p:cNvSpPr/>
            <p:nvPr/>
          </p:nvSpPr>
          <p:spPr>
            <a:xfrm>
              <a:off x="2373629" y="3974558"/>
              <a:ext cx="34437" cy="13676"/>
            </a:xfrm>
            <a:custGeom>
              <a:rect b="b" l="l" r="r" t="t"/>
              <a:pathLst>
                <a:path extrusionOk="0" h="361" w="909">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g2975d56d0dc_2_745"/>
            <p:cNvSpPr/>
            <p:nvPr/>
          </p:nvSpPr>
          <p:spPr>
            <a:xfrm>
              <a:off x="2373288" y="4005623"/>
              <a:ext cx="34778" cy="13639"/>
            </a:xfrm>
            <a:custGeom>
              <a:rect b="b" l="l" r="r" t="t"/>
              <a:pathLst>
                <a:path extrusionOk="0" h="360" w="918">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g2975d56d0dc_2_745"/>
            <p:cNvSpPr/>
            <p:nvPr/>
          </p:nvSpPr>
          <p:spPr>
            <a:xfrm>
              <a:off x="2373629" y="4035401"/>
              <a:ext cx="34437" cy="13676"/>
            </a:xfrm>
            <a:custGeom>
              <a:rect b="b" l="l" r="r" t="t"/>
              <a:pathLst>
                <a:path extrusionOk="0" h="361" w="909">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g2975d56d0dc_2_745"/>
            <p:cNvSpPr/>
            <p:nvPr/>
          </p:nvSpPr>
          <p:spPr>
            <a:xfrm>
              <a:off x="2373288" y="4066391"/>
              <a:ext cx="34778" cy="13676"/>
            </a:xfrm>
            <a:custGeom>
              <a:rect b="b" l="l" r="r" t="t"/>
              <a:pathLst>
                <a:path extrusionOk="0" h="361" w="918">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g2975d56d0dc_2_745"/>
            <p:cNvSpPr/>
            <p:nvPr/>
          </p:nvSpPr>
          <p:spPr>
            <a:xfrm>
              <a:off x="2373629" y="4097457"/>
              <a:ext cx="34437" cy="13639"/>
            </a:xfrm>
            <a:custGeom>
              <a:rect b="b" l="l" r="r" t="t"/>
              <a:pathLst>
                <a:path extrusionOk="0" h="360" w="909">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g2975d56d0dc_2_745"/>
            <p:cNvSpPr/>
            <p:nvPr/>
          </p:nvSpPr>
          <p:spPr>
            <a:xfrm>
              <a:off x="2488383" y="3943568"/>
              <a:ext cx="64367" cy="13676"/>
            </a:xfrm>
            <a:custGeom>
              <a:rect b="b" l="l" r="r" t="t"/>
              <a:pathLst>
                <a:path extrusionOk="0" h="361" w="1699">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g2975d56d0dc_2_745"/>
            <p:cNvSpPr/>
            <p:nvPr/>
          </p:nvSpPr>
          <p:spPr>
            <a:xfrm>
              <a:off x="2488155" y="3974558"/>
              <a:ext cx="40954" cy="13676"/>
            </a:xfrm>
            <a:custGeom>
              <a:rect b="b" l="l" r="r" t="t"/>
              <a:pathLst>
                <a:path extrusionOk="0" h="361" w="1081">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g2975d56d0dc_2_745"/>
            <p:cNvSpPr/>
            <p:nvPr/>
          </p:nvSpPr>
          <p:spPr>
            <a:xfrm>
              <a:off x="2488155" y="3912502"/>
              <a:ext cx="40954" cy="13676"/>
            </a:xfrm>
            <a:custGeom>
              <a:rect b="b" l="l" r="r" t="t"/>
              <a:pathLst>
                <a:path extrusionOk="0" h="361" w="1081">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g2975d56d0dc_2_745"/>
            <p:cNvSpPr/>
            <p:nvPr/>
          </p:nvSpPr>
          <p:spPr>
            <a:xfrm>
              <a:off x="2547938" y="3912426"/>
              <a:ext cx="92402" cy="13714"/>
            </a:xfrm>
            <a:custGeom>
              <a:rect b="b" l="l" r="r" t="t"/>
              <a:pathLst>
                <a:path extrusionOk="0" h="362" w="2439">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g2975d56d0dc_2_745"/>
            <p:cNvSpPr/>
            <p:nvPr/>
          </p:nvSpPr>
          <p:spPr>
            <a:xfrm>
              <a:off x="2488761" y="3881436"/>
              <a:ext cx="99031" cy="13714"/>
            </a:xfrm>
            <a:custGeom>
              <a:rect b="b" l="l" r="r" t="t"/>
              <a:pathLst>
                <a:path extrusionOk="0" h="362" w="2614">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g2975d56d0dc_2_745"/>
            <p:cNvSpPr/>
            <p:nvPr/>
          </p:nvSpPr>
          <p:spPr>
            <a:xfrm>
              <a:off x="2488155" y="3851697"/>
              <a:ext cx="40954" cy="13676"/>
            </a:xfrm>
            <a:custGeom>
              <a:rect b="b" l="l" r="r" t="t"/>
              <a:pathLst>
                <a:path extrusionOk="0" h="361" w="1081">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g2975d56d0dc_2_745"/>
            <p:cNvSpPr/>
            <p:nvPr/>
          </p:nvSpPr>
          <p:spPr>
            <a:xfrm>
              <a:off x="2548847" y="3851659"/>
              <a:ext cx="175521" cy="13639"/>
            </a:xfrm>
            <a:custGeom>
              <a:rect b="b" l="l" r="r" t="t"/>
              <a:pathLst>
                <a:path extrusionOk="0" h="360" w="4633">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g2975d56d0dc_2_745"/>
            <p:cNvSpPr/>
            <p:nvPr/>
          </p:nvSpPr>
          <p:spPr>
            <a:xfrm>
              <a:off x="2488383" y="4097457"/>
              <a:ext cx="64367" cy="13639"/>
            </a:xfrm>
            <a:custGeom>
              <a:rect b="b" l="l" r="r" t="t"/>
              <a:pathLst>
                <a:path extrusionOk="0" h="360" w="1699">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g2975d56d0dc_2_745"/>
            <p:cNvSpPr/>
            <p:nvPr/>
          </p:nvSpPr>
          <p:spPr>
            <a:xfrm>
              <a:off x="2488420" y="4005548"/>
              <a:ext cx="71641" cy="13676"/>
            </a:xfrm>
            <a:custGeom>
              <a:rect b="b" l="l" r="r" t="t"/>
              <a:pathLst>
                <a:path extrusionOk="0" h="361" w="1891">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g2975d56d0dc_2_745"/>
            <p:cNvSpPr/>
            <p:nvPr/>
          </p:nvSpPr>
          <p:spPr>
            <a:xfrm>
              <a:off x="2488042" y="4035401"/>
              <a:ext cx="30384" cy="13676"/>
            </a:xfrm>
            <a:custGeom>
              <a:rect b="b" l="l" r="r" t="t"/>
              <a:pathLst>
                <a:path extrusionOk="0" h="361" w="802">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g2975d56d0dc_2_745"/>
            <p:cNvSpPr/>
            <p:nvPr/>
          </p:nvSpPr>
          <p:spPr>
            <a:xfrm>
              <a:off x="2488383" y="4066391"/>
              <a:ext cx="64367" cy="13676"/>
            </a:xfrm>
            <a:custGeom>
              <a:rect b="b" l="l" r="r" t="t"/>
              <a:pathLst>
                <a:path extrusionOk="0" h="361" w="1699">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g2975d56d0dc_2_745"/>
            <p:cNvSpPr/>
            <p:nvPr/>
          </p:nvSpPr>
          <p:spPr>
            <a:xfrm>
              <a:off x="2725050" y="3973952"/>
              <a:ext cx="56979" cy="56979"/>
            </a:xfrm>
            <a:custGeom>
              <a:rect b="b" l="l" r="r" t="t"/>
              <a:pathLst>
                <a:path extrusionOk="0" h="1504" w="1504">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g2975d56d0dc_2_745"/>
            <p:cNvSpPr/>
            <p:nvPr/>
          </p:nvSpPr>
          <p:spPr>
            <a:xfrm>
              <a:off x="2335706" y="3768463"/>
              <a:ext cx="476707" cy="399763"/>
            </a:xfrm>
            <a:custGeom>
              <a:rect b="b" l="l" r="r" t="t"/>
              <a:pathLst>
                <a:path extrusionOk="0" h="10552" w="12583">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0" name="Google Shape;2710;g2975d56d0dc_2_745"/>
          <p:cNvGrpSpPr/>
          <p:nvPr/>
        </p:nvGrpSpPr>
        <p:grpSpPr>
          <a:xfrm>
            <a:off x="3238564" y="4223268"/>
            <a:ext cx="450904" cy="320850"/>
            <a:chOff x="3158000" y="3798203"/>
            <a:chExt cx="478109" cy="340207"/>
          </a:xfrm>
        </p:grpSpPr>
        <p:sp>
          <p:nvSpPr>
            <p:cNvPr id="2711" name="Google Shape;2711;g2975d56d0dc_2_745"/>
            <p:cNvSpPr/>
            <p:nvPr/>
          </p:nvSpPr>
          <p:spPr>
            <a:xfrm>
              <a:off x="3212100" y="3830557"/>
              <a:ext cx="368697" cy="229697"/>
            </a:xfrm>
            <a:custGeom>
              <a:rect b="b" l="l" r="r" t="t"/>
              <a:pathLst>
                <a:path extrusionOk="0" h="6063" w="9732">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g2975d56d0dc_2_745"/>
            <p:cNvSpPr/>
            <p:nvPr/>
          </p:nvSpPr>
          <p:spPr>
            <a:xfrm>
              <a:off x="3158000" y="3798203"/>
              <a:ext cx="478109" cy="340207"/>
            </a:xfrm>
            <a:custGeom>
              <a:rect b="b" l="l" r="r" t="t"/>
              <a:pathLst>
                <a:path extrusionOk="0" h="8980" w="1262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g2975d56d0dc_2_745"/>
            <p:cNvSpPr/>
            <p:nvPr/>
          </p:nvSpPr>
          <p:spPr>
            <a:xfrm>
              <a:off x="3249265" y="3898788"/>
              <a:ext cx="294253" cy="94447"/>
            </a:xfrm>
            <a:custGeom>
              <a:rect b="b" l="l" r="r" t="t"/>
              <a:pathLst>
                <a:path extrusionOk="0" h="2493" w="7767">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g2975d56d0dc_2_745"/>
            <p:cNvSpPr/>
            <p:nvPr/>
          </p:nvSpPr>
          <p:spPr>
            <a:xfrm>
              <a:off x="3276618" y="3926406"/>
              <a:ext cx="13714" cy="38984"/>
            </a:xfrm>
            <a:custGeom>
              <a:rect b="b" l="l" r="r" t="t"/>
              <a:pathLst>
                <a:path extrusionOk="0" h="1029" w="362">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g2975d56d0dc_2_745"/>
            <p:cNvSpPr/>
            <p:nvPr/>
          </p:nvSpPr>
          <p:spPr>
            <a:xfrm>
              <a:off x="3468164" y="3921405"/>
              <a:ext cx="51221" cy="49061"/>
            </a:xfrm>
            <a:custGeom>
              <a:rect b="b" l="l" r="r" t="t"/>
              <a:pathLst>
                <a:path extrusionOk="0" h="1295" w="1352">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6" name="Google Shape;2716;g2975d56d0dc_2_745"/>
          <p:cNvGrpSpPr/>
          <p:nvPr/>
        </p:nvGrpSpPr>
        <p:grpSpPr>
          <a:xfrm>
            <a:off x="1746220" y="4159026"/>
            <a:ext cx="416783" cy="449547"/>
            <a:chOff x="1575695" y="3730086"/>
            <a:chExt cx="441929" cy="476669"/>
          </a:xfrm>
        </p:grpSpPr>
        <p:sp>
          <p:nvSpPr>
            <p:cNvPr id="2717" name="Google Shape;2717;g2975d56d0dc_2_745"/>
            <p:cNvSpPr/>
            <p:nvPr/>
          </p:nvSpPr>
          <p:spPr>
            <a:xfrm>
              <a:off x="1692987" y="4155800"/>
              <a:ext cx="29247" cy="13639"/>
            </a:xfrm>
            <a:custGeom>
              <a:rect b="b" l="l" r="r" t="t"/>
              <a:pathLst>
                <a:path extrusionOk="0" h="360" w="772">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g2975d56d0dc_2_745"/>
            <p:cNvSpPr/>
            <p:nvPr/>
          </p:nvSpPr>
          <p:spPr>
            <a:xfrm>
              <a:off x="1575695" y="3730086"/>
              <a:ext cx="441929" cy="476669"/>
            </a:xfrm>
            <a:custGeom>
              <a:rect b="b" l="l" r="r" t="t"/>
              <a:pathLst>
                <a:path extrusionOk="0" h="12582" w="11665">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g2975d56d0dc_2_745"/>
            <p:cNvSpPr/>
            <p:nvPr/>
          </p:nvSpPr>
          <p:spPr>
            <a:xfrm>
              <a:off x="1605397" y="3773464"/>
              <a:ext cx="60881" cy="60843"/>
            </a:xfrm>
            <a:custGeom>
              <a:rect b="b" l="l" r="r" t="t"/>
              <a:pathLst>
                <a:path extrusionOk="0" h="1606" w="1607">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g2975d56d0dc_2_745"/>
            <p:cNvSpPr/>
            <p:nvPr/>
          </p:nvSpPr>
          <p:spPr>
            <a:xfrm>
              <a:off x="1677378" y="3773464"/>
              <a:ext cx="60881" cy="60843"/>
            </a:xfrm>
            <a:custGeom>
              <a:rect b="b" l="l" r="r" t="t"/>
              <a:pathLst>
                <a:path extrusionOk="0" h="1606" w="1607">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g2975d56d0dc_2_745"/>
            <p:cNvSpPr/>
            <p:nvPr/>
          </p:nvSpPr>
          <p:spPr>
            <a:xfrm>
              <a:off x="1749398" y="3773464"/>
              <a:ext cx="60881" cy="60843"/>
            </a:xfrm>
            <a:custGeom>
              <a:rect b="b" l="l" r="r" t="t"/>
              <a:pathLst>
                <a:path extrusionOk="0" h="1606" w="1607">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g2975d56d0dc_2_745"/>
            <p:cNvSpPr/>
            <p:nvPr/>
          </p:nvSpPr>
          <p:spPr>
            <a:xfrm>
              <a:off x="1605397"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g2975d56d0dc_2_745"/>
            <p:cNvSpPr/>
            <p:nvPr/>
          </p:nvSpPr>
          <p:spPr>
            <a:xfrm>
              <a:off x="1677378"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g2975d56d0dc_2_745"/>
            <p:cNvSpPr/>
            <p:nvPr/>
          </p:nvSpPr>
          <p:spPr>
            <a:xfrm>
              <a:off x="1749398"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5" name="Google Shape;2725;g2975d56d0dc_2_745"/>
          <p:cNvGrpSpPr/>
          <p:nvPr/>
        </p:nvGrpSpPr>
        <p:grpSpPr>
          <a:xfrm>
            <a:off x="957656" y="4158919"/>
            <a:ext cx="399954" cy="449582"/>
            <a:chOff x="738702" y="3729972"/>
            <a:chExt cx="424085" cy="476707"/>
          </a:xfrm>
        </p:grpSpPr>
        <p:sp>
          <p:nvSpPr>
            <p:cNvPr id="2726" name="Google Shape;2726;g2975d56d0dc_2_745"/>
            <p:cNvSpPr/>
            <p:nvPr/>
          </p:nvSpPr>
          <p:spPr>
            <a:xfrm>
              <a:off x="780072" y="3759825"/>
              <a:ext cx="342405" cy="74482"/>
            </a:xfrm>
            <a:custGeom>
              <a:rect b="b" l="l" r="r" t="t"/>
              <a:pathLst>
                <a:path extrusionOk="0" h="1966" w="9038">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g2975d56d0dc_2_745"/>
            <p:cNvSpPr/>
            <p:nvPr/>
          </p:nvSpPr>
          <p:spPr>
            <a:xfrm>
              <a:off x="818677" y="3786686"/>
              <a:ext cx="13714" cy="20799"/>
            </a:xfrm>
            <a:custGeom>
              <a:rect b="b" l="l" r="r" t="t"/>
              <a:pathLst>
                <a:path extrusionOk="0" h="549" w="362">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g2975d56d0dc_2_745"/>
            <p:cNvSpPr/>
            <p:nvPr/>
          </p:nvSpPr>
          <p:spPr>
            <a:xfrm>
              <a:off x="849705" y="3786686"/>
              <a:ext cx="13714" cy="20799"/>
            </a:xfrm>
            <a:custGeom>
              <a:rect b="b" l="l" r="r" t="t"/>
              <a:pathLst>
                <a:path extrusionOk="0" h="549" w="362">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g2975d56d0dc_2_745"/>
            <p:cNvSpPr/>
            <p:nvPr/>
          </p:nvSpPr>
          <p:spPr>
            <a:xfrm>
              <a:off x="879520" y="3786686"/>
              <a:ext cx="13676" cy="20799"/>
            </a:xfrm>
            <a:custGeom>
              <a:rect b="b" l="l" r="r" t="t"/>
              <a:pathLst>
                <a:path extrusionOk="0" h="549" w="361">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g2975d56d0dc_2_745"/>
            <p:cNvSpPr/>
            <p:nvPr/>
          </p:nvSpPr>
          <p:spPr>
            <a:xfrm>
              <a:off x="738702" y="3729972"/>
              <a:ext cx="424085" cy="476707"/>
            </a:xfrm>
            <a:custGeom>
              <a:rect b="b" l="l" r="r" t="t"/>
              <a:pathLst>
                <a:path extrusionOk="0" h="12583" w="11194">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g2975d56d0dc_2_745"/>
            <p:cNvSpPr/>
            <p:nvPr/>
          </p:nvSpPr>
          <p:spPr>
            <a:xfrm>
              <a:off x="779580" y="3880224"/>
              <a:ext cx="343465" cy="74520"/>
            </a:xfrm>
            <a:custGeom>
              <a:rect b="b" l="l" r="r" t="t"/>
              <a:pathLst>
                <a:path extrusionOk="0" h="1967" w="9066">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g2975d56d0dc_2_745"/>
            <p:cNvSpPr/>
            <p:nvPr/>
          </p:nvSpPr>
          <p:spPr>
            <a:xfrm>
              <a:off x="818677" y="3906781"/>
              <a:ext cx="13676" cy="20761"/>
            </a:xfrm>
            <a:custGeom>
              <a:rect b="b" l="l" r="r" t="t"/>
              <a:pathLst>
                <a:path extrusionOk="0" h="548" w="361">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g2975d56d0dc_2_745"/>
            <p:cNvSpPr/>
            <p:nvPr/>
          </p:nvSpPr>
          <p:spPr>
            <a:xfrm>
              <a:off x="849705" y="3906781"/>
              <a:ext cx="13676" cy="20761"/>
            </a:xfrm>
            <a:custGeom>
              <a:rect b="b" l="l" r="r" t="t"/>
              <a:pathLst>
                <a:path extrusionOk="0" h="548" w="361">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g2975d56d0dc_2_745"/>
            <p:cNvSpPr/>
            <p:nvPr/>
          </p:nvSpPr>
          <p:spPr>
            <a:xfrm>
              <a:off x="879520" y="3906781"/>
              <a:ext cx="13676" cy="20761"/>
            </a:xfrm>
            <a:custGeom>
              <a:rect b="b" l="l" r="r" t="t"/>
              <a:pathLst>
                <a:path extrusionOk="0" h="548" w="361">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g2975d56d0dc_2_745"/>
            <p:cNvSpPr/>
            <p:nvPr/>
          </p:nvSpPr>
          <p:spPr>
            <a:xfrm>
              <a:off x="780072" y="4000660"/>
              <a:ext cx="342443" cy="74482"/>
            </a:xfrm>
            <a:custGeom>
              <a:rect b="b" l="l" r="r" t="t"/>
              <a:pathLst>
                <a:path extrusionOk="0" h="1966" w="9039">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g2975d56d0dc_2_745"/>
            <p:cNvSpPr/>
            <p:nvPr/>
          </p:nvSpPr>
          <p:spPr>
            <a:xfrm>
              <a:off x="818677" y="4026915"/>
              <a:ext cx="13714" cy="20799"/>
            </a:xfrm>
            <a:custGeom>
              <a:rect b="b" l="l" r="r" t="t"/>
              <a:pathLst>
                <a:path extrusionOk="0" h="549" w="362">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g2975d56d0dc_2_745"/>
            <p:cNvSpPr/>
            <p:nvPr/>
          </p:nvSpPr>
          <p:spPr>
            <a:xfrm>
              <a:off x="849705" y="4026915"/>
              <a:ext cx="13676" cy="20799"/>
            </a:xfrm>
            <a:custGeom>
              <a:rect b="b" l="l" r="r" t="t"/>
              <a:pathLst>
                <a:path extrusionOk="0" h="549" w="361">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g2975d56d0dc_2_745"/>
            <p:cNvSpPr/>
            <p:nvPr/>
          </p:nvSpPr>
          <p:spPr>
            <a:xfrm>
              <a:off x="879444" y="4026915"/>
              <a:ext cx="13752" cy="20799"/>
            </a:xfrm>
            <a:custGeom>
              <a:rect b="b" l="l" r="r" t="t"/>
              <a:pathLst>
                <a:path extrusionOk="0" h="549" w="363">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9" name="Google Shape;2739;g2975d56d0dc_2_745"/>
          <p:cNvGrpSpPr/>
          <p:nvPr/>
        </p:nvGrpSpPr>
        <p:grpSpPr>
          <a:xfrm>
            <a:off x="7759076" y="3435900"/>
            <a:ext cx="452298" cy="429824"/>
            <a:chOff x="7951248" y="2963331"/>
            <a:chExt cx="479586" cy="455757"/>
          </a:xfrm>
        </p:grpSpPr>
        <p:sp>
          <p:nvSpPr>
            <p:cNvPr id="2740" name="Google Shape;2740;g2975d56d0dc_2_745"/>
            <p:cNvSpPr/>
            <p:nvPr/>
          </p:nvSpPr>
          <p:spPr>
            <a:xfrm>
              <a:off x="7951248" y="2963331"/>
              <a:ext cx="479586" cy="455757"/>
            </a:xfrm>
            <a:custGeom>
              <a:rect b="b" l="l" r="r" t="t"/>
              <a:pathLst>
                <a:path extrusionOk="0" h="12030" w="12659">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g2975d56d0dc_2_745"/>
            <p:cNvSpPr/>
            <p:nvPr/>
          </p:nvSpPr>
          <p:spPr>
            <a:xfrm>
              <a:off x="8015387" y="3029819"/>
              <a:ext cx="352596" cy="322780"/>
            </a:xfrm>
            <a:custGeom>
              <a:rect b="b" l="l" r="r" t="t"/>
              <a:pathLst>
                <a:path extrusionOk="0" h="8520" w="9307">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g2975d56d0dc_2_745"/>
            <p:cNvSpPr/>
            <p:nvPr/>
          </p:nvSpPr>
          <p:spPr>
            <a:xfrm>
              <a:off x="8222505" y="3136731"/>
              <a:ext cx="54365" cy="54403"/>
            </a:xfrm>
            <a:custGeom>
              <a:rect b="b" l="l" r="r" t="t"/>
              <a:pathLst>
                <a:path extrusionOk="0" h="1436" w="1435">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g2975d56d0dc_2_745"/>
            <p:cNvSpPr/>
            <p:nvPr/>
          </p:nvSpPr>
          <p:spPr>
            <a:xfrm>
              <a:off x="8078731" y="3108090"/>
              <a:ext cx="227196" cy="212232"/>
            </a:xfrm>
            <a:custGeom>
              <a:rect b="b" l="l" r="r" t="t"/>
              <a:pathLst>
                <a:path extrusionOk="0" h="5602" w="5997">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4" name="Google Shape;2744;g2975d56d0dc_2_745"/>
          <p:cNvGrpSpPr/>
          <p:nvPr/>
        </p:nvGrpSpPr>
        <p:grpSpPr>
          <a:xfrm>
            <a:off x="7015834" y="3427254"/>
            <a:ext cx="449654" cy="447187"/>
            <a:chOff x="7163164" y="2954163"/>
            <a:chExt cx="476783" cy="474168"/>
          </a:xfrm>
        </p:grpSpPr>
        <p:sp>
          <p:nvSpPr>
            <p:cNvPr id="2745" name="Google Shape;2745;g2975d56d0dc_2_745"/>
            <p:cNvSpPr/>
            <p:nvPr/>
          </p:nvSpPr>
          <p:spPr>
            <a:xfrm>
              <a:off x="7368046" y="3217274"/>
              <a:ext cx="271901" cy="211057"/>
            </a:xfrm>
            <a:custGeom>
              <a:rect b="b" l="l" r="r" t="t"/>
              <a:pathLst>
                <a:path extrusionOk="0" h="5571" w="7177">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g2975d56d0dc_2_745"/>
            <p:cNvSpPr/>
            <p:nvPr/>
          </p:nvSpPr>
          <p:spPr>
            <a:xfrm>
              <a:off x="7163164" y="2954163"/>
              <a:ext cx="271939" cy="211019"/>
            </a:xfrm>
            <a:custGeom>
              <a:rect b="b" l="l" r="r" t="t"/>
              <a:pathLst>
                <a:path extrusionOk="0" h="5570" w="7178">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g2975d56d0dc_2_745"/>
            <p:cNvSpPr/>
            <p:nvPr/>
          </p:nvSpPr>
          <p:spPr>
            <a:xfrm>
              <a:off x="7472154" y="3049671"/>
              <a:ext cx="125361" cy="137977"/>
            </a:xfrm>
            <a:custGeom>
              <a:rect b="b" l="l" r="r" t="t"/>
              <a:pathLst>
                <a:path extrusionOk="0" h="3642" w="3309">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g2975d56d0dc_2_745"/>
            <p:cNvSpPr/>
            <p:nvPr/>
          </p:nvSpPr>
          <p:spPr>
            <a:xfrm>
              <a:off x="7203247" y="3194733"/>
              <a:ext cx="125248" cy="138015"/>
            </a:xfrm>
            <a:custGeom>
              <a:rect b="b" l="l" r="r" t="t"/>
              <a:pathLst>
                <a:path extrusionOk="0" h="3643" w="3306">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9" name="Google Shape;2749;g2975d56d0dc_2_745"/>
          <p:cNvGrpSpPr/>
          <p:nvPr/>
        </p:nvGrpSpPr>
        <p:grpSpPr>
          <a:xfrm>
            <a:off x="6327258" y="3426003"/>
            <a:ext cx="320778" cy="449547"/>
            <a:chOff x="6433044" y="2952837"/>
            <a:chExt cx="340132" cy="476669"/>
          </a:xfrm>
        </p:grpSpPr>
        <p:sp>
          <p:nvSpPr>
            <p:cNvPr id="2750" name="Google Shape;2750;g2975d56d0dc_2_745"/>
            <p:cNvSpPr/>
            <p:nvPr/>
          </p:nvSpPr>
          <p:spPr>
            <a:xfrm>
              <a:off x="6433044" y="2952837"/>
              <a:ext cx="340132" cy="476669"/>
            </a:xfrm>
            <a:custGeom>
              <a:rect b="b" l="l" r="r" t="t"/>
              <a:pathLst>
                <a:path extrusionOk="0" h="12582" w="8978">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g2975d56d0dc_2_745"/>
            <p:cNvSpPr/>
            <p:nvPr/>
          </p:nvSpPr>
          <p:spPr>
            <a:xfrm>
              <a:off x="6498472" y="3305395"/>
              <a:ext cx="25534" cy="13676"/>
            </a:xfrm>
            <a:custGeom>
              <a:rect b="b" l="l" r="r" t="t"/>
              <a:pathLst>
                <a:path extrusionOk="0" h="361" w="674">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g2975d56d0dc_2_745"/>
            <p:cNvSpPr/>
            <p:nvPr/>
          </p:nvSpPr>
          <p:spPr>
            <a:xfrm>
              <a:off x="6498472" y="3331498"/>
              <a:ext cx="25534" cy="13676"/>
            </a:xfrm>
            <a:custGeom>
              <a:rect b="b" l="l" r="r" t="t"/>
              <a:pathLst>
                <a:path extrusionOk="0" h="361" w="674">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g2975d56d0dc_2_745"/>
            <p:cNvSpPr/>
            <p:nvPr/>
          </p:nvSpPr>
          <p:spPr>
            <a:xfrm>
              <a:off x="6498472" y="3356312"/>
              <a:ext cx="25534" cy="13676"/>
            </a:xfrm>
            <a:custGeom>
              <a:rect b="b" l="l" r="r" t="t"/>
              <a:pathLst>
                <a:path extrusionOk="0" h="361" w="674">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g2975d56d0dc_2_745"/>
            <p:cNvSpPr/>
            <p:nvPr/>
          </p:nvSpPr>
          <p:spPr>
            <a:xfrm>
              <a:off x="6589585" y="3305395"/>
              <a:ext cx="25534" cy="13676"/>
            </a:xfrm>
            <a:custGeom>
              <a:rect b="b" l="l" r="r" t="t"/>
              <a:pathLst>
                <a:path extrusionOk="0" h="361" w="674">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g2975d56d0dc_2_745"/>
            <p:cNvSpPr/>
            <p:nvPr/>
          </p:nvSpPr>
          <p:spPr>
            <a:xfrm>
              <a:off x="6589585" y="3331498"/>
              <a:ext cx="25534" cy="13676"/>
            </a:xfrm>
            <a:custGeom>
              <a:rect b="b" l="l" r="r" t="t"/>
              <a:pathLst>
                <a:path extrusionOk="0" h="361" w="674">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g2975d56d0dc_2_745"/>
            <p:cNvSpPr/>
            <p:nvPr/>
          </p:nvSpPr>
          <p:spPr>
            <a:xfrm>
              <a:off x="6589585" y="3356312"/>
              <a:ext cx="25534" cy="13676"/>
            </a:xfrm>
            <a:custGeom>
              <a:rect b="b" l="l" r="r" t="t"/>
              <a:pathLst>
                <a:path extrusionOk="0" h="361" w="674">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g2975d56d0dc_2_745"/>
            <p:cNvSpPr/>
            <p:nvPr/>
          </p:nvSpPr>
          <p:spPr>
            <a:xfrm>
              <a:off x="6472786" y="3076986"/>
              <a:ext cx="259436" cy="319030"/>
            </a:xfrm>
            <a:custGeom>
              <a:rect b="b" l="l" r="r" t="t"/>
              <a:pathLst>
                <a:path extrusionOk="0" h="8421" w="6848">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g2975d56d0dc_2_745"/>
            <p:cNvSpPr/>
            <p:nvPr/>
          </p:nvSpPr>
          <p:spPr>
            <a:xfrm>
              <a:off x="6681987" y="3305395"/>
              <a:ext cx="25534" cy="13676"/>
            </a:xfrm>
            <a:custGeom>
              <a:rect b="b" l="l" r="r" t="t"/>
              <a:pathLst>
                <a:path extrusionOk="0" h="361" w="674">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g2975d56d0dc_2_745"/>
            <p:cNvSpPr/>
            <p:nvPr/>
          </p:nvSpPr>
          <p:spPr>
            <a:xfrm>
              <a:off x="6681949" y="3331422"/>
              <a:ext cx="25572" cy="13676"/>
            </a:xfrm>
            <a:custGeom>
              <a:rect b="b" l="l" r="r" t="t"/>
              <a:pathLst>
                <a:path extrusionOk="0" h="361" w="675">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g2975d56d0dc_2_745"/>
            <p:cNvSpPr/>
            <p:nvPr/>
          </p:nvSpPr>
          <p:spPr>
            <a:xfrm>
              <a:off x="6681949" y="3356312"/>
              <a:ext cx="25572" cy="13676"/>
            </a:xfrm>
            <a:custGeom>
              <a:rect b="b" l="l" r="r" t="t"/>
              <a:pathLst>
                <a:path extrusionOk="0" h="361" w="675">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1" name="Google Shape;2761;g2975d56d0dc_2_745"/>
          <p:cNvGrpSpPr/>
          <p:nvPr/>
        </p:nvGrpSpPr>
        <p:grpSpPr>
          <a:xfrm>
            <a:off x="5498337" y="3433613"/>
            <a:ext cx="449618" cy="434397"/>
            <a:chOff x="5554112" y="2960907"/>
            <a:chExt cx="476745" cy="460606"/>
          </a:xfrm>
        </p:grpSpPr>
        <p:sp>
          <p:nvSpPr>
            <p:cNvPr id="2762" name="Google Shape;2762;g2975d56d0dc_2_745"/>
            <p:cNvSpPr/>
            <p:nvPr/>
          </p:nvSpPr>
          <p:spPr>
            <a:xfrm>
              <a:off x="5824611" y="3184390"/>
              <a:ext cx="168853" cy="93159"/>
            </a:xfrm>
            <a:custGeom>
              <a:rect b="b" l="l" r="r" t="t"/>
              <a:pathLst>
                <a:path extrusionOk="0" h="2459" w="4457">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g2975d56d0dc_2_745"/>
            <p:cNvSpPr/>
            <p:nvPr/>
          </p:nvSpPr>
          <p:spPr>
            <a:xfrm>
              <a:off x="5554112" y="2960907"/>
              <a:ext cx="476745" cy="460606"/>
            </a:xfrm>
            <a:custGeom>
              <a:rect b="b" l="l" r="r" t="t"/>
              <a:pathLst>
                <a:path extrusionOk="0" h="12158" w="12584">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g2975d56d0dc_2_745"/>
            <p:cNvSpPr/>
            <p:nvPr/>
          </p:nvSpPr>
          <p:spPr>
            <a:xfrm>
              <a:off x="5670533" y="3077630"/>
              <a:ext cx="227689" cy="13676"/>
            </a:xfrm>
            <a:custGeom>
              <a:rect b="b" l="l" r="r" t="t"/>
              <a:pathLst>
                <a:path extrusionOk="0" h="361" w="601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g2975d56d0dc_2_745"/>
            <p:cNvSpPr/>
            <p:nvPr/>
          </p:nvSpPr>
          <p:spPr>
            <a:xfrm>
              <a:off x="5670457" y="3107408"/>
              <a:ext cx="291449" cy="13676"/>
            </a:xfrm>
            <a:custGeom>
              <a:rect b="b" l="l" r="r" t="t"/>
              <a:pathLst>
                <a:path extrusionOk="0" h="361" w="7693">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g2975d56d0dc_2_745"/>
            <p:cNvSpPr/>
            <p:nvPr/>
          </p:nvSpPr>
          <p:spPr>
            <a:xfrm>
              <a:off x="5670533" y="3138474"/>
              <a:ext cx="291374" cy="13676"/>
            </a:xfrm>
            <a:custGeom>
              <a:rect b="b" l="l" r="r" t="t"/>
              <a:pathLst>
                <a:path extrusionOk="0" h="361" w="7691">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g2975d56d0dc_2_745"/>
            <p:cNvSpPr/>
            <p:nvPr/>
          </p:nvSpPr>
          <p:spPr>
            <a:xfrm>
              <a:off x="5638444" y="3184390"/>
              <a:ext cx="168891" cy="93159"/>
            </a:xfrm>
            <a:custGeom>
              <a:rect b="b" l="l" r="r" t="t"/>
              <a:pathLst>
                <a:path extrusionOk="0" h="2459" w="4458">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g2975d56d0dc_2_745"/>
            <p:cNvSpPr/>
            <p:nvPr/>
          </p:nvSpPr>
          <p:spPr>
            <a:xfrm>
              <a:off x="5707963" y="3205454"/>
              <a:ext cx="31634" cy="50917"/>
            </a:xfrm>
            <a:custGeom>
              <a:rect b="b" l="l" r="r" t="t"/>
              <a:pathLst>
                <a:path extrusionOk="0" h="1344" w="835">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g2975d56d0dc_2_745"/>
            <p:cNvSpPr/>
            <p:nvPr/>
          </p:nvSpPr>
          <p:spPr>
            <a:xfrm>
              <a:off x="5746152" y="3205492"/>
              <a:ext cx="40575" cy="51637"/>
            </a:xfrm>
            <a:custGeom>
              <a:rect b="b" l="l" r="r" t="t"/>
              <a:pathLst>
                <a:path extrusionOk="0" h="1363" w="1071">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g2975d56d0dc_2_745"/>
            <p:cNvSpPr/>
            <p:nvPr/>
          </p:nvSpPr>
          <p:spPr>
            <a:xfrm>
              <a:off x="5660304" y="3206060"/>
              <a:ext cx="39363" cy="51561"/>
            </a:xfrm>
            <a:custGeom>
              <a:rect b="b" l="l" r="r" t="t"/>
              <a:pathLst>
                <a:path extrusionOk="0" h="1361" w="1039">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g2975d56d0dc_2_745"/>
            <p:cNvSpPr/>
            <p:nvPr/>
          </p:nvSpPr>
          <p:spPr>
            <a:xfrm>
              <a:off x="5861890" y="3205530"/>
              <a:ext cx="39741" cy="51486"/>
            </a:xfrm>
            <a:custGeom>
              <a:rect b="b" l="l" r="r" t="t"/>
              <a:pathLst>
                <a:path extrusionOk="0" h="1359" w="1049">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g2975d56d0dc_2_745"/>
            <p:cNvSpPr/>
            <p:nvPr/>
          </p:nvSpPr>
          <p:spPr>
            <a:xfrm>
              <a:off x="5911103" y="3205454"/>
              <a:ext cx="51637" cy="51599"/>
            </a:xfrm>
            <a:custGeom>
              <a:rect b="b" l="l" r="r" t="t"/>
              <a:pathLst>
                <a:path extrusionOk="0" h="1362" w="1363">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73" name="Google Shape;2773;g2975d56d0dc_2_745"/>
          <p:cNvGrpSpPr/>
          <p:nvPr/>
        </p:nvGrpSpPr>
        <p:grpSpPr>
          <a:xfrm>
            <a:off x="2514562" y="3425967"/>
            <a:ext cx="346575" cy="449475"/>
            <a:chOff x="2390336" y="2952799"/>
            <a:chExt cx="367485" cy="476593"/>
          </a:xfrm>
        </p:grpSpPr>
        <p:sp>
          <p:nvSpPr>
            <p:cNvPr id="2774" name="Google Shape;2774;g2975d56d0dc_2_745"/>
            <p:cNvSpPr/>
            <p:nvPr/>
          </p:nvSpPr>
          <p:spPr>
            <a:xfrm>
              <a:off x="2390336" y="2952799"/>
              <a:ext cx="367485" cy="476593"/>
            </a:xfrm>
            <a:custGeom>
              <a:rect b="b" l="l" r="r" t="t"/>
              <a:pathLst>
                <a:path extrusionOk="0" h="12580" w="970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g2975d56d0dc_2_745"/>
            <p:cNvSpPr/>
            <p:nvPr/>
          </p:nvSpPr>
          <p:spPr>
            <a:xfrm>
              <a:off x="2466523" y="3234209"/>
              <a:ext cx="65958" cy="76641"/>
            </a:xfrm>
            <a:custGeom>
              <a:rect b="b" l="l" r="r" t="t"/>
              <a:pathLst>
                <a:path extrusionOk="0" h="2023" w="1741">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g2975d56d0dc_2_745"/>
            <p:cNvSpPr/>
            <p:nvPr/>
          </p:nvSpPr>
          <p:spPr>
            <a:xfrm>
              <a:off x="2586353" y="3234209"/>
              <a:ext cx="65958" cy="76717"/>
            </a:xfrm>
            <a:custGeom>
              <a:rect b="b" l="l" r="r" t="t"/>
              <a:pathLst>
                <a:path extrusionOk="0" h="2025" w="1741">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g2975d56d0dc_2_745"/>
            <p:cNvSpPr/>
            <p:nvPr/>
          </p:nvSpPr>
          <p:spPr>
            <a:xfrm>
              <a:off x="2418939" y="3234626"/>
              <a:ext cx="35953" cy="75088"/>
            </a:xfrm>
            <a:custGeom>
              <a:rect b="b" l="l" r="r" t="t"/>
              <a:pathLst>
                <a:path extrusionOk="0" h="1982" w="949">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g2975d56d0dc_2_745"/>
            <p:cNvSpPr/>
            <p:nvPr/>
          </p:nvSpPr>
          <p:spPr>
            <a:xfrm>
              <a:off x="2528238" y="3233754"/>
              <a:ext cx="60351" cy="76603"/>
            </a:xfrm>
            <a:custGeom>
              <a:rect b="b" l="l" r="r" t="t"/>
              <a:pathLst>
                <a:path extrusionOk="0" h="2022" w="1593">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79" name="Google Shape;2779;g2975d56d0dc_2_745"/>
          <p:cNvGrpSpPr/>
          <p:nvPr/>
        </p:nvGrpSpPr>
        <p:grpSpPr>
          <a:xfrm>
            <a:off x="3941538" y="3462876"/>
            <a:ext cx="449832" cy="375837"/>
            <a:chOff x="3903387" y="2991934"/>
            <a:chExt cx="476972" cy="398512"/>
          </a:xfrm>
        </p:grpSpPr>
        <p:sp>
          <p:nvSpPr>
            <p:cNvPr id="2780" name="Google Shape;2780;g2975d56d0dc_2_745"/>
            <p:cNvSpPr/>
            <p:nvPr/>
          </p:nvSpPr>
          <p:spPr>
            <a:xfrm>
              <a:off x="4087281" y="3050353"/>
              <a:ext cx="182530" cy="64594"/>
            </a:xfrm>
            <a:custGeom>
              <a:rect b="b" l="l" r="r" t="t"/>
              <a:pathLst>
                <a:path extrusionOk="0" h="1705" w="4818">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g2975d56d0dc_2_745"/>
            <p:cNvSpPr/>
            <p:nvPr/>
          </p:nvSpPr>
          <p:spPr>
            <a:xfrm>
              <a:off x="3979271" y="3050353"/>
              <a:ext cx="91947" cy="157753"/>
            </a:xfrm>
            <a:custGeom>
              <a:rect b="b" l="l" r="r" t="t"/>
              <a:pathLst>
                <a:path extrusionOk="0" h="4164" w="2427">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g2975d56d0dc_2_745"/>
            <p:cNvSpPr/>
            <p:nvPr/>
          </p:nvSpPr>
          <p:spPr>
            <a:xfrm>
              <a:off x="4088001" y="3132260"/>
              <a:ext cx="121497" cy="13676"/>
            </a:xfrm>
            <a:custGeom>
              <a:rect b="b" l="l" r="r" t="t"/>
              <a:pathLst>
                <a:path extrusionOk="0" h="361" w="3207">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g2975d56d0dc_2_745"/>
            <p:cNvSpPr/>
            <p:nvPr/>
          </p:nvSpPr>
          <p:spPr>
            <a:xfrm>
              <a:off x="4088001" y="3163250"/>
              <a:ext cx="121497" cy="13714"/>
            </a:xfrm>
            <a:custGeom>
              <a:rect b="b" l="l" r="r" t="t"/>
              <a:pathLst>
                <a:path extrusionOk="0" h="362" w="3207">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g2975d56d0dc_2_745"/>
            <p:cNvSpPr/>
            <p:nvPr/>
          </p:nvSpPr>
          <p:spPr>
            <a:xfrm>
              <a:off x="4087433" y="3194278"/>
              <a:ext cx="75959" cy="13714"/>
            </a:xfrm>
            <a:custGeom>
              <a:rect b="b" l="l" r="r" t="t"/>
              <a:pathLst>
                <a:path extrusionOk="0" h="362" w="2005">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g2975d56d0dc_2_745"/>
            <p:cNvSpPr/>
            <p:nvPr/>
          </p:nvSpPr>
          <p:spPr>
            <a:xfrm>
              <a:off x="3903387" y="2991934"/>
              <a:ext cx="476972" cy="398512"/>
            </a:xfrm>
            <a:custGeom>
              <a:rect b="b" l="l" r="r" t="t"/>
              <a:pathLst>
                <a:path extrusionOk="0" h="10519" w="1259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g2975d56d0dc_2_745"/>
            <p:cNvSpPr/>
            <p:nvPr/>
          </p:nvSpPr>
          <p:spPr>
            <a:xfrm>
              <a:off x="4252346" y="3168213"/>
              <a:ext cx="105585" cy="60919"/>
            </a:xfrm>
            <a:custGeom>
              <a:rect b="b" l="l" r="r" t="t"/>
              <a:pathLst>
                <a:path extrusionOk="0" h="1608" w="2787">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g2975d56d0dc_2_745"/>
            <p:cNvSpPr/>
            <p:nvPr/>
          </p:nvSpPr>
          <p:spPr>
            <a:xfrm>
              <a:off x="4253407" y="3243983"/>
              <a:ext cx="103881" cy="13639"/>
            </a:xfrm>
            <a:custGeom>
              <a:rect b="b" l="l" r="r" t="t"/>
              <a:pathLst>
                <a:path extrusionOk="0" h="360" w="2742">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g2975d56d0dc_2_745"/>
            <p:cNvSpPr/>
            <p:nvPr/>
          </p:nvSpPr>
          <p:spPr>
            <a:xfrm>
              <a:off x="4253407" y="3271223"/>
              <a:ext cx="103615" cy="13714"/>
            </a:xfrm>
            <a:custGeom>
              <a:rect b="b" l="l" r="r" t="t"/>
              <a:pathLst>
                <a:path extrusionOk="0" h="362" w="2735">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g2975d56d0dc_2_745"/>
            <p:cNvSpPr/>
            <p:nvPr/>
          </p:nvSpPr>
          <p:spPr>
            <a:xfrm>
              <a:off x="4252952" y="3299788"/>
              <a:ext cx="65768" cy="13714"/>
            </a:xfrm>
            <a:custGeom>
              <a:rect b="b" l="l" r="r" t="t"/>
              <a:pathLst>
                <a:path extrusionOk="0" h="362" w="1736">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90" name="Google Shape;2790;g2975d56d0dc_2_745"/>
          <p:cNvGrpSpPr/>
          <p:nvPr/>
        </p:nvGrpSpPr>
        <p:grpSpPr>
          <a:xfrm>
            <a:off x="4839345" y="3426003"/>
            <a:ext cx="249355" cy="449547"/>
            <a:chOff x="4855362" y="2952837"/>
            <a:chExt cx="264399" cy="476669"/>
          </a:xfrm>
        </p:grpSpPr>
        <p:sp>
          <p:nvSpPr>
            <p:cNvPr id="2791" name="Google Shape;2791;g2975d56d0dc_2_745"/>
            <p:cNvSpPr/>
            <p:nvPr/>
          </p:nvSpPr>
          <p:spPr>
            <a:xfrm>
              <a:off x="4972464" y="3378665"/>
              <a:ext cx="29247" cy="13676"/>
            </a:xfrm>
            <a:custGeom>
              <a:rect b="b" l="l" r="r" t="t"/>
              <a:pathLst>
                <a:path extrusionOk="0" h="361" w="772">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g2975d56d0dc_2_745"/>
            <p:cNvSpPr/>
            <p:nvPr/>
          </p:nvSpPr>
          <p:spPr>
            <a:xfrm>
              <a:off x="4855362" y="2952837"/>
              <a:ext cx="264399" cy="476669"/>
            </a:xfrm>
            <a:custGeom>
              <a:rect b="b" l="l" r="r" t="t"/>
              <a:pathLst>
                <a:path extrusionOk="0" h="12582" w="6979">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g2975d56d0dc_2_745"/>
            <p:cNvSpPr/>
            <p:nvPr/>
          </p:nvSpPr>
          <p:spPr>
            <a:xfrm>
              <a:off x="4882752" y="3132147"/>
              <a:ext cx="109412" cy="139871"/>
            </a:xfrm>
            <a:custGeom>
              <a:rect b="b" l="l" r="r" t="t"/>
              <a:pathLst>
                <a:path extrusionOk="0" h="3692" w="2888">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g2975d56d0dc_2_745"/>
            <p:cNvSpPr/>
            <p:nvPr/>
          </p:nvSpPr>
          <p:spPr>
            <a:xfrm>
              <a:off x="4907946" y="3156469"/>
              <a:ext cx="59176" cy="59176"/>
            </a:xfrm>
            <a:custGeom>
              <a:rect b="b" l="l" r="r" t="t"/>
              <a:pathLst>
                <a:path extrusionOk="0" h="1562" w="1562">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95" name="Google Shape;2795;g2975d56d0dc_2_745"/>
          <p:cNvGrpSpPr/>
          <p:nvPr/>
        </p:nvGrpSpPr>
        <p:grpSpPr>
          <a:xfrm>
            <a:off x="932842" y="3451800"/>
            <a:ext cx="449582" cy="398061"/>
            <a:chOff x="713167" y="2980190"/>
            <a:chExt cx="476707" cy="422077"/>
          </a:xfrm>
        </p:grpSpPr>
        <p:sp>
          <p:nvSpPr>
            <p:cNvPr id="2796" name="Google Shape;2796;g2975d56d0dc_2_745"/>
            <p:cNvSpPr/>
            <p:nvPr/>
          </p:nvSpPr>
          <p:spPr>
            <a:xfrm>
              <a:off x="816176" y="3244514"/>
              <a:ext cx="270650" cy="54744"/>
            </a:xfrm>
            <a:custGeom>
              <a:rect b="b" l="l" r="r" t="t"/>
              <a:pathLst>
                <a:path extrusionOk="0" h="1445" w="7144">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g2975d56d0dc_2_745"/>
            <p:cNvSpPr/>
            <p:nvPr/>
          </p:nvSpPr>
          <p:spPr>
            <a:xfrm>
              <a:off x="816176" y="3314033"/>
              <a:ext cx="270650" cy="54706"/>
            </a:xfrm>
            <a:custGeom>
              <a:rect b="b" l="l" r="r" t="t"/>
              <a:pathLst>
                <a:path extrusionOk="0" h="1444" w="7144">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g2975d56d0dc_2_745"/>
            <p:cNvSpPr/>
            <p:nvPr/>
          </p:nvSpPr>
          <p:spPr>
            <a:xfrm>
              <a:off x="942030" y="3170411"/>
              <a:ext cx="18677" cy="18677"/>
            </a:xfrm>
            <a:custGeom>
              <a:rect b="b" l="l" r="r" t="t"/>
              <a:pathLst>
                <a:path extrusionOk="0" h="493" w="493">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g2975d56d0dc_2_745"/>
            <p:cNvSpPr/>
            <p:nvPr/>
          </p:nvSpPr>
          <p:spPr>
            <a:xfrm>
              <a:off x="896872" y="3073804"/>
              <a:ext cx="109260" cy="154647"/>
            </a:xfrm>
            <a:custGeom>
              <a:rect b="b" l="l" r="r" t="t"/>
              <a:pathLst>
                <a:path extrusionOk="0" h="4082" w="2884">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g2975d56d0dc_2_745"/>
            <p:cNvSpPr/>
            <p:nvPr/>
          </p:nvSpPr>
          <p:spPr>
            <a:xfrm>
              <a:off x="713167" y="2980190"/>
              <a:ext cx="476707" cy="422077"/>
            </a:xfrm>
            <a:custGeom>
              <a:rect b="b" l="l" r="r" t="t"/>
              <a:pathLst>
                <a:path extrusionOk="0" h="11141" w="12583">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g2975d56d0dc_2_745"/>
            <p:cNvSpPr/>
            <p:nvPr/>
          </p:nvSpPr>
          <p:spPr>
            <a:xfrm>
              <a:off x="762152" y="3007770"/>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g2975d56d0dc_2_745"/>
            <p:cNvSpPr/>
            <p:nvPr/>
          </p:nvSpPr>
          <p:spPr>
            <a:xfrm>
              <a:off x="797878" y="3007770"/>
              <a:ext cx="18677" cy="18677"/>
            </a:xfrm>
            <a:custGeom>
              <a:rect b="b" l="l" r="r" t="t"/>
              <a:pathLst>
                <a:path extrusionOk="0" h="493" w="493">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g2975d56d0dc_2_745"/>
            <p:cNvSpPr/>
            <p:nvPr/>
          </p:nvSpPr>
          <p:spPr>
            <a:xfrm>
              <a:off x="833641" y="3007770"/>
              <a:ext cx="18677" cy="18677"/>
            </a:xfrm>
            <a:custGeom>
              <a:rect b="b" l="l" r="r" t="t"/>
              <a:pathLst>
                <a:path extrusionOk="0" h="493" w="493">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04" name="Google Shape;2804;g2975d56d0dc_2_745"/>
          <p:cNvGrpSpPr/>
          <p:nvPr/>
        </p:nvGrpSpPr>
        <p:grpSpPr>
          <a:xfrm>
            <a:off x="3239189" y="3464126"/>
            <a:ext cx="449654" cy="373443"/>
            <a:chOff x="3158720" y="2993260"/>
            <a:chExt cx="476783" cy="395974"/>
          </a:xfrm>
        </p:grpSpPr>
        <p:sp>
          <p:nvSpPr>
            <p:cNvPr id="2805" name="Google Shape;2805;g2975d56d0dc_2_745"/>
            <p:cNvSpPr/>
            <p:nvPr/>
          </p:nvSpPr>
          <p:spPr>
            <a:xfrm>
              <a:off x="3158720" y="2993260"/>
              <a:ext cx="476783" cy="395974"/>
            </a:xfrm>
            <a:custGeom>
              <a:rect b="b" l="l" r="r" t="t"/>
              <a:pathLst>
                <a:path extrusionOk="0" h="10452" w="12585">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g2975d56d0dc_2_745"/>
            <p:cNvSpPr/>
            <p:nvPr/>
          </p:nvSpPr>
          <p:spPr>
            <a:xfrm>
              <a:off x="3216987" y="3063954"/>
              <a:ext cx="122975" cy="173816"/>
            </a:xfrm>
            <a:custGeom>
              <a:rect b="b" l="l" r="r" t="t"/>
              <a:pathLst>
                <a:path extrusionOk="0" h="4588" w="3246">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g2975d56d0dc_2_745"/>
            <p:cNvSpPr/>
            <p:nvPr/>
          </p:nvSpPr>
          <p:spPr>
            <a:xfrm>
              <a:off x="3254569" y="3104945"/>
              <a:ext cx="52206" cy="91947"/>
            </a:xfrm>
            <a:custGeom>
              <a:rect b="b" l="l" r="r" t="t"/>
              <a:pathLst>
                <a:path extrusionOk="0" h="2427" w="1378">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g2975d56d0dc_2_745"/>
            <p:cNvSpPr/>
            <p:nvPr/>
          </p:nvSpPr>
          <p:spPr>
            <a:xfrm>
              <a:off x="3353903" y="3063499"/>
              <a:ext cx="51486" cy="58646"/>
            </a:xfrm>
            <a:custGeom>
              <a:rect b="b" l="l" r="r" t="t"/>
              <a:pathLst>
                <a:path extrusionOk="0" h="1548" w="1359">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g2975d56d0dc_2_745"/>
            <p:cNvSpPr/>
            <p:nvPr/>
          </p:nvSpPr>
          <p:spPr>
            <a:xfrm>
              <a:off x="3413117" y="3065242"/>
              <a:ext cx="43757" cy="57320"/>
            </a:xfrm>
            <a:custGeom>
              <a:rect b="b" l="l" r="r" t="t"/>
              <a:pathLst>
                <a:path extrusionOk="0" h="1513" w="1155">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g2975d56d0dc_2_745"/>
            <p:cNvSpPr/>
            <p:nvPr/>
          </p:nvSpPr>
          <p:spPr>
            <a:xfrm>
              <a:off x="3462141" y="3063916"/>
              <a:ext cx="44666" cy="58608"/>
            </a:xfrm>
            <a:custGeom>
              <a:rect b="b" l="l" r="r" t="t"/>
              <a:pathLst>
                <a:path extrusionOk="0" h="1547" w="1179">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g2975d56d0dc_2_745"/>
            <p:cNvSpPr/>
            <p:nvPr/>
          </p:nvSpPr>
          <p:spPr>
            <a:xfrm>
              <a:off x="3354017" y="3138474"/>
              <a:ext cx="223143" cy="13714"/>
            </a:xfrm>
            <a:custGeom>
              <a:rect b="b" l="l" r="r" t="t"/>
              <a:pathLst>
                <a:path extrusionOk="0" h="362" w="589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g2975d56d0dc_2_745"/>
            <p:cNvSpPr/>
            <p:nvPr/>
          </p:nvSpPr>
          <p:spPr>
            <a:xfrm>
              <a:off x="3354017" y="3167001"/>
              <a:ext cx="223143" cy="13639"/>
            </a:xfrm>
            <a:custGeom>
              <a:rect b="b" l="l" r="r" t="t"/>
              <a:pathLst>
                <a:path extrusionOk="0" h="360" w="589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g2975d56d0dc_2_745"/>
            <p:cNvSpPr/>
            <p:nvPr/>
          </p:nvSpPr>
          <p:spPr>
            <a:xfrm>
              <a:off x="3354017" y="3195528"/>
              <a:ext cx="223143" cy="13752"/>
            </a:xfrm>
            <a:custGeom>
              <a:rect b="b" l="l" r="r" t="t"/>
              <a:pathLst>
                <a:path extrusionOk="0" h="363" w="589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g2975d56d0dc_2_745"/>
            <p:cNvSpPr/>
            <p:nvPr/>
          </p:nvSpPr>
          <p:spPr>
            <a:xfrm>
              <a:off x="3354017" y="3224132"/>
              <a:ext cx="223143" cy="13639"/>
            </a:xfrm>
            <a:custGeom>
              <a:rect b="b" l="l" r="r" t="t"/>
              <a:pathLst>
                <a:path extrusionOk="0" h="360" w="589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15" name="Google Shape;2815;g2975d56d0dc_2_745"/>
          <p:cNvGrpSpPr/>
          <p:nvPr/>
        </p:nvGrpSpPr>
        <p:grpSpPr>
          <a:xfrm>
            <a:off x="1729838" y="3464019"/>
            <a:ext cx="449547" cy="373479"/>
            <a:chOff x="1558268" y="2993147"/>
            <a:chExt cx="476669" cy="396012"/>
          </a:xfrm>
        </p:grpSpPr>
        <p:sp>
          <p:nvSpPr>
            <p:cNvPr id="2816" name="Google Shape;2816;g2975d56d0dc_2_745"/>
            <p:cNvSpPr/>
            <p:nvPr/>
          </p:nvSpPr>
          <p:spPr>
            <a:xfrm>
              <a:off x="1819220" y="3109908"/>
              <a:ext cx="25345" cy="13676"/>
            </a:xfrm>
            <a:custGeom>
              <a:rect b="b" l="l" r="r" t="t"/>
              <a:pathLst>
                <a:path extrusionOk="0" h="361" w="669">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g2975d56d0dc_2_745"/>
            <p:cNvSpPr/>
            <p:nvPr/>
          </p:nvSpPr>
          <p:spPr>
            <a:xfrm>
              <a:off x="1859870" y="3109908"/>
              <a:ext cx="54403" cy="13676"/>
            </a:xfrm>
            <a:custGeom>
              <a:rect b="b" l="l" r="r" t="t"/>
              <a:pathLst>
                <a:path extrusionOk="0" h="361" w="1436">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g2975d56d0dc_2_745"/>
            <p:cNvSpPr/>
            <p:nvPr/>
          </p:nvSpPr>
          <p:spPr>
            <a:xfrm>
              <a:off x="1819220" y="3139686"/>
              <a:ext cx="25345" cy="13714"/>
            </a:xfrm>
            <a:custGeom>
              <a:rect b="b" l="l" r="r" t="t"/>
              <a:pathLst>
                <a:path extrusionOk="0" h="362" w="669">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g2975d56d0dc_2_745"/>
            <p:cNvSpPr/>
            <p:nvPr/>
          </p:nvSpPr>
          <p:spPr>
            <a:xfrm>
              <a:off x="1859870" y="3139686"/>
              <a:ext cx="54403" cy="13714"/>
            </a:xfrm>
            <a:custGeom>
              <a:rect b="b" l="l" r="r" t="t"/>
              <a:pathLst>
                <a:path extrusionOk="0" h="362" w="1436">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g2975d56d0dc_2_745"/>
            <p:cNvSpPr/>
            <p:nvPr/>
          </p:nvSpPr>
          <p:spPr>
            <a:xfrm>
              <a:off x="1819220" y="3170714"/>
              <a:ext cx="25345" cy="13714"/>
            </a:xfrm>
            <a:custGeom>
              <a:rect b="b" l="l" r="r" t="t"/>
              <a:pathLst>
                <a:path extrusionOk="0" h="362" w="669">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g2975d56d0dc_2_745"/>
            <p:cNvSpPr/>
            <p:nvPr/>
          </p:nvSpPr>
          <p:spPr>
            <a:xfrm>
              <a:off x="1881124" y="3170714"/>
              <a:ext cx="91606" cy="13714"/>
            </a:xfrm>
            <a:custGeom>
              <a:rect b="b" l="l" r="r" t="t"/>
              <a:pathLst>
                <a:path extrusionOk="0" h="362" w="2418">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g2975d56d0dc_2_745"/>
            <p:cNvSpPr/>
            <p:nvPr/>
          </p:nvSpPr>
          <p:spPr>
            <a:xfrm>
              <a:off x="1819220" y="3201742"/>
              <a:ext cx="25345" cy="13676"/>
            </a:xfrm>
            <a:custGeom>
              <a:rect b="b" l="l" r="r" t="t"/>
              <a:pathLst>
                <a:path extrusionOk="0" h="361" w="669">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g2975d56d0dc_2_745"/>
            <p:cNvSpPr/>
            <p:nvPr/>
          </p:nvSpPr>
          <p:spPr>
            <a:xfrm>
              <a:off x="1877108" y="3201742"/>
              <a:ext cx="56032" cy="13714"/>
            </a:xfrm>
            <a:custGeom>
              <a:rect b="b" l="l" r="r" t="t"/>
              <a:pathLst>
                <a:path extrusionOk="0" h="362" w="1479">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g2975d56d0dc_2_745"/>
            <p:cNvSpPr/>
            <p:nvPr/>
          </p:nvSpPr>
          <p:spPr>
            <a:xfrm>
              <a:off x="1819220" y="3231519"/>
              <a:ext cx="25383" cy="13714"/>
            </a:xfrm>
            <a:custGeom>
              <a:rect b="b" l="l" r="r" t="t"/>
              <a:pathLst>
                <a:path extrusionOk="0" h="362" w="67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g2975d56d0dc_2_745"/>
            <p:cNvSpPr/>
            <p:nvPr/>
          </p:nvSpPr>
          <p:spPr>
            <a:xfrm>
              <a:off x="1859605" y="3231519"/>
              <a:ext cx="26633" cy="13714"/>
            </a:xfrm>
            <a:custGeom>
              <a:rect b="b" l="l" r="r" t="t"/>
              <a:pathLst>
                <a:path extrusionOk="0" h="362" w="703">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g2975d56d0dc_2_745"/>
            <p:cNvSpPr/>
            <p:nvPr/>
          </p:nvSpPr>
          <p:spPr>
            <a:xfrm>
              <a:off x="1901089" y="3231557"/>
              <a:ext cx="71868" cy="13676"/>
            </a:xfrm>
            <a:custGeom>
              <a:rect b="b" l="l" r="r" t="t"/>
              <a:pathLst>
                <a:path extrusionOk="0" h="361" w="1897">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g2975d56d0dc_2_745"/>
            <p:cNvSpPr/>
            <p:nvPr/>
          </p:nvSpPr>
          <p:spPr>
            <a:xfrm>
              <a:off x="1558268" y="2993147"/>
              <a:ext cx="476669" cy="396012"/>
            </a:xfrm>
            <a:custGeom>
              <a:rect b="b" l="l" r="r" t="t"/>
              <a:pathLst>
                <a:path extrusionOk="0" h="10453" w="12582">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g2975d56d0dc_2_745"/>
            <p:cNvSpPr/>
            <p:nvPr/>
          </p:nvSpPr>
          <p:spPr>
            <a:xfrm>
              <a:off x="1636425" y="3185527"/>
              <a:ext cx="50614" cy="58078"/>
            </a:xfrm>
            <a:custGeom>
              <a:rect b="b" l="l" r="r" t="t"/>
              <a:pathLst>
                <a:path extrusionOk="0" h="1533" w="1336">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g2975d56d0dc_2_745"/>
            <p:cNvSpPr/>
            <p:nvPr/>
          </p:nvSpPr>
          <p:spPr>
            <a:xfrm>
              <a:off x="1740684" y="3186701"/>
              <a:ext cx="13714" cy="56600"/>
            </a:xfrm>
            <a:custGeom>
              <a:rect b="b" l="l" r="r" t="t"/>
              <a:pathLst>
                <a:path extrusionOk="0" h="1494" w="362">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g2975d56d0dc_2_745"/>
            <p:cNvSpPr/>
            <p:nvPr/>
          </p:nvSpPr>
          <p:spPr>
            <a:xfrm>
              <a:off x="1694768" y="3185603"/>
              <a:ext cx="37961" cy="57888"/>
            </a:xfrm>
            <a:custGeom>
              <a:rect b="b" l="l" r="r" t="t"/>
              <a:pathLst>
                <a:path extrusionOk="0" h="1528" w="1002">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g2975d56d0dc_2_745"/>
            <p:cNvSpPr/>
            <p:nvPr/>
          </p:nvSpPr>
          <p:spPr>
            <a:xfrm>
              <a:off x="1684387" y="3110931"/>
              <a:ext cx="36332" cy="65352"/>
            </a:xfrm>
            <a:custGeom>
              <a:rect b="b" l="l" r="r" t="t"/>
              <a:pathLst>
                <a:path extrusionOk="0" h="1725" w="959">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g2975d56d0dc_2_745"/>
            <p:cNvSpPr/>
            <p:nvPr/>
          </p:nvSpPr>
          <p:spPr>
            <a:xfrm>
              <a:off x="1726742" y="3113470"/>
              <a:ext cx="29020" cy="60351"/>
            </a:xfrm>
            <a:custGeom>
              <a:rect b="b" l="l" r="r" t="t"/>
              <a:pathLst>
                <a:path extrusionOk="0" h="1593" w="766">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g2975d56d0dc_2_745"/>
            <p:cNvSpPr/>
            <p:nvPr/>
          </p:nvSpPr>
          <p:spPr>
            <a:xfrm>
              <a:off x="1647449" y="3113470"/>
              <a:ext cx="29020" cy="60351"/>
            </a:xfrm>
            <a:custGeom>
              <a:rect b="b" l="l" r="r" t="t"/>
              <a:pathLst>
                <a:path extrusionOk="0" h="1593" w="766">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34" name="Google Shape;2834;g2975d56d0dc_2_745"/>
          <p:cNvGrpSpPr/>
          <p:nvPr/>
        </p:nvGrpSpPr>
        <p:grpSpPr>
          <a:xfrm>
            <a:off x="7760505" y="2705592"/>
            <a:ext cx="449725" cy="443580"/>
            <a:chOff x="7952763" y="2188962"/>
            <a:chExt cx="476858" cy="470342"/>
          </a:xfrm>
        </p:grpSpPr>
        <p:sp>
          <p:nvSpPr>
            <p:cNvPr id="2835" name="Google Shape;2835;g2975d56d0dc_2_745"/>
            <p:cNvSpPr/>
            <p:nvPr/>
          </p:nvSpPr>
          <p:spPr>
            <a:xfrm>
              <a:off x="8005764" y="2378804"/>
              <a:ext cx="42696" cy="91341"/>
            </a:xfrm>
            <a:custGeom>
              <a:rect b="b" l="l" r="r" t="t"/>
              <a:pathLst>
                <a:path extrusionOk="0" h="2411" w="1127">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g2975d56d0dc_2_745"/>
            <p:cNvSpPr/>
            <p:nvPr/>
          </p:nvSpPr>
          <p:spPr>
            <a:xfrm>
              <a:off x="8067631" y="2393768"/>
              <a:ext cx="36067" cy="13676"/>
            </a:xfrm>
            <a:custGeom>
              <a:rect b="b" l="l" r="r" t="t"/>
              <a:pathLst>
                <a:path extrusionOk="0" h="361" w="952">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g2975d56d0dc_2_745"/>
            <p:cNvSpPr/>
            <p:nvPr/>
          </p:nvSpPr>
          <p:spPr>
            <a:xfrm>
              <a:off x="8066797" y="2541482"/>
              <a:ext cx="182378" cy="13714"/>
            </a:xfrm>
            <a:custGeom>
              <a:rect b="b" l="l" r="r" t="t"/>
              <a:pathLst>
                <a:path extrusionOk="0" h="362" w="4814">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g2975d56d0dc_2_745"/>
            <p:cNvSpPr/>
            <p:nvPr/>
          </p:nvSpPr>
          <p:spPr>
            <a:xfrm>
              <a:off x="8067631" y="2453361"/>
              <a:ext cx="36067" cy="13639"/>
            </a:xfrm>
            <a:custGeom>
              <a:rect b="b" l="l" r="r" t="t"/>
              <a:pathLst>
                <a:path extrusionOk="0" h="360" w="952">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g2975d56d0dc_2_745"/>
            <p:cNvSpPr/>
            <p:nvPr/>
          </p:nvSpPr>
          <p:spPr>
            <a:xfrm>
              <a:off x="8067631" y="2483139"/>
              <a:ext cx="36067" cy="13639"/>
            </a:xfrm>
            <a:custGeom>
              <a:rect b="b" l="l" r="r" t="t"/>
              <a:pathLst>
                <a:path extrusionOk="0" h="360" w="952">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g2975d56d0dc_2_745"/>
            <p:cNvSpPr/>
            <p:nvPr/>
          </p:nvSpPr>
          <p:spPr>
            <a:xfrm>
              <a:off x="8068047" y="2511704"/>
              <a:ext cx="78952" cy="13639"/>
            </a:xfrm>
            <a:custGeom>
              <a:rect b="b" l="l" r="r" t="t"/>
              <a:pathLst>
                <a:path extrusionOk="0" h="360" w="2084">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g2975d56d0dc_2_745"/>
            <p:cNvSpPr/>
            <p:nvPr/>
          </p:nvSpPr>
          <p:spPr>
            <a:xfrm>
              <a:off x="8066797" y="2423546"/>
              <a:ext cx="182378" cy="13676"/>
            </a:xfrm>
            <a:custGeom>
              <a:rect b="b" l="l" r="r" t="t"/>
              <a:pathLst>
                <a:path extrusionOk="0" h="361" w="4814">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g2975d56d0dc_2_745"/>
            <p:cNvSpPr/>
            <p:nvPr/>
          </p:nvSpPr>
          <p:spPr>
            <a:xfrm>
              <a:off x="8006068" y="2602855"/>
              <a:ext cx="13752" cy="32467"/>
            </a:xfrm>
            <a:custGeom>
              <a:rect b="b" l="l" r="r" t="t"/>
              <a:pathLst>
                <a:path extrusionOk="0" h="857" w="363">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g2975d56d0dc_2_745"/>
            <p:cNvSpPr/>
            <p:nvPr/>
          </p:nvSpPr>
          <p:spPr>
            <a:xfrm>
              <a:off x="7952763" y="2188962"/>
              <a:ext cx="476858" cy="470342"/>
            </a:xfrm>
            <a:custGeom>
              <a:rect b="b" l="l" r="r" t="t"/>
              <a:pathLst>
                <a:path extrusionOk="0" h="12415" w="12587">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844" name="Google Shape;2844;g2975d56d0dc_2_745"/>
            <p:cNvGrpSpPr/>
            <p:nvPr/>
          </p:nvGrpSpPr>
          <p:grpSpPr>
            <a:xfrm>
              <a:off x="8122678" y="2237985"/>
              <a:ext cx="259550" cy="316340"/>
              <a:chOff x="8122678" y="2237985"/>
              <a:chExt cx="259550" cy="316340"/>
            </a:xfrm>
          </p:grpSpPr>
          <p:sp>
            <p:nvSpPr>
              <p:cNvPr id="2845" name="Google Shape;2845;g2975d56d0dc_2_745"/>
              <p:cNvSpPr/>
              <p:nvPr/>
            </p:nvSpPr>
            <p:spPr>
              <a:xfrm>
                <a:off x="8276529" y="2462908"/>
                <a:ext cx="42696" cy="91417"/>
              </a:xfrm>
              <a:custGeom>
                <a:rect b="b" l="l" r="r" t="t"/>
                <a:pathLst>
                  <a:path extrusionOk="0" h="2413" w="1127">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g2975d56d0dc_2_745"/>
              <p:cNvSpPr/>
              <p:nvPr/>
            </p:nvSpPr>
            <p:spPr>
              <a:xfrm>
                <a:off x="8166397" y="2511704"/>
                <a:ext cx="35991" cy="13639"/>
              </a:xfrm>
              <a:custGeom>
                <a:rect b="b" l="l" r="r" t="t"/>
                <a:pathLst>
                  <a:path extrusionOk="0" h="360" w="95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g2975d56d0dc_2_745"/>
              <p:cNvSpPr/>
              <p:nvPr/>
            </p:nvSpPr>
            <p:spPr>
              <a:xfrm>
                <a:off x="8122678" y="2453361"/>
                <a:ext cx="36067" cy="13639"/>
              </a:xfrm>
              <a:custGeom>
                <a:rect b="b" l="l" r="r" t="t"/>
                <a:pathLst>
                  <a:path extrusionOk="0" h="360" w="952">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g2975d56d0dc_2_745"/>
              <p:cNvSpPr/>
              <p:nvPr/>
            </p:nvSpPr>
            <p:spPr>
              <a:xfrm>
                <a:off x="8172496" y="2453285"/>
                <a:ext cx="75505" cy="13676"/>
              </a:xfrm>
              <a:custGeom>
                <a:rect b="b" l="l" r="r" t="t"/>
                <a:pathLst>
                  <a:path extrusionOk="0" h="361" w="1993">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g2975d56d0dc_2_745"/>
              <p:cNvSpPr/>
              <p:nvPr/>
            </p:nvSpPr>
            <p:spPr>
              <a:xfrm>
                <a:off x="8124155" y="2393730"/>
                <a:ext cx="164459" cy="13676"/>
              </a:xfrm>
              <a:custGeom>
                <a:rect b="b" l="l" r="r" t="t"/>
                <a:pathLst>
                  <a:path extrusionOk="0" h="361" w="4341">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g2975d56d0dc_2_745"/>
              <p:cNvSpPr/>
              <p:nvPr/>
            </p:nvSpPr>
            <p:spPr>
              <a:xfrm>
                <a:off x="8282325" y="2237985"/>
                <a:ext cx="99903" cy="97289"/>
              </a:xfrm>
              <a:custGeom>
                <a:rect b="b" l="l" r="r" t="t"/>
                <a:pathLst>
                  <a:path extrusionOk="0" h="2568" w="2637">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851" name="Google Shape;2851;g2975d56d0dc_2_745"/>
          <p:cNvGrpSpPr/>
          <p:nvPr/>
        </p:nvGrpSpPr>
        <p:grpSpPr>
          <a:xfrm>
            <a:off x="7016227" y="2702591"/>
            <a:ext cx="448796" cy="449654"/>
            <a:chOff x="7163581" y="2185780"/>
            <a:chExt cx="475873" cy="476783"/>
          </a:xfrm>
        </p:grpSpPr>
        <p:sp>
          <p:nvSpPr>
            <p:cNvPr id="2852" name="Google Shape;2852;g2975d56d0dc_2_745"/>
            <p:cNvSpPr/>
            <p:nvPr/>
          </p:nvSpPr>
          <p:spPr>
            <a:xfrm>
              <a:off x="7163581" y="2185780"/>
              <a:ext cx="475873" cy="476783"/>
            </a:xfrm>
            <a:custGeom>
              <a:rect b="b" l="l" r="r" t="t"/>
              <a:pathLst>
                <a:path extrusionOk="0" h="12585" w="12561">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g2975d56d0dc_2_745"/>
            <p:cNvSpPr/>
            <p:nvPr/>
          </p:nvSpPr>
          <p:spPr>
            <a:xfrm>
              <a:off x="7368690" y="2397216"/>
              <a:ext cx="154571" cy="142485"/>
            </a:xfrm>
            <a:custGeom>
              <a:rect b="b" l="l" r="r" t="t"/>
              <a:pathLst>
                <a:path extrusionOk="0" h="3761" w="408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54" name="Google Shape;2854;g2975d56d0dc_2_745"/>
          <p:cNvGrpSpPr/>
          <p:nvPr/>
        </p:nvGrpSpPr>
        <p:grpSpPr>
          <a:xfrm>
            <a:off x="6262910" y="2728423"/>
            <a:ext cx="449618" cy="398025"/>
            <a:chOff x="6364814" y="2213170"/>
            <a:chExt cx="476745" cy="422039"/>
          </a:xfrm>
        </p:grpSpPr>
        <p:sp>
          <p:nvSpPr>
            <p:cNvPr id="2855" name="Google Shape;2855;g2975d56d0dc_2_745"/>
            <p:cNvSpPr/>
            <p:nvPr/>
          </p:nvSpPr>
          <p:spPr>
            <a:xfrm>
              <a:off x="6398380" y="2574404"/>
              <a:ext cx="185106" cy="13639"/>
            </a:xfrm>
            <a:custGeom>
              <a:rect b="b" l="l" r="r" t="t"/>
              <a:pathLst>
                <a:path extrusionOk="0" h="360" w="4886">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g2975d56d0dc_2_745"/>
            <p:cNvSpPr/>
            <p:nvPr/>
          </p:nvSpPr>
          <p:spPr>
            <a:xfrm>
              <a:off x="6398380" y="2482457"/>
              <a:ext cx="185523" cy="13714"/>
            </a:xfrm>
            <a:custGeom>
              <a:rect b="b" l="l" r="r" t="t"/>
              <a:pathLst>
                <a:path extrusionOk="0" h="362" w="4897">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g2975d56d0dc_2_745"/>
            <p:cNvSpPr/>
            <p:nvPr/>
          </p:nvSpPr>
          <p:spPr>
            <a:xfrm>
              <a:off x="6512224" y="2513523"/>
              <a:ext cx="75543" cy="13714"/>
            </a:xfrm>
            <a:custGeom>
              <a:rect b="b" l="l" r="r" t="t"/>
              <a:pathLst>
                <a:path extrusionOk="0" h="362" w="1994">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g2975d56d0dc_2_745"/>
            <p:cNvSpPr/>
            <p:nvPr/>
          </p:nvSpPr>
          <p:spPr>
            <a:xfrm>
              <a:off x="6399478" y="2513523"/>
              <a:ext cx="94637" cy="13714"/>
            </a:xfrm>
            <a:custGeom>
              <a:rect b="b" l="l" r="r" t="t"/>
              <a:pathLst>
                <a:path extrusionOk="0" h="362" w="2498">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g2975d56d0dc_2_745"/>
            <p:cNvSpPr/>
            <p:nvPr/>
          </p:nvSpPr>
          <p:spPr>
            <a:xfrm>
              <a:off x="6398380" y="2543338"/>
              <a:ext cx="185106" cy="13676"/>
            </a:xfrm>
            <a:custGeom>
              <a:rect b="b" l="l" r="r" t="t"/>
              <a:pathLst>
                <a:path extrusionOk="0" h="361" w="4886">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g2975d56d0dc_2_745"/>
            <p:cNvSpPr/>
            <p:nvPr/>
          </p:nvSpPr>
          <p:spPr>
            <a:xfrm>
              <a:off x="6616787" y="2482533"/>
              <a:ext cx="190675" cy="13639"/>
            </a:xfrm>
            <a:custGeom>
              <a:rect b="b" l="l" r="r" t="t"/>
              <a:pathLst>
                <a:path extrusionOk="0" h="360" w="5033">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g2975d56d0dc_2_745"/>
            <p:cNvSpPr/>
            <p:nvPr/>
          </p:nvSpPr>
          <p:spPr>
            <a:xfrm>
              <a:off x="6616787" y="2513523"/>
              <a:ext cx="190675" cy="13676"/>
            </a:xfrm>
            <a:custGeom>
              <a:rect b="b" l="l" r="r" t="t"/>
              <a:pathLst>
                <a:path extrusionOk="0" h="361" w="5033">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g2975d56d0dc_2_745"/>
            <p:cNvSpPr/>
            <p:nvPr/>
          </p:nvSpPr>
          <p:spPr>
            <a:xfrm>
              <a:off x="6616787" y="2543338"/>
              <a:ext cx="191054" cy="13676"/>
            </a:xfrm>
            <a:custGeom>
              <a:rect b="b" l="l" r="r" t="t"/>
              <a:pathLst>
                <a:path extrusionOk="0" h="361" w="5043">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g2975d56d0dc_2_745"/>
            <p:cNvSpPr/>
            <p:nvPr/>
          </p:nvSpPr>
          <p:spPr>
            <a:xfrm>
              <a:off x="6684866" y="2574404"/>
              <a:ext cx="121194" cy="13639"/>
            </a:xfrm>
            <a:custGeom>
              <a:rect b="b" l="l" r="r" t="t"/>
              <a:pathLst>
                <a:path extrusionOk="0" h="360" w="3199">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g2975d56d0dc_2_745"/>
            <p:cNvSpPr/>
            <p:nvPr/>
          </p:nvSpPr>
          <p:spPr>
            <a:xfrm>
              <a:off x="6617810" y="2574404"/>
              <a:ext cx="48644" cy="13639"/>
            </a:xfrm>
            <a:custGeom>
              <a:rect b="b" l="l" r="r" t="t"/>
              <a:pathLst>
                <a:path extrusionOk="0" h="360" w="1284">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g2975d56d0dc_2_745"/>
            <p:cNvSpPr/>
            <p:nvPr/>
          </p:nvSpPr>
          <p:spPr>
            <a:xfrm>
              <a:off x="6466421" y="2350655"/>
              <a:ext cx="85090" cy="78422"/>
            </a:xfrm>
            <a:custGeom>
              <a:rect b="b" l="l" r="r" t="t"/>
              <a:pathLst>
                <a:path extrusionOk="0" h="2070" w="2246">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g2975d56d0dc_2_745"/>
            <p:cNvSpPr/>
            <p:nvPr/>
          </p:nvSpPr>
          <p:spPr>
            <a:xfrm>
              <a:off x="6560414" y="2350655"/>
              <a:ext cx="85052" cy="78422"/>
            </a:xfrm>
            <a:custGeom>
              <a:rect b="b" l="l" r="r" t="t"/>
              <a:pathLst>
                <a:path extrusionOk="0" h="2070" w="2245">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g2975d56d0dc_2_745"/>
            <p:cNvSpPr/>
            <p:nvPr/>
          </p:nvSpPr>
          <p:spPr>
            <a:xfrm>
              <a:off x="6654331" y="2350655"/>
              <a:ext cx="85090" cy="78422"/>
            </a:xfrm>
            <a:custGeom>
              <a:rect b="b" l="l" r="r" t="t"/>
              <a:pathLst>
                <a:path extrusionOk="0" h="2070" w="2246">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g2975d56d0dc_2_745"/>
            <p:cNvSpPr/>
            <p:nvPr/>
          </p:nvSpPr>
          <p:spPr>
            <a:xfrm>
              <a:off x="6398304" y="2321105"/>
              <a:ext cx="408438" cy="137901"/>
            </a:xfrm>
            <a:custGeom>
              <a:rect b="b" l="l" r="r" t="t"/>
              <a:pathLst>
                <a:path extrusionOk="0" h="3640" w="10781">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g2975d56d0dc_2_745"/>
            <p:cNvSpPr/>
            <p:nvPr/>
          </p:nvSpPr>
          <p:spPr>
            <a:xfrm>
              <a:off x="6364814" y="2213170"/>
              <a:ext cx="476745" cy="422039"/>
            </a:xfrm>
            <a:custGeom>
              <a:rect b="b" l="l" r="r" t="t"/>
              <a:pathLst>
                <a:path extrusionOk="0" h="11140" w="12584">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g2975d56d0dc_2_745"/>
            <p:cNvSpPr/>
            <p:nvPr/>
          </p:nvSpPr>
          <p:spPr>
            <a:xfrm>
              <a:off x="6413761" y="2240713"/>
              <a:ext cx="18677" cy="18715"/>
            </a:xfrm>
            <a:custGeom>
              <a:rect b="b" l="l" r="r" t="t"/>
              <a:pathLst>
                <a:path extrusionOk="0" h="494" w="493">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g2975d56d0dc_2_745"/>
            <p:cNvSpPr/>
            <p:nvPr/>
          </p:nvSpPr>
          <p:spPr>
            <a:xfrm>
              <a:off x="6448388" y="2240675"/>
              <a:ext cx="20913" cy="18753"/>
            </a:xfrm>
            <a:custGeom>
              <a:rect b="b" l="l" r="r" t="t"/>
              <a:pathLst>
                <a:path extrusionOk="0" h="495" w="552">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g2975d56d0dc_2_745"/>
            <p:cNvSpPr/>
            <p:nvPr/>
          </p:nvSpPr>
          <p:spPr>
            <a:xfrm>
              <a:off x="6485212" y="2240713"/>
              <a:ext cx="18715" cy="18715"/>
            </a:xfrm>
            <a:custGeom>
              <a:rect b="b" l="l" r="r" t="t"/>
              <a:pathLst>
                <a:path extrusionOk="0" h="494" w="494">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73" name="Google Shape;2873;g2975d56d0dc_2_745"/>
          <p:cNvGrpSpPr/>
          <p:nvPr/>
        </p:nvGrpSpPr>
        <p:grpSpPr>
          <a:xfrm>
            <a:off x="5492013" y="2748289"/>
            <a:ext cx="462159" cy="358258"/>
            <a:chOff x="5547407" y="2234234"/>
            <a:chExt cx="490042" cy="379873"/>
          </a:xfrm>
        </p:grpSpPr>
        <p:sp>
          <p:nvSpPr>
            <p:cNvPr id="2874" name="Google Shape;2874;g2975d56d0dc_2_745"/>
            <p:cNvSpPr/>
            <p:nvPr/>
          </p:nvSpPr>
          <p:spPr>
            <a:xfrm>
              <a:off x="5837379" y="2258860"/>
              <a:ext cx="56828" cy="65503"/>
            </a:xfrm>
            <a:custGeom>
              <a:rect b="b" l="l" r="r" t="t"/>
              <a:pathLst>
                <a:path extrusionOk="0" h="1729" w="150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g2975d56d0dc_2_745"/>
            <p:cNvSpPr/>
            <p:nvPr/>
          </p:nvSpPr>
          <p:spPr>
            <a:xfrm>
              <a:off x="5899889" y="2258860"/>
              <a:ext cx="49288" cy="65465"/>
            </a:xfrm>
            <a:custGeom>
              <a:rect b="b" l="l" r="r" t="t"/>
              <a:pathLst>
                <a:path extrusionOk="0" h="1728" w="1301">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g2975d56d0dc_2_745"/>
            <p:cNvSpPr/>
            <p:nvPr/>
          </p:nvSpPr>
          <p:spPr>
            <a:xfrm>
              <a:off x="5955656" y="2258822"/>
              <a:ext cx="49250" cy="65503"/>
            </a:xfrm>
            <a:custGeom>
              <a:rect b="b" l="l" r="r" t="t"/>
              <a:pathLst>
                <a:path extrusionOk="0" h="1729" w="130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g2975d56d0dc_2_745"/>
            <p:cNvSpPr/>
            <p:nvPr/>
          </p:nvSpPr>
          <p:spPr>
            <a:xfrm>
              <a:off x="5547407" y="2234234"/>
              <a:ext cx="490042" cy="379873"/>
            </a:xfrm>
            <a:custGeom>
              <a:rect b="b" l="l" r="r" t="t"/>
              <a:pathLst>
                <a:path extrusionOk="0" h="10027" w="12935">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g2975d56d0dc_2_745"/>
            <p:cNvSpPr/>
            <p:nvPr/>
          </p:nvSpPr>
          <p:spPr>
            <a:xfrm>
              <a:off x="5847001" y="2368347"/>
              <a:ext cx="35915" cy="13676"/>
            </a:xfrm>
            <a:custGeom>
              <a:rect b="b" l="l" r="r" t="t"/>
              <a:pathLst>
                <a:path extrusionOk="0" h="361" w="948">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g2975d56d0dc_2_745"/>
            <p:cNvSpPr/>
            <p:nvPr/>
          </p:nvSpPr>
          <p:spPr>
            <a:xfrm>
              <a:off x="5847039" y="2426614"/>
              <a:ext cx="35877" cy="13714"/>
            </a:xfrm>
            <a:custGeom>
              <a:rect b="b" l="l" r="r" t="t"/>
              <a:pathLst>
                <a:path extrusionOk="0" h="362" w="947">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g2975d56d0dc_2_745"/>
            <p:cNvSpPr/>
            <p:nvPr/>
          </p:nvSpPr>
          <p:spPr>
            <a:xfrm>
              <a:off x="5847039" y="2456430"/>
              <a:ext cx="35877" cy="13676"/>
            </a:xfrm>
            <a:custGeom>
              <a:rect b="b" l="l" r="r" t="t"/>
              <a:pathLst>
                <a:path extrusionOk="0" h="361" w="947">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g2975d56d0dc_2_745"/>
            <p:cNvSpPr/>
            <p:nvPr/>
          </p:nvSpPr>
          <p:spPr>
            <a:xfrm>
              <a:off x="5749258" y="2484995"/>
              <a:ext cx="35877" cy="13676"/>
            </a:xfrm>
            <a:custGeom>
              <a:rect b="b" l="l" r="r" t="t"/>
              <a:pathLst>
                <a:path extrusionOk="0" h="361" w="947">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g2975d56d0dc_2_745"/>
            <p:cNvSpPr/>
            <p:nvPr/>
          </p:nvSpPr>
          <p:spPr>
            <a:xfrm>
              <a:off x="5804153" y="2484995"/>
              <a:ext cx="78308" cy="13676"/>
            </a:xfrm>
            <a:custGeom>
              <a:rect b="b" l="l" r="r" t="t"/>
              <a:pathLst>
                <a:path extrusionOk="0" h="361" w="2067">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g2975d56d0dc_2_745"/>
            <p:cNvSpPr/>
            <p:nvPr/>
          </p:nvSpPr>
          <p:spPr>
            <a:xfrm>
              <a:off x="5792485" y="2426614"/>
              <a:ext cx="35536" cy="13714"/>
            </a:xfrm>
            <a:custGeom>
              <a:rect b="b" l="l" r="r" t="t"/>
              <a:pathLst>
                <a:path extrusionOk="0" h="362" w="938">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g2975d56d0dc_2_745"/>
            <p:cNvSpPr/>
            <p:nvPr/>
          </p:nvSpPr>
          <p:spPr>
            <a:xfrm>
              <a:off x="5703758" y="2426614"/>
              <a:ext cx="74974" cy="13714"/>
            </a:xfrm>
            <a:custGeom>
              <a:rect b="b" l="l" r="r" t="t"/>
              <a:pathLst>
                <a:path extrusionOk="0" h="362" w="1979">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g2975d56d0dc_2_745"/>
            <p:cNvSpPr/>
            <p:nvPr/>
          </p:nvSpPr>
          <p:spPr>
            <a:xfrm>
              <a:off x="5704630" y="2368347"/>
              <a:ext cx="122747" cy="13676"/>
            </a:xfrm>
            <a:custGeom>
              <a:rect b="b" l="l" r="r" t="t"/>
              <a:pathLst>
                <a:path extrusionOk="0" h="361" w="324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g2975d56d0dc_2_745"/>
            <p:cNvSpPr/>
            <p:nvPr/>
          </p:nvSpPr>
          <p:spPr>
            <a:xfrm>
              <a:off x="5702963" y="2398087"/>
              <a:ext cx="180787" cy="13714"/>
            </a:xfrm>
            <a:custGeom>
              <a:rect b="b" l="l" r="r" t="t"/>
              <a:pathLst>
                <a:path extrusionOk="0" h="362" w="4772">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g2975d56d0dc_2_745"/>
            <p:cNvSpPr/>
            <p:nvPr/>
          </p:nvSpPr>
          <p:spPr>
            <a:xfrm>
              <a:off x="5898411" y="2368347"/>
              <a:ext cx="27618" cy="13676"/>
            </a:xfrm>
            <a:custGeom>
              <a:rect b="b" l="l" r="r" t="t"/>
              <a:pathLst>
                <a:path extrusionOk="0" h="361" w="729">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g2975d56d0dc_2_745"/>
            <p:cNvSpPr/>
            <p:nvPr/>
          </p:nvSpPr>
          <p:spPr>
            <a:xfrm>
              <a:off x="5898411" y="2398087"/>
              <a:ext cx="27618" cy="13714"/>
            </a:xfrm>
            <a:custGeom>
              <a:rect b="b" l="l" r="r" t="t"/>
              <a:pathLst>
                <a:path extrusionOk="0" h="362" w="729">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g2975d56d0dc_2_745"/>
            <p:cNvSpPr/>
            <p:nvPr/>
          </p:nvSpPr>
          <p:spPr>
            <a:xfrm>
              <a:off x="5898411" y="2426652"/>
              <a:ext cx="27618" cy="13714"/>
            </a:xfrm>
            <a:custGeom>
              <a:rect b="b" l="l" r="r" t="t"/>
              <a:pathLst>
                <a:path extrusionOk="0" h="362" w="729">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g2975d56d0dc_2_745"/>
            <p:cNvSpPr/>
            <p:nvPr/>
          </p:nvSpPr>
          <p:spPr>
            <a:xfrm>
              <a:off x="5898411" y="2456430"/>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g2975d56d0dc_2_745"/>
            <p:cNvSpPr/>
            <p:nvPr/>
          </p:nvSpPr>
          <p:spPr>
            <a:xfrm>
              <a:off x="5898411" y="2484995"/>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92" name="Google Shape;2892;g2975d56d0dc_2_745"/>
          <p:cNvGrpSpPr/>
          <p:nvPr/>
        </p:nvGrpSpPr>
        <p:grpSpPr>
          <a:xfrm>
            <a:off x="4739267" y="2728423"/>
            <a:ext cx="449547" cy="398061"/>
            <a:chOff x="4749246" y="2213170"/>
            <a:chExt cx="476669" cy="422077"/>
          </a:xfrm>
        </p:grpSpPr>
        <p:sp>
          <p:nvSpPr>
            <p:cNvPr id="2893" name="Google Shape;2893;g2975d56d0dc_2_745"/>
            <p:cNvSpPr/>
            <p:nvPr/>
          </p:nvSpPr>
          <p:spPr>
            <a:xfrm>
              <a:off x="4797208" y="2239841"/>
              <a:ext cx="20572" cy="18753"/>
            </a:xfrm>
            <a:custGeom>
              <a:rect b="b" l="l" r="r" t="t"/>
              <a:pathLst>
                <a:path extrusionOk="0" h="495" w="543">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g2975d56d0dc_2_745"/>
            <p:cNvSpPr/>
            <p:nvPr/>
          </p:nvSpPr>
          <p:spPr>
            <a:xfrm>
              <a:off x="4832668" y="2239841"/>
              <a:ext cx="21253" cy="18753"/>
            </a:xfrm>
            <a:custGeom>
              <a:rect b="b" l="l" r="r" t="t"/>
              <a:pathLst>
                <a:path extrusionOk="0" h="495" w="561">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g2975d56d0dc_2_745"/>
            <p:cNvSpPr/>
            <p:nvPr/>
          </p:nvSpPr>
          <p:spPr>
            <a:xfrm>
              <a:off x="4869682" y="2239879"/>
              <a:ext cx="18677" cy="18715"/>
            </a:xfrm>
            <a:custGeom>
              <a:rect b="b" l="l" r="r" t="t"/>
              <a:pathLst>
                <a:path extrusionOk="0" h="494" w="493">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g2975d56d0dc_2_745"/>
            <p:cNvSpPr/>
            <p:nvPr/>
          </p:nvSpPr>
          <p:spPr>
            <a:xfrm>
              <a:off x="4749246" y="2213170"/>
              <a:ext cx="476669" cy="422077"/>
            </a:xfrm>
            <a:custGeom>
              <a:rect b="b" l="l" r="r" t="t"/>
              <a:pathLst>
                <a:path extrusionOk="0" h="11141" w="12582">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g2975d56d0dc_2_745"/>
            <p:cNvSpPr/>
            <p:nvPr/>
          </p:nvSpPr>
          <p:spPr>
            <a:xfrm>
              <a:off x="4791866" y="2317392"/>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g2975d56d0dc_2_745"/>
            <p:cNvSpPr/>
            <p:nvPr/>
          </p:nvSpPr>
          <p:spPr>
            <a:xfrm>
              <a:off x="4835586" y="2317392"/>
              <a:ext cx="57509" cy="13676"/>
            </a:xfrm>
            <a:custGeom>
              <a:rect b="b" l="l" r="r" t="t"/>
              <a:pathLst>
                <a:path extrusionOk="0" h="361" w="1518">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g2975d56d0dc_2_745"/>
            <p:cNvSpPr/>
            <p:nvPr/>
          </p:nvSpPr>
          <p:spPr>
            <a:xfrm>
              <a:off x="4791866" y="2350920"/>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g2975d56d0dc_2_745"/>
            <p:cNvSpPr/>
            <p:nvPr/>
          </p:nvSpPr>
          <p:spPr>
            <a:xfrm>
              <a:off x="4835586" y="2350920"/>
              <a:ext cx="57509" cy="13676"/>
            </a:xfrm>
            <a:custGeom>
              <a:rect b="b" l="l" r="r" t="t"/>
              <a:pathLst>
                <a:path extrusionOk="0" h="361" w="1518">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g2975d56d0dc_2_745"/>
            <p:cNvSpPr/>
            <p:nvPr/>
          </p:nvSpPr>
          <p:spPr>
            <a:xfrm>
              <a:off x="4791791" y="2384448"/>
              <a:ext cx="26179" cy="13676"/>
            </a:xfrm>
            <a:custGeom>
              <a:rect b="b" l="l" r="r" t="t"/>
              <a:pathLst>
                <a:path extrusionOk="0" h="361" w="691">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g2975d56d0dc_2_745"/>
            <p:cNvSpPr/>
            <p:nvPr/>
          </p:nvSpPr>
          <p:spPr>
            <a:xfrm>
              <a:off x="4858241" y="2384411"/>
              <a:ext cx="113996" cy="13676"/>
            </a:xfrm>
            <a:custGeom>
              <a:rect b="b" l="l" r="r" t="t"/>
              <a:pathLst>
                <a:path extrusionOk="0" h="361" w="3009">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g2975d56d0dc_2_745"/>
            <p:cNvSpPr/>
            <p:nvPr/>
          </p:nvSpPr>
          <p:spPr>
            <a:xfrm>
              <a:off x="4791866" y="2417939"/>
              <a:ext cx="26103" cy="13676"/>
            </a:xfrm>
            <a:custGeom>
              <a:rect b="b" l="l" r="r" t="t"/>
              <a:pathLst>
                <a:path extrusionOk="0" h="361" w="689">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g2975d56d0dc_2_745"/>
            <p:cNvSpPr/>
            <p:nvPr/>
          </p:nvSpPr>
          <p:spPr>
            <a:xfrm>
              <a:off x="4854073" y="2417939"/>
              <a:ext cx="59290" cy="13676"/>
            </a:xfrm>
            <a:custGeom>
              <a:rect b="b" l="l" r="r" t="t"/>
              <a:pathLst>
                <a:path extrusionOk="0" h="361" w="1565">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g2975d56d0dc_2_745"/>
            <p:cNvSpPr/>
            <p:nvPr/>
          </p:nvSpPr>
          <p:spPr>
            <a:xfrm>
              <a:off x="4791866" y="2451467"/>
              <a:ext cx="26103" cy="13676"/>
            </a:xfrm>
            <a:custGeom>
              <a:rect b="b" l="l" r="r" t="t"/>
              <a:pathLst>
                <a:path extrusionOk="0" h="361" w="689">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g2975d56d0dc_2_745"/>
            <p:cNvSpPr/>
            <p:nvPr/>
          </p:nvSpPr>
          <p:spPr>
            <a:xfrm>
              <a:off x="4835245" y="2451467"/>
              <a:ext cx="27505" cy="13676"/>
            </a:xfrm>
            <a:custGeom>
              <a:rect b="b" l="l" r="r" t="t"/>
              <a:pathLst>
                <a:path extrusionOk="0" h="361" w="726">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g2975d56d0dc_2_745"/>
            <p:cNvSpPr/>
            <p:nvPr/>
          </p:nvSpPr>
          <p:spPr>
            <a:xfrm>
              <a:off x="4879797" y="2451467"/>
              <a:ext cx="60768" cy="13676"/>
            </a:xfrm>
            <a:custGeom>
              <a:rect b="b" l="l" r="r" t="t"/>
              <a:pathLst>
                <a:path extrusionOk="0" h="361" w="1604">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g2975d56d0dc_2_745"/>
            <p:cNvSpPr/>
            <p:nvPr/>
          </p:nvSpPr>
          <p:spPr>
            <a:xfrm>
              <a:off x="4791791" y="2482533"/>
              <a:ext cx="26179" cy="13639"/>
            </a:xfrm>
            <a:custGeom>
              <a:rect b="b" l="l" r="r" t="t"/>
              <a:pathLst>
                <a:path extrusionOk="0" h="360" w="691">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g2975d56d0dc_2_745"/>
            <p:cNvSpPr/>
            <p:nvPr/>
          </p:nvSpPr>
          <p:spPr>
            <a:xfrm>
              <a:off x="4857407" y="2482533"/>
              <a:ext cx="35915" cy="13639"/>
            </a:xfrm>
            <a:custGeom>
              <a:rect b="b" l="l" r="r" t="t"/>
              <a:pathLst>
                <a:path extrusionOk="0" h="360" w="948">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g2975d56d0dc_2_745"/>
            <p:cNvSpPr/>
            <p:nvPr/>
          </p:nvSpPr>
          <p:spPr>
            <a:xfrm>
              <a:off x="4791866" y="2515985"/>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g2975d56d0dc_2_745"/>
            <p:cNvSpPr/>
            <p:nvPr/>
          </p:nvSpPr>
          <p:spPr>
            <a:xfrm>
              <a:off x="4836192" y="2516023"/>
              <a:ext cx="110889" cy="13676"/>
            </a:xfrm>
            <a:custGeom>
              <a:rect b="b" l="l" r="r" t="t"/>
              <a:pathLst>
                <a:path extrusionOk="0" h="361" w="2927">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g2975d56d0dc_2_745"/>
            <p:cNvSpPr/>
            <p:nvPr/>
          </p:nvSpPr>
          <p:spPr>
            <a:xfrm>
              <a:off x="4791866" y="2549513"/>
              <a:ext cx="26103" cy="13676"/>
            </a:xfrm>
            <a:custGeom>
              <a:rect b="b" l="l" r="r" t="t"/>
              <a:pathLst>
                <a:path extrusionOk="0" h="361" w="689">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g2975d56d0dc_2_745"/>
            <p:cNvSpPr/>
            <p:nvPr/>
          </p:nvSpPr>
          <p:spPr>
            <a:xfrm>
              <a:off x="4858317" y="2549513"/>
              <a:ext cx="113920" cy="13676"/>
            </a:xfrm>
            <a:custGeom>
              <a:rect b="b" l="l" r="r" t="t"/>
              <a:pathLst>
                <a:path extrusionOk="0" h="361" w="3007">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g2975d56d0dc_2_745"/>
            <p:cNvSpPr/>
            <p:nvPr/>
          </p:nvSpPr>
          <p:spPr>
            <a:xfrm>
              <a:off x="4791866" y="2583042"/>
              <a:ext cx="26103" cy="13676"/>
            </a:xfrm>
            <a:custGeom>
              <a:rect b="b" l="l" r="r" t="t"/>
              <a:pathLst>
                <a:path extrusionOk="0" h="361" w="689">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g2975d56d0dc_2_745"/>
            <p:cNvSpPr/>
            <p:nvPr/>
          </p:nvSpPr>
          <p:spPr>
            <a:xfrm>
              <a:off x="4854073" y="2583042"/>
              <a:ext cx="59555" cy="13676"/>
            </a:xfrm>
            <a:custGeom>
              <a:rect b="b" l="l" r="r" t="t"/>
              <a:pathLst>
                <a:path extrusionOk="0" h="361" w="1572">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g2975d56d0dc_2_745"/>
            <p:cNvSpPr/>
            <p:nvPr/>
          </p:nvSpPr>
          <p:spPr>
            <a:xfrm>
              <a:off x="4957424" y="2376190"/>
              <a:ext cx="226173" cy="218407"/>
            </a:xfrm>
            <a:custGeom>
              <a:rect b="b" l="l" r="r" t="t"/>
              <a:pathLst>
                <a:path extrusionOk="0" h="5765" w="597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g2975d56d0dc_2_745"/>
            <p:cNvSpPr/>
            <p:nvPr/>
          </p:nvSpPr>
          <p:spPr>
            <a:xfrm>
              <a:off x="5100174" y="2478858"/>
              <a:ext cx="18677" cy="18715"/>
            </a:xfrm>
            <a:custGeom>
              <a:rect b="b" l="l" r="r" t="t"/>
              <a:pathLst>
                <a:path extrusionOk="0" h="494" w="493">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g2975d56d0dc_2_745"/>
            <p:cNvSpPr/>
            <p:nvPr/>
          </p:nvSpPr>
          <p:spPr>
            <a:xfrm>
              <a:off x="5086346" y="2528411"/>
              <a:ext cx="21291" cy="18677"/>
            </a:xfrm>
            <a:custGeom>
              <a:rect b="b" l="l" r="r" t="t"/>
              <a:pathLst>
                <a:path extrusionOk="0" h="493" w="562">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g2975d56d0dc_2_745"/>
            <p:cNvSpPr/>
            <p:nvPr/>
          </p:nvSpPr>
          <p:spPr>
            <a:xfrm>
              <a:off x="5020464" y="2478896"/>
              <a:ext cx="21253" cy="18715"/>
            </a:xfrm>
            <a:custGeom>
              <a:rect b="b" l="l" r="r" t="t"/>
              <a:pathLst>
                <a:path extrusionOk="0" h="494" w="561">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g2975d56d0dc_2_745"/>
            <p:cNvSpPr/>
            <p:nvPr/>
          </p:nvSpPr>
          <p:spPr>
            <a:xfrm>
              <a:off x="5034292" y="2528374"/>
              <a:ext cx="18639" cy="18639"/>
            </a:xfrm>
            <a:custGeom>
              <a:rect b="b" l="l" r="r" t="t"/>
              <a:pathLst>
                <a:path extrusionOk="0" h="492" w="492">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21" name="Google Shape;2921;g2975d56d0dc_2_745"/>
          <p:cNvGrpSpPr/>
          <p:nvPr/>
        </p:nvGrpSpPr>
        <p:grpSpPr>
          <a:xfrm>
            <a:off x="3941110" y="2767011"/>
            <a:ext cx="450511" cy="320850"/>
            <a:chOff x="3902933" y="2254086"/>
            <a:chExt cx="477692" cy="340207"/>
          </a:xfrm>
        </p:grpSpPr>
        <p:sp>
          <p:nvSpPr>
            <p:cNvPr id="2922" name="Google Shape;2922;g2975d56d0dc_2_745"/>
            <p:cNvSpPr/>
            <p:nvPr/>
          </p:nvSpPr>
          <p:spPr>
            <a:xfrm>
              <a:off x="3902933" y="2254086"/>
              <a:ext cx="477692" cy="340207"/>
            </a:xfrm>
            <a:custGeom>
              <a:rect b="b" l="l" r="r" t="t"/>
              <a:pathLst>
                <a:path extrusionOk="0" h="8980" w="12609">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g2975d56d0dc_2_745"/>
            <p:cNvSpPr/>
            <p:nvPr/>
          </p:nvSpPr>
          <p:spPr>
            <a:xfrm>
              <a:off x="3992644" y="2322431"/>
              <a:ext cx="25610" cy="13639"/>
            </a:xfrm>
            <a:custGeom>
              <a:rect b="b" l="l" r="r" t="t"/>
              <a:pathLst>
                <a:path extrusionOk="0" h="360" w="676">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g2975d56d0dc_2_745"/>
            <p:cNvSpPr/>
            <p:nvPr/>
          </p:nvSpPr>
          <p:spPr>
            <a:xfrm>
              <a:off x="3992947" y="2350920"/>
              <a:ext cx="25307" cy="13676"/>
            </a:xfrm>
            <a:custGeom>
              <a:rect b="b" l="l" r="r" t="t"/>
              <a:pathLst>
                <a:path extrusionOk="0" h="361" w="668">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g2975d56d0dc_2_745"/>
            <p:cNvSpPr/>
            <p:nvPr/>
          </p:nvSpPr>
          <p:spPr>
            <a:xfrm>
              <a:off x="3992644" y="2380774"/>
              <a:ext cx="25610" cy="13639"/>
            </a:xfrm>
            <a:custGeom>
              <a:rect b="b" l="l" r="r" t="t"/>
              <a:pathLst>
                <a:path extrusionOk="0" h="360" w="676">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g2975d56d0dc_2_745"/>
            <p:cNvSpPr/>
            <p:nvPr/>
          </p:nvSpPr>
          <p:spPr>
            <a:xfrm>
              <a:off x="3992985" y="2409263"/>
              <a:ext cx="25269" cy="13676"/>
            </a:xfrm>
            <a:custGeom>
              <a:rect b="b" l="l" r="r" t="t"/>
              <a:pathLst>
                <a:path extrusionOk="0" h="361" w="667">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g2975d56d0dc_2_745"/>
            <p:cNvSpPr/>
            <p:nvPr/>
          </p:nvSpPr>
          <p:spPr>
            <a:xfrm>
              <a:off x="3992644" y="2439079"/>
              <a:ext cx="25610" cy="13639"/>
            </a:xfrm>
            <a:custGeom>
              <a:rect b="b" l="l" r="r" t="t"/>
              <a:pathLst>
                <a:path extrusionOk="0" h="360" w="676">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g2975d56d0dc_2_745"/>
            <p:cNvSpPr/>
            <p:nvPr/>
          </p:nvSpPr>
          <p:spPr>
            <a:xfrm>
              <a:off x="3992985" y="2467644"/>
              <a:ext cx="25269" cy="13676"/>
            </a:xfrm>
            <a:custGeom>
              <a:rect b="b" l="l" r="r" t="t"/>
              <a:pathLst>
                <a:path extrusionOk="0" h="361" w="667">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g2975d56d0dc_2_745"/>
            <p:cNvSpPr/>
            <p:nvPr/>
          </p:nvSpPr>
          <p:spPr>
            <a:xfrm>
              <a:off x="4069778" y="2322431"/>
              <a:ext cx="35839" cy="13639"/>
            </a:xfrm>
            <a:custGeom>
              <a:rect b="b" l="l" r="r" t="t"/>
              <a:pathLst>
                <a:path extrusionOk="0" h="360" w="946">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g2975d56d0dc_2_745"/>
            <p:cNvSpPr/>
            <p:nvPr/>
          </p:nvSpPr>
          <p:spPr>
            <a:xfrm>
              <a:off x="4069399" y="2467568"/>
              <a:ext cx="180370" cy="13676"/>
            </a:xfrm>
            <a:custGeom>
              <a:rect b="b" l="l" r="r" t="t"/>
              <a:pathLst>
                <a:path extrusionOk="0" h="361" w="4761">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g2975d56d0dc_2_745"/>
            <p:cNvSpPr/>
            <p:nvPr/>
          </p:nvSpPr>
          <p:spPr>
            <a:xfrm>
              <a:off x="4069778" y="2380774"/>
              <a:ext cx="35839" cy="13639"/>
            </a:xfrm>
            <a:custGeom>
              <a:rect b="b" l="l" r="r" t="t"/>
              <a:pathLst>
                <a:path extrusionOk="0" h="360" w="946">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g2975d56d0dc_2_745"/>
            <p:cNvSpPr/>
            <p:nvPr/>
          </p:nvSpPr>
          <p:spPr>
            <a:xfrm>
              <a:off x="4069778" y="2409263"/>
              <a:ext cx="35839" cy="13676"/>
            </a:xfrm>
            <a:custGeom>
              <a:rect b="b" l="l" r="r" t="t"/>
              <a:pathLst>
                <a:path extrusionOk="0" h="361" w="946">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g2975d56d0dc_2_745"/>
            <p:cNvSpPr/>
            <p:nvPr/>
          </p:nvSpPr>
          <p:spPr>
            <a:xfrm>
              <a:off x="4167597" y="2439079"/>
              <a:ext cx="35877" cy="13639"/>
            </a:xfrm>
            <a:custGeom>
              <a:rect b="b" l="l" r="r" t="t"/>
              <a:pathLst>
                <a:path extrusionOk="0" h="360" w="947">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g2975d56d0dc_2_745"/>
            <p:cNvSpPr/>
            <p:nvPr/>
          </p:nvSpPr>
          <p:spPr>
            <a:xfrm>
              <a:off x="4070309" y="2439079"/>
              <a:ext cx="78270" cy="13639"/>
            </a:xfrm>
            <a:custGeom>
              <a:rect b="b" l="l" r="r" t="t"/>
              <a:pathLst>
                <a:path extrusionOk="0" h="360" w="2066">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g2975d56d0dc_2_745"/>
            <p:cNvSpPr/>
            <p:nvPr/>
          </p:nvSpPr>
          <p:spPr>
            <a:xfrm>
              <a:off x="4124333" y="2380774"/>
              <a:ext cx="35839" cy="13639"/>
            </a:xfrm>
            <a:custGeom>
              <a:rect b="b" l="l" r="r" t="t"/>
              <a:pathLst>
                <a:path extrusionOk="0" h="360" w="946">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g2975d56d0dc_2_745"/>
            <p:cNvSpPr/>
            <p:nvPr/>
          </p:nvSpPr>
          <p:spPr>
            <a:xfrm>
              <a:off x="4173697" y="2380660"/>
              <a:ext cx="75240" cy="13714"/>
            </a:xfrm>
            <a:custGeom>
              <a:rect b="b" l="l" r="r" t="t"/>
              <a:pathLst>
                <a:path extrusionOk="0" h="362" w="1986">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g2975d56d0dc_2_745"/>
            <p:cNvSpPr/>
            <p:nvPr/>
          </p:nvSpPr>
          <p:spPr>
            <a:xfrm>
              <a:off x="4125734" y="2322355"/>
              <a:ext cx="163133" cy="13676"/>
            </a:xfrm>
            <a:custGeom>
              <a:rect b="b" l="l" r="r" t="t"/>
              <a:pathLst>
                <a:path extrusionOk="0" h="361" w="4306">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g2975d56d0dc_2_745"/>
            <p:cNvSpPr/>
            <p:nvPr/>
          </p:nvSpPr>
          <p:spPr>
            <a:xfrm>
              <a:off x="4069399" y="2350920"/>
              <a:ext cx="180370" cy="13676"/>
            </a:xfrm>
            <a:custGeom>
              <a:rect b="b" l="l" r="r" t="t"/>
              <a:pathLst>
                <a:path extrusionOk="0" h="361" w="4761">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g2975d56d0dc_2_745"/>
            <p:cNvSpPr/>
            <p:nvPr/>
          </p:nvSpPr>
          <p:spPr>
            <a:xfrm>
              <a:off x="3957335" y="2286364"/>
              <a:ext cx="368735" cy="229621"/>
            </a:xfrm>
            <a:custGeom>
              <a:rect b="b" l="l" r="r" t="t"/>
              <a:pathLst>
                <a:path extrusionOk="0" h="6061" w="9733">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40" name="Google Shape;2940;g2975d56d0dc_2_745"/>
          <p:cNvGrpSpPr/>
          <p:nvPr/>
        </p:nvGrpSpPr>
        <p:grpSpPr>
          <a:xfrm>
            <a:off x="3239207" y="2740643"/>
            <a:ext cx="449618" cy="373479"/>
            <a:chOff x="3158720" y="2226127"/>
            <a:chExt cx="476745" cy="396012"/>
          </a:xfrm>
        </p:grpSpPr>
        <p:sp>
          <p:nvSpPr>
            <p:cNvPr id="2941" name="Google Shape;2941;g2975d56d0dc_2_745"/>
            <p:cNvSpPr/>
            <p:nvPr/>
          </p:nvSpPr>
          <p:spPr>
            <a:xfrm>
              <a:off x="3158720" y="2226127"/>
              <a:ext cx="476745" cy="396012"/>
            </a:xfrm>
            <a:custGeom>
              <a:rect b="b" l="l" r="r" t="t"/>
              <a:pathLst>
                <a:path extrusionOk="0" h="10453" w="12584">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g2975d56d0dc_2_745"/>
            <p:cNvSpPr/>
            <p:nvPr/>
          </p:nvSpPr>
          <p:spPr>
            <a:xfrm>
              <a:off x="3247598" y="2311823"/>
              <a:ext cx="311112" cy="147789"/>
            </a:xfrm>
            <a:custGeom>
              <a:rect b="b" l="l" r="r" t="t"/>
              <a:pathLst>
                <a:path extrusionOk="0" h="3901" w="8212">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g2975d56d0dc_2_745"/>
            <p:cNvSpPr/>
            <p:nvPr/>
          </p:nvSpPr>
          <p:spPr>
            <a:xfrm>
              <a:off x="3368527" y="2354065"/>
              <a:ext cx="57661" cy="71489"/>
            </a:xfrm>
            <a:custGeom>
              <a:rect b="b" l="l" r="r" t="t"/>
              <a:pathLst>
                <a:path extrusionOk="0" h="1887" w="1522">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44" name="Google Shape;2944;g2975d56d0dc_2_745"/>
          <p:cNvGrpSpPr/>
          <p:nvPr/>
        </p:nvGrpSpPr>
        <p:grpSpPr>
          <a:xfrm>
            <a:off x="2514544" y="2702627"/>
            <a:ext cx="346610" cy="449582"/>
            <a:chOff x="2390298" y="2185817"/>
            <a:chExt cx="367522" cy="476707"/>
          </a:xfrm>
        </p:grpSpPr>
        <p:sp>
          <p:nvSpPr>
            <p:cNvPr id="2945" name="Google Shape;2945;g2975d56d0dc_2_745"/>
            <p:cNvSpPr/>
            <p:nvPr/>
          </p:nvSpPr>
          <p:spPr>
            <a:xfrm>
              <a:off x="2390298" y="2185817"/>
              <a:ext cx="367522" cy="476707"/>
            </a:xfrm>
            <a:custGeom>
              <a:rect b="b" l="l" r="r" t="t"/>
              <a:pathLst>
                <a:path extrusionOk="0" h="12583" w="9701">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g2975d56d0dc_2_745"/>
            <p:cNvSpPr/>
            <p:nvPr/>
          </p:nvSpPr>
          <p:spPr>
            <a:xfrm>
              <a:off x="2424811" y="2463287"/>
              <a:ext cx="71603" cy="83650"/>
            </a:xfrm>
            <a:custGeom>
              <a:rect b="b" l="l" r="r" t="t"/>
              <a:pathLst>
                <a:path extrusionOk="0" h="2208" w="189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g2975d56d0dc_2_745"/>
            <p:cNvSpPr/>
            <p:nvPr/>
          </p:nvSpPr>
          <p:spPr>
            <a:xfrm>
              <a:off x="2509750" y="2463287"/>
              <a:ext cx="61260" cy="83612"/>
            </a:xfrm>
            <a:custGeom>
              <a:rect b="b" l="l" r="r" t="t"/>
              <a:pathLst>
                <a:path extrusionOk="0" h="2207" w="1617">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g2975d56d0dc_2_745"/>
            <p:cNvSpPr/>
            <p:nvPr/>
          </p:nvSpPr>
          <p:spPr>
            <a:xfrm>
              <a:off x="2585179" y="2463287"/>
              <a:ext cx="61260" cy="83574"/>
            </a:xfrm>
            <a:custGeom>
              <a:rect b="b" l="l" r="r" t="t"/>
              <a:pathLst>
                <a:path extrusionOk="0" h="2206" w="1617">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949" name="Google Shape;2949;g2975d56d0dc_2_745"/>
          <p:cNvSpPr/>
          <p:nvPr/>
        </p:nvSpPr>
        <p:spPr>
          <a:xfrm>
            <a:off x="1729784" y="2731802"/>
            <a:ext cx="449559" cy="391073"/>
          </a:xfrm>
          <a:custGeom>
            <a:rect b="b" l="l" r="r" t="t"/>
            <a:pathLst>
              <a:path extrusionOk="0" h="10946" w="12583">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950" name="Google Shape;2950;g2975d56d0dc_2_745"/>
          <p:cNvGrpSpPr/>
          <p:nvPr/>
        </p:nvGrpSpPr>
        <p:grpSpPr>
          <a:xfrm>
            <a:off x="7759862" y="2060285"/>
            <a:ext cx="450476" cy="320850"/>
            <a:chOff x="7952081" y="1504721"/>
            <a:chExt cx="477654" cy="340207"/>
          </a:xfrm>
        </p:grpSpPr>
        <p:sp>
          <p:nvSpPr>
            <p:cNvPr id="2951" name="Google Shape;2951;g2975d56d0dc_2_745"/>
            <p:cNvSpPr/>
            <p:nvPr/>
          </p:nvSpPr>
          <p:spPr>
            <a:xfrm>
              <a:off x="7952081" y="1504721"/>
              <a:ext cx="477654" cy="340207"/>
            </a:xfrm>
            <a:custGeom>
              <a:rect b="b" l="l" r="r" t="t"/>
              <a:pathLst>
                <a:path extrusionOk="0" h="8980" w="12608">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g2975d56d0dc_2_745"/>
            <p:cNvSpPr/>
            <p:nvPr/>
          </p:nvSpPr>
          <p:spPr>
            <a:xfrm>
              <a:off x="8006484" y="1536999"/>
              <a:ext cx="368697" cy="229659"/>
            </a:xfrm>
            <a:custGeom>
              <a:rect b="b" l="l" r="r" t="t"/>
              <a:pathLst>
                <a:path extrusionOk="0" h="6062" w="9732">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g2975d56d0dc_2_745"/>
            <p:cNvSpPr/>
            <p:nvPr/>
          </p:nvSpPr>
          <p:spPr>
            <a:xfrm>
              <a:off x="8044331" y="1568027"/>
              <a:ext cx="25307" cy="13676"/>
            </a:xfrm>
            <a:custGeom>
              <a:rect b="b" l="l" r="r" t="t"/>
              <a:pathLst>
                <a:path extrusionOk="0" h="361" w="668">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g2975d56d0dc_2_745"/>
            <p:cNvSpPr/>
            <p:nvPr/>
          </p:nvSpPr>
          <p:spPr>
            <a:xfrm>
              <a:off x="8084982" y="1568027"/>
              <a:ext cx="54403" cy="13676"/>
            </a:xfrm>
            <a:custGeom>
              <a:rect b="b" l="l" r="r" t="t"/>
              <a:pathLst>
                <a:path extrusionOk="0" h="361" w="1436">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g2975d56d0dc_2_745"/>
            <p:cNvSpPr/>
            <p:nvPr/>
          </p:nvSpPr>
          <p:spPr>
            <a:xfrm>
              <a:off x="8044369" y="1599092"/>
              <a:ext cx="25269" cy="13639"/>
            </a:xfrm>
            <a:custGeom>
              <a:rect b="b" l="l" r="r" t="t"/>
              <a:pathLst>
                <a:path extrusionOk="0" h="360" w="667">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g2975d56d0dc_2_745"/>
            <p:cNvSpPr/>
            <p:nvPr/>
          </p:nvSpPr>
          <p:spPr>
            <a:xfrm>
              <a:off x="8084717" y="1599092"/>
              <a:ext cx="34362" cy="13639"/>
            </a:xfrm>
            <a:custGeom>
              <a:rect b="b" l="l" r="r" t="t"/>
              <a:pathLst>
                <a:path extrusionOk="0" h="360" w="907">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g2975d56d0dc_2_745"/>
            <p:cNvSpPr/>
            <p:nvPr/>
          </p:nvSpPr>
          <p:spPr>
            <a:xfrm>
              <a:off x="8044331" y="1630082"/>
              <a:ext cx="25307" cy="13676"/>
            </a:xfrm>
            <a:custGeom>
              <a:rect b="b" l="l" r="r" t="t"/>
              <a:pathLst>
                <a:path extrusionOk="0" h="361" w="668">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g2975d56d0dc_2_745"/>
            <p:cNvSpPr/>
            <p:nvPr/>
          </p:nvSpPr>
          <p:spPr>
            <a:xfrm>
              <a:off x="8044369" y="1659860"/>
              <a:ext cx="25269" cy="13714"/>
            </a:xfrm>
            <a:custGeom>
              <a:rect b="b" l="l" r="r" t="t"/>
              <a:pathLst>
                <a:path extrusionOk="0" h="362" w="667">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g2975d56d0dc_2_745"/>
            <p:cNvSpPr/>
            <p:nvPr/>
          </p:nvSpPr>
          <p:spPr>
            <a:xfrm>
              <a:off x="8044331" y="1692176"/>
              <a:ext cx="25307" cy="13676"/>
            </a:xfrm>
            <a:custGeom>
              <a:rect b="b" l="l" r="r" t="t"/>
              <a:pathLst>
                <a:path extrusionOk="0" h="361" w="668">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g2975d56d0dc_2_745"/>
            <p:cNvSpPr/>
            <p:nvPr/>
          </p:nvSpPr>
          <p:spPr>
            <a:xfrm>
              <a:off x="8044331" y="1721916"/>
              <a:ext cx="25307" cy="13714"/>
            </a:xfrm>
            <a:custGeom>
              <a:rect b="b" l="l" r="r" t="t"/>
              <a:pathLst>
                <a:path extrusionOk="0" h="362" w="668">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g2975d56d0dc_2_745"/>
            <p:cNvSpPr/>
            <p:nvPr/>
          </p:nvSpPr>
          <p:spPr>
            <a:xfrm>
              <a:off x="8125064" y="1586174"/>
              <a:ext cx="132370" cy="132370"/>
            </a:xfrm>
            <a:custGeom>
              <a:rect b="b" l="l" r="r" t="t"/>
              <a:pathLst>
                <a:path extrusionOk="0" h="3494" w="3494">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g2975d56d0dc_2_745"/>
            <p:cNvSpPr/>
            <p:nvPr/>
          </p:nvSpPr>
          <p:spPr>
            <a:xfrm>
              <a:off x="8165412" y="1626635"/>
              <a:ext cx="51599" cy="51448"/>
            </a:xfrm>
            <a:custGeom>
              <a:rect b="b" l="l" r="r" t="t"/>
              <a:pathLst>
                <a:path extrusionOk="0" h="1358" w="1362">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63" name="Google Shape;2963;g2975d56d0dc_2_745"/>
          <p:cNvGrpSpPr/>
          <p:nvPr/>
        </p:nvGrpSpPr>
        <p:grpSpPr>
          <a:xfrm>
            <a:off x="7038129" y="1995900"/>
            <a:ext cx="405064" cy="449511"/>
            <a:chOff x="7186804" y="1436452"/>
            <a:chExt cx="429502" cy="476631"/>
          </a:xfrm>
        </p:grpSpPr>
        <p:sp>
          <p:nvSpPr>
            <p:cNvPr id="2964" name="Google Shape;2964;g2975d56d0dc_2_745"/>
            <p:cNvSpPr/>
            <p:nvPr/>
          </p:nvSpPr>
          <p:spPr>
            <a:xfrm>
              <a:off x="7186804" y="1436452"/>
              <a:ext cx="340056" cy="476631"/>
            </a:xfrm>
            <a:custGeom>
              <a:rect b="b" l="l" r="r" t="t"/>
              <a:pathLst>
                <a:path extrusionOk="0" h="12581" w="8976">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g2975d56d0dc_2_745"/>
            <p:cNvSpPr/>
            <p:nvPr/>
          </p:nvSpPr>
          <p:spPr>
            <a:xfrm>
              <a:off x="7306407" y="1594129"/>
              <a:ext cx="32581" cy="13639"/>
            </a:xfrm>
            <a:custGeom>
              <a:rect b="b" l="l" r="r" t="t"/>
              <a:pathLst>
                <a:path extrusionOk="0" h="360" w="86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g2975d56d0dc_2_745"/>
            <p:cNvSpPr/>
            <p:nvPr/>
          </p:nvSpPr>
          <p:spPr>
            <a:xfrm>
              <a:off x="7307430" y="1621369"/>
              <a:ext cx="132522" cy="13714"/>
            </a:xfrm>
            <a:custGeom>
              <a:rect b="b" l="l" r="r" t="t"/>
              <a:pathLst>
                <a:path extrusionOk="0" h="362" w="3498">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g2975d56d0dc_2_745"/>
            <p:cNvSpPr/>
            <p:nvPr/>
          </p:nvSpPr>
          <p:spPr>
            <a:xfrm>
              <a:off x="7356567" y="1594129"/>
              <a:ext cx="119186" cy="13639"/>
            </a:xfrm>
            <a:custGeom>
              <a:rect b="b" l="l" r="r" t="t"/>
              <a:pathLst>
                <a:path extrusionOk="0" h="360" w="3146">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g2975d56d0dc_2_745"/>
            <p:cNvSpPr/>
            <p:nvPr/>
          </p:nvSpPr>
          <p:spPr>
            <a:xfrm>
              <a:off x="7235941" y="1582764"/>
              <a:ext cx="59290" cy="52281"/>
            </a:xfrm>
            <a:custGeom>
              <a:rect b="b" l="l" r="r" t="t"/>
              <a:pathLst>
                <a:path extrusionOk="0" h="1380" w="1565">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g2975d56d0dc_2_745"/>
            <p:cNvSpPr/>
            <p:nvPr/>
          </p:nvSpPr>
          <p:spPr>
            <a:xfrm>
              <a:off x="7306407" y="1667323"/>
              <a:ext cx="32581" cy="13639"/>
            </a:xfrm>
            <a:custGeom>
              <a:rect b="b" l="l" r="r" t="t"/>
              <a:pathLst>
                <a:path extrusionOk="0" h="360" w="86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g2975d56d0dc_2_745"/>
            <p:cNvSpPr/>
            <p:nvPr/>
          </p:nvSpPr>
          <p:spPr>
            <a:xfrm>
              <a:off x="7307430" y="1694638"/>
              <a:ext cx="132484" cy="13676"/>
            </a:xfrm>
            <a:custGeom>
              <a:rect b="b" l="l" r="r" t="t"/>
              <a:pathLst>
                <a:path extrusionOk="0" h="361" w="3497">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g2975d56d0dc_2_745"/>
            <p:cNvSpPr/>
            <p:nvPr/>
          </p:nvSpPr>
          <p:spPr>
            <a:xfrm>
              <a:off x="7356529" y="1667323"/>
              <a:ext cx="119224" cy="13639"/>
            </a:xfrm>
            <a:custGeom>
              <a:rect b="b" l="l" r="r" t="t"/>
              <a:pathLst>
                <a:path extrusionOk="0" h="360" w="3147">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g2975d56d0dc_2_745"/>
            <p:cNvSpPr/>
            <p:nvPr/>
          </p:nvSpPr>
          <p:spPr>
            <a:xfrm>
              <a:off x="7235941" y="1656602"/>
              <a:ext cx="59290" cy="52281"/>
            </a:xfrm>
            <a:custGeom>
              <a:rect b="b" l="l" r="r" t="t"/>
              <a:pathLst>
                <a:path extrusionOk="0" h="1380" w="1565">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g2975d56d0dc_2_745"/>
            <p:cNvSpPr/>
            <p:nvPr/>
          </p:nvSpPr>
          <p:spPr>
            <a:xfrm>
              <a:off x="7306407" y="1740593"/>
              <a:ext cx="32581" cy="13676"/>
            </a:xfrm>
            <a:custGeom>
              <a:rect b="b" l="l" r="r" t="t"/>
              <a:pathLst>
                <a:path extrusionOk="0" h="361" w="86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g2975d56d0dc_2_745"/>
            <p:cNvSpPr/>
            <p:nvPr/>
          </p:nvSpPr>
          <p:spPr>
            <a:xfrm>
              <a:off x="7307430" y="1769158"/>
              <a:ext cx="132484" cy="13676"/>
            </a:xfrm>
            <a:custGeom>
              <a:rect b="b" l="l" r="r" t="t"/>
              <a:pathLst>
                <a:path extrusionOk="0" h="361" w="3497">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g2975d56d0dc_2_745"/>
            <p:cNvSpPr/>
            <p:nvPr/>
          </p:nvSpPr>
          <p:spPr>
            <a:xfrm>
              <a:off x="7356567" y="1740593"/>
              <a:ext cx="119186" cy="13676"/>
            </a:xfrm>
            <a:custGeom>
              <a:rect b="b" l="l" r="r" t="t"/>
              <a:pathLst>
                <a:path extrusionOk="0" h="361" w="3146">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g2975d56d0dc_2_745"/>
            <p:cNvSpPr/>
            <p:nvPr/>
          </p:nvSpPr>
          <p:spPr>
            <a:xfrm>
              <a:off x="7235941" y="1730402"/>
              <a:ext cx="59290" cy="52281"/>
            </a:xfrm>
            <a:custGeom>
              <a:rect b="b" l="l" r="r" t="t"/>
              <a:pathLst>
                <a:path extrusionOk="0" h="1380" w="1565">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g2975d56d0dc_2_745"/>
            <p:cNvSpPr/>
            <p:nvPr/>
          </p:nvSpPr>
          <p:spPr>
            <a:xfrm>
              <a:off x="7306407" y="1815037"/>
              <a:ext cx="32581" cy="13714"/>
            </a:xfrm>
            <a:custGeom>
              <a:rect b="b" l="l" r="r" t="t"/>
              <a:pathLst>
                <a:path extrusionOk="0" h="362" w="86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g2975d56d0dc_2_745"/>
            <p:cNvSpPr/>
            <p:nvPr/>
          </p:nvSpPr>
          <p:spPr>
            <a:xfrm>
              <a:off x="7307430" y="1842352"/>
              <a:ext cx="132484" cy="13676"/>
            </a:xfrm>
            <a:custGeom>
              <a:rect b="b" l="l" r="r" t="t"/>
              <a:pathLst>
                <a:path extrusionOk="0" h="361" w="3497">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g2975d56d0dc_2_745"/>
            <p:cNvSpPr/>
            <p:nvPr/>
          </p:nvSpPr>
          <p:spPr>
            <a:xfrm>
              <a:off x="7356529" y="1814999"/>
              <a:ext cx="119224" cy="13714"/>
            </a:xfrm>
            <a:custGeom>
              <a:rect b="b" l="l" r="r" t="t"/>
              <a:pathLst>
                <a:path extrusionOk="0" h="362" w="3147">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g2975d56d0dc_2_745"/>
            <p:cNvSpPr/>
            <p:nvPr/>
          </p:nvSpPr>
          <p:spPr>
            <a:xfrm>
              <a:off x="7236055" y="1813711"/>
              <a:ext cx="43227" cy="42810"/>
            </a:xfrm>
            <a:custGeom>
              <a:rect b="b" l="l" r="r" t="t"/>
              <a:pathLst>
                <a:path extrusionOk="0" h="1130" w="1141">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g2975d56d0dc_2_745"/>
            <p:cNvSpPr/>
            <p:nvPr/>
          </p:nvSpPr>
          <p:spPr>
            <a:xfrm>
              <a:off x="7549212" y="1528664"/>
              <a:ext cx="67094" cy="383737"/>
            </a:xfrm>
            <a:custGeom>
              <a:rect b="b" l="l" r="r" t="t"/>
              <a:pathLst>
                <a:path extrusionOk="0" h="10129" w="1771">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82" name="Google Shape;2982;g2975d56d0dc_2_745"/>
          <p:cNvGrpSpPr/>
          <p:nvPr/>
        </p:nvGrpSpPr>
        <p:grpSpPr>
          <a:xfrm>
            <a:off x="6262481" y="2023698"/>
            <a:ext cx="450368" cy="393986"/>
            <a:chOff x="6364359" y="1465927"/>
            <a:chExt cx="477540" cy="417757"/>
          </a:xfrm>
        </p:grpSpPr>
        <p:sp>
          <p:nvSpPr>
            <p:cNvPr id="2983" name="Google Shape;2983;g2975d56d0dc_2_745"/>
            <p:cNvSpPr/>
            <p:nvPr/>
          </p:nvSpPr>
          <p:spPr>
            <a:xfrm>
              <a:off x="6457139" y="1528664"/>
              <a:ext cx="291980" cy="291942"/>
            </a:xfrm>
            <a:custGeom>
              <a:rect b="b" l="l" r="r" t="t"/>
              <a:pathLst>
                <a:path extrusionOk="0" h="7706" w="7707">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g2975d56d0dc_2_745"/>
            <p:cNvSpPr/>
            <p:nvPr/>
          </p:nvSpPr>
          <p:spPr>
            <a:xfrm>
              <a:off x="6714795" y="1465965"/>
              <a:ext cx="126422" cy="85772"/>
            </a:xfrm>
            <a:custGeom>
              <a:rect b="b" l="l" r="r" t="t"/>
              <a:pathLst>
                <a:path extrusionOk="0" h="2264" w="3337">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g2975d56d0dc_2_745"/>
            <p:cNvSpPr/>
            <p:nvPr/>
          </p:nvSpPr>
          <p:spPr>
            <a:xfrm>
              <a:off x="6767417" y="1652131"/>
              <a:ext cx="74482" cy="44060"/>
            </a:xfrm>
            <a:custGeom>
              <a:rect b="b" l="l" r="r" t="t"/>
              <a:pathLst>
                <a:path extrusionOk="0" h="1163" w="1966">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g2975d56d0dc_2_745"/>
            <p:cNvSpPr/>
            <p:nvPr/>
          </p:nvSpPr>
          <p:spPr>
            <a:xfrm>
              <a:off x="6714795" y="1797837"/>
              <a:ext cx="126422" cy="85847"/>
            </a:xfrm>
            <a:custGeom>
              <a:rect b="b" l="l" r="r" t="t"/>
              <a:pathLst>
                <a:path extrusionOk="0" h="2266" w="3337">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g2975d56d0dc_2_745"/>
            <p:cNvSpPr/>
            <p:nvPr/>
          </p:nvSpPr>
          <p:spPr>
            <a:xfrm>
              <a:off x="6365003" y="1797875"/>
              <a:ext cx="126422" cy="85734"/>
            </a:xfrm>
            <a:custGeom>
              <a:rect b="b" l="l" r="r" t="t"/>
              <a:pathLst>
                <a:path extrusionOk="0" h="2263" w="3337">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g2975d56d0dc_2_745"/>
            <p:cNvSpPr/>
            <p:nvPr/>
          </p:nvSpPr>
          <p:spPr>
            <a:xfrm>
              <a:off x="6365003" y="1465927"/>
              <a:ext cx="126422" cy="85810"/>
            </a:xfrm>
            <a:custGeom>
              <a:rect b="b" l="l" r="r" t="t"/>
              <a:pathLst>
                <a:path extrusionOk="0" h="2265" w="3337">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g2975d56d0dc_2_745"/>
            <p:cNvSpPr/>
            <p:nvPr/>
          </p:nvSpPr>
          <p:spPr>
            <a:xfrm>
              <a:off x="6364359" y="1652169"/>
              <a:ext cx="74444" cy="44060"/>
            </a:xfrm>
            <a:custGeom>
              <a:rect b="b" l="l" r="r" t="t"/>
              <a:pathLst>
                <a:path extrusionOk="0" h="1163" w="1965">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g2975d56d0dc_2_745"/>
            <p:cNvSpPr/>
            <p:nvPr/>
          </p:nvSpPr>
          <p:spPr>
            <a:xfrm>
              <a:off x="6496312" y="1568027"/>
              <a:ext cx="213520" cy="213520"/>
            </a:xfrm>
            <a:custGeom>
              <a:rect b="b" l="l" r="r" t="t"/>
              <a:pathLst>
                <a:path extrusionOk="0" h="5636" w="5636">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g2975d56d0dc_2_745"/>
            <p:cNvSpPr/>
            <p:nvPr/>
          </p:nvSpPr>
          <p:spPr>
            <a:xfrm>
              <a:off x="6549541" y="1621748"/>
              <a:ext cx="106798" cy="105775"/>
            </a:xfrm>
            <a:custGeom>
              <a:rect b="b" l="l" r="r" t="t"/>
              <a:pathLst>
                <a:path extrusionOk="0" h="2792" w="2819">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92" name="Google Shape;2992;g2975d56d0dc_2_745"/>
          <p:cNvGrpSpPr/>
          <p:nvPr/>
        </p:nvGrpSpPr>
        <p:grpSpPr>
          <a:xfrm>
            <a:off x="5498266" y="2043313"/>
            <a:ext cx="449618" cy="354685"/>
            <a:chOff x="5554037" y="1486725"/>
            <a:chExt cx="476745" cy="376084"/>
          </a:xfrm>
        </p:grpSpPr>
        <p:sp>
          <p:nvSpPr>
            <p:cNvPr id="2993" name="Google Shape;2993;g2975d56d0dc_2_745"/>
            <p:cNvSpPr/>
            <p:nvPr/>
          </p:nvSpPr>
          <p:spPr>
            <a:xfrm>
              <a:off x="5554037" y="1486725"/>
              <a:ext cx="476745" cy="376084"/>
            </a:xfrm>
            <a:custGeom>
              <a:rect b="b" l="l" r="r" t="t"/>
              <a:pathLst>
                <a:path extrusionOk="0" h="9927" w="12584">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g2975d56d0dc_2_745"/>
            <p:cNvSpPr/>
            <p:nvPr/>
          </p:nvSpPr>
          <p:spPr>
            <a:xfrm>
              <a:off x="5738044" y="1542947"/>
              <a:ext cx="170482" cy="107745"/>
            </a:xfrm>
            <a:custGeom>
              <a:rect b="b" l="l" r="r" t="t"/>
              <a:pathLst>
                <a:path extrusionOk="0" h="2844" w="450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g2975d56d0dc_2_745"/>
            <p:cNvSpPr/>
            <p:nvPr/>
          </p:nvSpPr>
          <p:spPr>
            <a:xfrm>
              <a:off x="5652613" y="1622392"/>
              <a:ext cx="169270" cy="107593"/>
            </a:xfrm>
            <a:custGeom>
              <a:rect b="b" l="l" r="r" t="t"/>
              <a:pathLst>
                <a:path extrusionOk="0" h="2840" w="4468">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96" name="Google Shape;2996;g2975d56d0dc_2_745"/>
          <p:cNvGrpSpPr/>
          <p:nvPr/>
        </p:nvGrpSpPr>
        <p:grpSpPr>
          <a:xfrm>
            <a:off x="1007212" y="2702627"/>
            <a:ext cx="300841" cy="449511"/>
            <a:chOff x="792044" y="2185817"/>
            <a:chExt cx="318992" cy="476631"/>
          </a:xfrm>
        </p:grpSpPr>
        <p:sp>
          <p:nvSpPr>
            <p:cNvPr id="2997" name="Google Shape;2997;g2975d56d0dc_2_745"/>
            <p:cNvSpPr/>
            <p:nvPr/>
          </p:nvSpPr>
          <p:spPr>
            <a:xfrm>
              <a:off x="909146" y="2611607"/>
              <a:ext cx="29247" cy="13676"/>
            </a:xfrm>
            <a:custGeom>
              <a:rect b="b" l="l" r="r" t="t"/>
              <a:pathLst>
                <a:path extrusionOk="0" h="361" w="772">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g2975d56d0dc_2_745"/>
            <p:cNvSpPr/>
            <p:nvPr/>
          </p:nvSpPr>
          <p:spPr>
            <a:xfrm>
              <a:off x="792044" y="2185817"/>
              <a:ext cx="318992" cy="476631"/>
            </a:xfrm>
            <a:custGeom>
              <a:rect b="b" l="l" r="r" t="t"/>
              <a:pathLst>
                <a:path extrusionOk="0" h="12581" w="842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g2975d56d0dc_2_745"/>
            <p:cNvSpPr/>
            <p:nvPr/>
          </p:nvSpPr>
          <p:spPr>
            <a:xfrm>
              <a:off x="1021892" y="2235409"/>
              <a:ext cx="33149" cy="57509"/>
            </a:xfrm>
            <a:custGeom>
              <a:rect b="b" l="l" r="r" t="t"/>
              <a:pathLst>
                <a:path extrusionOk="0" h="1518" w="875">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g2975d56d0dc_2_745"/>
            <p:cNvSpPr/>
            <p:nvPr/>
          </p:nvSpPr>
          <p:spPr>
            <a:xfrm>
              <a:off x="1057731" y="2237530"/>
              <a:ext cx="26898" cy="53266"/>
            </a:xfrm>
            <a:custGeom>
              <a:rect b="b" l="l" r="r" t="t"/>
              <a:pathLst>
                <a:path extrusionOk="0" h="1406" w="71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g2975d56d0dc_2_745"/>
            <p:cNvSpPr/>
            <p:nvPr/>
          </p:nvSpPr>
          <p:spPr>
            <a:xfrm>
              <a:off x="990713" y="2237417"/>
              <a:ext cx="26936" cy="53342"/>
            </a:xfrm>
            <a:custGeom>
              <a:rect b="b" l="l" r="r" t="t"/>
              <a:pathLst>
                <a:path extrusionOk="0" h="1408" w="711">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g2975d56d0dc_2_745"/>
            <p:cNvSpPr/>
            <p:nvPr/>
          </p:nvSpPr>
          <p:spPr>
            <a:xfrm>
              <a:off x="908843" y="2288827"/>
              <a:ext cx="35119" cy="13676"/>
            </a:xfrm>
            <a:custGeom>
              <a:rect b="b" l="l" r="r" t="t"/>
              <a:pathLst>
                <a:path extrusionOk="0" h="361" w="927">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g2975d56d0dc_2_745"/>
            <p:cNvSpPr/>
            <p:nvPr/>
          </p:nvSpPr>
          <p:spPr>
            <a:xfrm>
              <a:off x="845727" y="2288827"/>
              <a:ext cx="51751" cy="13676"/>
            </a:xfrm>
            <a:custGeom>
              <a:rect b="b" l="l" r="r" t="t"/>
              <a:pathLst>
                <a:path extrusionOk="0" h="361" w="1366">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g2975d56d0dc_2_745"/>
            <p:cNvSpPr/>
            <p:nvPr/>
          </p:nvSpPr>
          <p:spPr>
            <a:xfrm>
              <a:off x="863116" y="2257837"/>
              <a:ext cx="80354" cy="13676"/>
            </a:xfrm>
            <a:custGeom>
              <a:rect b="b" l="l" r="r" t="t"/>
              <a:pathLst>
                <a:path extrusionOk="0" h="361" w="2121">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g2975d56d0dc_2_745"/>
            <p:cNvSpPr/>
            <p:nvPr/>
          </p:nvSpPr>
          <p:spPr>
            <a:xfrm>
              <a:off x="908881" y="2225521"/>
              <a:ext cx="35082" cy="13714"/>
            </a:xfrm>
            <a:custGeom>
              <a:rect b="b" l="l" r="r" t="t"/>
              <a:pathLst>
                <a:path extrusionOk="0" h="362" w="926">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g2975d56d0dc_2_745"/>
            <p:cNvSpPr/>
            <p:nvPr/>
          </p:nvSpPr>
          <p:spPr>
            <a:xfrm>
              <a:off x="828224" y="2225521"/>
              <a:ext cx="69064" cy="13714"/>
            </a:xfrm>
            <a:custGeom>
              <a:rect b="b" l="l" r="r" t="t"/>
              <a:pathLst>
                <a:path extrusionOk="0" h="362" w="1823">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g2975d56d0dc_2_745"/>
            <p:cNvSpPr/>
            <p:nvPr/>
          </p:nvSpPr>
          <p:spPr>
            <a:xfrm>
              <a:off x="825496" y="2331031"/>
              <a:ext cx="196206" cy="91909"/>
            </a:xfrm>
            <a:custGeom>
              <a:rect b="b" l="l" r="r" t="t"/>
              <a:pathLst>
                <a:path extrusionOk="0" h="2426" w="5179">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g2975d56d0dc_2_745"/>
            <p:cNvSpPr/>
            <p:nvPr/>
          </p:nvSpPr>
          <p:spPr>
            <a:xfrm>
              <a:off x="825837" y="2450217"/>
              <a:ext cx="25269" cy="13714"/>
            </a:xfrm>
            <a:custGeom>
              <a:rect b="b" l="l" r="r" t="t"/>
              <a:pathLst>
                <a:path extrusionOk="0" h="362" w="667">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g2975d56d0dc_2_745"/>
            <p:cNvSpPr/>
            <p:nvPr/>
          </p:nvSpPr>
          <p:spPr>
            <a:xfrm>
              <a:off x="932749" y="2450217"/>
              <a:ext cx="25269" cy="13714"/>
            </a:xfrm>
            <a:custGeom>
              <a:rect b="b" l="l" r="r" t="t"/>
              <a:pathLst>
                <a:path extrusionOk="0" h="362" w="667">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g2975d56d0dc_2_745"/>
            <p:cNvSpPr/>
            <p:nvPr/>
          </p:nvSpPr>
          <p:spPr>
            <a:xfrm>
              <a:off x="959192" y="2542088"/>
              <a:ext cx="25345" cy="13639"/>
            </a:xfrm>
            <a:custGeom>
              <a:rect b="b" l="l" r="r" t="t"/>
              <a:pathLst>
                <a:path extrusionOk="0" h="360" w="669">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g2975d56d0dc_2_745"/>
            <p:cNvSpPr/>
            <p:nvPr/>
          </p:nvSpPr>
          <p:spPr>
            <a:xfrm>
              <a:off x="866526" y="2450217"/>
              <a:ext cx="54403" cy="13714"/>
            </a:xfrm>
            <a:custGeom>
              <a:rect b="b" l="l" r="r" t="t"/>
              <a:pathLst>
                <a:path extrusionOk="0" h="362" w="1436">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g2975d56d0dc_2_745"/>
            <p:cNvSpPr/>
            <p:nvPr/>
          </p:nvSpPr>
          <p:spPr>
            <a:xfrm>
              <a:off x="825837" y="2481283"/>
              <a:ext cx="25269" cy="13676"/>
            </a:xfrm>
            <a:custGeom>
              <a:rect b="b" l="l" r="r" t="t"/>
              <a:pathLst>
                <a:path extrusionOk="0" h="361" w="667">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g2975d56d0dc_2_745"/>
            <p:cNvSpPr/>
            <p:nvPr/>
          </p:nvSpPr>
          <p:spPr>
            <a:xfrm>
              <a:off x="866526" y="2481207"/>
              <a:ext cx="54100" cy="13714"/>
            </a:xfrm>
            <a:custGeom>
              <a:rect b="b" l="l" r="r" t="t"/>
              <a:pathLst>
                <a:path extrusionOk="0" h="362" w="1428">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g2975d56d0dc_2_745"/>
            <p:cNvSpPr/>
            <p:nvPr/>
          </p:nvSpPr>
          <p:spPr>
            <a:xfrm>
              <a:off x="944872" y="2481283"/>
              <a:ext cx="76225" cy="13676"/>
            </a:xfrm>
            <a:custGeom>
              <a:rect b="b" l="l" r="r" t="t"/>
              <a:pathLst>
                <a:path extrusionOk="0" h="361" w="2012">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g2975d56d0dc_2_745"/>
            <p:cNvSpPr/>
            <p:nvPr/>
          </p:nvSpPr>
          <p:spPr>
            <a:xfrm>
              <a:off x="825837" y="2511022"/>
              <a:ext cx="25269" cy="13676"/>
            </a:xfrm>
            <a:custGeom>
              <a:rect b="b" l="l" r="r" t="t"/>
              <a:pathLst>
                <a:path extrusionOk="0" h="361" w="667">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g2975d56d0dc_2_745"/>
            <p:cNvSpPr/>
            <p:nvPr/>
          </p:nvSpPr>
          <p:spPr>
            <a:xfrm>
              <a:off x="887931" y="2511022"/>
              <a:ext cx="132560" cy="13676"/>
            </a:xfrm>
            <a:custGeom>
              <a:rect b="b" l="l" r="r" t="t"/>
              <a:pathLst>
                <a:path extrusionOk="0" h="361" w="3499">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g2975d56d0dc_2_745"/>
            <p:cNvSpPr/>
            <p:nvPr/>
          </p:nvSpPr>
          <p:spPr>
            <a:xfrm>
              <a:off x="825837" y="2542088"/>
              <a:ext cx="25269" cy="13639"/>
            </a:xfrm>
            <a:custGeom>
              <a:rect b="b" l="l" r="r" t="t"/>
              <a:pathLst>
                <a:path extrusionOk="0" h="360" w="667">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g2975d56d0dc_2_745"/>
            <p:cNvSpPr/>
            <p:nvPr/>
          </p:nvSpPr>
          <p:spPr>
            <a:xfrm>
              <a:off x="883725" y="2542088"/>
              <a:ext cx="56411" cy="13639"/>
            </a:xfrm>
            <a:custGeom>
              <a:rect b="b" l="l" r="r" t="t"/>
              <a:pathLst>
                <a:path extrusionOk="0" h="360" w="1489">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19" name="Google Shape;3019;g2975d56d0dc_2_745"/>
          <p:cNvGrpSpPr/>
          <p:nvPr/>
        </p:nvGrpSpPr>
        <p:grpSpPr>
          <a:xfrm>
            <a:off x="4739267" y="2021590"/>
            <a:ext cx="449547" cy="398061"/>
            <a:chOff x="4749246" y="1463691"/>
            <a:chExt cx="476669" cy="422077"/>
          </a:xfrm>
        </p:grpSpPr>
        <p:sp>
          <p:nvSpPr>
            <p:cNvPr id="3020" name="Google Shape;3020;g2975d56d0dc_2_745"/>
            <p:cNvSpPr/>
            <p:nvPr/>
          </p:nvSpPr>
          <p:spPr>
            <a:xfrm>
              <a:off x="4884495" y="1752943"/>
              <a:ext cx="48910" cy="79142"/>
            </a:xfrm>
            <a:custGeom>
              <a:rect b="b" l="l" r="r" t="t"/>
              <a:pathLst>
                <a:path extrusionOk="0" h="2089" w="1291">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g2975d56d0dc_2_745"/>
            <p:cNvSpPr/>
            <p:nvPr/>
          </p:nvSpPr>
          <p:spPr>
            <a:xfrm>
              <a:off x="4947839" y="1752943"/>
              <a:ext cx="48872" cy="79142"/>
            </a:xfrm>
            <a:custGeom>
              <a:rect b="b" l="l" r="r" t="t"/>
              <a:pathLst>
                <a:path extrusionOk="0" h="2089" w="129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g2975d56d0dc_2_745"/>
            <p:cNvSpPr/>
            <p:nvPr/>
          </p:nvSpPr>
          <p:spPr>
            <a:xfrm>
              <a:off x="5101690" y="1752943"/>
              <a:ext cx="49023" cy="79218"/>
            </a:xfrm>
            <a:custGeom>
              <a:rect b="b" l="l" r="r" t="t"/>
              <a:pathLst>
                <a:path extrusionOk="0" h="2091" w="1294">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g2975d56d0dc_2_745"/>
            <p:cNvSpPr/>
            <p:nvPr/>
          </p:nvSpPr>
          <p:spPr>
            <a:xfrm>
              <a:off x="5009819" y="1752678"/>
              <a:ext cx="79104" cy="79066"/>
            </a:xfrm>
            <a:custGeom>
              <a:rect b="b" l="l" r="r" t="t"/>
              <a:pathLst>
                <a:path extrusionOk="0" h="2087" w="2088">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g2975d56d0dc_2_745"/>
            <p:cNvSpPr/>
            <p:nvPr/>
          </p:nvSpPr>
          <p:spPr>
            <a:xfrm>
              <a:off x="4823652" y="1752943"/>
              <a:ext cx="40575" cy="78308"/>
            </a:xfrm>
            <a:custGeom>
              <a:rect b="b" l="l" r="r" t="t"/>
              <a:pathLst>
                <a:path extrusionOk="0" h="2067" w="1071">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g2975d56d0dc_2_745"/>
            <p:cNvSpPr/>
            <p:nvPr/>
          </p:nvSpPr>
          <p:spPr>
            <a:xfrm>
              <a:off x="4979662" y="1686417"/>
              <a:ext cx="15154" cy="14055"/>
            </a:xfrm>
            <a:custGeom>
              <a:rect b="b" l="l" r="r" t="t"/>
              <a:pathLst>
                <a:path extrusionOk="0" h="371" w="40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g2975d56d0dc_2_745"/>
            <p:cNvSpPr/>
            <p:nvPr/>
          </p:nvSpPr>
          <p:spPr>
            <a:xfrm>
              <a:off x="4980041" y="1615459"/>
              <a:ext cx="13752" cy="61298"/>
            </a:xfrm>
            <a:custGeom>
              <a:rect b="b" l="l" r="r" t="t"/>
              <a:pathLst>
                <a:path extrusionOk="0" h="1618" w="363">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g2975d56d0dc_2_745"/>
            <p:cNvSpPr/>
            <p:nvPr/>
          </p:nvSpPr>
          <p:spPr>
            <a:xfrm>
              <a:off x="4903400" y="1580339"/>
              <a:ext cx="165141" cy="145365"/>
            </a:xfrm>
            <a:custGeom>
              <a:rect b="b" l="l" r="r" t="t"/>
              <a:pathLst>
                <a:path extrusionOk="0" h="3837" w="4359">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g2975d56d0dc_2_745"/>
            <p:cNvSpPr/>
            <p:nvPr/>
          </p:nvSpPr>
          <p:spPr>
            <a:xfrm>
              <a:off x="4749246" y="1463691"/>
              <a:ext cx="476669" cy="422077"/>
            </a:xfrm>
            <a:custGeom>
              <a:rect b="b" l="l" r="r" t="t"/>
              <a:pathLst>
                <a:path extrusionOk="0" h="11141" w="12582">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g2975d56d0dc_2_745"/>
            <p:cNvSpPr/>
            <p:nvPr/>
          </p:nvSpPr>
          <p:spPr>
            <a:xfrm>
              <a:off x="4797701" y="1491234"/>
              <a:ext cx="19624" cy="18753"/>
            </a:xfrm>
            <a:custGeom>
              <a:rect b="b" l="l" r="r" t="t"/>
              <a:pathLst>
                <a:path extrusionOk="0" h="495" w="518">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g2975d56d0dc_2_745"/>
            <p:cNvSpPr/>
            <p:nvPr/>
          </p:nvSpPr>
          <p:spPr>
            <a:xfrm>
              <a:off x="4833426" y="1491234"/>
              <a:ext cx="19662" cy="18753"/>
            </a:xfrm>
            <a:custGeom>
              <a:rect b="b" l="l" r="r" t="t"/>
              <a:pathLst>
                <a:path extrusionOk="0" h="495" w="519">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g2975d56d0dc_2_745"/>
            <p:cNvSpPr/>
            <p:nvPr/>
          </p:nvSpPr>
          <p:spPr>
            <a:xfrm>
              <a:off x="4868924" y="1491310"/>
              <a:ext cx="20079" cy="18715"/>
            </a:xfrm>
            <a:custGeom>
              <a:rect b="b" l="l" r="r" t="t"/>
              <a:pathLst>
                <a:path extrusionOk="0" h="494" w="53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32" name="Google Shape;3032;g2975d56d0dc_2_745"/>
          <p:cNvSpPr/>
          <p:nvPr/>
        </p:nvSpPr>
        <p:spPr>
          <a:xfrm>
            <a:off x="3393586" y="2031202"/>
            <a:ext cx="140695" cy="161274"/>
          </a:xfrm>
          <a:custGeom>
            <a:rect b="b" l="l" r="r" t="t"/>
            <a:pathLst>
              <a:path extrusionOk="0" h="4514" w="3938">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g2975d56d0dc_2_745"/>
          <p:cNvSpPr/>
          <p:nvPr/>
        </p:nvSpPr>
        <p:spPr>
          <a:xfrm>
            <a:off x="3239114" y="1995903"/>
            <a:ext cx="449631" cy="449452"/>
          </a:xfrm>
          <a:custGeom>
            <a:rect b="b" l="l" r="r" t="t"/>
            <a:pathLst>
              <a:path extrusionOk="0" h="12580" w="12585">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g2975d56d0dc_2_745"/>
          <p:cNvSpPr/>
          <p:nvPr/>
        </p:nvSpPr>
        <p:spPr>
          <a:xfrm>
            <a:off x="3330454" y="2247538"/>
            <a:ext cx="266956" cy="38729"/>
          </a:xfrm>
          <a:custGeom>
            <a:rect b="b" l="l" r="r" t="t"/>
            <a:pathLst>
              <a:path extrusionOk="0" h="1084" w="7472">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35" name="Google Shape;3035;g2975d56d0dc_2_745"/>
          <p:cNvGrpSpPr/>
          <p:nvPr/>
        </p:nvGrpSpPr>
        <p:grpSpPr>
          <a:xfrm>
            <a:off x="4000277" y="1995900"/>
            <a:ext cx="332604" cy="449511"/>
            <a:chOff x="3965670" y="1436452"/>
            <a:chExt cx="352671" cy="476631"/>
          </a:xfrm>
        </p:grpSpPr>
        <p:sp>
          <p:nvSpPr>
            <p:cNvPr id="3036" name="Google Shape;3036;g2975d56d0dc_2_745"/>
            <p:cNvSpPr/>
            <p:nvPr/>
          </p:nvSpPr>
          <p:spPr>
            <a:xfrm>
              <a:off x="4020755" y="1506160"/>
              <a:ext cx="64783" cy="64821"/>
            </a:xfrm>
            <a:custGeom>
              <a:rect b="b" l="l" r="r" t="t"/>
              <a:pathLst>
                <a:path extrusionOk="0" h="1711" w="171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g2975d56d0dc_2_745"/>
            <p:cNvSpPr/>
            <p:nvPr/>
          </p:nvSpPr>
          <p:spPr>
            <a:xfrm>
              <a:off x="4109179" y="1506160"/>
              <a:ext cx="64783" cy="64821"/>
            </a:xfrm>
            <a:custGeom>
              <a:rect b="b" l="l" r="r" t="t"/>
              <a:pathLst>
                <a:path extrusionOk="0" h="1711" w="171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g2975d56d0dc_2_745"/>
            <p:cNvSpPr/>
            <p:nvPr/>
          </p:nvSpPr>
          <p:spPr>
            <a:xfrm>
              <a:off x="4197602" y="1506160"/>
              <a:ext cx="64821" cy="64821"/>
            </a:xfrm>
            <a:custGeom>
              <a:rect b="b" l="l" r="r" t="t"/>
              <a:pathLst>
                <a:path extrusionOk="0" h="1711" w="1711">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g2975d56d0dc_2_745"/>
            <p:cNvSpPr/>
            <p:nvPr/>
          </p:nvSpPr>
          <p:spPr>
            <a:xfrm>
              <a:off x="4017156" y="1581703"/>
              <a:ext cx="71944" cy="13676"/>
            </a:xfrm>
            <a:custGeom>
              <a:rect b="b" l="l" r="r" t="t"/>
              <a:pathLst>
                <a:path extrusionOk="0" h="361" w="1899">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g2975d56d0dc_2_745"/>
            <p:cNvSpPr/>
            <p:nvPr/>
          </p:nvSpPr>
          <p:spPr>
            <a:xfrm>
              <a:off x="4031628" y="1606518"/>
              <a:ext cx="43113" cy="13676"/>
            </a:xfrm>
            <a:custGeom>
              <a:rect b="b" l="l" r="r" t="t"/>
              <a:pathLst>
                <a:path extrusionOk="0" h="361" w="1138">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g2975d56d0dc_2_745"/>
            <p:cNvSpPr/>
            <p:nvPr/>
          </p:nvSpPr>
          <p:spPr>
            <a:xfrm>
              <a:off x="4105617" y="1581703"/>
              <a:ext cx="71944" cy="13676"/>
            </a:xfrm>
            <a:custGeom>
              <a:rect b="b" l="l" r="r" t="t"/>
              <a:pathLst>
                <a:path extrusionOk="0" h="361" w="1899">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g2975d56d0dc_2_745"/>
            <p:cNvSpPr/>
            <p:nvPr/>
          </p:nvSpPr>
          <p:spPr>
            <a:xfrm>
              <a:off x="4120014" y="1606518"/>
              <a:ext cx="43189" cy="13676"/>
            </a:xfrm>
            <a:custGeom>
              <a:rect b="b" l="l" r="r" t="t"/>
              <a:pathLst>
                <a:path extrusionOk="0" h="361" w="114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g2975d56d0dc_2_745"/>
            <p:cNvSpPr/>
            <p:nvPr/>
          </p:nvSpPr>
          <p:spPr>
            <a:xfrm>
              <a:off x="4194003" y="1581703"/>
              <a:ext cx="71982" cy="13676"/>
            </a:xfrm>
            <a:custGeom>
              <a:rect b="b" l="l" r="r" t="t"/>
              <a:pathLst>
                <a:path extrusionOk="0" h="361" w="190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g2975d56d0dc_2_745"/>
            <p:cNvSpPr/>
            <p:nvPr/>
          </p:nvSpPr>
          <p:spPr>
            <a:xfrm>
              <a:off x="4208437" y="1606480"/>
              <a:ext cx="42848" cy="13676"/>
            </a:xfrm>
            <a:custGeom>
              <a:rect b="b" l="l" r="r" t="t"/>
              <a:pathLst>
                <a:path extrusionOk="0" h="361" w="1131">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g2975d56d0dc_2_745"/>
            <p:cNvSpPr/>
            <p:nvPr/>
          </p:nvSpPr>
          <p:spPr>
            <a:xfrm>
              <a:off x="3965670" y="1436452"/>
              <a:ext cx="352671" cy="476631"/>
            </a:xfrm>
            <a:custGeom>
              <a:rect b="b" l="l" r="r" t="t"/>
              <a:pathLst>
                <a:path extrusionOk="0" h="12581" w="9309">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g2975d56d0dc_2_745"/>
            <p:cNvSpPr/>
            <p:nvPr/>
          </p:nvSpPr>
          <p:spPr>
            <a:xfrm>
              <a:off x="4007836" y="1656147"/>
              <a:ext cx="121687" cy="83158"/>
            </a:xfrm>
            <a:custGeom>
              <a:rect b="b" l="l" r="r" t="t"/>
              <a:pathLst>
                <a:path extrusionOk="0" h="2195" w="3212">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g2975d56d0dc_2_745"/>
            <p:cNvSpPr/>
            <p:nvPr/>
          </p:nvSpPr>
          <p:spPr>
            <a:xfrm>
              <a:off x="4153125" y="1656147"/>
              <a:ext cx="121649" cy="83158"/>
            </a:xfrm>
            <a:custGeom>
              <a:rect b="b" l="l" r="r" t="t"/>
              <a:pathLst>
                <a:path extrusionOk="0" h="2195" w="3211">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g2975d56d0dc_2_745"/>
            <p:cNvSpPr/>
            <p:nvPr/>
          </p:nvSpPr>
          <p:spPr>
            <a:xfrm>
              <a:off x="4007609" y="1784009"/>
              <a:ext cx="267961" cy="13714"/>
            </a:xfrm>
            <a:custGeom>
              <a:rect b="b" l="l" r="r" t="t"/>
              <a:pathLst>
                <a:path extrusionOk="0" h="362" w="7073">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g2975d56d0dc_2_745"/>
            <p:cNvSpPr/>
            <p:nvPr/>
          </p:nvSpPr>
          <p:spPr>
            <a:xfrm>
              <a:off x="4135660" y="1811286"/>
              <a:ext cx="138508" cy="13676"/>
            </a:xfrm>
            <a:custGeom>
              <a:rect b="b" l="l" r="r" t="t"/>
              <a:pathLst>
                <a:path extrusionOk="0" h="361" w="3656">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g2975d56d0dc_2_745"/>
            <p:cNvSpPr/>
            <p:nvPr/>
          </p:nvSpPr>
          <p:spPr>
            <a:xfrm>
              <a:off x="4008632" y="1811362"/>
              <a:ext cx="104373" cy="13639"/>
            </a:xfrm>
            <a:custGeom>
              <a:rect b="b" l="l" r="r" t="t"/>
              <a:pathLst>
                <a:path extrusionOk="0" h="360" w="2755">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g2975d56d0dc_2_745"/>
            <p:cNvSpPr/>
            <p:nvPr/>
          </p:nvSpPr>
          <p:spPr>
            <a:xfrm>
              <a:off x="4007609" y="1839852"/>
              <a:ext cx="267961" cy="13676"/>
            </a:xfrm>
            <a:custGeom>
              <a:rect b="b" l="l" r="r" t="t"/>
              <a:pathLst>
                <a:path extrusionOk="0" h="361" w="7073">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g2975d56d0dc_2_745"/>
            <p:cNvSpPr/>
            <p:nvPr/>
          </p:nvSpPr>
          <p:spPr>
            <a:xfrm>
              <a:off x="4199837" y="1867167"/>
              <a:ext cx="74974" cy="13676"/>
            </a:xfrm>
            <a:custGeom>
              <a:rect b="b" l="l" r="r" t="t"/>
              <a:pathLst>
                <a:path extrusionOk="0" h="361" w="1979">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g2975d56d0dc_2_745"/>
            <p:cNvSpPr/>
            <p:nvPr/>
          </p:nvSpPr>
          <p:spPr>
            <a:xfrm>
              <a:off x="4009276" y="1867205"/>
              <a:ext cx="168740" cy="13676"/>
            </a:xfrm>
            <a:custGeom>
              <a:rect b="b" l="l" r="r" t="t"/>
              <a:pathLst>
                <a:path extrusionOk="0" h="361" w="4454">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54" name="Google Shape;3054;g2975d56d0dc_2_745"/>
          <p:cNvGrpSpPr/>
          <p:nvPr/>
        </p:nvGrpSpPr>
        <p:grpSpPr>
          <a:xfrm>
            <a:off x="2468900" y="1995936"/>
            <a:ext cx="437899" cy="449582"/>
            <a:chOff x="2341881" y="1436490"/>
            <a:chExt cx="464319" cy="476707"/>
          </a:xfrm>
        </p:grpSpPr>
        <p:sp>
          <p:nvSpPr>
            <p:cNvPr id="3055" name="Google Shape;3055;g2975d56d0dc_2_745"/>
            <p:cNvSpPr/>
            <p:nvPr/>
          </p:nvSpPr>
          <p:spPr>
            <a:xfrm>
              <a:off x="2582678" y="1523322"/>
              <a:ext cx="223522" cy="389875"/>
            </a:xfrm>
            <a:custGeom>
              <a:rect b="b" l="l" r="r" t="t"/>
              <a:pathLst>
                <a:path extrusionOk="0" h="10291" w="590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g2975d56d0dc_2_745"/>
            <p:cNvSpPr/>
            <p:nvPr/>
          </p:nvSpPr>
          <p:spPr>
            <a:xfrm>
              <a:off x="2681482" y="1867205"/>
              <a:ext cx="26747" cy="13676"/>
            </a:xfrm>
            <a:custGeom>
              <a:rect b="b" l="l" r="r" t="t"/>
              <a:pathLst>
                <a:path extrusionOk="0" h="361" w="706">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g2975d56d0dc_2_745"/>
            <p:cNvSpPr/>
            <p:nvPr/>
          </p:nvSpPr>
          <p:spPr>
            <a:xfrm>
              <a:off x="2419735" y="1436642"/>
              <a:ext cx="67890" cy="79104"/>
            </a:xfrm>
            <a:custGeom>
              <a:rect b="b" l="l" r="r" t="t"/>
              <a:pathLst>
                <a:path extrusionOk="0" h="2088" w="1792">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g2975d56d0dc_2_745"/>
            <p:cNvSpPr/>
            <p:nvPr/>
          </p:nvSpPr>
          <p:spPr>
            <a:xfrm>
              <a:off x="2668374" y="1436490"/>
              <a:ext cx="53986" cy="79407"/>
            </a:xfrm>
            <a:custGeom>
              <a:rect b="b" l="l" r="r" t="t"/>
              <a:pathLst>
                <a:path extrusionOk="0" h="2096" w="1425">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g2975d56d0dc_2_745"/>
            <p:cNvSpPr/>
            <p:nvPr/>
          </p:nvSpPr>
          <p:spPr>
            <a:xfrm>
              <a:off x="2633406" y="1624778"/>
              <a:ext cx="122937" cy="122937"/>
            </a:xfrm>
            <a:custGeom>
              <a:rect b="b" l="l" r="r" t="t"/>
              <a:pathLst>
                <a:path extrusionOk="0" h="3245" w="3245">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g2975d56d0dc_2_745"/>
            <p:cNvSpPr/>
            <p:nvPr/>
          </p:nvSpPr>
          <p:spPr>
            <a:xfrm>
              <a:off x="2667579" y="1663762"/>
              <a:ext cx="54744" cy="45879"/>
            </a:xfrm>
            <a:custGeom>
              <a:rect b="b" l="l" r="r" t="t"/>
              <a:pathLst>
                <a:path extrusionOk="0" h="1211" w="1445">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g2975d56d0dc_2_745"/>
            <p:cNvSpPr/>
            <p:nvPr/>
          </p:nvSpPr>
          <p:spPr>
            <a:xfrm>
              <a:off x="2341881" y="1523322"/>
              <a:ext cx="223522" cy="389875"/>
            </a:xfrm>
            <a:custGeom>
              <a:rect b="b" l="l" r="r" t="t"/>
              <a:pathLst>
                <a:path extrusionOk="0" h="10291" w="590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g2975d56d0dc_2_745"/>
            <p:cNvSpPr/>
            <p:nvPr/>
          </p:nvSpPr>
          <p:spPr>
            <a:xfrm>
              <a:off x="2439928" y="1867205"/>
              <a:ext cx="26785" cy="13676"/>
            </a:xfrm>
            <a:custGeom>
              <a:rect b="b" l="l" r="r" t="t"/>
              <a:pathLst>
                <a:path extrusionOk="0" h="361" w="707">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g2975d56d0dc_2_745"/>
            <p:cNvSpPr/>
            <p:nvPr/>
          </p:nvSpPr>
          <p:spPr>
            <a:xfrm>
              <a:off x="2391927" y="1624892"/>
              <a:ext cx="122937" cy="122861"/>
            </a:xfrm>
            <a:custGeom>
              <a:rect b="b" l="l" r="r" t="t"/>
              <a:pathLst>
                <a:path extrusionOk="0" h="3243" w="3245">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g2975d56d0dc_2_745"/>
            <p:cNvSpPr/>
            <p:nvPr/>
          </p:nvSpPr>
          <p:spPr>
            <a:xfrm>
              <a:off x="2431631" y="1664899"/>
              <a:ext cx="43416" cy="42848"/>
            </a:xfrm>
            <a:custGeom>
              <a:rect b="b" l="l" r="r" t="t"/>
              <a:pathLst>
                <a:path extrusionOk="0" h="1131" w="1146">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65" name="Google Shape;3065;g2975d56d0dc_2_745"/>
          <p:cNvGrpSpPr/>
          <p:nvPr/>
        </p:nvGrpSpPr>
        <p:grpSpPr>
          <a:xfrm>
            <a:off x="1781307" y="1995865"/>
            <a:ext cx="346610" cy="449475"/>
            <a:chOff x="1612822" y="1436414"/>
            <a:chExt cx="367522" cy="476593"/>
          </a:xfrm>
        </p:grpSpPr>
        <p:sp>
          <p:nvSpPr>
            <p:cNvPr id="3066" name="Google Shape;3066;g2975d56d0dc_2_745"/>
            <p:cNvSpPr/>
            <p:nvPr/>
          </p:nvSpPr>
          <p:spPr>
            <a:xfrm>
              <a:off x="1612822" y="1436414"/>
              <a:ext cx="367522" cy="476593"/>
            </a:xfrm>
            <a:custGeom>
              <a:rect b="b" l="l" r="r" t="t"/>
              <a:pathLst>
                <a:path extrusionOk="0" h="12580" w="9701">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g2975d56d0dc_2_745"/>
            <p:cNvSpPr/>
            <p:nvPr/>
          </p:nvSpPr>
          <p:spPr>
            <a:xfrm>
              <a:off x="1818879" y="1713202"/>
              <a:ext cx="38037" cy="84749"/>
            </a:xfrm>
            <a:custGeom>
              <a:rect b="b" l="l" r="r" t="t"/>
              <a:pathLst>
                <a:path extrusionOk="0" h="2237" w="1004">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g2975d56d0dc_2_745"/>
            <p:cNvSpPr/>
            <p:nvPr/>
          </p:nvSpPr>
          <p:spPr>
            <a:xfrm>
              <a:off x="1737312" y="1713240"/>
              <a:ext cx="62094" cy="84862"/>
            </a:xfrm>
            <a:custGeom>
              <a:rect b="b" l="l" r="r" t="t"/>
              <a:pathLst>
                <a:path extrusionOk="0" h="2240" w="1639">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g2975d56d0dc_2_745"/>
            <p:cNvSpPr/>
            <p:nvPr/>
          </p:nvSpPr>
          <p:spPr>
            <a:xfrm>
              <a:off x="1656542" y="1713240"/>
              <a:ext cx="62094" cy="84862"/>
            </a:xfrm>
            <a:custGeom>
              <a:rect b="b" l="l" r="r" t="t"/>
              <a:pathLst>
                <a:path extrusionOk="0" h="2240" w="1639">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70" name="Google Shape;3070;g2975d56d0dc_2_745"/>
          <p:cNvGrpSpPr/>
          <p:nvPr/>
        </p:nvGrpSpPr>
        <p:grpSpPr>
          <a:xfrm>
            <a:off x="960336" y="1996043"/>
            <a:ext cx="394595" cy="449261"/>
            <a:chOff x="742339" y="1436604"/>
            <a:chExt cx="418402" cy="476366"/>
          </a:xfrm>
        </p:grpSpPr>
        <p:sp>
          <p:nvSpPr>
            <p:cNvPr id="3071" name="Google Shape;3071;g2975d56d0dc_2_745"/>
            <p:cNvSpPr/>
            <p:nvPr/>
          </p:nvSpPr>
          <p:spPr>
            <a:xfrm>
              <a:off x="836180" y="1697442"/>
              <a:ext cx="98615" cy="215528"/>
            </a:xfrm>
            <a:custGeom>
              <a:rect b="b" l="l" r="r" t="t"/>
              <a:pathLst>
                <a:path extrusionOk="0" h="5689" w="2603">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g2975d56d0dc_2_745"/>
            <p:cNvSpPr/>
            <p:nvPr/>
          </p:nvSpPr>
          <p:spPr>
            <a:xfrm>
              <a:off x="818487" y="1437664"/>
              <a:ext cx="25686" cy="55502"/>
            </a:xfrm>
            <a:custGeom>
              <a:rect b="b" l="l" r="r" t="t"/>
              <a:pathLst>
                <a:path extrusionOk="0" h="1465" w="678">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g2975d56d0dc_2_745"/>
            <p:cNvSpPr/>
            <p:nvPr/>
          </p:nvSpPr>
          <p:spPr>
            <a:xfrm>
              <a:off x="875807" y="1510934"/>
              <a:ext cx="22996" cy="55502"/>
            </a:xfrm>
            <a:custGeom>
              <a:rect b="b" l="l" r="r" t="t"/>
              <a:pathLst>
                <a:path extrusionOk="0" h="1465" w="607">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g2975d56d0dc_2_745"/>
            <p:cNvSpPr/>
            <p:nvPr/>
          </p:nvSpPr>
          <p:spPr>
            <a:xfrm>
              <a:off x="909108" y="1437664"/>
              <a:ext cx="25686" cy="55502"/>
            </a:xfrm>
            <a:custGeom>
              <a:rect b="b" l="l" r="r" t="t"/>
              <a:pathLst>
                <a:path extrusionOk="0" h="1465" w="678">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g2975d56d0dc_2_745"/>
            <p:cNvSpPr/>
            <p:nvPr/>
          </p:nvSpPr>
          <p:spPr>
            <a:xfrm>
              <a:off x="772116" y="1436604"/>
              <a:ext cx="38529" cy="58078"/>
            </a:xfrm>
            <a:custGeom>
              <a:rect b="b" l="l" r="r" t="t"/>
              <a:pathLst>
                <a:path extrusionOk="0" h="1533" w="1017">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g2975d56d0dc_2_745"/>
            <p:cNvSpPr/>
            <p:nvPr/>
          </p:nvSpPr>
          <p:spPr>
            <a:xfrm>
              <a:off x="772116" y="1510025"/>
              <a:ext cx="38529" cy="58078"/>
            </a:xfrm>
            <a:custGeom>
              <a:rect b="b" l="l" r="r" t="t"/>
              <a:pathLst>
                <a:path extrusionOk="0" h="1533" w="1017">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g2975d56d0dc_2_745"/>
            <p:cNvSpPr/>
            <p:nvPr/>
          </p:nvSpPr>
          <p:spPr>
            <a:xfrm>
              <a:off x="825496" y="1509987"/>
              <a:ext cx="38491" cy="58078"/>
            </a:xfrm>
            <a:custGeom>
              <a:rect b="b" l="l" r="r" t="t"/>
              <a:pathLst>
                <a:path extrusionOk="0" h="1533" w="1016">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g2975d56d0dc_2_745"/>
            <p:cNvSpPr/>
            <p:nvPr/>
          </p:nvSpPr>
          <p:spPr>
            <a:xfrm>
              <a:off x="913655" y="1509987"/>
              <a:ext cx="38529" cy="58078"/>
            </a:xfrm>
            <a:custGeom>
              <a:rect b="b" l="l" r="r" t="t"/>
              <a:pathLst>
                <a:path extrusionOk="0" h="1533" w="1017">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g2975d56d0dc_2_745"/>
            <p:cNvSpPr/>
            <p:nvPr/>
          </p:nvSpPr>
          <p:spPr>
            <a:xfrm>
              <a:off x="860275" y="1436604"/>
              <a:ext cx="38529" cy="58078"/>
            </a:xfrm>
            <a:custGeom>
              <a:rect b="b" l="l" r="r" t="t"/>
              <a:pathLst>
                <a:path extrusionOk="0" h="1533" w="1017">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g2975d56d0dc_2_745"/>
            <p:cNvSpPr/>
            <p:nvPr/>
          </p:nvSpPr>
          <p:spPr>
            <a:xfrm>
              <a:off x="954608" y="1436604"/>
              <a:ext cx="38529" cy="58078"/>
            </a:xfrm>
            <a:custGeom>
              <a:rect b="b" l="l" r="r" t="t"/>
              <a:pathLst>
                <a:path extrusionOk="0" h="1533" w="1017">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g2975d56d0dc_2_745"/>
            <p:cNvSpPr/>
            <p:nvPr/>
          </p:nvSpPr>
          <p:spPr>
            <a:xfrm>
              <a:off x="742339" y="1479944"/>
              <a:ext cx="418402" cy="352937"/>
            </a:xfrm>
            <a:custGeom>
              <a:rect b="b" l="l" r="r" t="t"/>
              <a:pathLst>
                <a:path extrusionOk="0" h="9316" w="11044">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g2975d56d0dc_2_745"/>
            <p:cNvSpPr/>
            <p:nvPr/>
          </p:nvSpPr>
          <p:spPr>
            <a:xfrm>
              <a:off x="1008367" y="1531051"/>
              <a:ext cx="105169" cy="101039"/>
            </a:xfrm>
            <a:custGeom>
              <a:rect b="b" l="l" r="r" t="t"/>
              <a:pathLst>
                <a:path extrusionOk="0" h="2667" w="2776">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83" name="Google Shape;3083;g2975d56d0dc_2_745"/>
          <p:cNvGrpSpPr/>
          <p:nvPr/>
        </p:nvGrpSpPr>
        <p:grpSpPr>
          <a:xfrm>
            <a:off x="7760469" y="1347806"/>
            <a:ext cx="449582" cy="381589"/>
            <a:chOff x="7952725" y="749256"/>
            <a:chExt cx="476707" cy="404612"/>
          </a:xfrm>
        </p:grpSpPr>
        <p:sp>
          <p:nvSpPr>
            <p:cNvPr id="3084" name="Google Shape;3084;g2975d56d0dc_2_745"/>
            <p:cNvSpPr/>
            <p:nvPr/>
          </p:nvSpPr>
          <p:spPr>
            <a:xfrm>
              <a:off x="8164957" y="779147"/>
              <a:ext cx="52243" cy="21367"/>
            </a:xfrm>
            <a:custGeom>
              <a:rect b="b" l="l" r="r" t="t"/>
              <a:pathLst>
                <a:path extrusionOk="0" h="564" w="1379">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g2975d56d0dc_2_745"/>
            <p:cNvSpPr/>
            <p:nvPr/>
          </p:nvSpPr>
          <p:spPr>
            <a:xfrm>
              <a:off x="8144386" y="749256"/>
              <a:ext cx="93424" cy="29588"/>
            </a:xfrm>
            <a:custGeom>
              <a:rect b="b" l="l" r="r" t="t"/>
              <a:pathLst>
                <a:path extrusionOk="0" h="781" w="2466">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g2975d56d0dc_2_745"/>
            <p:cNvSpPr/>
            <p:nvPr/>
          </p:nvSpPr>
          <p:spPr>
            <a:xfrm>
              <a:off x="8006333" y="846052"/>
              <a:ext cx="368659" cy="229659"/>
            </a:xfrm>
            <a:custGeom>
              <a:rect b="b" l="l" r="r" t="t"/>
              <a:pathLst>
                <a:path extrusionOk="0" h="6062" w="9731">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g2975d56d0dc_2_745"/>
            <p:cNvSpPr/>
            <p:nvPr/>
          </p:nvSpPr>
          <p:spPr>
            <a:xfrm>
              <a:off x="7952725" y="812524"/>
              <a:ext cx="476707" cy="341344"/>
            </a:xfrm>
            <a:custGeom>
              <a:rect b="b" l="l" r="r" t="t"/>
              <a:pathLst>
                <a:path extrusionOk="0" h="9010" w="12583">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g2975d56d0dc_2_745"/>
            <p:cNvSpPr/>
            <p:nvPr/>
          </p:nvSpPr>
          <p:spPr>
            <a:xfrm>
              <a:off x="8039747" y="885756"/>
              <a:ext cx="301716" cy="144266"/>
            </a:xfrm>
            <a:custGeom>
              <a:rect b="b" l="l" r="r" t="t"/>
              <a:pathLst>
                <a:path extrusionOk="0" h="3808" w="7964">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89" name="Google Shape;3089;g2975d56d0dc_2_745"/>
          <p:cNvGrpSpPr/>
          <p:nvPr/>
        </p:nvGrpSpPr>
        <p:grpSpPr>
          <a:xfrm>
            <a:off x="7015727" y="1322652"/>
            <a:ext cx="449761" cy="431968"/>
            <a:chOff x="7163051" y="722585"/>
            <a:chExt cx="476896" cy="458030"/>
          </a:xfrm>
        </p:grpSpPr>
        <p:sp>
          <p:nvSpPr>
            <p:cNvPr id="3090" name="Google Shape;3090;g2975d56d0dc_2_745"/>
            <p:cNvSpPr/>
            <p:nvPr/>
          </p:nvSpPr>
          <p:spPr>
            <a:xfrm>
              <a:off x="7163051" y="722585"/>
              <a:ext cx="476896" cy="458030"/>
            </a:xfrm>
            <a:custGeom>
              <a:rect b="b" l="l" r="r" t="t"/>
              <a:pathLst>
                <a:path extrusionOk="0" h="12090" w="12588">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g2975d56d0dc_2_745"/>
            <p:cNvSpPr/>
            <p:nvPr/>
          </p:nvSpPr>
          <p:spPr>
            <a:xfrm>
              <a:off x="7293678" y="846961"/>
              <a:ext cx="119451" cy="135439"/>
            </a:xfrm>
            <a:custGeom>
              <a:rect b="b" l="l" r="r" t="t"/>
              <a:pathLst>
                <a:path extrusionOk="0" h="3575" w="3153">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g2975d56d0dc_2_745"/>
            <p:cNvSpPr/>
            <p:nvPr/>
          </p:nvSpPr>
          <p:spPr>
            <a:xfrm>
              <a:off x="7414342" y="874428"/>
              <a:ext cx="95091" cy="107859"/>
            </a:xfrm>
            <a:custGeom>
              <a:rect b="b" l="l" r="r" t="t"/>
              <a:pathLst>
                <a:path extrusionOk="0" h="2847" w="251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g2975d56d0dc_2_745"/>
            <p:cNvSpPr/>
            <p:nvPr/>
          </p:nvSpPr>
          <p:spPr>
            <a:xfrm>
              <a:off x="7245072" y="792937"/>
              <a:ext cx="311756" cy="242805"/>
            </a:xfrm>
            <a:custGeom>
              <a:rect b="b" l="l" r="r" t="t"/>
              <a:pathLst>
                <a:path extrusionOk="0" h="6409" w="8229">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94" name="Google Shape;3094;g2975d56d0dc_2_745"/>
          <p:cNvSpPr/>
          <p:nvPr/>
        </p:nvSpPr>
        <p:spPr>
          <a:xfrm>
            <a:off x="6308885" y="1364795"/>
            <a:ext cx="17578" cy="17614"/>
          </a:xfrm>
          <a:custGeom>
            <a:rect b="b" l="l" r="r" t="t"/>
            <a:pathLst>
              <a:path extrusionOk="0" h="493" w="492">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95" name="Google Shape;3095;g2975d56d0dc_2_745"/>
          <p:cNvGrpSpPr/>
          <p:nvPr/>
        </p:nvGrpSpPr>
        <p:grpSpPr>
          <a:xfrm>
            <a:off x="6262731" y="1339552"/>
            <a:ext cx="449761" cy="398096"/>
            <a:chOff x="6364624" y="740505"/>
            <a:chExt cx="476896" cy="422115"/>
          </a:xfrm>
        </p:grpSpPr>
        <p:sp>
          <p:nvSpPr>
            <p:cNvPr id="3096" name="Google Shape;3096;g2975d56d0dc_2_745"/>
            <p:cNvSpPr/>
            <p:nvPr/>
          </p:nvSpPr>
          <p:spPr>
            <a:xfrm>
              <a:off x="6638230" y="799719"/>
              <a:ext cx="143622" cy="142410"/>
            </a:xfrm>
            <a:custGeom>
              <a:rect b="b" l="l" r="r" t="t"/>
              <a:pathLst>
                <a:path extrusionOk="0" h="3759" w="3791">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g2975d56d0dc_2_745"/>
            <p:cNvSpPr/>
            <p:nvPr/>
          </p:nvSpPr>
          <p:spPr>
            <a:xfrm>
              <a:off x="6693731" y="842529"/>
              <a:ext cx="32960" cy="56903"/>
            </a:xfrm>
            <a:custGeom>
              <a:rect b="b" l="l" r="r" t="t"/>
              <a:pathLst>
                <a:path extrusionOk="0" h="1502" w="87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g2975d56d0dc_2_745"/>
            <p:cNvSpPr/>
            <p:nvPr/>
          </p:nvSpPr>
          <p:spPr>
            <a:xfrm>
              <a:off x="6729078" y="844575"/>
              <a:ext cx="26785" cy="52736"/>
            </a:xfrm>
            <a:custGeom>
              <a:rect b="b" l="l" r="r" t="t"/>
              <a:pathLst>
                <a:path extrusionOk="0" h="1392" w="707">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g2975d56d0dc_2_745"/>
            <p:cNvSpPr/>
            <p:nvPr/>
          </p:nvSpPr>
          <p:spPr>
            <a:xfrm>
              <a:off x="6663044" y="844575"/>
              <a:ext cx="26785" cy="52736"/>
            </a:xfrm>
            <a:custGeom>
              <a:rect b="b" l="l" r="r" t="t"/>
              <a:pathLst>
                <a:path extrusionOk="0" h="1392" w="707">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g2975d56d0dc_2_745"/>
            <p:cNvSpPr/>
            <p:nvPr/>
          </p:nvSpPr>
          <p:spPr>
            <a:xfrm>
              <a:off x="6449487" y="767289"/>
              <a:ext cx="18677" cy="18677"/>
            </a:xfrm>
            <a:custGeom>
              <a:rect b="b" l="l" r="r" t="t"/>
              <a:pathLst>
                <a:path extrusionOk="0" h="493" w="493">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g2975d56d0dc_2_745"/>
            <p:cNvSpPr/>
            <p:nvPr/>
          </p:nvSpPr>
          <p:spPr>
            <a:xfrm>
              <a:off x="6485212"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g2975d56d0dc_2_745"/>
            <p:cNvSpPr/>
            <p:nvPr/>
          </p:nvSpPr>
          <p:spPr>
            <a:xfrm>
              <a:off x="6364624" y="740505"/>
              <a:ext cx="476896" cy="422115"/>
            </a:xfrm>
            <a:custGeom>
              <a:rect b="b" l="l" r="r" t="t"/>
              <a:pathLst>
                <a:path extrusionOk="0" h="11142" w="12588">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g2975d56d0dc_2_745"/>
            <p:cNvSpPr/>
            <p:nvPr/>
          </p:nvSpPr>
          <p:spPr>
            <a:xfrm>
              <a:off x="6483886" y="931331"/>
              <a:ext cx="13714" cy="201927"/>
            </a:xfrm>
            <a:custGeom>
              <a:rect b="b" l="l" r="r" t="t"/>
              <a:pathLst>
                <a:path extrusionOk="0" h="5330" w="362">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g2975d56d0dc_2_745"/>
            <p:cNvSpPr/>
            <p:nvPr/>
          </p:nvSpPr>
          <p:spPr>
            <a:xfrm>
              <a:off x="6410162" y="949062"/>
              <a:ext cx="51940" cy="13676"/>
            </a:xfrm>
            <a:custGeom>
              <a:rect b="b" l="l" r="r" t="t"/>
              <a:pathLst>
                <a:path extrusionOk="0" h="361" w="1371">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g2975d56d0dc_2_745"/>
            <p:cNvSpPr/>
            <p:nvPr/>
          </p:nvSpPr>
          <p:spPr>
            <a:xfrm>
              <a:off x="6410162" y="980127"/>
              <a:ext cx="51940" cy="13676"/>
            </a:xfrm>
            <a:custGeom>
              <a:rect b="b" l="l" r="r" t="t"/>
              <a:pathLst>
                <a:path extrusionOk="0" h="361" w="1371">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g2975d56d0dc_2_745"/>
            <p:cNvSpPr/>
            <p:nvPr/>
          </p:nvSpPr>
          <p:spPr>
            <a:xfrm>
              <a:off x="6410162" y="1009943"/>
              <a:ext cx="51902" cy="13676"/>
            </a:xfrm>
            <a:custGeom>
              <a:rect b="b" l="l" r="r" t="t"/>
              <a:pathLst>
                <a:path extrusionOk="0" h="361" w="137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g2975d56d0dc_2_745"/>
            <p:cNvSpPr/>
            <p:nvPr/>
          </p:nvSpPr>
          <p:spPr>
            <a:xfrm>
              <a:off x="6410162" y="1040895"/>
              <a:ext cx="51940" cy="13714"/>
            </a:xfrm>
            <a:custGeom>
              <a:rect b="b" l="l" r="r" t="t"/>
              <a:pathLst>
                <a:path extrusionOk="0" h="362" w="1371">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g2975d56d0dc_2_745"/>
            <p:cNvSpPr/>
            <p:nvPr/>
          </p:nvSpPr>
          <p:spPr>
            <a:xfrm>
              <a:off x="6410162" y="1070748"/>
              <a:ext cx="51940" cy="13639"/>
            </a:xfrm>
            <a:custGeom>
              <a:rect b="b" l="l" r="r" t="t"/>
              <a:pathLst>
                <a:path extrusionOk="0" h="360" w="1371">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g2975d56d0dc_2_745"/>
            <p:cNvSpPr/>
            <p:nvPr/>
          </p:nvSpPr>
          <p:spPr>
            <a:xfrm>
              <a:off x="6410162" y="1101776"/>
              <a:ext cx="51902" cy="13714"/>
            </a:xfrm>
            <a:custGeom>
              <a:rect b="b" l="l" r="r" t="t"/>
              <a:pathLst>
                <a:path extrusionOk="0" h="362" w="137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10" name="Google Shape;3110;g2975d56d0dc_2_745"/>
          <p:cNvGrpSpPr/>
          <p:nvPr/>
        </p:nvGrpSpPr>
        <p:grpSpPr>
          <a:xfrm>
            <a:off x="5498230" y="1339588"/>
            <a:ext cx="449618" cy="398061"/>
            <a:chOff x="5553999" y="740543"/>
            <a:chExt cx="476745" cy="422077"/>
          </a:xfrm>
        </p:grpSpPr>
        <p:sp>
          <p:nvSpPr>
            <p:cNvPr id="3111" name="Google Shape;3111;g2975d56d0dc_2_745"/>
            <p:cNvSpPr/>
            <p:nvPr/>
          </p:nvSpPr>
          <p:spPr>
            <a:xfrm>
              <a:off x="5553999" y="740543"/>
              <a:ext cx="476745" cy="422077"/>
            </a:xfrm>
            <a:custGeom>
              <a:rect b="b" l="l" r="r" t="t"/>
              <a:pathLst>
                <a:path extrusionOk="0" h="11141" w="12584">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g2975d56d0dc_2_745"/>
            <p:cNvSpPr/>
            <p:nvPr/>
          </p:nvSpPr>
          <p:spPr>
            <a:xfrm>
              <a:off x="5603022" y="767289"/>
              <a:ext cx="18677" cy="18677"/>
            </a:xfrm>
            <a:custGeom>
              <a:rect b="b" l="l" r="r" t="t"/>
              <a:pathLst>
                <a:path extrusionOk="0" h="493" w="493">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g2975d56d0dc_2_745"/>
            <p:cNvSpPr/>
            <p:nvPr/>
          </p:nvSpPr>
          <p:spPr>
            <a:xfrm>
              <a:off x="5638710"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g2975d56d0dc_2_745"/>
            <p:cNvSpPr/>
            <p:nvPr/>
          </p:nvSpPr>
          <p:spPr>
            <a:xfrm>
              <a:off x="5674511" y="767289"/>
              <a:ext cx="18639" cy="18677"/>
            </a:xfrm>
            <a:custGeom>
              <a:rect b="b" l="l" r="r" t="t"/>
              <a:pathLst>
                <a:path extrusionOk="0" h="493" w="492">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g2975d56d0dc_2_745"/>
            <p:cNvSpPr/>
            <p:nvPr/>
          </p:nvSpPr>
          <p:spPr>
            <a:xfrm>
              <a:off x="5711866" y="985166"/>
              <a:ext cx="53077" cy="61146"/>
            </a:xfrm>
            <a:custGeom>
              <a:rect b="b" l="l" r="r" t="t"/>
              <a:pathLst>
                <a:path extrusionOk="0" h="1614" w="1401">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g2975d56d0dc_2_745"/>
            <p:cNvSpPr/>
            <p:nvPr/>
          </p:nvSpPr>
          <p:spPr>
            <a:xfrm>
              <a:off x="5861890" y="985810"/>
              <a:ext cx="45955" cy="60275"/>
            </a:xfrm>
            <a:custGeom>
              <a:rect b="b" l="l" r="r" t="t"/>
              <a:pathLst>
                <a:path extrusionOk="0" h="1591" w="1213">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g2975d56d0dc_2_745"/>
            <p:cNvSpPr/>
            <p:nvPr/>
          </p:nvSpPr>
          <p:spPr>
            <a:xfrm>
              <a:off x="5607417" y="986416"/>
              <a:ext cx="29891" cy="61109"/>
            </a:xfrm>
            <a:custGeom>
              <a:rect b="b" l="l" r="r" t="t"/>
              <a:pathLst>
                <a:path extrusionOk="0" h="1613" w="789">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g2975d56d0dc_2_745"/>
            <p:cNvSpPr/>
            <p:nvPr/>
          </p:nvSpPr>
          <p:spPr>
            <a:xfrm>
              <a:off x="5833325" y="987894"/>
              <a:ext cx="13714" cy="57661"/>
            </a:xfrm>
            <a:custGeom>
              <a:rect b="b" l="l" r="r" t="t"/>
              <a:pathLst>
                <a:path extrusionOk="0" h="1522" w="362">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g2975d56d0dc_2_745"/>
            <p:cNvSpPr/>
            <p:nvPr/>
          </p:nvSpPr>
          <p:spPr>
            <a:xfrm>
              <a:off x="5775020" y="987553"/>
              <a:ext cx="45348" cy="59669"/>
            </a:xfrm>
            <a:custGeom>
              <a:rect b="b" l="l" r="r" t="t"/>
              <a:pathLst>
                <a:path extrusionOk="0" h="1575" w="1197">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g2975d56d0dc_2_745"/>
            <p:cNvSpPr/>
            <p:nvPr/>
          </p:nvSpPr>
          <p:spPr>
            <a:xfrm>
              <a:off x="5909701" y="986795"/>
              <a:ext cx="66678" cy="59820"/>
            </a:xfrm>
            <a:custGeom>
              <a:rect b="b" l="l" r="r" t="t"/>
              <a:pathLst>
                <a:path extrusionOk="0" h="1579" w="176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g2975d56d0dc_2_745"/>
            <p:cNvSpPr/>
            <p:nvPr/>
          </p:nvSpPr>
          <p:spPr>
            <a:xfrm>
              <a:off x="5644771" y="985772"/>
              <a:ext cx="61109" cy="61146"/>
            </a:xfrm>
            <a:custGeom>
              <a:rect b="b" l="l" r="r" t="t"/>
              <a:pathLst>
                <a:path extrusionOk="0" h="1614" w="1613">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g2975d56d0dc_2_745"/>
            <p:cNvSpPr/>
            <p:nvPr/>
          </p:nvSpPr>
          <p:spPr>
            <a:xfrm>
              <a:off x="5607379" y="916746"/>
              <a:ext cx="369985" cy="47318"/>
            </a:xfrm>
            <a:custGeom>
              <a:rect b="b" l="l" r="r" t="t"/>
              <a:pathLst>
                <a:path extrusionOk="0" h="1249" w="9766">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23" name="Google Shape;3123;g2975d56d0dc_2_745"/>
          <p:cNvGrpSpPr/>
          <p:nvPr/>
        </p:nvGrpSpPr>
        <p:grpSpPr>
          <a:xfrm>
            <a:off x="4839738" y="1313863"/>
            <a:ext cx="248462" cy="449512"/>
            <a:chOff x="4855778" y="713265"/>
            <a:chExt cx="263452" cy="476632"/>
          </a:xfrm>
        </p:grpSpPr>
        <p:sp>
          <p:nvSpPr>
            <p:cNvPr id="3124" name="Google Shape;3124;g2975d56d0dc_2_745"/>
            <p:cNvSpPr/>
            <p:nvPr/>
          </p:nvSpPr>
          <p:spPr>
            <a:xfrm>
              <a:off x="4973032" y="1139055"/>
              <a:ext cx="29361" cy="13676"/>
            </a:xfrm>
            <a:custGeom>
              <a:rect b="b" l="l" r="r" t="t"/>
              <a:pathLst>
                <a:path extrusionOk="0" h="361" w="775">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g2975d56d0dc_2_745"/>
            <p:cNvSpPr/>
            <p:nvPr/>
          </p:nvSpPr>
          <p:spPr>
            <a:xfrm>
              <a:off x="4855968" y="893712"/>
              <a:ext cx="263149" cy="296185"/>
            </a:xfrm>
            <a:custGeom>
              <a:rect b="b" l="l" r="r" t="t"/>
              <a:pathLst>
                <a:path extrusionOk="0" h="7818" w="6946">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g2975d56d0dc_2_745"/>
            <p:cNvSpPr/>
            <p:nvPr/>
          </p:nvSpPr>
          <p:spPr>
            <a:xfrm>
              <a:off x="4855778" y="713265"/>
              <a:ext cx="263452" cy="335775"/>
            </a:xfrm>
            <a:custGeom>
              <a:rect b="b" l="l" r="r" t="t"/>
              <a:pathLst>
                <a:path extrusionOk="0" h="8863" w="6954">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g2975d56d0dc_2_745"/>
            <p:cNvSpPr/>
            <p:nvPr/>
          </p:nvSpPr>
          <p:spPr>
            <a:xfrm>
              <a:off x="4888208" y="750468"/>
              <a:ext cx="199919" cy="105585"/>
            </a:xfrm>
            <a:custGeom>
              <a:rect b="b" l="l" r="r" t="t"/>
              <a:pathLst>
                <a:path extrusionOk="0" h="2787" w="5277">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g2975d56d0dc_2_745"/>
            <p:cNvSpPr/>
            <p:nvPr/>
          </p:nvSpPr>
          <p:spPr>
            <a:xfrm>
              <a:off x="4888018" y="875640"/>
              <a:ext cx="64821" cy="75315"/>
            </a:xfrm>
            <a:custGeom>
              <a:rect b="b" l="l" r="r" t="t"/>
              <a:pathLst>
                <a:path extrusionOk="0" h="1988" w="1711">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g2975d56d0dc_2_745"/>
            <p:cNvSpPr/>
            <p:nvPr/>
          </p:nvSpPr>
          <p:spPr>
            <a:xfrm>
              <a:off x="4962728" y="936673"/>
              <a:ext cx="124035" cy="13714"/>
            </a:xfrm>
            <a:custGeom>
              <a:rect b="b" l="l" r="r" t="t"/>
              <a:pathLst>
                <a:path extrusionOk="0" h="362" w="3274">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g2975d56d0dc_2_745"/>
            <p:cNvSpPr/>
            <p:nvPr/>
          </p:nvSpPr>
          <p:spPr>
            <a:xfrm>
              <a:off x="4989096" y="968989"/>
              <a:ext cx="97857" cy="13639"/>
            </a:xfrm>
            <a:custGeom>
              <a:rect b="b" l="l" r="r" t="t"/>
              <a:pathLst>
                <a:path extrusionOk="0" h="360" w="2583">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g2975d56d0dc_2_745"/>
            <p:cNvSpPr/>
            <p:nvPr/>
          </p:nvSpPr>
          <p:spPr>
            <a:xfrm>
              <a:off x="4888359" y="968989"/>
              <a:ext cx="82097" cy="13639"/>
            </a:xfrm>
            <a:custGeom>
              <a:rect b="b" l="l" r="r" t="t"/>
              <a:pathLst>
                <a:path extrusionOk="0" h="360" w="2167">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g2975d56d0dc_2_745"/>
            <p:cNvSpPr/>
            <p:nvPr/>
          </p:nvSpPr>
          <p:spPr>
            <a:xfrm>
              <a:off x="4889231" y="1000017"/>
              <a:ext cx="196926" cy="13676"/>
            </a:xfrm>
            <a:custGeom>
              <a:rect b="b" l="l" r="r" t="t"/>
              <a:pathLst>
                <a:path extrusionOk="0" h="361" w="5198">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g2975d56d0dc_2_745"/>
            <p:cNvSpPr/>
            <p:nvPr/>
          </p:nvSpPr>
          <p:spPr>
            <a:xfrm>
              <a:off x="5059562" y="1032257"/>
              <a:ext cx="27959" cy="13676"/>
            </a:xfrm>
            <a:custGeom>
              <a:rect b="b" l="l" r="r" t="t"/>
              <a:pathLst>
                <a:path extrusionOk="0" h="361" w="738">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g2975d56d0dc_2_745"/>
            <p:cNvSpPr/>
            <p:nvPr/>
          </p:nvSpPr>
          <p:spPr>
            <a:xfrm>
              <a:off x="4888928" y="1032257"/>
              <a:ext cx="152373" cy="13676"/>
            </a:xfrm>
            <a:custGeom>
              <a:rect b="b" l="l" r="r" t="t"/>
              <a:pathLst>
                <a:path extrusionOk="0" h="361" w="4022">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g2975d56d0dc_2_745"/>
            <p:cNvSpPr/>
            <p:nvPr/>
          </p:nvSpPr>
          <p:spPr>
            <a:xfrm>
              <a:off x="4889231" y="1063285"/>
              <a:ext cx="196926" cy="13714"/>
            </a:xfrm>
            <a:custGeom>
              <a:rect b="b" l="l" r="r" t="t"/>
              <a:pathLst>
                <a:path extrusionOk="0" h="362" w="5198">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36" name="Google Shape;3136;g2975d56d0dc_2_745"/>
          <p:cNvGrpSpPr/>
          <p:nvPr/>
        </p:nvGrpSpPr>
        <p:grpSpPr>
          <a:xfrm>
            <a:off x="3944647" y="1313791"/>
            <a:ext cx="443723" cy="449475"/>
            <a:chOff x="3906683" y="713190"/>
            <a:chExt cx="470494" cy="476593"/>
          </a:xfrm>
        </p:grpSpPr>
        <p:sp>
          <p:nvSpPr>
            <p:cNvPr id="3137" name="Google Shape;3137;g2975d56d0dc_2_745"/>
            <p:cNvSpPr/>
            <p:nvPr/>
          </p:nvSpPr>
          <p:spPr>
            <a:xfrm>
              <a:off x="4044016" y="1026044"/>
              <a:ext cx="150100" cy="13676"/>
            </a:xfrm>
            <a:custGeom>
              <a:rect b="b" l="l" r="r" t="t"/>
              <a:pathLst>
                <a:path extrusionOk="0" h="361" w="3962">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g2975d56d0dc_2_745"/>
            <p:cNvSpPr/>
            <p:nvPr/>
          </p:nvSpPr>
          <p:spPr>
            <a:xfrm>
              <a:off x="3971391" y="1026044"/>
              <a:ext cx="52774" cy="13676"/>
            </a:xfrm>
            <a:custGeom>
              <a:rect b="b" l="l" r="r" t="t"/>
              <a:pathLst>
                <a:path extrusionOk="0" h="361" w="1393">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g2975d56d0dc_2_745"/>
            <p:cNvSpPr/>
            <p:nvPr/>
          </p:nvSpPr>
          <p:spPr>
            <a:xfrm>
              <a:off x="3970785" y="1052147"/>
              <a:ext cx="225075" cy="13676"/>
            </a:xfrm>
            <a:custGeom>
              <a:rect b="b" l="l" r="r" t="t"/>
              <a:pathLst>
                <a:path extrusionOk="0" h="361" w="5941">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g2975d56d0dc_2_745"/>
            <p:cNvSpPr/>
            <p:nvPr/>
          </p:nvSpPr>
          <p:spPr>
            <a:xfrm>
              <a:off x="4132213" y="1076961"/>
              <a:ext cx="62927" cy="13676"/>
            </a:xfrm>
            <a:custGeom>
              <a:rect b="b" l="l" r="r" t="t"/>
              <a:pathLst>
                <a:path extrusionOk="0" h="361" w="1661">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g2975d56d0dc_2_745"/>
            <p:cNvSpPr/>
            <p:nvPr/>
          </p:nvSpPr>
          <p:spPr>
            <a:xfrm>
              <a:off x="3972376" y="1076923"/>
              <a:ext cx="139530" cy="13714"/>
            </a:xfrm>
            <a:custGeom>
              <a:rect b="b" l="l" r="r" t="t"/>
              <a:pathLst>
                <a:path extrusionOk="0" h="362" w="3683">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g2975d56d0dc_2_745"/>
            <p:cNvSpPr/>
            <p:nvPr/>
          </p:nvSpPr>
          <p:spPr>
            <a:xfrm>
              <a:off x="3971239" y="891969"/>
              <a:ext cx="124187" cy="95622"/>
            </a:xfrm>
            <a:custGeom>
              <a:rect b="b" l="l" r="r" t="t"/>
              <a:pathLst>
                <a:path extrusionOk="0" h="2524" w="3278">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g2975d56d0dc_2_745"/>
            <p:cNvSpPr/>
            <p:nvPr/>
          </p:nvSpPr>
          <p:spPr>
            <a:xfrm>
              <a:off x="3971239" y="788960"/>
              <a:ext cx="273189" cy="63382"/>
            </a:xfrm>
            <a:custGeom>
              <a:rect b="b" l="l" r="r" t="t"/>
              <a:pathLst>
                <a:path extrusionOk="0" h="1673" w="7211">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g2975d56d0dc_2_745"/>
            <p:cNvSpPr/>
            <p:nvPr/>
          </p:nvSpPr>
          <p:spPr>
            <a:xfrm>
              <a:off x="4238101" y="930498"/>
              <a:ext cx="116762" cy="42204"/>
            </a:xfrm>
            <a:custGeom>
              <a:rect b="b" l="l" r="r" t="t"/>
              <a:pathLst>
                <a:path extrusionOk="0" h="1114" w="3082">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g2975d56d0dc_2_745"/>
            <p:cNvSpPr/>
            <p:nvPr/>
          </p:nvSpPr>
          <p:spPr>
            <a:xfrm>
              <a:off x="3906683" y="713190"/>
              <a:ext cx="470494" cy="476593"/>
            </a:xfrm>
            <a:custGeom>
              <a:rect b="b" l="l" r="r" t="t"/>
              <a:pathLst>
                <a:path extrusionOk="0" h="12580" w="12419">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g2975d56d0dc_2_745"/>
            <p:cNvSpPr/>
            <p:nvPr/>
          </p:nvSpPr>
          <p:spPr>
            <a:xfrm>
              <a:off x="4288526" y="1086849"/>
              <a:ext cx="65579" cy="13714"/>
            </a:xfrm>
            <a:custGeom>
              <a:rect b="b" l="l" r="r" t="t"/>
              <a:pathLst>
                <a:path extrusionOk="0" h="362" w="1731">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g2975d56d0dc_2_745"/>
            <p:cNvSpPr/>
            <p:nvPr/>
          </p:nvSpPr>
          <p:spPr>
            <a:xfrm>
              <a:off x="4237647" y="1086849"/>
              <a:ext cx="32846" cy="13714"/>
            </a:xfrm>
            <a:custGeom>
              <a:rect b="b" l="l" r="r" t="t"/>
              <a:pathLst>
                <a:path extrusionOk="0" h="362" w="867">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g2975d56d0dc_2_745"/>
            <p:cNvSpPr/>
            <p:nvPr/>
          </p:nvSpPr>
          <p:spPr>
            <a:xfrm>
              <a:off x="4238594" y="1109239"/>
              <a:ext cx="114981" cy="13639"/>
            </a:xfrm>
            <a:custGeom>
              <a:rect b="b" l="l" r="r" t="t"/>
              <a:pathLst>
                <a:path extrusionOk="0" h="360" w="3035">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g2975d56d0dc_2_745"/>
            <p:cNvSpPr/>
            <p:nvPr/>
          </p:nvSpPr>
          <p:spPr>
            <a:xfrm>
              <a:off x="4238139" y="1002442"/>
              <a:ext cx="54668" cy="49743"/>
            </a:xfrm>
            <a:custGeom>
              <a:rect b="b" l="l" r="r" t="t"/>
              <a:pathLst>
                <a:path extrusionOk="0" h="1313" w="1443">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g2975d56d0dc_2_745"/>
            <p:cNvSpPr/>
            <p:nvPr/>
          </p:nvSpPr>
          <p:spPr>
            <a:xfrm>
              <a:off x="4300157" y="1002404"/>
              <a:ext cx="54706" cy="49743"/>
            </a:xfrm>
            <a:custGeom>
              <a:rect b="b" l="l" r="r" t="t"/>
              <a:pathLst>
                <a:path extrusionOk="0" h="1313" w="1444">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51" name="Google Shape;3151;g2975d56d0dc_2_745"/>
          <p:cNvGrpSpPr/>
          <p:nvPr/>
        </p:nvGrpSpPr>
        <p:grpSpPr>
          <a:xfrm>
            <a:off x="3276687" y="1313899"/>
            <a:ext cx="374658" cy="449475"/>
            <a:chOff x="3198385" y="713303"/>
            <a:chExt cx="397262" cy="476593"/>
          </a:xfrm>
        </p:grpSpPr>
        <p:sp>
          <p:nvSpPr>
            <p:cNvPr id="3152" name="Google Shape;3152;g2975d56d0dc_2_745"/>
            <p:cNvSpPr/>
            <p:nvPr/>
          </p:nvSpPr>
          <p:spPr>
            <a:xfrm>
              <a:off x="3198385" y="713303"/>
              <a:ext cx="397262" cy="476593"/>
            </a:xfrm>
            <a:custGeom>
              <a:rect b="b" l="l" r="r" t="t"/>
              <a:pathLst>
                <a:path extrusionOk="0" h="12580" w="10486">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g2975d56d0dc_2_745"/>
            <p:cNvSpPr/>
            <p:nvPr/>
          </p:nvSpPr>
          <p:spPr>
            <a:xfrm>
              <a:off x="3252674" y="1008882"/>
              <a:ext cx="56562" cy="60995"/>
            </a:xfrm>
            <a:custGeom>
              <a:rect b="b" l="l" r="r" t="t"/>
              <a:pathLst>
                <a:path extrusionOk="0" h="1610" w="1493">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g2975d56d0dc_2_745"/>
            <p:cNvSpPr/>
            <p:nvPr/>
          </p:nvSpPr>
          <p:spPr>
            <a:xfrm>
              <a:off x="3329467" y="1008920"/>
              <a:ext cx="56676" cy="60957"/>
            </a:xfrm>
            <a:custGeom>
              <a:rect b="b" l="l" r="r" t="t"/>
              <a:pathLst>
                <a:path extrusionOk="0" h="1609" w="1496">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g2975d56d0dc_2_745"/>
            <p:cNvSpPr/>
            <p:nvPr/>
          </p:nvSpPr>
          <p:spPr>
            <a:xfrm>
              <a:off x="3407814"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g2975d56d0dc_2_745"/>
            <p:cNvSpPr/>
            <p:nvPr/>
          </p:nvSpPr>
          <p:spPr>
            <a:xfrm>
              <a:off x="3484796"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g2975d56d0dc_2_745"/>
            <p:cNvSpPr/>
            <p:nvPr/>
          </p:nvSpPr>
          <p:spPr>
            <a:xfrm>
              <a:off x="3342424" y="807220"/>
              <a:ext cx="109260" cy="154343"/>
            </a:xfrm>
            <a:custGeom>
              <a:rect b="b" l="l" r="r" t="t"/>
              <a:pathLst>
                <a:path extrusionOk="0" h="4074" w="2884">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g2975d56d0dc_2_745"/>
            <p:cNvSpPr/>
            <p:nvPr/>
          </p:nvSpPr>
          <p:spPr>
            <a:xfrm>
              <a:off x="3387735" y="903637"/>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59" name="Google Shape;3159;g2975d56d0dc_2_745"/>
          <p:cNvGrpSpPr/>
          <p:nvPr/>
        </p:nvGrpSpPr>
        <p:grpSpPr>
          <a:xfrm>
            <a:off x="2462772" y="1347055"/>
            <a:ext cx="450154" cy="383269"/>
            <a:chOff x="2335403" y="748460"/>
            <a:chExt cx="477313" cy="406392"/>
          </a:xfrm>
        </p:grpSpPr>
        <p:sp>
          <p:nvSpPr>
            <p:cNvPr id="3160" name="Google Shape;3160;g2975d56d0dc_2_745"/>
            <p:cNvSpPr/>
            <p:nvPr/>
          </p:nvSpPr>
          <p:spPr>
            <a:xfrm>
              <a:off x="2419697" y="928793"/>
              <a:ext cx="35044" cy="13676"/>
            </a:xfrm>
            <a:custGeom>
              <a:rect b="b" l="l" r="r" t="t"/>
              <a:pathLst>
                <a:path extrusionOk="0" h="361" w="925">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g2975d56d0dc_2_745"/>
            <p:cNvSpPr/>
            <p:nvPr/>
          </p:nvSpPr>
          <p:spPr>
            <a:xfrm>
              <a:off x="2466106" y="928793"/>
              <a:ext cx="51713" cy="13676"/>
            </a:xfrm>
            <a:custGeom>
              <a:rect b="b" l="l" r="r" t="t"/>
              <a:pathLst>
                <a:path extrusionOk="0" h="361" w="1365">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g2975d56d0dc_2_745"/>
            <p:cNvSpPr/>
            <p:nvPr/>
          </p:nvSpPr>
          <p:spPr>
            <a:xfrm>
              <a:off x="2420152" y="900266"/>
              <a:ext cx="80354" cy="13676"/>
            </a:xfrm>
            <a:custGeom>
              <a:rect b="b" l="l" r="r" t="t"/>
              <a:pathLst>
                <a:path extrusionOk="0" h="361" w="2121">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g2975d56d0dc_2_745"/>
            <p:cNvSpPr/>
            <p:nvPr/>
          </p:nvSpPr>
          <p:spPr>
            <a:xfrm>
              <a:off x="2419659" y="871700"/>
              <a:ext cx="35044" cy="13676"/>
            </a:xfrm>
            <a:custGeom>
              <a:rect b="b" l="l" r="r" t="t"/>
              <a:pathLst>
                <a:path extrusionOk="0" h="361" w="925">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g2975d56d0dc_2_745"/>
            <p:cNvSpPr/>
            <p:nvPr/>
          </p:nvSpPr>
          <p:spPr>
            <a:xfrm>
              <a:off x="2466485" y="871700"/>
              <a:ext cx="84597" cy="13676"/>
            </a:xfrm>
            <a:custGeom>
              <a:rect b="b" l="l" r="r" t="t"/>
              <a:pathLst>
                <a:path extrusionOk="0" h="361" w="2233">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g2975d56d0dc_2_745"/>
            <p:cNvSpPr/>
            <p:nvPr/>
          </p:nvSpPr>
          <p:spPr>
            <a:xfrm>
              <a:off x="2428714" y="978953"/>
              <a:ext cx="61828" cy="72171"/>
            </a:xfrm>
            <a:custGeom>
              <a:rect b="b" l="l" r="r" t="t"/>
              <a:pathLst>
                <a:path extrusionOk="0" h="1905" w="1632">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g2975d56d0dc_2_745"/>
            <p:cNvSpPr/>
            <p:nvPr/>
          </p:nvSpPr>
          <p:spPr>
            <a:xfrm>
              <a:off x="2492701" y="998388"/>
              <a:ext cx="48265" cy="52660"/>
            </a:xfrm>
            <a:custGeom>
              <a:rect b="b" l="l" r="r" t="t"/>
              <a:pathLst>
                <a:path extrusionOk="0" h="1390" w="1274">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g2975d56d0dc_2_745"/>
            <p:cNvSpPr/>
            <p:nvPr/>
          </p:nvSpPr>
          <p:spPr>
            <a:xfrm>
              <a:off x="2597264" y="977437"/>
              <a:ext cx="36635" cy="75164"/>
            </a:xfrm>
            <a:custGeom>
              <a:rect b="b" l="l" r="r" t="t"/>
              <a:pathLst>
                <a:path extrusionOk="0" h="1984" w="967">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g2975d56d0dc_2_745"/>
            <p:cNvSpPr/>
            <p:nvPr/>
          </p:nvSpPr>
          <p:spPr>
            <a:xfrm>
              <a:off x="2692507" y="977513"/>
              <a:ext cx="36673" cy="75126"/>
            </a:xfrm>
            <a:custGeom>
              <a:rect b="b" l="l" r="r" t="t"/>
              <a:pathLst>
                <a:path extrusionOk="0" h="1983" w="968">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g2975d56d0dc_2_745"/>
            <p:cNvSpPr/>
            <p:nvPr/>
          </p:nvSpPr>
          <p:spPr>
            <a:xfrm>
              <a:off x="2643749" y="978536"/>
              <a:ext cx="39249" cy="72891"/>
            </a:xfrm>
            <a:custGeom>
              <a:rect b="b" l="l" r="r" t="t"/>
              <a:pathLst>
                <a:path extrusionOk="0" h="1924" w="1036">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g2975d56d0dc_2_745"/>
            <p:cNvSpPr/>
            <p:nvPr/>
          </p:nvSpPr>
          <p:spPr>
            <a:xfrm>
              <a:off x="2335403" y="748460"/>
              <a:ext cx="477313" cy="406392"/>
            </a:xfrm>
            <a:custGeom>
              <a:rect b="b" l="l" r="r" t="t"/>
              <a:pathLst>
                <a:path extrusionOk="0" h="10727" w="12599">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g2975d56d0dc_2_745"/>
            <p:cNvSpPr/>
            <p:nvPr/>
          </p:nvSpPr>
          <p:spPr>
            <a:xfrm>
              <a:off x="2716147" y="788278"/>
              <a:ext cx="60540" cy="53418"/>
            </a:xfrm>
            <a:custGeom>
              <a:rect b="b" l="l" r="r" t="t"/>
              <a:pathLst>
                <a:path extrusionOk="0" h="1410" w="1598">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72" name="Google Shape;3172;g2975d56d0dc_2_745"/>
          <p:cNvGrpSpPr/>
          <p:nvPr/>
        </p:nvGrpSpPr>
        <p:grpSpPr>
          <a:xfrm>
            <a:off x="1730410" y="1313899"/>
            <a:ext cx="448403" cy="449511"/>
            <a:chOff x="1558836" y="713303"/>
            <a:chExt cx="475457" cy="476631"/>
          </a:xfrm>
        </p:grpSpPr>
        <p:sp>
          <p:nvSpPr>
            <p:cNvPr id="3173" name="Google Shape;3173;g2975d56d0dc_2_745"/>
            <p:cNvSpPr/>
            <p:nvPr/>
          </p:nvSpPr>
          <p:spPr>
            <a:xfrm>
              <a:off x="1611458" y="819874"/>
              <a:ext cx="39855" cy="85128"/>
            </a:xfrm>
            <a:custGeom>
              <a:rect b="b" l="l" r="r" t="t"/>
              <a:pathLst>
                <a:path extrusionOk="0" h="2247" w="1052">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g2975d56d0dc_2_745"/>
            <p:cNvSpPr/>
            <p:nvPr/>
          </p:nvSpPr>
          <p:spPr>
            <a:xfrm>
              <a:off x="1874873" y="849235"/>
              <a:ext cx="39817" cy="85165"/>
            </a:xfrm>
            <a:custGeom>
              <a:rect b="b" l="l" r="r" t="t"/>
              <a:pathLst>
                <a:path extrusionOk="0" h="2248" w="1051">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g2975d56d0dc_2_745"/>
            <p:cNvSpPr/>
            <p:nvPr/>
          </p:nvSpPr>
          <p:spPr>
            <a:xfrm>
              <a:off x="1673476" y="818813"/>
              <a:ext cx="36067" cy="13639"/>
            </a:xfrm>
            <a:custGeom>
              <a:rect b="b" l="l" r="r" t="t"/>
              <a:pathLst>
                <a:path extrusionOk="0" h="360" w="952">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g2975d56d0dc_2_745"/>
            <p:cNvSpPr/>
            <p:nvPr/>
          </p:nvSpPr>
          <p:spPr>
            <a:xfrm>
              <a:off x="1674348" y="966489"/>
              <a:ext cx="113011" cy="13676"/>
            </a:xfrm>
            <a:custGeom>
              <a:rect b="b" l="l" r="r" t="t"/>
              <a:pathLst>
                <a:path extrusionOk="0" h="361" w="2983">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g2975d56d0dc_2_745"/>
            <p:cNvSpPr/>
            <p:nvPr/>
          </p:nvSpPr>
          <p:spPr>
            <a:xfrm>
              <a:off x="1673476" y="878368"/>
              <a:ext cx="36067" cy="13639"/>
            </a:xfrm>
            <a:custGeom>
              <a:rect b="b" l="l" r="r" t="t"/>
              <a:pathLst>
                <a:path extrusionOk="0" h="360" w="952">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g2975d56d0dc_2_745"/>
            <p:cNvSpPr/>
            <p:nvPr/>
          </p:nvSpPr>
          <p:spPr>
            <a:xfrm>
              <a:off x="1673476" y="906933"/>
              <a:ext cx="36067" cy="13676"/>
            </a:xfrm>
            <a:custGeom>
              <a:rect b="b" l="l" r="r" t="t"/>
              <a:pathLst>
                <a:path extrusionOk="0" h="361" w="952">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g2975d56d0dc_2_745"/>
            <p:cNvSpPr/>
            <p:nvPr/>
          </p:nvSpPr>
          <p:spPr>
            <a:xfrm>
              <a:off x="1771901" y="936673"/>
              <a:ext cx="25156" cy="13714"/>
            </a:xfrm>
            <a:custGeom>
              <a:rect b="b" l="l" r="r" t="t"/>
              <a:pathLst>
                <a:path extrusionOk="0" h="362" w="664">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g2975d56d0dc_2_745"/>
            <p:cNvSpPr/>
            <p:nvPr/>
          </p:nvSpPr>
          <p:spPr>
            <a:xfrm>
              <a:off x="1673931" y="936673"/>
              <a:ext cx="78801" cy="13714"/>
            </a:xfrm>
            <a:custGeom>
              <a:rect b="b" l="l" r="r" t="t"/>
              <a:pathLst>
                <a:path extrusionOk="0" h="362" w="208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g2975d56d0dc_2_745"/>
            <p:cNvSpPr/>
            <p:nvPr/>
          </p:nvSpPr>
          <p:spPr>
            <a:xfrm>
              <a:off x="1728447" y="878368"/>
              <a:ext cx="36029" cy="13639"/>
            </a:xfrm>
            <a:custGeom>
              <a:rect b="b" l="l" r="r" t="t"/>
              <a:pathLst>
                <a:path extrusionOk="0" h="360" w="951">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g2975d56d0dc_2_745"/>
            <p:cNvSpPr/>
            <p:nvPr/>
          </p:nvSpPr>
          <p:spPr>
            <a:xfrm>
              <a:off x="1778152" y="878330"/>
              <a:ext cx="75429" cy="13639"/>
            </a:xfrm>
            <a:custGeom>
              <a:rect b="b" l="l" r="r" t="t"/>
              <a:pathLst>
                <a:path extrusionOk="0" h="360" w="1991">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g2975d56d0dc_2_745"/>
            <p:cNvSpPr/>
            <p:nvPr/>
          </p:nvSpPr>
          <p:spPr>
            <a:xfrm>
              <a:off x="1729773" y="818699"/>
              <a:ext cx="164383" cy="13714"/>
            </a:xfrm>
            <a:custGeom>
              <a:rect b="b" l="l" r="r" t="t"/>
              <a:pathLst>
                <a:path extrusionOk="0" h="362" w="4339">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g2975d56d0dc_2_745"/>
            <p:cNvSpPr/>
            <p:nvPr/>
          </p:nvSpPr>
          <p:spPr>
            <a:xfrm>
              <a:off x="1673097" y="848553"/>
              <a:ext cx="182000" cy="13639"/>
            </a:xfrm>
            <a:custGeom>
              <a:rect b="b" l="l" r="r" t="t"/>
              <a:pathLst>
                <a:path extrusionOk="0" h="360" w="4804">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g2975d56d0dc_2_745"/>
            <p:cNvSpPr/>
            <p:nvPr/>
          </p:nvSpPr>
          <p:spPr>
            <a:xfrm>
              <a:off x="1558836" y="713303"/>
              <a:ext cx="475457" cy="476631"/>
            </a:xfrm>
            <a:custGeom>
              <a:rect b="b" l="l" r="r" t="t"/>
              <a:pathLst>
                <a:path extrusionOk="0" h="12581" w="1255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g2975d56d0dc_2_745"/>
            <p:cNvSpPr/>
            <p:nvPr/>
          </p:nvSpPr>
          <p:spPr>
            <a:xfrm>
              <a:off x="1906431" y="1036614"/>
              <a:ext cx="48341" cy="63760"/>
            </a:xfrm>
            <a:custGeom>
              <a:rect b="b" l="l" r="r" t="t"/>
              <a:pathLst>
                <a:path extrusionOk="0" h="1683" w="1276">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g2975d56d0dc_2_745"/>
            <p:cNvSpPr/>
            <p:nvPr/>
          </p:nvSpPr>
          <p:spPr>
            <a:xfrm>
              <a:off x="1857976" y="1035970"/>
              <a:ext cx="42128" cy="65200"/>
            </a:xfrm>
            <a:custGeom>
              <a:rect b="b" l="l" r="r" t="t"/>
              <a:pathLst>
                <a:path extrusionOk="0" h="1721" w="1112">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g2975d56d0dc_2_745"/>
            <p:cNvSpPr/>
            <p:nvPr/>
          </p:nvSpPr>
          <p:spPr>
            <a:xfrm>
              <a:off x="1964433" y="1035932"/>
              <a:ext cx="42962" cy="65200"/>
            </a:xfrm>
            <a:custGeom>
              <a:rect b="b" l="l" r="r" t="t"/>
              <a:pathLst>
                <a:path extrusionOk="0" h="1721" w="1134">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189" name="Google Shape;3189;g2975d56d0dc_2_745"/>
          <p:cNvSpPr/>
          <p:nvPr/>
        </p:nvSpPr>
        <p:spPr>
          <a:xfrm>
            <a:off x="2092848" y="-2715259"/>
            <a:ext cx="13018" cy="13045"/>
          </a:xfrm>
          <a:custGeom>
            <a:rect b="b" l="l" r="r" t="t"/>
            <a:pathLst>
              <a:path extrusionOk="0" h="493" w="492">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g2975d56d0dc_2_74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Icon pack</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94" name="Shape 3194"/>
        <p:cNvGrpSpPr/>
        <p:nvPr/>
      </p:nvGrpSpPr>
      <p:grpSpPr>
        <a:xfrm>
          <a:off x="0" y="0"/>
          <a:ext cx="0" cy="0"/>
          <a:chOff x="0" y="0"/>
          <a:chExt cx="0" cy="0"/>
        </a:xfrm>
      </p:grpSpPr>
      <p:sp>
        <p:nvSpPr>
          <p:cNvPr id="3195" name="Google Shape;3195;g2975d56d0dc_2_136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Alternative resources</a:t>
            </a:r>
            <a:endParaRPr/>
          </a:p>
        </p:txBody>
      </p:sp>
      <p:sp>
        <p:nvSpPr>
          <p:cNvPr id="3196" name="Google Shape;3196;g2975d56d0dc_2_1361"/>
          <p:cNvSpPr txBox="1"/>
          <p:nvPr>
            <p:ph idx="1" type="body"/>
          </p:nvPr>
        </p:nvSpPr>
        <p:spPr>
          <a:xfrm>
            <a:off x="720000" y="1139550"/>
            <a:ext cx="4528500" cy="697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200"/>
              <a:buNone/>
            </a:pPr>
            <a:r>
              <a:rPr lang="en"/>
              <a:t>Here’s an assortment of alternative resources whose style fits that of this template:</a:t>
            </a:r>
            <a:endParaRPr/>
          </a:p>
        </p:txBody>
      </p:sp>
      <p:grpSp>
        <p:nvGrpSpPr>
          <p:cNvPr id="3197" name="Google Shape;3197;g2975d56d0dc_2_1361"/>
          <p:cNvGrpSpPr/>
          <p:nvPr/>
        </p:nvGrpSpPr>
        <p:grpSpPr>
          <a:xfrm>
            <a:off x="2652751" y="2322808"/>
            <a:ext cx="876721" cy="1462860"/>
            <a:chOff x="4849314" y="2333683"/>
            <a:chExt cx="876721" cy="1462860"/>
          </a:xfrm>
        </p:grpSpPr>
        <p:grpSp>
          <p:nvGrpSpPr>
            <p:cNvPr id="3198" name="Google Shape;3198;g2975d56d0dc_2_1361"/>
            <p:cNvGrpSpPr/>
            <p:nvPr/>
          </p:nvGrpSpPr>
          <p:grpSpPr>
            <a:xfrm>
              <a:off x="4849314" y="2333683"/>
              <a:ext cx="876721" cy="589313"/>
              <a:chOff x="3772339" y="3287983"/>
              <a:chExt cx="876721" cy="589313"/>
            </a:xfrm>
          </p:grpSpPr>
          <p:grpSp>
            <p:nvGrpSpPr>
              <p:cNvPr id="3199" name="Google Shape;3199;g2975d56d0dc_2_1361"/>
              <p:cNvGrpSpPr/>
              <p:nvPr/>
            </p:nvGrpSpPr>
            <p:grpSpPr>
              <a:xfrm>
                <a:off x="3772339" y="3287983"/>
                <a:ext cx="237498" cy="589194"/>
                <a:chOff x="3772375" y="3304350"/>
                <a:chExt cx="237498" cy="572700"/>
              </a:xfrm>
            </p:grpSpPr>
            <p:cxnSp>
              <p:nvCxnSpPr>
                <p:cNvPr id="3200" name="Google Shape;3200;g2975d56d0dc_2_1361"/>
                <p:cNvCxnSpPr/>
                <p:nvPr/>
              </p:nvCxnSpPr>
              <p:spPr>
                <a:xfrm>
                  <a:off x="3772375"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3201" name="Google Shape;3201;g2975d56d0dc_2_1361"/>
                <p:cNvCxnSpPr/>
                <p:nvPr/>
              </p:nvCxnSpPr>
              <p:spPr>
                <a:xfrm>
                  <a:off x="3851541"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3202" name="Google Shape;3202;g2975d56d0dc_2_1361"/>
                <p:cNvCxnSpPr/>
                <p:nvPr/>
              </p:nvCxnSpPr>
              <p:spPr>
                <a:xfrm>
                  <a:off x="3930707"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3203" name="Google Shape;3203;g2975d56d0dc_2_1361"/>
                <p:cNvCxnSpPr/>
                <p:nvPr/>
              </p:nvCxnSpPr>
              <p:spPr>
                <a:xfrm>
                  <a:off x="4009873" y="3304350"/>
                  <a:ext cx="0" cy="572700"/>
                </a:xfrm>
                <a:prstGeom prst="straightConnector1">
                  <a:avLst/>
                </a:prstGeom>
                <a:noFill/>
                <a:ln cap="flat" cmpd="sng" w="9525">
                  <a:solidFill>
                    <a:schemeClr val="dk1"/>
                  </a:solidFill>
                  <a:prstDash val="solid"/>
                  <a:round/>
                  <a:headEnd len="sm" w="sm" type="none"/>
                  <a:tailEnd len="sm" w="sm" type="none"/>
                </a:ln>
              </p:spPr>
            </p:cxnSp>
          </p:grpSp>
          <p:grpSp>
            <p:nvGrpSpPr>
              <p:cNvPr id="3204" name="Google Shape;3204;g2975d56d0dc_2_1361"/>
              <p:cNvGrpSpPr/>
              <p:nvPr/>
            </p:nvGrpSpPr>
            <p:grpSpPr>
              <a:xfrm>
                <a:off x="4089039" y="3596196"/>
                <a:ext cx="237497" cy="281100"/>
                <a:chOff x="4089039" y="3596196"/>
                <a:chExt cx="237497" cy="281100"/>
              </a:xfrm>
            </p:grpSpPr>
            <p:cxnSp>
              <p:nvCxnSpPr>
                <p:cNvPr id="3205" name="Google Shape;3205;g2975d56d0dc_2_1361"/>
                <p:cNvCxnSpPr/>
                <p:nvPr/>
              </p:nvCxnSpPr>
              <p:spPr>
                <a:xfrm>
                  <a:off x="4089039"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06" name="Google Shape;3206;g2975d56d0dc_2_1361"/>
                <p:cNvCxnSpPr/>
                <p:nvPr/>
              </p:nvCxnSpPr>
              <p:spPr>
                <a:xfrm>
                  <a:off x="4168205"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07" name="Google Shape;3207;g2975d56d0dc_2_1361"/>
                <p:cNvCxnSpPr/>
                <p:nvPr/>
              </p:nvCxnSpPr>
              <p:spPr>
                <a:xfrm>
                  <a:off x="4247370"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08" name="Google Shape;3208;g2975d56d0dc_2_1361"/>
                <p:cNvCxnSpPr/>
                <p:nvPr/>
              </p:nvCxnSpPr>
              <p:spPr>
                <a:xfrm>
                  <a:off x="4326536" y="3596196"/>
                  <a:ext cx="0" cy="281100"/>
                </a:xfrm>
                <a:prstGeom prst="straightConnector1">
                  <a:avLst/>
                </a:prstGeom>
                <a:noFill/>
                <a:ln cap="flat" cmpd="sng" w="9525">
                  <a:solidFill>
                    <a:schemeClr val="dk1"/>
                  </a:solidFill>
                  <a:prstDash val="solid"/>
                  <a:round/>
                  <a:headEnd len="sm" w="sm" type="none"/>
                  <a:tailEnd len="sm" w="sm" type="none"/>
                </a:ln>
              </p:spPr>
            </p:cxnSp>
          </p:grpSp>
          <p:grpSp>
            <p:nvGrpSpPr>
              <p:cNvPr id="3209" name="Google Shape;3209;g2975d56d0dc_2_1361"/>
              <p:cNvGrpSpPr/>
              <p:nvPr/>
            </p:nvGrpSpPr>
            <p:grpSpPr>
              <a:xfrm>
                <a:off x="4405702" y="3596196"/>
                <a:ext cx="237498" cy="281100"/>
                <a:chOff x="4405702" y="3596196"/>
                <a:chExt cx="237498" cy="281100"/>
              </a:xfrm>
            </p:grpSpPr>
            <p:cxnSp>
              <p:nvCxnSpPr>
                <p:cNvPr id="3210" name="Google Shape;3210;g2975d56d0dc_2_1361"/>
                <p:cNvCxnSpPr/>
                <p:nvPr/>
              </p:nvCxnSpPr>
              <p:spPr>
                <a:xfrm>
                  <a:off x="4405702"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11" name="Google Shape;3211;g2975d56d0dc_2_1361"/>
                <p:cNvCxnSpPr/>
                <p:nvPr/>
              </p:nvCxnSpPr>
              <p:spPr>
                <a:xfrm>
                  <a:off x="4484868"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12" name="Google Shape;3212;g2975d56d0dc_2_1361"/>
                <p:cNvCxnSpPr/>
                <p:nvPr/>
              </p:nvCxnSpPr>
              <p:spPr>
                <a:xfrm>
                  <a:off x="4564034"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13" name="Google Shape;3213;g2975d56d0dc_2_1361"/>
                <p:cNvCxnSpPr/>
                <p:nvPr/>
              </p:nvCxnSpPr>
              <p:spPr>
                <a:xfrm>
                  <a:off x="4643200" y="3596196"/>
                  <a:ext cx="0" cy="281100"/>
                </a:xfrm>
                <a:prstGeom prst="straightConnector1">
                  <a:avLst/>
                </a:prstGeom>
                <a:noFill/>
                <a:ln cap="flat" cmpd="sng" w="9525">
                  <a:solidFill>
                    <a:schemeClr val="dk1"/>
                  </a:solidFill>
                  <a:prstDash val="solid"/>
                  <a:round/>
                  <a:headEnd len="sm" w="sm" type="none"/>
                  <a:tailEnd len="sm" w="sm" type="none"/>
                </a:ln>
              </p:spPr>
            </p:cxnSp>
          </p:grpSp>
          <p:grpSp>
            <p:nvGrpSpPr>
              <p:cNvPr id="3214" name="Google Shape;3214;g2975d56d0dc_2_1361"/>
              <p:cNvGrpSpPr/>
              <p:nvPr/>
            </p:nvGrpSpPr>
            <p:grpSpPr>
              <a:xfrm rot="5400000">
                <a:off x="4239406" y="3115771"/>
                <a:ext cx="237402" cy="581905"/>
                <a:chOff x="4089039" y="3596196"/>
                <a:chExt cx="237497" cy="281100"/>
              </a:xfrm>
            </p:grpSpPr>
            <p:cxnSp>
              <p:nvCxnSpPr>
                <p:cNvPr id="3215" name="Google Shape;3215;g2975d56d0dc_2_1361"/>
                <p:cNvCxnSpPr/>
                <p:nvPr/>
              </p:nvCxnSpPr>
              <p:spPr>
                <a:xfrm>
                  <a:off x="4089039"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16" name="Google Shape;3216;g2975d56d0dc_2_1361"/>
                <p:cNvCxnSpPr/>
                <p:nvPr/>
              </p:nvCxnSpPr>
              <p:spPr>
                <a:xfrm>
                  <a:off x="4168205"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17" name="Google Shape;3217;g2975d56d0dc_2_1361"/>
                <p:cNvCxnSpPr/>
                <p:nvPr/>
              </p:nvCxnSpPr>
              <p:spPr>
                <a:xfrm>
                  <a:off x="4247370"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18" name="Google Shape;3218;g2975d56d0dc_2_1361"/>
                <p:cNvCxnSpPr/>
                <p:nvPr/>
              </p:nvCxnSpPr>
              <p:spPr>
                <a:xfrm>
                  <a:off x="4326536" y="3596196"/>
                  <a:ext cx="0" cy="281100"/>
                </a:xfrm>
                <a:prstGeom prst="straightConnector1">
                  <a:avLst/>
                </a:prstGeom>
                <a:noFill/>
                <a:ln cap="flat" cmpd="sng" w="9525">
                  <a:solidFill>
                    <a:schemeClr val="dk1"/>
                  </a:solidFill>
                  <a:prstDash val="solid"/>
                  <a:round/>
                  <a:headEnd len="sm" w="sm" type="none"/>
                  <a:tailEnd len="sm" w="sm" type="none"/>
                </a:ln>
              </p:spPr>
            </p:cxnSp>
          </p:grpSp>
        </p:grpSp>
        <p:grpSp>
          <p:nvGrpSpPr>
            <p:cNvPr id="3219" name="Google Shape;3219;g2975d56d0dc_2_1361"/>
            <p:cNvGrpSpPr/>
            <p:nvPr/>
          </p:nvGrpSpPr>
          <p:grpSpPr>
            <a:xfrm>
              <a:off x="4849423" y="2961468"/>
              <a:ext cx="237498" cy="834997"/>
              <a:chOff x="3772375" y="3304350"/>
              <a:chExt cx="237498" cy="572700"/>
            </a:xfrm>
          </p:grpSpPr>
          <p:cxnSp>
            <p:nvCxnSpPr>
              <p:cNvPr id="3220" name="Google Shape;3220;g2975d56d0dc_2_1361"/>
              <p:cNvCxnSpPr/>
              <p:nvPr/>
            </p:nvCxnSpPr>
            <p:spPr>
              <a:xfrm>
                <a:off x="3772375"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3221" name="Google Shape;3221;g2975d56d0dc_2_1361"/>
              <p:cNvCxnSpPr/>
              <p:nvPr/>
            </p:nvCxnSpPr>
            <p:spPr>
              <a:xfrm>
                <a:off x="3851541"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3222" name="Google Shape;3222;g2975d56d0dc_2_1361"/>
              <p:cNvCxnSpPr/>
              <p:nvPr/>
            </p:nvCxnSpPr>
            <p:spPr>
              <a:xfrm>
                <a:off x="3930707"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3223" name="Google Shape;3223;g2975d56d0dc_2_1361"/>
              <p:cNvCxnSpPr/>
              <p:nvPr/>
            </p:nvCxnSpPr>
            <p:spPr>
              <a:xfrm>
                <a:off x="4009873" y="3304350"/>
                <a:ext cx="0" cy="572700"/>
              </a:xfrm>
              <a:prstGeom prst="straightConnector1">
                <a:avLst/>
              </a:prstGeom>
              <a:noFill/>
              <a:ln cap="flat" cmpd="sng" w="9525">
                <a:solidFill>
                  <a:schemeClr val="dk1"/>
                </a:solidFill>
                <a:prstDash val="solid"/>
                <a:round/>
                <a:headEnd len="sm" w="sm" type="none"/>
                <a:tailEnd len="sm" w="sm" type="none"/>
              </a:ln>
            </p:spPr>
          </p:cxnSp>
        </p:grpSp>
        <p:grpSp>
          <p:nvGrpSpPr>
            <p:cNvPr id="3224" name="Google Shape;3224;g2975d56d0dc_2_1361"/>
            <p:cNvGrpSpPr/>
            <p:nvPr/>
          </p:nvGrpSpPr>
          <p:grpSpPr>
            <a:xfrm>
              <a:off x="5166209" y="3265405"/>
              <a:ext cx="237497" cy="531138"/>
              <a:chOff x="4089039" y="3596196"/>
              <a:chExt cx="237497" cy="281100"/>
            </a:xfrm>
          </p:grpSpPr>
          <p:cxnSp>
            <p:nvCxnSpPr>
              <p:cNvPr id="3225" name="Google Shape;3225;g2975d56d0dc_2_1361"/>
              <p:cNvCxnSpPr/>
              <p:nvPr/>
            </p:nvCxnSpPr>
            <p:spPr>
              <a:xfrm>
                <a:off x="4089039"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26" name="Google Shape;3226;g2975d56d0dc_2_1361"/>
              <p:cNvCxnSpPr/>
              <p:nvPr/>
            </p:nvCxnSpPr>
            <p:spPr>
              <a:xfrm>
                <a:off x="4168205"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27" name="Google Shape;3227;g2975d56d0dc_2_1361"/>
              <p:cNvCxnSpPr/>
              <p:nvPr/>
            </p:nvCxnSpPr>
            <p:spPr>
              <a:xfrm>
                <a:off x="4247370"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28" name="Google Shape;3228;g2975d56d0dc_2_1361"/>
              <p:cNvCxnSpPr/>
              <p:nvPr/>
            </p:nvCxnSpPr>
            <p:spPr>
              <a:xfrm>
                <a:off x="4326536" y="3596196"/>
                <a:ext cx="0" cy="281100"/>
              </a:xfrm>
              <a:prstGeom prst="straightConnector1">
                <a:avLst/>
              </a:prstGeom>
              <a:noFill/>
              <a:ln cap="flat" cmpd="sng" w="9525">
                <a:solidFill>
                  <a:schemeClr val="dk1"/>
                </a:solidFill>
                <a:prstDash val="solid"/>
                <a:round/>
                <a:headEnd len="sm" w="sm" type="none"/>
                <a:tailEnd len="sm" w="sm" type="none"/>
              </a:ln>
            </p:spPr>
          </p:cxnSp>
        </p:grpSp>
        <p:grpSp>
          <p:nvGrpSpPr>
            <p:cNvPr id="3229" name="Google Shape;3229;g2975d56d0dc_2_1361"/>
            <p:cNvGrpSpPr/>
            <p:nvPr/>
          </p:nvGrpSpPr>
          <p:grpSpPr>
            <a:xfrm>
              <a:off x="5482872" y="3265405"/>
              <a:ext cx="237498" cy="531138"/>
              <a:chOff x="4405702" y="3596196"/>
              <a:chExt cx="237498" cy="281100"/>
            </a:xfrm>
          </p:grpSpPr>
          <p:cxnSp>
            <p:nvCxnSpPr>
              <p:cNvPr id="3230" name="Google Shape;3230;g2975d56d0dc_2_1361"/>
              <p:cNvCxnSpPr/>
              <p:nvPr/>
            </p:nvCxnSpPr>
            <p:spPr>
              <a:xfrm>
                <a:off x="4405702"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31" name="Google Shape;3231;g2975d56d0dc_2_1361"/>
              <p:cNvCxnSpPr/>
              <p:nvPr/>
            </p:nvCxnSpPr>
            <p:spPr>
              <a:xfrm>
                <a:off x="4484868"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32" name="Google Shape;3232;g2975d56d0dc_2_1361"/>
              <p:cNvCxnSpPr/>
              <p:nvPr/>
            </p:nvCxnSpPr>
            <p:spPr>
              <a:xfrm>
                <a:off x="4564034"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33" name="Google Shape;3233;g2975d56d0dc_2_1361"/>
              <p:cNvCxnSpPr/>
              <p:nvPr/>
            </p:nvCxnSpPr>
            <p:spPr>
              <a:xfrm>
                <a:off x="4643200" y="3596196"/>
                <a:ext cx="0" cy="281100"/>
              </a:xfrm>
              <a:prstGeom prst="straightConnector1">
                <a:avLst/>
              </a:prstGeom>
              <a:noFill/>
              <a:ln cap="flat" cmpd="sng" w="9525">
                <a:solidFill>
                  <a:schemeClr val="dk1"/>
                </a:solidFill>
                <a:prstDash val="solid"/>
                <a:round/>
                <a:headEnd len="sm" w="sm" type="none"/>
                <a:tailEnd len="sm" w="sm" type="none"/>
              </a:ln>
            </p:spPr>
          </p:cxnSp>
        </p:grpSp>
        <p:grpSp>
          <p:nvGrpSpPr>
            <p:cNvPr id="3234" name="Google Shape;3234;g2975d56d0dc_2_1361"/>
            <p:cNvGrpSpPr/>
            <p:nvPr/>
          </p:nvGrpSpPr>
          <p:grpSpPr>
            <a:xfrm rot="5400000">
              <a:off x="5316381" y="2789246"/>
              <a:ext cx="237402" cy="581905"/>
              <a:chOff x="4089039" y="3596196"/>
              <a:chExt cx="237497" cy="281100"/>
            </a:xfrm>
          </p:grpSpPr>
          <p:cxnSp>
            <p:nvCxnSpPr>
              <p:cNvPr id="3235" name="Google Shape;3235;g2975d56d0dc_2_1361"/>
              <p:cNvCxnSpPr/>
              <p:nvPr/>
            </p:nvCxnSpPr>
            <p:spPr>
              <a:xfrm>
                <a:off x="4089039"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36" name="Google Shape;3236;g2975d56d0dc_2_1361"/>
              <p:cNvCxnSpPr/>
              <p:nvPr/>
            </p:nvCxnSpPr>
            <p:spPr>
              <a:xfrm>
                <a:off x="4168205"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37" name="Google Shape;3237;g2975d56d0dc_2_1361"/>
              <p:cNvCxnSpPr/>
              <p:nvPr/>
            </p:nvCxnSpPr>
            <p:spPr>
              <a:xfrm>
                <a:off x="4247370"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3238" name="Google Shape;3238;g2975d56d0dc_2_1361"/>
              <p:cNvCxnSpPr/>
              <p:nvPr/>
            </p:nvCxnSpPr>
            <p:spPr>
              <a:xfrm>
                <a:off x="4326536" y="3596196"/>
                <a:ext cx="0" cy="281100"/>
              </a:xfrm>
              <a:prstGeom prst="straightConnector1">
                <a:avLst/>
              </a:prstGeom>
              <a:noFill/>
              <a:ln cap="flat" cmpd="sng" w="9525">
                <a:solidFill>
                  <a:schemeClr val="dk1"/>
                </a:solidFill>
                <a:prstDash val="solid"/>
                <a:round/>
                <a:headEnd len="sm" w="sm" type="none"/>
                <a:tailEnd len="sm" w="sm" type="none"/>
              </a:ln>
            </p:spPr>
          </p:cxnSp>
        </p:grpSp>
      </p:grpSp>
      <p:grpSp>
        <p:nvGrpSpPr>
          <p:cNvPr id="3239" name="Google Shape;3239;g2975d56d0dc_2_1361"/>
          <p:cNvGrpSpPr/>
          <p:nvPr/>
        </p:nvGrpSpPr>
        <p:grpSpPr>
          <a:xfrm>
            <a:off x="4077076" y="2311862"/>
            <a:ext cx="989838" cy="1484757"/>
            <a:chOff x="5713925" y="2311950"/>
            <a:chExt cx="1039200" cy="1558800"/>
          </a:xfrm>
        </p:grpSpPr>
        <p:sp>
          <p:nvSpPr>
            <p:cNvPr id="3240" name="Google Shape;3240;g2975d56d0dc_2_1361"/>
            <p:cNvSpPr/>
            <p:nvPr/>
          </p:nvSpPr>
          <p:spPr>
            <a:xfrm>
              <a:off x="5713925" y="2311950"/>
              <a:ext cx="519600" cy="5196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g2975d56d0dc_2_1361"/>
            <p:cNvSpPr/>
            <p:nvPr/>
          </p:nvSpPr>
          <p:spPr>
            <a:xfrm>
              <a:off x="6233525" y="2311950"/>
              <a:ext cx="519600" cy="5196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g2975d56d0dc_2_1361"/>
            <p:cNvSpPr/>
            <p:nvPr/>
          </p:nvSpPr>
          <p:spPr>
            <a:xfrm>
              <a:off x="5713925" y="2831550"/>
              <a:ext cx="519600" cy="519600"/>
            </a:xfrm>
            <a:prstGeom prst="ellipse">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g2975d56d0dc_2_1361"/>
            <p:cNvSpPr/>
            <p:nvPr/>
          </p:nvSpPr>
          <p:spPr>
            <a:xfrm>
              <a:off x="6233525" y="2831550"/>
              <a:ext cx="519600" cy="519600"/>
            </a:xfrm>
            <a:prstGeom prst="ellipse">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g2975d56d0dc_2_1361"/>
            <p:cNvSpPr/>
            <p:nvPr/>
          </p:nvSpPr>
          <p:spPr>
            <a:xfrm>
              <a:off x="5713925" y="3351150"/>
              <a:ext cx="519600" cy="519600"/>
            </a:xfrm>
            <a:prstGeom prst="ellipse">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g2975d56d0dc_2_1361"/>
            <p:cNvSpPr/>
            <p:nvPr/>
          </p:nvSpPr>
          <p:spPr>
            <a:xfrm>
              <a:off x="6233525" y="3351150"/>
              <a:ext cx="519600" cy="519600"/>
            </a:xfrm>
            <a:prstGeom prst="ellipse">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46" name="Google Shape;3246;g2975d56d0dc_2_1361"/>
          <p:cNvGrpSpPr/>
          <p:nvPr/>
        </p:nvGrpSpPr>
        <p:grpSpPr>
          <a:xfrm>
            <a:off x="293519" y="1837246"/>
            <a:ext cx="1892093" cy="1948807"/>
            <a:chOff x="229175" y="1404950"/>
            <a:chExt cx="1576350" cy="1623600"/>
          </a:xfrm>
        </p:grpSpPr>
        <p:sp>
          <p:nvSpPr>
            <p:cNvPr id="3247" name="Google Shape;3247;g2975d56d0dc_2_1361"/>
            <p:cNvSpPr/>
            <p:nvPr/>
          </p:nvSpPr>
          <p:spPr>
            <a:xfrm rot="10800000">
              <a:off x="713225" y="19461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g2975d56d0dc_2_1361"/>
            <p:cNvSpPr/>
            <p:nvPr/>
          </p:nvSpPr>
          <p:spPr>
            <a:xfrm rot="10800000">
              <a:off x="551875" y="1751325"/>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g2975d56d0dc_2_1361"/>
            <p:cNvSpPr/>
            <p:nvPr/>
          </p:nvSpPr>
          <p:spPr>
            <a:xfrm rot="10800000">
              <a:off x="390525" y="15835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g2975d56d0dc_2_1361"/>
            <p:cNvSpPr/>
            <p:nvPr/>
          </p:nvSpPr>
          <p:spPr>
            <a:xfrm rot="10800000">
              <a:off x="229175" y="14049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51" name="Google Shape;3251;g2975d56d0dc_2_1361"/>
          <p:cNvGrpSpPr/>
          <p:nvPr/>
        </p:nvGrpSpPr>
        <p:grpSpPr>
          <a:xfrm>
            <a:off x="5501248" y="2333706"/>
            <a:ext cx="1095921" cy="1462828"/>
            <a:chOff x="379925" y="2141500"/>
            <a:chExt cx="948275" cy="2315700"/>
          </a:xfrm>
        </p:grpSpPr>
        <p:sp>
          <p:nvSpPr>
            <p:cNvPr id="3252" name="Google Shape;3252;g2975d56d0dc_2_1361"/>
            <p:cNvSpPr/>
            <p:nvPr/>
          </p:nvSpPr>
          <p:spPr>
            <a:xfrm>
              <a:off x="379925"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g2975d56d0dc_2_1361"/>
            <p:cNvSpPr/>
            <p:nvPr/>
          </p:nvSpPr>
          <p:spPr>
            <a:xfrm>
              <a:off x="552417"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g2975d56d0dc_2_1361"/>
            <p:cNvSpPr/>
            <p:nvPr/>
          </p:nvSpPr>
          <p:spPr>
            <a:xfrm>
              <a:off x="724908"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g2975d56d0dc_2_1361"/>
            <p:cNvSpPr/>
            <p:nvPr/>
          </p:nvSpPr>
          <p:spPr>
            <a:xfrm>
              <a:off x="897400"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56" name="Google Shape;3256;g2975d56d0dc_2_1361"/>
          <p:cNvGrpSpPr/>
          <p:nvPr/>
        </p:nvGrpSpPr>
        <p:grpSpPr>
          <a:xfrm flipH="1">
            <a:off x="6812113" y="2333688"/>
            <a:ext cx="2806875" cy="2625875"/>
            <a:chOff x="-943975" y="2874825"/>
            <a:chExt cx="2806875" cy="2625875"/>
          </a:xfrm>
        </p:grpSpPr>
        <p:sp>
          <p:nvSpPr>
            <p:cNvPr id="3257" name="Google Shape;3257;g2975d56d0dc_2_1361"/>
            <p:cNvSpPr/>
            <p:nvPr/>
          </p:nvSpPr>
          <p:spPr>
            <a:xfrm>
              <a:off x="-272200" y="2874825"/>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g2975d56d0dc_2_1361"/>
            <p:cNvSpPr/>
            <p:nvPr/>
          </p:nvSpPr>
          <p:spPr>
            <a:xfrm>
              <a:off x="-440144" y="2997519"/>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g2975d56d0dc_2_1361"/>
            <p:cNvSpPr/>
            <p:nvPr/>
          </p:nvSpPr>
          <p:spPr>
            <a:xfrm>
              <a:off x="-608087" y="3120213"/>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g2975d56d0dc_2_1361"/>
            <p:cNvSpPr/>
            <p:nvPr/>
          </p:nvSpPr>
          <p:spPr>
            <a:xfrm>
              <a:off x="-776031" y="3242906"/>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g2975d56d0dc_2_1361"/>
            <p:cNvSpPr/>
            <p:nvPr/>
          </p:nvSpPr>
          <p:spPr>
            <a:xfrm>
              <a:off x="-943975" y="3365600"/>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5" name="Shape 3265"/>
        <p:cNvGrpSpPr/>
        <p:nvPr/>
      </p:nvGrpSpPr>
      <p:grpSpPr>
        <a:xfrm>
          <a:off x="0" y="0"/>
          <a:ext cx="0" cy="0"/>
          <a:chOff x="0" y="0"/>
          <a:chExt cx="0" cy="0"/>
        </a:xfrm>
      </p:grpSpPr>
      <p:sp>
        <p:nvSpPr>
          <p:cNvPr id="3266" name="Google Shape;3266;g2975d56d0dc_2_143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Resources</a:t>
            </a:r>
            <a:endParaRPr/>
          </a:p>
        </p:txBody>
      </p:sp>
      <p:sp>
        <p:nvSpPr>
          <p:cNvPr id="3267" name="Google Shape;3267;g2975d56d0dc_2_1431"/>
          <p:cNvSpPr txBox="1"/>
          <p:nvPr>
            <p:ph idx="1" type="body"/>
          </p:nvPr>
        </p:nvSpPr>
        <p:spPr>
          <a:xfrm>
            <a:off x="720000" y="1139550"/>
            <a:ext cx="4290900" cy="3431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200"/>
              <a:buNone/>
            </a:pPr>
            <a:r>
              <a:rPr lang="en" sz="1400">
                <a:solidFill>
                  <a:schemeClr val="dk1"/>
                </a:solidFill>
              </a:rPr>
              <a:t>Did you like the resources in this template? Get them for free at our other websites:</a:t>
            </a:r>
            <a:endParaRPr sz="1400">
              <a:solidFill>
                <a:schemeClr val="dk1"/>
              </a:solidFill>
            </a:endParaRPr>
          </a:p>
          <a:p>
            <a:pPr indent="0" lvl="0" marL="0" rtl="0" algn="l">
              <a:lnSpc>
                <a:spcPct val="115000"/>
              </a:lnSpc>
              <a:spcBef>
                <a:spcPts val="1000"/>
              </a:spcBef>
              <a:spcAft>
                <a:spcPts val="0"/>
              </a:spcAft>
              <a:buSzPts val="1200"/>
              <a:buNone/>
            </a:pPr>
            <a:r>
              <a:rPr b="1" lang="en" sz="2000">
                <a:solidFill>
                  <a:schemeClr val="dk1"/>
                </a:solidFill>
                <a:latin typeface="IBM Plex Mono"/>
                <a:ea typeface="IBM Plex Mono"/>
                <a:cs typeface="IBM Plex Mono"/>
                <a:sym typeface="IBM Plex Mono"/>
              </a:rPr>
              <a:t>Photos:</a:t>
            </a:r>
            <a:endParaRPr b="1" sz="2000">
              <a:solidFill>
                <a:schemeClr val="dk1"/>
              </a:solidFill>
              <a:latin typeface="IBM Plex Mono"/>
              <a:ea typeface="IBM Plex Mono"/>
              <a:cs typeface="IBM Plex Mono"/>
              <a:sym typeface="IBM Plex Mono"/>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3">
                  <a:extLst>
                    <a:ext uri="{A12FA001-AC4F-418D-AE19-62706E023703}">
                      <ahyp:hlinkClr val="tx"/>
                    </a:ext>
                  </a:extLst>
                </a:hlinkClick>
              </a:rPr>
              <a:t>Medium shot man working on laptop</a:t>
            </a:r>
            <a:endParaRPr sz="1400">
              <a:solidFill>
                <a:schemeClr val="dk1"/>
              </a:solidFill>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4">
                  <a:extLst>
                    <a:ext uri="{A12FA001-AC4F-418D-AE19-62706E023703}">
                      <ahyp:hlinkClr val="tx"/>
                    </a:ext>
                  </a:extLst>
                </a:hlinkClick>
              </a:rPr>
              <a:t>Group of friends planning a trip in a cafe</a:t>
            </a:r>
            <a:endParaRPr sz="1400">
              <a:solidFill>
                <a:schemeClr val="dk1"/>
              </a:solidFill>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5">
                  <a:extLst>
                    <a:ext uri="{A12FA001-AC4F-418D-AE19-62706E023703}">
                      <ahyp:hlinkClr val="tx"/>
                    </a:ext>
                  </a:extLst>
                </a:hlinkClick>
              </a:rPr>
              <a:t>Medium shot man working on laptop</a:t>
            </a:r>
            <a:endParaRPr sz="1400">
              <a:solidFill>
                <a:schemeClr val="dk1"/>
              </a:solidFill>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6">
                  <a:extLst>
                    <a:ext uri="{A12FA001-AC4F-418D-AE19-62706E023703}">
                      <ahyp:hlinkClr val="tx"/>
                    </a:ext>
                  </a:extLst>
                </a:hlinkClick>
              </a:rPr>
              <a:t>Side view of men working on laptops at the office</a:t>
            </a:r>
            <a:endParaRPr sz="1400">
              <a:solidFill>
                <a:schemeClr val="dk1"/>
              </a:solidFill>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7">
                  <a:extLst>
                    <a:ext uri="{A12FA001-AC4F-418D-AE19-62706E023703}">
                      <ahyp:hlinkClr val="tx"/>
                    </a:ext>
                  </a:extLst>
                </a:hlinkClick>
              </a:rPr>
              <a:t>Lifestyle of woman in the office</a:t>
            </a:r>
            <a:endParaRPr sz="1400">
              <a:solidFill>
                <a:schemeClr val="dk1"/>
              </a:solidFill>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8">
                  <a:extLst>
                    <a:ext uri="{A12FA001-AC4F-418D-AE19-62706E023703}">
                      <ahyp:hlinkClr val="tx"/>
                    </a:ext>
                  </a:extLst>
                </a:hlinkClick>
              </a:rPr>
              <a:t>Secretary working on laptop</a:t>
            </a:r>
            <a:endParaRPr sz="1400">
              <a:solidFill>
                <a:schemeClr val="dk1"/>
              </a:solidFill>
            </a:endParaRPr>
          </a:p>
        </p:txBody>
      </p:sp>
      <p:sp>
        <p:nvSpPr>
          <p:cNvPr id="3268" name="Google Shape;3268;g2975d56d0dc_2_1431"/>
          <p:cNvSpPr txBox="1"/>
          <p:nvPr>
            <p:ph idx="2" type="body"/>
          </p:nvPr>
        </p:nvSpPr>
        <p:spPr>
          <a:xfrm>
            <a:off x="5249025" y="1139550"/>
            <a:ext cx="3174900" cy="3431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200"/>
              <a:buNone/>
            </a:pPr>
            <a:r>
              <a:rPr b="1" lang="en" sz="2000">
                <a:solidFill>
                  <a:schemeClr val="dk1"/>
                </a:solidFill>
                <a:latin typeface="IBM Plex Mono"/>
                <a:ea typeface="IBM Plex Mono"/>
                <a:cs typeface="IBM Plex Mono"/>
                <a:sym typeface="IBM Plex Mono"/>
              </a:rPr>
              <a:t>Vectors:</a:t>
            </a:r>
            <a:endParaRPr b="1" sz="2000">
              <a:solidFill>
                <a:schemeClr val="dk1"/>
              </a:solidFill>
              <a:latin typeface="IBM Plex Mono"/>
              <a:ea typeface="IBM Plex Mono"/>
              <a:cs typeface="IBM Plex Mono"/>
              <a:sym typeface="IBM Plex Mono"/>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9">
                  <a:extLst>
                    <a:ext uri="{A12FA001-AC4F-418D-AE19-62706E023703}">
                      <ahyp:hlinkClr val="tx"/>
                    </a:ext>
                  </a:extLst>
                </a:hlinkClick>
              </a:rPr>
              <a:t>Abstract gradient circuit board background</a:t>
            </a:r>
            <a:endParaRPr>
              <a:solidFill>
                <a:schemeClr val="dk1"/>
              </a:solidFill>
            </a:endParaRPr>
          </a:p>
          <a:p>
            <a:pPr indent="0" lvl="0" marL="0" rtl="0" algn="l">
              <a:lnSpc>
                <a:spcPct val="115000"/>
              </a:lnSpc>
              <a:spcBef>
                <a:spcPts val="600"/>
              </a:spcBef>
              <a:spcAft>
                <a:spcPts val="0"/>
              </a:spcAft>
              <a:buSzPts val="1200"/>
              <a:buNone/>
            </a:pPr>
            <a:r>
              <a:rPr b="1" lang="en" sz="2000">
                <a:solidFill>
                  <a:schemeClr val="dk1"/>
                </a:solidFill>
                <a:latin typeface="IBM Plex Mono"/>
                <a:ea typeface="IBM Plex Mono"/>
                <a:cs typeface="IBM Plex Mono"/>
                <a:sym typeface="IBM Plex Mono"/>
              </a:rPr>
              <a:t>Icon pack:</a:t>
            </a:r>
            <a:endParaRPr b="1" sz="2000">
              <a:solidFill>
                <a:schemeClr val="dk1"/>
              </a:solidFill>
              <a:latin typeface="IBM Plex Mono"/>
              <a:ea typeface="IBM Plex Mono"/>
              <a:cs typeface="IBM Plex Mono"/>
              <a:sym typeface="IBM Plex Mono"/>
            </a:endParaRPr>
          </a:p>
          <a:p>
            <a:pPr indent="-304800" lvl="0" marL="320040" rtl="0" algn="l">
              <a:lnSpc>
                <a:spcPct val="115000"/>
              </a:lnSpc>
              <a:spcBef>
                <a:spcPts val="0"/>
              </a:spcBef>
              <a:spcAft>
                <a:spcPts val="600"/>
              </a:spcAft>
              <a:buClr>
                <a:schemeClr val="dk1"/>
              </a:buClr>
              <a:buSzPts val="1200"/>
              <a:buChar char="●"/>
            </a:pPr>
            <a:r>
              <a:rPr lang="en" sz="1400" u="sng">
                <a:solidFill>
                  <a:schemeClr val="dk1"/>
                </a:solidFill>
                <a:hlinkClick r:id="rId10">
                  <a:extLst>
                    <a:ext uri="{A12FA001-AC4F-418D-AE19-62706E023703}">
                      <ahyp:hlinkClr val="tx"/>
                    </a:ext>
                  </a:extLst>
                </a:hlinkClick>
              </a:rPr>
              <a:t>Icon Pack: Coding | Lineal</a:t>
            </a:r>
            <a:endParaRPr>
              <a:solidFill>
                <a:schemeClr val="dk1"/>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72" name="Shape 3272"/>
        <p:cNvGrpSpPr/>
        <p:nvPr/>
      </p:nvGrpSpPr>
      <p:grpSpPr>
        <a:xfrm>
          <a:off x="0" y="0"/>
          <a:ext cx="0" cy="0"/>
          <a:chOff x="0" y="0"/>
          <a:chExt cx="0" cy="0"/>
        </a:xfrm>
      </p:grpSpPr>
      <p:sp>
        <p:nvSpPr>
          <p:cNvPr id="3273" name="Google Shape;3273;g2975d56d0dc_2_1437"/>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Instructions for use</a:t>
            </a:r>
            <a:endParaRPr/>
          </a:p>
        </p:txBody>
      </p:sp>
      <p:sp>
        <p:nvSpPr>
          <p:cNvPr id="3274" name="Google Shape;3274;g2975d56d0dc_2_1437"/>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E2A47"/>
              </a:buClr>
              <a:buSzPts val="1100"/>
              <a:buFont typeface="Arial"/>
              <a:buNone/>
            </a:pPr>
            <a:r>
              <a:rPr b="0" i="0" lang="en" sz="1100" u="none" cap="none" strike="noStrike">
                <a:solidFill>
                  <a:schemeClr val="lt1"/>
                </a:solidFill>
                <a:latin typeface="Arial"/>
                <a:ea typeface="Arial"/>
                <a:cs typeface="Arial"/>
                <a:sym typeface="Arial"/>
              </a:rPr>
              <a:t>If you have a free account, in order to use this template, you must credit </a:t>
            </a:r>
            <a:r>
              <a:rPr b="1" i="0" lang="en" sz="1100" u="sng" cap="none" strike="noStrike">
                <a:solidFill>
                  <a:schemeClr val="hlink"/>
                </a:solidFill>
                <a:latin typeface="Arial"/>
                <a:ea typeface="Arial"/>
                <a:cs typeface="Arial"/>
                <a:sym typeface="Arial"/>
                <a:hlinkClick r:id="rId3"/>
              </a:rPr>
              <a:t>Slidesgo</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by keeping the </a:t>
            </a:r>
            <a:r>
              <a:rPr b="1" i="0" lang="en" sz="1100" u="sng" cap="none" strike="noStrike">
                <a:solidFill>
                  <a:schemeClr val="hlink"/>
                </a:solidFill>
                <a:latin typeface="Arial"/>
                <a:ea typeface="Arial"/>
                <a:cs typeface="Arial"/>
                <a:sym typeface="Arial"/>
                <a:hlinkClick action="ppaction://hlinksldjump" r:id="rId4"/>
              </a:rPr>
              <a:t>Thanks</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slide. Please refer to the next slide to read the instructions for premium users.</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rgbClr val="0E2A47"/>
              </a:buClr>
              <a:buSzPts val="1100"/>
              <a:buFont typeface="Arial"/>
              <a:buNone/>
            </a:pPr>
            <a:r>
              <a:rPr b="1" i="0" lang="en" sz="1100" u="none" cap="none" strike="noStrike">
                <a:solidFill>
                  <a:schemeClr val="hlink"/>
                </a:solidFill>
                <a:latin typeface="Arial"/>
                <a:ea typeface="Arial"/>
                <a:cs typeface="Arial"/>
                <a:sym typeface="Arial"/>
              </a:rPr>
              <a:t>As a Free user, you are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40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Modify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it for both personal and commercial projects.</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400"/>
              </a:spcBef>
              <a:spcAft>
                <a:spcPts val="0"/>
              </a:spcAft>
              <a:buClr>
                <a:srgbClr val="0E2A47"/>
              </a:buClr>
              <a:buSzPts val="1100"/>
              <a:buFont typeface="Arial"/>
              <a:buNone/>
            </a:pPr>
            <a:r>
              <a:rPr b="1" i="0" lang="en" sz="1100" u="none" cap="none" strike="noStrike">
                <a:solidFill>
                  <a:schemeClr val="hlink"/>
                </a:solidFill>
                <a:latin typeface="Arial"/>
                <a:ea typeface="Arial"/>
                <a:cs typeface="Arial"/>
                <a:sym typeface="Arial"/>
              </a:rPr>
              <a:t>You are not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Sublicense, sell or rent any of Slidesgo Content (or a modified version of Slidesgo Content).</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Distribute Slidesgo Content unless it has been expressly authorized by Slidesgo.</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Include Slidesgo Content in an online or offline database or file.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Offer Slidesgo templates (or modified versions of Slidesgo templates) for download.</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Acquire the copyright of Slidesgo Content.</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E2A47"/>
              </a:buClr>
              <a:buSzPts val="1100"/>
              <a:buFont typeface="Arial"/>
              <a:buNone/>
            </a:pPr>
            <a:r>
              <a:rPr b="0" i="0" lang="en" sz="1100" u="none" cap="none" strike="noStrike">
                <a:solidFill>
                  <a:schemeClr val="lt1"/>
                </a:solidFill>
                <a:latin typeface="Arial"/>
                <a:ea typeface="Arial"/>
                <a:cs typeface="Arial"/>
                <a:sym typeface="Arial"/>
              </a:rPr>
              <a:t>For more information about editing slides, please read our FAQs or visit our blog:</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E2A47"/>
              </a:buClr>
              <a:buSzPts val="1100"/>
              <a:buFont typeface="Arial"/>
              <a:buNone/>
            </a:pPr>
            <a:r>
              <a:rPr b="1" i="0" lang="en" sz="1100" u="sng" cap="none" strike="noStrike">
                <a:solidFill>
                  <a:schemeClr val="hlink"/>
                </a:solidFill>
                <a:latin typeface="Arial"/>
                <a:ea typeface="Arial"/>
                <a:cs typeface="Arial"/>
                <a:sym typeface="Arial"/>
                <a:hlinkClick r:id="rId5"/>
              </a:rPr>
              <a:t>https://slidesgo.com/faqs</a:t>
            </a:r>
            <a:r>
              <a:rPr b="0" i="0" lang="en" sz="1100" u="none" cap="none" strike="noStrike">
                <a:solidFill>
                  <a:schemeClr val="lt1"/>
                </a:solidFill>
                <a:latin typeface="Arial"/>
                <a:ea typeface="Arial"/>
                <a:cs typeface="Arial"/>
                <a:sym typeface="Arial"/>
              </a:rPr>
              <a:t> and </a:t>
            </a:r>
            <a:r>
              <a:rPr b="1" i="0" lang="en" sz="1100" u="sng" cap="none" strike="noStrike">
                <a:solidFill>
                  <a:schemeClr val="hlink"/>
                </a:solidFill>
                <a:latin typeface="Arial"/>
                <a:ea typeface="Arial"/>
                <a:cs typeface="Arial"/>
                <a:sym typeface="Arial"/>
                <a:hlinkClick r:id="rId6"/>
              </a:rPr>
              <a:t>https://slidesgo.com/slidesgo-school</a:t>
            </a:r>
            <a:endParaRPr b="0" i="0" sz="1000" u="none" cap="none" strike="noStrike">
              <a:solidFill>
                <a:srgbClr val="FFFFFF"/>
              </a:solidFill>
              <a:latin typeface="Arial"/>
              <a:ea typeface="Arial"/>
              <a:cs typeface="Arial"/>
              <a:sym typeface="Aria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78" name="Shape 3278"/>
        <p:cNvGrpSpPr/>
        <p:nvPr/>
      </p:nvGrpSpPr>
      <p:grpSpPr>
        <a:xfrm>
          <a:off x="0" y="0"/>
          <a:ext cx="0" cy="0"/>
          <a:chOff x="0" y="0"/>
          <a:chExt cx="0" cy="0"/>
        </a:xfrm>
      </p:grpSpPr>
      <p:sp>
        <p:nvSpPr>
          <p:cNvPr id="3279" name="Google Shape;3279;g2975d56d0dc_2_1442"/>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As a Premium user, you can use this template without attributing </a:t>
            </a:r>
            <a:r>
              <a:rPr b="1" i="0" lang="en" sz="1100" u="sng" cap="none" strike="noStrike">
                <a:solidFill>
                  <a:schemeClr val="hlink"/>
                </a:solidFill>
                <a:latin typeface="Arial"/>
                <a:ea typeface="Arial"/>
                <a:cs typeface="Arial"/>
                <a:sym typeface="Arial"/>
                <a:hlinkClick r:id="rId3"/>
              </a:rPr>
              <a:t>Slidesgo</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or keeping the </a:t>
            </a:r>
            <a:r>
              <a:rPr b="1" i="0" lang="en" sz="1100" u="sng" cap="none" strike="noStrike">
                <a:solidFill>
                  <a:schemeClr val="hlink"/>
                </a:solidFill>
                <a:latin typeface="Arial"/>
                <a:ea typeface="Arial"/>
                <a:cs typeface="Arial"/>
                <a:sym typeface="Arial"/>
                <a:hlinkClick action="ppaction://hlinksldjump" r:id="rId4"/>
              </a:rPr>
              <a:t>Thanks</a:t>
            </a:r>
            <a:r>
              <a:rPr b="0" i="0" lang="en" sz="1100" u="none" cap="none" strike="noStrike">
                <a:solidFill>
                  <a:schemeClr val="lt1"/>
                </a:solidFill>
                <a:latin typeface="Arial"/>
                <a:ea typeface="Arial"/>
                <a:cs typeface="Arial"/>
                <a:sym typeface="Arial"/>
              </a:rPr>
              <a:t> slide.</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chemeClr val="dk1"/>
              </a:buClr>
              <a:buSzPts val="1100"/>
              <a:buFont typeface="Arial"/>
              <a:buNone/>
            </a:pPr>
            <a:r>
              <a:rPr b="1" i="0" lang="en" sz="1100" u="none" cap="none" strike="noStrike">
                <a:solidFill>
                  <a:schemeClr val="hlink"/>
                </a:solidFill>
                <a:latin typeface="Arial"/>
                <a:ea typeface="Arial"/>
                <a:cs typeface="Arial"/>
                <a:sym typeface="Arial"/>
              </a:rPr>
              <a:t>You are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Modify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it for both personal and commercial purposes.</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Hide or delete the “Thanks” slide and the mention to Slidesgo in the credits.</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Share this template in an editable format with people who are not part of your team.</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chemeClr val="dk1"/>
              </a:buClr>
              <a:buSzPts val="1100"/>
              <a:buFont typeface="Arial"/>
              <a:buNone/>
            </a:pPr>
            <a:r>
              <a:rPr b="1" i="0" lang="en" sz="1100" u="none" cap="none" strike="noStrike">
                <a:solidFill>
                  <a:schemeClr val="hlink"/>
                </a:solidFill>
                <a:latin typeface="Arial"/>
                <a:ea typeface="Arial"/>
                <a:cs typeface="Arial"/>
                <a:sym typeface="Arial"/>
              </a:rPr>
              <a:t>You are not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Sublicense, sell or rent this Slidesgo Template (or a modified version of this Slidesgo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any of the elements that are part of this Slidesgo Template in an isolated and separated way from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Register any of the elements that are part of this template as a trademark or logo, or register it as a work in an intellectual property registry or similar.</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chemeClr val="dk1"/>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For more information about editing slides, please read our FAQs or visit our blog:</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1" i="0" lang="en" sz="1100" u="sng" cap="none" strike="noStrike">
                <a:solidFill>
                  <a:schemeClr val="hlink"/>
                </a:solidFill>
                <a:latin typeface="Arial"/>
                <a:ea typeface="Arial"/>
                <a:cs typeface="Arial"/>
                <a:sym typeface="Arial"/>
                <a:hlinkClick r:id="rId5"/>
              </a:rPr>
              <a:t>https://slidesgo.com/faqs</a:t>
            </a:r>
            <a:r>
              <a:rPr b="0" i="0" lang="en" sz="1100" u="none" cap="none" strike="noStrike">
                <a:solidFill>
                  <a:schemeClr val="lt1"/>
                </a:solidFill>
                <a:latin typeface="Arial"/>
                <a:ea typeface="Arial"/>
                <a:cs typeface="Arial"/>
                <a:sym typeface="Arial"/>
              </a:rPr>
              <a:t> and </a:t>
            </a:r>
            <a:r>
              <a:rPr b="1" i="0" lang="en" sz="1100" u="sng" cap="none" strike="noStrike">
                <a:solidFill>
                  <a:schemeClr val="hlink"/>
                </a:solidFill>
                <a:latin typeface="Arial"/>
                <a:ea typeface="Arial"/>
                <a:cs typeface="Arial"/>
                <a:sym typeface="Arial"/>
                <a:hlinkClick r:id="rId6"/>
              </a:rPr>
              <a:t>https://slidesgo.com/slidesgo-school</a:t>
            </a:r>
            <a:endParaRPr b="0" i="0" sz="1000" u="none" cap="none" strike="noStrike">
              <a:solidFill>
                <a:schemeClr val="lt1"/>
              </a:solidFill>
              <a:latin typeface="Arial"/>
              <a:ea typeface="Arial"/>
              <a:cs typeface="Arial"/>
              <a:sym typeface="Arial"/>
            </a:endParaRPr>
          </a:p>
        </p:txBody>
      </p:sp>
      <p:sp>
        <p:nvSpPr>
          <p:cNvPr id="3280" name="Google Shape;3280;g2975d56d0dc_2_1442"/>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Instructions for use (premium users)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84" name="Shape 3284"/>
        <p:cNvGrpSpPr/>
        <p:nvPr/>
      </p:nvGrpSpPr>
      <p:grpSpPr>
        <a:xfrm>
          <a:off x="0" y="0"/>
          <a:ext cx="0" cy="0"/>
          <a:chOff x="0" y="0"/>
          <a:chExt cx="0" cy="0"/>
        </a:xfrm>
      </p:grpSpPr>
      <p:sp>
        <p:nvSpPr>
          <p:cNvPr id="3285" name="Google Shape;3285;g2975d56d0dc_2_1447"/>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rgbClr val="FFFFFF"/>
                </a:solidFill>
                <a:latin typeface="Arial"/>
                <a:ea typeface="Arial"/>
                <a:cs typeface="Arial"/>
                <a:sym typeface="Arial"/>
              </a:rPr>
              <a:t>This presentation has been made using the following fonts:</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1000"/>
              </a:spcBef>
              <a:spcAft>
                <a:spcPts val="0"/>
              </a:spcAft>
              <a:buClr>
                <a:schemeClr val="dk1"/>
              </a:buClr>
              <a:buSzPts val="1100"/>
              <a:buFont typeface="Arial"/>
              <a:buNone/>
            </a:pPr>
            <a:r>
              <a:rPr b="1" i="0" lang="en" sz="1100" u="none" cap="none" strike="noStrike">
                <a:solidFill>
                  <a:srgbClr val="FFFFFF"/>
                </a:solidFill>
                <a:latin typeface="Arial"/>
                <a:ea typeface="Arial"/>
                <a:cs typeface="Arial"/>
                <a:sym typeface="Arial"/>
              </a:rPr>
              <a:t>IBM Plex Mono Bold</a:t>
            </a:r>
            <a:endParaRPr b="1"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rgbClr val="FFFFFF"/>
                </a:solidFill>
                <a:latin typeface="Arial"/>
                <a:ea typeface="Arial"/>
                <a:cs typeface="Arial"/>
                <a:sym typeface="Arial"/>
              </a:rPr>
              <a:t>(</a:t>
            </a:r>
            <a:r>
              <a:rPr b="0" i="0" lang="en" sz="1100" u="sng" cap="none" strike="noStrike">
                <a:solidFill>
                  <a:srgbClr val="FFFFFF"/>
                </a:solidFill>
                <a:latin typeface="Arial"/>
                <a:ea typeface="Arial"/>
                <a:cs typeface="Arial"/>
                <a:sym typeface="Arial"/>
                <a:hlinkClick r:id="rId3">
                  <a:extLst>
                    <a:ext uri="{A12FA001-AC4F-418D-AE19-62706E023703}">
                      <ahyp:hlinkClr val="tx"/>
                    </a:ext>
                  </a:extLst>
                </a:hlinkClick>
              </a:rPr>
              <a:t>https://fonts.google.com/specimen/IBM+Plex+Mono</a:t>
            </a:r>
            <a:r>
              <a:rPr b="0" i="0" lang="en" sz="1100" u="none" cap="none" strike="noStrike">
                <a:solidFill>
                  <a:srgbClr val="FFFFFF"/>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1" i="0" lang="en" sz="1100" u="none" cap="none" strike="noStrike">
                <a:solidFill>
                  <a:srgbClr val="FFFFFF"/>
                </a:solidFill>
                <a:latin typeface="Arial"/>
                <a:ea typeface="Arial"/>
                <a:cs typeface="Arial"/>
                <a:sym typeface="Arial"/>
              </a:rPr>
              <a:t>Poppins Normal &amp; Bold</a:t>
            </a:r>
            <a:endParaRPr b="1"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rgbClr val="FFFFFF"/>
                </a:solidFill>
                <a:latin typeface="Arial"/>
                <a:ea typeface="Arial"/>
                <a:cs typeface="Arial"/>
                <a:sym typeface="Arial"/>
              </a:rPr>
              <a:t>(</a:t>
            </a:r>
            <a:r>
              <a:rPr b="0" i="0" lang="en" sz="1100" u="sng" cap="none" strike="noStrike">
                <a:solidFill>
                  <a:srgbClr val="FFFFFF"/>
                </a:solidFill>
                <a:latin typeface="Arial"/>
                <a:ea typeface="Arial"/>
                <a:cs typeface="Arial"/>
                <a:sym typeface="Arial"/>
                <a:hlinkClick r:id="rId4">
                  <a:extLst>
                    <a:ext uri="{A12FA001-AC4F-418D-AE19-62706E023703}">
                      <ahyp:hlinkClr val="tx"/>
                    </a:ext>
                  </a:extLst>
                </a:hlinkClick>
              </a:rPr>
              <a:t>https://fonts.google.com/specimen/Poppins</a:t>
            </a:r>
            <a:r>
              <a:rPr b="0" i="0" lang="en" sz="1100" u="none" cap="none" strike="noStrike">
                <a:solidFill>
                  <a:srgbClr val="FFFFFF"/>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p:txBody>
      </p:sp>
      <p:sp>
        <p:nvSpPr>
          <p:cNvPr id="3286" name="Google Shape;3286;g2975d56d0dc_2_1447"/>
          <p:cNvSpPr/>
          <p:nvPr/>
        </p:nvSpPr>
        <p:spPr>
          <a:xfrm>
            <a:off x="2583638" y="2947800"/>
            <a:ext cx="791400" cy="754200"/>
          </a:xfrm>
          <a:prstGeom prst="roundRect">
            <a:avLst>
              <a:gd fmla="val 16667" name="adj"/>
            </a:avLst>
          </a:prstGeom>
          <a:solidFill>
            <a:srgbClr val="F5F8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g2975d56d0dc_2_1447"/>
          <p:cNvSpPr/>
          <p:nvPr/>
        </p:nvSpPr>
        <p:spPr>
          <a:xfrm>
            <a:off x="3645457" y="2947800"/>
            <a:ext cx="791400" cy="754200"/>
          </a:xfrm>
          <a:prstGeom prst="roundRect">
            <a:avLst>
              <a:gd fmla="val 16667" name="adj"/>
            </a:avLst>
          </a:prstGeom>
          <a:solidFill>
            <a:srgbClr val="BFBEF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g2975d56d0dc_2_1447"/>
          <p:cNvSpPr/>
          <p:nvPr/>
        </p:nvSpPr>
        <p:spPr>
          <a:xfrm>
            <a:off x="4707277" y="2947800"/>
            <a:ext cx="791400" cy="754200"/>
          </a:xfrm>
          <a:prstGeom prst="roundRect">
            <a:avLst>
              <a:gd fmla="val 16667" name="adj"/>
            </a:avLst>
          </a:prstGeom>
          <a:solidFill>
            <a:srgbClr val="0C0A9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g2975d56d0dc_2_1447"/>
          <p:cNvSpPr txBox="1"/>
          <p:nvPr/>
        </p:nvSpPr>
        <p:spPr>
          <a:xfrm>
            <a:off x="2583638"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000000"/>
                </a:solidFill>
                <a:latin typeface="Arial"/>
                <a:ea typeface="Arial"/>
                <a:cs typeface="Arial"/>
                <a:sym typeface="Arial"/>
              </a:rPr>
              <a:t>#f5f8ff</a:t>
            </a:r>
            <a:endParaRPr b="0" i="0" sz="1000" u="none" cap="none" strike="noStrike">
              <a:solidFill>
                <a:srgbClr val="000000"/>
              </a:solidFill>
              <a:latin typeface="Arial"/>
              <a:ea typeface="Arial"/>
              <a:cs typeface="Arial"/>
              <a:sym typeface="Arial"/>
            </a:endParaRPr>
          </a:p>
        </p:txBody>
      </p:sp>
      <p:sp>
        <p:nvSpPr>
          <p:cNvPr id="3290" name="Google Shape;3290;g2975d56d0dc_2_1447"/>
          <p:cNvSpPr txBox="1"/>
          <p:nvPr/>
        </p:nvSpPr>
        <p:spPr>
          <a:xfrm>
            <a:off x="3645463"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000000"/>
                </a:solidFill>
                <a:latin typeface="Arial"/>
                <a:ea typeface="Arial"/>
                <a:cs typeface="Arial"/>
                <a:sym typeface="Arial"/>
              </a:rPr>
              <a:t>#bfbef7</a:t>
            </a:r>
            <a:endParaRPr b="0" i="0" sz="1000" u="none" cap="none" strike="noStrike">
              <a:solidFill>
                <a:srgbClr val="000000"/>
              </a:solidFill>
              <a:latin typeface="Arial"/>
              <a:ea typeface="Arial"/>
              <a:cs typeface="Arial"/>
              <a:sym typeface="Arial"/>
            </a:endParaRPr>
          </a:p>
        </p:txBody>
      </p:sp>
      <p:sp>
        <p:nvSpPr>
          <p:cNvPr id="3291" name="Google Shape;3291;g2975d56d0dc_2_1447"/>
          <p:cNvSpPr txBox="1"/>
          <p:nvPr/>
        </p:nvSpPr>
        <p:spPr>
          <a:xfrm>
            <a:off x="4707288"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#0c0a9e</a:t>
            </a:r>
            <a:endParaRPr b="0" i="0" sz="1000" u="none" cap="none" strike="noStrike">
              <a:solidFill>
                <a:srgbClr val="FFFFFF"/>
              </a:solidFill>
              <a:latin typeface="Arial"/>
              <a:ea typeface="Arial"/>
              <a:cs typeface="Arial"/>
              <a:sym typeface="Arial"/>
            </a:endParaRPr>
          </a:p>
        </p:txBody>
      </p:sp>
      <p:sp>
        <p:nvSpPr>
          <p:cNvPr id="3292" name="Google Shape;3292;g2975d56d0dc_2_1447"/>
          <p:cNvSpPr/>
          <p:nvPr/>
        </p:nvSpPr>
        <p:spPr>
          <a:xfrm>
            <a:off x="5769113" y="2947800"/>
            <a:ext cx="791400" cy="754200"/>
          </a:xfrm>
          <a:prstGeom prst="roundRect">
            <a:avLst>
              <a:gd fmla="val 16667" name="adj"/>
            </a:avLst>
          </a:prstGeom>
          <a:solidFill>
            <a:srgbClr val="8208D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g2975d56d0dc_2_1447"/>
          <p:cNvSpPr txBox="1"/>
          <p:nvPr/>
        </p:nvSpPr>
        <p:spPr>
          <a:xfrm>
            <a:off x="5769113"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#8208d5</a:t>
            </a:r>
            <a:endParaRPr b="0" i="0" sz="1000" u="none" cap="none" strike="noStrike">
              <a:solidFill>
                <a:srgbClr val="FFFFFF"/>
              </a:solidFill>
              <a:latin typeface="Arial"/>
              <a:ea typeface="Arial"/>
              <a:cs typeface="Arial"/>
              <a:sym typeface="Arial"/>
            </a:endParaRPr>
          </a:p>
        </p:txBody>
      </p:sp>
      <p:sp>
        <p:nvSpPr>
          <p:cNvPr id="3294" name="Google Shape;3294;g2975d56d0dc_2_1447"/>
          <p:cNvSpPr/>
          <p:nvPr/>
        </p:nvSpPr>
        <p:spPr>
          <a:xfrm>
            <a:off x="3645463" y="3878900"/>
            <a:ext cx="791400" cy="754200"/>
          </a:xfrm>
          <a:prstGeom prst="roundRect">
            <a:avLst>
              <a:gd fmla="val 16667" name="adj"/>
            </a:avLst>
          </a:prstGeom>
          <a:solidFill>
            <a:srgbClr val="1D1D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g2975d56d0dc_2_1447"/>
          <p:cNvSpPr txBox="1"/>
          <p:nvPr/>
        </p:nvSpPr>
        <p:spPr>
          <a:xfrm>
            <a:off x="3645463" y="40359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#1d1d1d</a:t>
            </a:r>
            <a:endParaRPr b="0" i="0" sz="1000" u="none" cap="none" strike="noStrike">
              <a:solidFill>
                <a:srgbClr val="FFFFFF"/>
              </a:solidFill>
              <a:latin typeface="Arial"/>
              <a:ea typeface="Arial"/>
              <a:cs typeface="Arial"/>
              <a:sym typeface="Arial"/>
            </a:endParaRPr>
          </a:p>
        </p:txBody>
      </p:sp>
      <p:sp>
        <p:nvSpPr>
          <p:cNvPr id="3296" name="Google Shape;3296;g2975d56d0dc_2_1447"/>
          <p:cNvSpPr/>
          <p:nvPr/>
        </p:nvSpPr>
        <p:spPr>
          <a:xfrm>
            <a:off x="4707288" y="3878900"/>
            <a:ext cx="791400" cy="754200"/>
          </a:xfrm>
          <a:prstGeom prst="roundRect">
            <a:avLst>
              <a:gd fmla="val 16667" name="adj"/>
            </a:avLst>
          </a:prstGeom>
          <a:solidFill>
            <a:srgbClr val="EB910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g2975d56d0dc_2_1447"/>
          <p:cNvSpPr txBox="1"/>
          <p:nvPr/>
        </p:nvSpPr>
        <p:spPr>
          <a:xfrm>
            <a:off x="4707288" y="40359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#eb9109</a:t>
            </a:r>
            <a:endParaRPr b="0" i="0" sz="1000" u="none" cap="none" strike="noStrike">
              <a:solidFill>
                <a:srgbClr val="FFFFFF"/>
              </a:solidFill>
              <a:latin typeface="Arial"/>
              <a:ea typeface="Arial"/>
              <a:cs typeface="Arial"/>
              <a:sym typeface="Arial"/>
            </a:endParaRPr>
          </a:p>
        </p:txBody>
      </p:sp>
      <p:sp>
        <p:nvSpPr>
          <p:cNvPr id="3298" name="Google Shape;3298;g2975d56d0dc_2_1447"/>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Fonts &amp; colors used</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302" name="Shape 3302"/>
        <p:cNvGrpSpPr/>
        <p:nvPr/>
      </p:nvGrpSpPr>
      <p:grpSpPr>
        <a:xfrm>
          <a:off x="0" y="0"/>
          <a:ext cx="0" cy="0"/>
          <a:chOff x="0" y="0"/>
          <a:chExt cx="0" cy="0"/>
        </a:xfrm>
      </p:grpSpPr>
      <p:sp>
        <p:nvSpPr>
          <p:cNvPr id="3303" name="Google Shape;3303;g2975d56d0dc_2_1464"/>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 </a:t>
            </a:r>
            <a:r>
              <a:rPr b="1" i="0" lang="en" sz="1100" u="none" cap="none" strike="noStrike">
                <a:solidFill>
                  <a:schemeClr val="hlink"/>
                </a:solidFill>
                <a:latin typeface="Arial"/>
                <a:ea typeface="Arial"/>
                <a:cs typeface="Arial"/>
                <a:sym typeface="Arial"/>
              </a:rPr>
              <a:t>h</a:t>
            </a:r>
            <a:r>
              <a:rPr b="1" i="0" lang="en" sz="1100" u="none" cap="none" strike="noStrike">
                <a:solidFill>
                  <a:schemeClr val="hlink"/>
                </a:solidFill>
                <a:uFill>
                  <a:noFill/>
                </a:uFill>
                <a:latin typeface="Arial"/>
                <a:ea typeface="Arial"/>
                <a:cs typeface="Arial"/>
                <a:sym typeface="Arial"/>
                <a:hlinkClick r:id="rId3"/>
              </a:rPr>
              <a:t>ow it works</a:t>
            </a:r>
            <a:r>
              <a:rPr b="0" i="0" lang="en" sz="1100" u="none" cap="none" strike="noStrike">
                <a:solidFill>
                  <a:schemeClr val="lt1"/>
                </a:solidFill>
                <a:uFill>
                  <a:noFill/>
                </a:uFill>
                <a:latin typeface="Arial"/>
                <a:ea typeface="Arial"/>
                <a:cs typeface="Arial"/>
                <a:sym typeface="Arial"/>
                <a:hlinkClick r:id="rId4">
                  <a:extLst>
                    <a:ext uri="{A12FA001-AC4F-418D-AE19-62706E023703}">
                      <ahyp:hlinkClr val="tx"/>
                    </a:ext>
                  </a:extLst>
                </a:hlinkClick>
              </a:rPr>
              <a:t>.</a:t>
            </a:r>
            <a:endParaRPr b="0" i="0" sz="1100" u="none" cap="none" strike="noStrike">
              <a:solidFill>
                <a:srgbClr val="869FB2"/>
              </a:solidFill>
              <a:latin typeface="Arial"/>
              <a:ea typeface="Arial"/>
              <a:cs typeface="Arial"/>
              <a:sym typeface="Arial"/>
            </a:endParaRPr>
          </a:p>
        </p:txBody>
      </p:sp>
      <p:sp>
        <p:nvSpPr>
          <p:cNvPr id="3304" name="Google Shape;3304;g2975d56d0dc_2_1464"/>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rPr>
              <a:t>Storyset</a:t>
            </a:r>
            <a:endParaRPr/>
          </a:p>
        </p:txBody>
      </p:sp>
      <p:pic>
        <p:nvPicPr>
          <p:cNvPr id="3305" name="Google Shape;3305;g2975d56d0dc_2_1464"/>
          <p:cNvPicPr preferRelativeResize="0"/>
          <p:nvPr/>
        </p:nvPicPr>
        <p:blipFill rotWithShape="1">
          <a:blip r:embed="rId5">
            <a:alphaModFix/>
          </a:blip>
          <a:srcRect b="16539" l="0" r="0" t="16547"/>
          <a:stretch/>
        </p:blipFill>
        <p:spPr>
          <a:xfrm>
            <a:off x="723400" y="2607125"/>
            <a:ext cx="1522615" cy="1018800"/>
          </a:xfrm>
          <a:prstGeom prst="rect">
            <a:avLst/>
          </a:prstGeom>
          <a:noFill/>
          <a:ln>
            <a:noFill/>
          </a:ln>
        </p:spPr>
      </p:pic>
      <p:sp>
        <p:nvSpPr>
          <p:cNvPr id="3306" name="Google Shape;3306;g2975d56d0dc_2_146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7">
                  <a:extLst>
                    <a:ext uri="{A12FA001-AC4F-418D-AE19-62706E023703}">
                      <ahyp:hlinkClr val="tx"/>
                    </a:ext>
                  </a:extLst>
                </a:hlinkClick>
              </a:rPr>
              <a:t>Pana</a:t>
            </a:r>
            <a:endParaRPr b="1" i="0" sz="1400" u="none" cap="none" strike="noStrike">
              <a:solidFill>
                <a:srgbClr val="869FB2"/>
              </a:solidFill>
              <a:latin typeface="Arial"/>
              <a:ea typeface="Arial"/>
              <a:cs typeface="Arial"/>
              <a:sym typeface="Arial"/>
            </a:endParaRPr>
          </a:p>
        </p:txBody>
      </p:sp>
      <p:sp>
        <p:nvSpPr>
          <p:cNvPr id="3307" name="Google Shape;3307;g2975d56d0dc_2_146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9">
                  <a:extLst>
                    <a:ext uri="{A12FA001-AC4F-418D-AE19-62706E023703}">
                      <ahyp:hlinkClr val="tx"/>
                    </a:ext>
                  </a:extLst>
                </a:hlinkClick>
              </a:rPr>
              <a:t>Amico</a:t>
            </a:r>
            <a:endParaRPr b="1" i="0" sz="1400" u="none" cap="none" strike="noStrike">
              <a:solidFill>
                <a:srgbClr val="869FB2"/>
              </a:solidFill>
              <a:latin typeface="Arial"/>
              <a:ea typeface="Arial"/>
              <a:cs typeface="Arial"/>
              <a:sym typeface="Arial"/>
            </a:endParaRPr>
          </a:p>
        </p:txBody>
      </p:sp>
      <p:sp>
        <p:nvSpPr>
          <p:cNvPr id="3308" name="Google Shape;3308;g2975d56d0dc_2_146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1">
                  <a:extLst>
                    <a:ext uri="{A12FA001-AC4F-418D-AE19-62706E023703}">
                      <ahyp:hlinkClr val="tx"/>
                    </a:ext>
                  </a:extLst>
                </a:hlinkClick>
              </a:rPr>
              <a:t>Bro</a:t>
            </a:r>
            <a:endParaRPr b="1" i="0" sz="1400" u="none" cap="none" strike="noStrike">
              <a:solidFill>
                <a:srgbClr val="869FB2"/>
              </a:solidFill>
              <a:latin typeface="Arial"/>
              <a:ea typeface="Arial"/>
              <a:cs typeface="Arial"/>
              <a:sym typeface="Arial"/>
            </a:endParaRPr>
          </a:p>
        </p:txBody>
      </p:sp>
      <p:sp>
        <p:nvSpPr>
          <p:cNvPr id="3309" name="Google Shape;3309;g2975d56d0dc_2_146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3">
                  <a:extLst>
                    <a:ext uri="{A12FA001-AC4F-418D-AE19-62706E023703}">
                      <ahyp:hlinkClr val="tx"/>
                    </a:ext>
                  </a:extLst>
                </a:hlinkClick>
              </a:rPr>
              <a:t>Rafiki</a:t>
            </a:r>
            <a:endParaRPr b="1" i="0" sz="1400" u="none" cap="none" strike="noStrike">
              <a:solidFill>
                <a:srgbClr val="869FB2"/>
              </a:solidFill>
              <a:latin typeface="Arial"/>
              <a:ea typeface="Arial"/>
              <a:cs typeface="Arial"/>
              <a:sym typeface="Arial"/>
            </a:endParaRPr>
          </a:p>
        </p:txBody>
      </p:sp>
      <p:pic>
        <p:nvPicPr>
          <p:cNvPr id="3310" name="Google Shape;3310;g2975d56d0dc_2_146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311" name="Google Shape;3311;g2975d56d0dc_2_1464"/>
          <p:cNvPicPr preferRelativeResize="0"/>
          <p:nvPr/>
        </p:nvPicPr>
        <p:blipFill rotWithShape="1">
          <a:blip r:embed="rId15">
            <a:alphaModFix/>
          </a:blip>
          <a:srcRect b="6376" l="0" r="0" t="6377"/>
          <a:stretch/>
        </p:blipFill>
        <p:spPr>
          <a:xfrm>
            <a:off x="3816030" y="2517800"/>
            <a:ext cx="1372495" cy="1197450"/>
          </a:xfrm>
          <a:prstGeom prst="rect">
            <a:avLst/>
          </a:prstGeom>
          <a:noFill/>
          <a:ln>
            <a:noFill/>
          </a:ln>
        </p:spPr>
      </p:pic>
      <p:pic>
        <p:nvPicPr>
          <p:cNvPr id="3312" name="Google Shape;3312;g2975d56d0dc_2_1464"/>
          <p:cNvPicPr preferRelativeResize="0"/>
          <p:nvPr/>
        </p:nvPicPr>
        <p:blipFill rotWithShape="1">
          <a:blip r:embed="rId16">
            <a:alphaModFix/>
          </a:blip>
          <a:srcRect b="9255" l="0" r="0" t="9256"/>
          <a:stretch/>
        </p:blipFill>
        <p:spPr>
          <a:xfrm>
            <a:off x="5306751" y="2557330"/>
            <a:ext cx="1372475" cy="1118390"/>
          </a:xfrm>
          <a:prstGeom prst="rect">
            <a:avLst/>
          </a:prstGeom>
          <a:noFill/>
          <a:ln>
            <a:noFill/>
          </a:ln>
        </p:spPr>
      </p:pic>
      <p:pic>
        <p:nvPicPr>
          <p:cNvPr id="3313" name="Google Shape;3313;g2975d56d0dc_2_1464"/>
          <p:cNvPicPr preferRelativeResize="0"/>
          <p:nvPr/>
        </p:nvPicPr>
        <p:blipFill rotWithShape="1">
          <a:blip r:embed="rId17">
            <a:alphaModFix/>
          </a:blip>
          <a:srcRect b="14843" l="0" r="0" t="14837"/>
          <a:stretch/>
        </p:blipFill>
        <p:spPr>
          <a:xfrm>
            <a:off x="6717734" y="2517795"/>
            <a:ext cx="1702865" cy="1197460"/>
          </a:xfrm>
          <a:prstGeom prst="rect">
            <a:avLst/>
          </a:prstGeom>
          <a:noFill/>
          <a:ln>
            <a:noFill/>
          </a:ln>
        </p:spPr>
      </p:pic>
      <p:sp>
        <p:nvSpPr>
          <p:cNvPr id="3314" name="Google Shape;3314;g2975d56d0dc_2_146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9">
                  <a:extLst>
                    <a:ext uri="{A12FA001-AC4F-418D-AE19-62706E023703}">
                      <ahyp:hlinkClr val="tx"/>
                    </a:ext>
                  </a:extLst>
                </a:hlinkClick>
              </a:rPr>
              <a:t>Cuate</a:t>
            </a:r>
            <a:endParaRPr b="1" i="0" sz="1400" u="none" cap="none" strike="noStrike">
              <a:solidFill>
                <a:srgbClr val="869FB2"/>
              </a:solidFill>
              <a:latin typeface="Arial"/>
              <a:ea typeface="Arial"/>
              <a:cs typeface="Arial"/>
              <a:sym typeface="Aria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318" name="Shape 3318"/>
        <p:cNvGrpSpPr/>
        <p:nvPr/>
      </p:nvGrpSpPr>
      <p:grpSpPr>
        <a:xfrm>
          <a:off x="0" y="0"/>
          <a:ext cx="0" cy="0"/>
          <a:chOff x="0" y="0"/>
          <a:chExt cx="0" cy="0"/>
        </a:xfrm>
      </p:grpSpPr>
      <p:sp>
        <p:nvSpPr>
          <p:cNvPr id="3319" name="Google Shape;3319;g2975d56d0dc_2_1479"/>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easily </a:t>
            </a:r>
            <a:r>
              <a:rPr b="1" i="0" lang="en" sz="1100" u="none" cap="none" strike="noStrike">
                <a:solidFill>
                  <a:schemeClr val="hlink"/>
                </a:solidFill>
                <a:latin typeface="Arial"/>
                <a:ea typeface="Arial"/>
                <a:cs typeface="Arial"/>
                <a:sym typeface="Arial"/>
              </a:rPr>
              <a:t>resize </a:t>
            </a:r>
            <a:r>
              <a:rPr b="0" i="0" lang="en" sz="1100" u="none" cap="none" strike="noStrike">
                <a:solidFill>
                  <a:schemeClr val="lt1"/>
                </a:solidFill>
                <a:latin typeface="Arial"/>
                <a:ea typeface="Arial"/>
                <a:cs typeface="Arial"/>
                <a:sym typeface="Arial"/>
              </a:rPr>
              <a:t>these resources without losing quality. To </a:t>
            </a:r>
            <a:r>
              <a:rPr b="1" i="0" lang="en" sz="1100" u="none" cap="none" strike="noStrike">
                <a:solidFill>
                  <a:schemeClr val="hlink"/>
                </a:solidFill>
                <a:latin typeface="Arial"/>
                <a:ea typeface="Arial"/>
                <a:cs typeface="Arial"/>
                <a:sym typeface="Arial"/>
              </a:rPr>
              <a:t>change the color</a:t>
            </a:r>
            <a:r>
              <a:rPr b="0" i="0" lang="en" sz="1100" u="none" cap="none" strike="noStrike">
                <a:solidFill>
                  <a:schemeClr val="lt1"/>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b="1" i="0" lang="en" sz="1100" u="none" cap="none" strike="noStrike">
                <a:solidFill>
                  <a:schemeClr val="hlink"/>
                </a:solidFill>
                <a:uFill>
                  <a:noFill/>
                </a:uFill>
                <a:latin typeface="Arial"/>
                <a:ea typeface="Arial"/>
                <a:cs typeface="Arial"/>
                <a:sym typeface="Arial"/>
                <a:hlinkClick r:id="rId3"/>
              </a:rPr>
              <a:t>infographics</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on Slidesgo.</a:t>
            </a:r>
            <a:endParaRPr b="0" i="0" sz="1100" u="none" cap="none" strike="noStrike">
              <a:solidFill>
                <a:srgbClr val="FFFFFF"/>
              </a:solidFill>
              <a:latin typeface="Arial"/>
              <a:ea typeface="Arial"/>
              <a:cs typeface="Arial"/>
              <a:sym typeface="Arial"/>
            </a:endParaRPr>
          </a:p>
        </p:txBody>
      </p:sp>
      <p:grpSp>
        <p:nvGrpSpPr>
          <p:cNvPr id="3320" name="Google Shape;3320;g2975d56d0dc_2_1479"/>
          <p:cNvGrpSpPr/>
          <p:nvPr/>
        </p:nvGrpSpPr>
        <p:grpSpPr>
          <a:xfrm>
            <a:off x="5117640" y="3085736"/>
            <a:ext cx="474294" cy="551291"/>
            <a:chOff x="4727025" y="1332775"/>
            <a:chExt cx="59900" cy="69625"/>
          </a:xfrm>
        </p:grpSpPr>
        <p:sp>
          <p:nvSpPr>
            <p:cNvPr id="3321" name="Google Shape;3321;g2975d56d0dc_2_147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g2975d56d0dc_2_147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23" name="Google Shape;3323;g2975d56d0dc_2_1479"/>
          <p:cNvGrpSpPr/>
          <p:nvPr/>
        </p:nvGrpSpPr>
        <p:grpSpPr>
          <a:xfrm>
            <a:off x="5731296" y="2314340"/>
            <a:ext cx="555653" cy="557031"/>
            <a:chOff x="4820425" y="1329900"/>
            <a:chExt cx="70175" cy="70350"/>
          </a:xfrm>
        </p:grpSpPr>
        <p:sp>
          <p:nvSpPr>
            <p:cNvPr id="3324" name="Google Shape;3324;g2975d56d0dc_2_147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g2975d56d0dc_2_147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g2975d56d0dc_2_147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g2975d56d0dc_2_147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28" name="Google Shape;3328;g2975d56d0dc_2_1479"/>
          <p:cNvGrpSpPr/>
          <p:nvPr/>
        </p:nvGrpSpPr>
        <p:grpSpPr>
          <a:xfrm>
            <a:off x="6357664" y="2318845"/>
            <a:ext cx="582574" cy="533871"/>
            <a:chOff x="4903200" y="1331525"/>
            <a:chExt cx="73575" cy="67425"/>
          </a:xfrm>
        </p:grpSpPr>
        <p:sp>
          <p:nvSpPr>
            <p:cNvPr id="3329" name="Google Shape;3329;g2975d56d0dc_2_147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g2975d56d0dc_2_147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31" name="Google Shape;3331;g2975d56d0dc_2_1479"/>
          <p:cNvGrpSpPr/>
          <p:nvPr/>
        </p:nvGrpSpPr>
        <p:grpSpPr>
          <a:xfrm>
            <a:off x="5717142" y="3078709"/>
            <a:ext cx="583960" cy="565345"/>
            <a:chOff x="4815575" y="1416800"/>
            <a:chExt cx="73750" cy="71400"/>
          </a:xfrm>
        </p:grpSpPr>
        <p:sp>
          <p:nvSpPr>
            <p:cNvPr id="3332" name="Google Shape;3332;g2975d56d0dc_2_147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g2975d56d0dc_2_147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g2975d56d0dc_2_147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35" name="Google Shape;3335;g2975d56d0dc_2_1479"/>
          <p:cNvGrpSpPr/>
          <p:nvPr/>
        </p:nvGrpSpPr>
        <p:grpSpPr>
          <a:xfrm>
            <a:off x="6351924" y="3108896"/>
            <a:ext cx="589898" cy="504970"/>
            <a:chOff x="4902475" y="1418875"/>
            <a:chExt cx="74500" cy="63775"/>
          </a:xfrm>
        </p:grpSpPr>
        <p:sp>
          <p:nvSpPr>
            <p:cNvPr id="3336" name="Google Shape;3336;g2975d56d0dc_2_147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g2975d56d0dc_2_147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38" name="Google Shape;3338;g2975d56d0dc_2_1479"/>
          <p:cNvGrpSpPr/>
          <p:nvPr/>
        </p:nvGrpSpPr>
        <p:grpSpPr>
          <a:xfrm>
            <a:off x="5727139" y="3826000"/>
            <a:ext cx="563967" cy="567127"/>
            <a:chOff x="4818100" y="1507675"/>
            <a:chExt cx="71225" cy="71625"/>
          </a:xfrm>
        </p:grpSpPr>
        <p:sp>
          <p:nvSpPr>
            <p:cNvPr id="3339" name="Google Shape;3339;g2975d56d0dc_2_147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g2975d56d0dc_2_147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g2975d56d0dc_2_147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g2975d56d0dc_2_147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43" name="Google Shape;3343;g2975d56d0dc_2_1479"/>
          <p:cNvGrpSpPr/>
          <p:nvPr/>
        </p:nvGrpSpPr>
        <p:grpSpPr>
          <a:xfrm>
            <a:off x="5040636" y="3829461"/>
            <a:ext cx="628301" cy="588505"/>
            <a:chOff x="4721450" y="1509475"/>
            <a:chExt cx="79350" cy="74325"/>
          </a:xfrm>
        </p:grpSpPr>
        <p:sp>
          <p:nvSpPr>
            <p:cNvPr id="3344" name="Google Shape;3344;g2975d56d0dc_2_147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g2975d56d0dc_2_147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g2975d56d0dc_2_147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g2975d56d0dc_2_147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48" name="Google Shape;3348;g2975d56d0dc_2_1479"/>
          <p:cNvGrpSpPr/>
          <p:nvPr/>
        </p:nvGrpSpPr>
        <p:grpSpPr>
          <a:xfrm>
            <a:off x="6386170" y="3814027"/>
            <a:ext cx="557038" cy="562772"/>
            <a:chOff x="4906800" y="1507500"/>
            <a:chExt cx="70350" cy="71075"/>
          </a:xfrm>
        </p:grpSpPr>
        <p:sp>
          <p:nvSpPr>
            <p:cNvPr id="3349" name="Google Shape;3349;g2975d56d0dc_2_147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g2975d56d0dc_2_147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g2975d56d0dc_2_147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g2975d56d0dc_2_147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g2975d56d0dc_2_147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54" name="Google Shape;3354;g2975d56d0dc_2_1479"/>
          <p:cNvGrpSpPr/>
          <p:nvPr/>
        </p:nvGrpSpPr>
        <p:grpSpPr>
          <a:xfrm>
            <a:off x="4423778" y="2340963"/>
            <a:ext cx="517934" cy="517934"/>
            <a:chOff x="3736598" y="2170606"/>
            <a:chExt cx="404889" cy="404889"/>
          </a:xfrm>
        </p:grpSpPr>
        <p:sp>
          <p:nvSpPr>
            <p:cNvPr id="3355" name="Google Shape;3355;g2975d56d0dc_2_147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g2975d56d0dc_2_147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g2975d56d0dc_2_147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g2975d56d0dc_2_147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59" name="Google Shape;3359;g2975d56d0dc_2_1479"/>
          <p:cNvGrpSpPr/>
          <p:nvPr/>
        </p:nvGrpSpPr>
        <p:grpSpPr>
          <a:xfrm>
            <a:off x="3690839" y="2341061"/>
            <a:ext cx="586986" cy="517740"/>
            <a:chOff x="3161917" y="2170682"/>
            <a:chExt cx="458870" cy="404737"/>
          </a:xfrm>
        </p:grpSpPr>
        <p:sp>
          <p:nvSpPr>
            <p:cNvPr id="3360" name="Google Shape;3360;g2975d56d0dc_2_147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g2975d56d0dc_2_147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g2975d56d0dc_2_147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63" name="Google Shape;3363;g2975d56d0dc_2_1479"/>
          <p:cNvGrpSpPr/>
          <p:nvPr/>
        </p:nvGrpSpPr>
        <p:grpSpPr>
          <a:xfrm>
            <a:off x="3713860" y="3102400"/>
            <a:ext cx="540943" cy="517963"/>
            <a:chOff x="3179914" y="2889488"/>
            <a:chExt cx="422876" cy="404911"/>
          </a:xfrm>
        </p:grpSpPr>
        <p:sp>
          <p:nvSpPr>
            <p:cNvPr id="3364" name="Google Shape;3364;g2975d56d0dc_2_147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g2975d56d0dc_2_147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g2975d56d0dc_2_147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g2975d56d0dc_2_147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g2975d56d0dc_2_147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g2975d56d0dc_2_147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70" name="Google Shape;3370;g2975d56d0dc_2_1479"/>
          <p:cNvGrpSpPr/>
          <p:nvPr/>
        </p:nvGrpSpPr>
        <p:grpSpPr>
          <a:xfrm>
            <a:off x="4414654" y="3102358"/>
            <a:ext cx="536179" cy="518047"/>
            <a:chOff x="3729467" y="2889422"/>
            <a:chExt cx="419152" cy="404977"/>
          </a:xfrm>
        </p:grpSpPr>
        <p:sp>
          <p:nvSpPr>
            <p:cNvPr id="3371" name="Google Shape;3371;g2975d56d0dc_2_147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g2975d56d0dc_2_147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g2975d56d0dc_2_147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g2975d56d0dc_2_147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g2975d56d0dc_2_147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g2975d56d0dc_2_147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g2975d56d0dc_2_147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78" name="Google Shape;3378;g2975d56d0dc_2_1479"/>
          <p:cNvGrpSpPr/>
          <p:nvPr/>
        </p:nvGrpSpPr>
        <p:grpSpPr>
          <a:xfrm>
            <a:off x="1951688" y="3445787"/>
            <a:ext cx="965352" cy="134612"/>
            <a:chOff x="4411970" y="2962952"/>
            <a:chExt cx="706545" cy="104213"/>
          </a:xfrm>
        </p:grpSpPr>
        <p:sp>
          <p:nvSpPr>
            <p:cNvPr id="3379" name="Google Shape;3379;g2975d56d0dc_2_147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g2975d56d0dc_2_147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g2975d56d0dc_2_147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g2975d56d0dc_2_147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83" name="Google Shape;3383;g2975d56d0dc_2_1479"/>
          <p:cNvGrpSpPr/>
          <p:nvPr/>
        </p:nvGrpSpPr>
        <p:grpSpPr>
          <a:xfrm>
            <a:off x="1951688" y="3041077"/>
            <a:ext cx="960158" cy="289172"/>
            <a:chOff x="4411970" y="2726085"/>
            <a:chExt cx="643107" cy="193659"/>
          </a:xfrm>
        </p:grpSpPr>
        <p:sp>
          <p:nvSpPr>
            <p:cNvPr id="3384" name="Google Shape;3384;g2975d56d0dc_2_147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g2975d56d0dc_2_147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g2975d56d0dc_2_147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87" name="Google Shape;3387;g2975d56d0dc_2_1479"/>
          <p:cNvGrpSpPr/>
          <p:nvPr/>
        </p:nvGrpSpPr>
        <p:grpSpPr>
          <a:xfrm>
            <a:off x="960185" y="3295400"/>
            <a:ext cx="811504" cy="252583"/>
            <a:chOff x="4411970" y="4340222"/>
            <a:chExt cx="779468" cy="242682"/>
          </a:xfrm>
        </p:grpSpPr>
        <p:sp>
          <p:nvSpPr>
            <p:cNvPr id="3388" name="Google Shape;3388;g2975d56d0dc_2_147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g2975d56d0dc_2_147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g2975d56d0dc_2_147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91" name="Google Shape;3391;g2975d56d0dc_2_1479"/>
          <p:cNvGrpSpPr/>
          <p:nvPr/>
        </p:nvGrpSpPr>
        <p:grpSpPr>
          <a:xfrm>
            <a:off x="1951688" y="2709308"/>
            <a:ext cx="965160" cy="216230"/>
            <a:chOff x="4411970" y="2468674"/>
            <a:chExt cx="747317" cy="167425"/>
          </a:xfrm>
        </p:grpSpPr>
        <p:sp>
          <p:nvSpPr>
            <p:cNvPr id="3392" name="Google Shape;3392;g2975d56d0dc_2_147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g2975d56d0dc_2_147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394" name="Google Shape;3394;g2975d56d0dc_2_1479"/>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395" name="Google Shape;3395;g2975d56d0dc_2_1479"/>
          <p:cNvGrpSpPr/>
          <p:nvPr/>
        </p:nvGrpSpPr>
        <p:grpSpPr>
          <a:xfrm>
            <a:off x="959254" y="2334687"/>
            <a:ext cx="1959041" cy="208784"/>
            <a:chOff x="6336019" y="3733725"/>
            <a:chExt cx="2566206" cy="351310"/>
          </a:xfrm>
        </p:grpSpPr>
        <p:sp>
          <p:nvSpPr>
            <p:cNvPr id="3396" name="Google Shape;3396;g2975d56d0dc_2_147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g2975d56d0dc_2_147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g2975d56d0dc_2_147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g2975d56d0dc_2_147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00" name="Google Shape;3400;g2975d56d0dc_2_1479"/>
          <p:cNvGrpSpPr/>
          <p:nvPr/>
        </p:nvGrpSpPr>
        <p:grpSpPr>
          <a:xfrm>
            <a:off x="1951688" y="3950602"/>
            <a:ext cx="946551" cy="153200"/>
            <a:chOff x="4404545" y="3301592"/>
            <a:chExt cx="782403" cy="129272"/>
          </a:xfrm>
        </p:grpSpPr>
        <p:sp>
          <p:nvSpPr>
            <p:cNvPr id="3401" name="Google Shape;3401;g2975d56d0dc_2_147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g2975d56d0dc_2_147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03" name="Google Shape;3403;g2975d56d0dc_2_1479"/>
          <p:cNvGrpSpPr/>
          <p:nvPr/>
        </p:nvGrpSpPr>
        <p:grpSpPr>
          <a:xfrm>
            <a:off x="1951688" y="3695937"/>
            <a:ext cx="962257" cy="139127"/>
            <a:chOff x="4411970" y="3131459"/>
            <a:chExt cx="710520" cy="117397"/>
          </a:xfrm>
        </p:grpSpPr>
        <p:sp>
          <p:nvSpPr>
            <p:cNvPr id="3404" name="Google Shape;3404;g2975d56d0dc_2_147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g2975d56d0dc_2_147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3406" name="Google Shape;3406;g2975d56d0dc_2_1479"/>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407" name="Google Shape;3407;g2975d56d0dc_2_1479"/>
          <p:cNvGrpSpPr/>
          <p:nvPr/>
        </p:nvGrpSpPr>
        <p:grpSpPr>
          <a:xfrm>
            <a:off x="951833" y="3621603"/>
            <a:ext cx="823838" cy="458988"/>
            <a:chOff x="4411970" y="1801825"/>
            <a:chExt cx="734586" cy="409262"/>
          </a:xfrm>
        </p:grpSpPr>
        <p:sp>
          <p:nvSpPr>
            <p:cNvPr id="3408" name="Google Shape;3408;g2975d56d0dc_2_147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g2975d56d0dc_2_147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10" name="Google Shape;3410;g2975d56d0dc_2_1479"/>
          <p:cNvGrpSpPr/>
          <p:nvPr/>
        </p:nvGrpSpPr>
        <p:grpSpPr>
          <a:xfrm>
            <a:off x="3056804" y="2339173"/>
            <a:ext cx="521514" cy="521514"/>
            <a:chOff x="5681300" y="2527788"/>
            <a:chExt cx="805800" cy="805800"/>
          </a:xfrm>
        </p:grpSpPr>
        <p:sp>
          <p:nvSpPr>
            <p:cNvPr id="3411" name="Google Shape;3411;g2975d56d0dc_2_147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g2975d56d0dc_2_147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13" name="Google Shape;3413;g2975d56d0dc_2_1479"/>
          <p:cNvGrpSpPr/>
          <p:nvPr/>
        </p:nvGrpSpPr>
        <p:grpSpPr>
          <a:xfrm>
            <a:off x="3051044" y="3094865"/>
            <a:ext cx="533033" cy="533033"/>
            <a:chOff x="4049800" y="640400"/>
            <a:chExt cx="858900" cy="858900"/>
          </a:xfrm>
        </p:grpSpPr>
        <p:sp>
          <p:nvSpPr>
            <p:cNvPr id="3414" name="Google Shape;3414;g2975d56d0dc_2_147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g2975d56d0dc_2_147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16" name="Google Shape;3416;g2975d56d0dc_2_1479"/>
          <p:cNvGrpSpPr/>
          <p:nvPr/>
        </p:nvGrpSpPr>
        <p:grpSpPr>
          <a:xfrm>
            <a:off x="2976527" y="3772543"/>
            <a:ext cx="682068" cy="682068"/>
            <a:chOff x="5080187" y="927900"/>
            <a:chExt cx="961200" cy="961200"/>
          </a:xfrm>
        </p:grpSpPr>
        <p:sp>
          <p:nvSpPr>
            <p:cNvPr id="3417" name="Google Shape;3417;g2975d56d0dc_2_147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g2975d56d0dc_2_147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g2975d56d0dc_2_147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g2975d56d0dc_2_147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g2975d56d0dc_2_147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g2975d56d0dc_2_147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g2975d56d0dc_2_147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g2975d56d0dc_2_147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25" name="Google Shape;3425;g2975d56d0dc_2_1479"/>
          <p:cNvGrpSpPr/>
          <p:nvPr/>
        </p:nvGrpSpPr>
        <p:grpSpPr>
          <a:xfrm>
            <a:off x="4440026" y="3869234"/>
            <a:ext cx="505651" cy="504006"/>
            <a:chOff x="6039282" y="1042577"/>
            <a:chExt cx="734316" cy="731929"/>
          </a:xfrm>
        </p:grpSpPr>
        <p:sp>
          <p:nvSpPr>
            <p:cNvPr id="3426" name="Google Shape;3426;g2975d56d0dc_2_147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g2975d56d0dc_2_147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g2975d56d0dc_2_147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g2975d56d0dc_2_147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g2975d56d0dc_2_147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g2975d56d0dc_2_147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g2975d56d0dc_2_147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g2975d56d0dc_2_147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g2975d56d0dc_2_147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g2975d56d0dc_2_147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g2975d56d0dc_2_147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g2975d56d0dc_2_147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g2975d56d0dc_2_147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g2975d56d0dc_2_147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g2975d56d0dc_2_147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g2975d56d0dc_2_147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g2975d56d0dc_2_147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g2975d56d0dc_2_147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g2975d56d0dc_2_147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g2975d56d0dc_2_147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g2975d56d0dc_2_147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47" name="Google Shape;3447;g2975d56d0dc_2_1479"/>
          <p:cNvGrpSpPr/>
          <p:nvPr/>
        </p:nvGrpSpPr>
        <p:grpSpPr>
          <a:xfrm>
            <a:off x="5052628" y="2298862"/>
            <a:ext cx="567744" cy="602136"/>
            <a:chOff x="1825800" y="1651625"/>
            <a:chExt cx="539989" cy="571775"/>
          </a:xfrm>
        </p:grpSpPr>
        <p:sp>
          <p:nvSpPr>
            <p:cNvPr id="3448" name="Google Shape;3448;g2975d56d0dc_2_147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g2975d56d0dc_2_147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g2975d56d0dc_2_147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g2975d56d0dc_2_147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52" name="Google Shape;3452;g2975d56d0dc_2_1479"/>
          <p:cNvGrpSpPr/>
          <p:nvPr/>
        </p:nvGrpSpPr>
        <p:grpSpPr>
          <a:xfrm>
            <a:off x="3727557" y="3855579"/>
            <a:ext cx="508123" cy="507955"/>
            <a:chOff x="1897577" y="2802432"/>
            <a:chExt cx="492176" cy="492014"/>
          </a:xfrm>
        </p:grpSpPr>
        <p:sp>
          <p:nvSpPr>
            <p:cNvPr id="3453" name="Google Shape;3453;g2975d56d0dc_2_147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g2975d56d0dc_2_147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g2975d56d0dc_2_147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g2975d56d0dc_2_147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g2975d56d0dc_2_147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g2975d56d0dc_2_147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g2975d56d0dc_2_147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g2975d56d0dc_2_147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g2975d56d0dc_2_147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g2975d56d0dc_2_147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g2975d56d0dc_2_147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g2975d56d0dc_2_147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65" name="Google Shape;3465;g2975d56d0dc_2_1479"/>
          <p:cNvGrpSpPr/>
          <p:nvPr/>
        </p:nvGrpSpPr>
        <p:grpSpPr>
          <a:xfrm>
            <a:off x="959087" y="4169123"/>
            <a:ext cx="809227" cy="200843"/>
            <a:chOff x="2013045" y="4813233"/>
            <a:chExt cx="921986" cy="228855"/>
          </a:xfrm>
        </p:grpSpPr>
        <p:sp>
          <p:nvSpPr>
            <p:cNvPr id="3466" name="Google Shape;3466;g2975d56d0dc_2_147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g2975d56d0dc_2_147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68" name="Google Shape;3468;g2975d56d0dc_2_1479"/>
          <p:cNvGrpSpPr/>
          <p:nvPr/>
        </p:nvGrpSpPr>
        <p:grpSpPr>
          <a:xfrm>
            <a:off x="967547" y="2656004"/>
            <a:ext cx="792421" cy="269941"/>
            <a:chOff x="1046767" y="4756633"/>
            <a:chExt cx="859646" cy="292841"/>
          </a:xfrm>
        </p:grpSpPr>
        <p:sp>
          <p:nvSpPr>
            <p:cNvPr id="3469" name="Google Shape;3469;g2975d56d0dc_2_147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g2975d56d0dc_2_147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g2975d56d0dc_2_147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472" name="Google Shape;3472;g2975d56d0dc_2_1479"/>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g2975d56d0dc_2_1479"/>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g2975d56d0dc_2_1479"/>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g2975d56d0dc_2_1479"/>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476" name="Google Shape;3476;g2975d56d0dc_2_1479"/>
          <p:cNvGrpSpPr/>
          <p:nvPr/>
        </p:nvGrpSpPr>
        <p:grpSpPr>
          <a:xfrm>
            <a:off x="7103403" y="2550562"/>
            <a:ext cx="166473" cy="141497"/>
            <a:chOff x="4660325" y="1866850"/>
            <a:chExt cx="68350" cy="58100"/>
          </a:xfrm>
        </p:grpSpPr>
        <p:sp>
          <p:nvSpPr>
            <p:cNvPr id="3477" name="Google Shape;3477;g2975d56d0dc_2_147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g2975d56d0dc_2_147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79" name="Google Shape;3479;g2975d56d0dc_2_1479"/>
          <p:cNvGrpSpPr/>
          <p:nvPr/>
        </p:nvGrpSpPr>
        <p:grpSpPr>
          <a:xfrm>
            <a:off x="7412747" y="2576286"/>
            <a:ext cx="162515" cy="90049"/>
            <a:chOff x="4791775" y="1877500"/>
            <a:chExt cx="66725" cy="36975"/>
          </a:xfrm>
        </p:grpSpPr>
        <p:sp>
          <p:nvSpPr>
            <p:cNvPr id="3480" name="Google Shape;3480;g2975d56d0dc_2_147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g2975d56d0dc_2_147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82" name="Google Shape;3482;g2975d56d0dc_2_1479"/>
          <p:cNvGrpSpPr/>
          <p:nvPr/>
        </p:nvGrpSpPr>
        <p:grpSpPr>
          <a:xfrm>
            <a:off x="7734460" y="2576286"/>
            <a:ext cx="144979" cy="90049"/>
            <a:chOff x="4923925" y="1877500"/>
            <a:chExt cx="59525" cy="36975"/>
          </a:xfrm>
        </p:grpSpPr>
        <p:sp>
          <p:nvSpPr>
            <p:cNvPr id="3483" name="Google Shape;3483;g2975d56d0dc_2_147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g2975d56d0dc_2_147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85" name="Google Shape;3485;g2975d56d0dc_2_1479"/>
          <p:cNvGrpSpPr/>
          <p:nvPr/>
        </p:nvGrpSpPr>
        <p:grpSpPr>
          <a:xfrm>
            <a:off x="8028952" y="2558477"/>
            <a:ext cx="141447" cy="125667"/>
            <a:chOff x="5058450" y="1870100"/>
            <a:chExt cx="58075" cy="51600"/>
          </a:xfrm>
        </p:grpSpPr>
        <p:sp>
          <p:nvSpPr>
            <p:cNvPr id="3486" name="Google Shape;3486;g2975d56d0dc_2_147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g2975d56d0dc_2_147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88" name="Google Shape;3488;g2975d56d0dc_2_1479"/>
          <p:cNvGrpSpPr/>
          <p:nvPr/>
        </p:nvGrpSpPr>
        <p:grpSpPr>
          <a:xfrm>
            <a:off x="7443466" y="2980885"/>
            <a:ext cx="101077" cy="107645"/>
            <a:chOff x="4811425" y="2065025"/>
            <a:chExt cx="41500" cy="44200"/>
          </a:xfrm>
        </p:grpSpPr>
        <p:sp>
          <p:nvSpPr>
            <p:cNvPr id="3489" name="Google Shape;3489;g2975d56d0dc_2_147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g2975d56d0dc_2_147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91" name="Google Shape;3491;g2975d56d0dc_2_1479"/>
          <p:cNvGrpSpPr/>
          <p:nvPr/>
        </p:nvGrpSpPr>
        <p:grpSpPr>
          <a:xfrm>
            <a:off x="7735904" y="2981098"/>
            <a:ext cx="120867" cy="107218"/>
            <a:chOff x="4929875" y="2065025"/>
            <a:chExt cx="49625" cy="44025"/>
          </a:xfrm>
        </p:grpSpPr>
        <p:sp>
          <p:nvSpPr>
            <p:cNvPr id="3492" name="Google Shape;3492;g2975d56d0dc_2_147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g2975d56d0dc_2_147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94" name="Google Shape;3494;g2975d56d0dc_2_1479"/>
          <p:cNvGrpSpPr/>
          <p:nvPr/>
        </p:nvGrpSpPr>
        <p:grpSpPr>
          <a:xfrm>
            <a:off x="8064572" y="2984112"/>
            <a:ext cx="70206" cy="101191"/>
            <a:chOff x="5083925" y="2066350"/>
            <a:chExt cx="28825" cy="41550"/>
          </a:xfrm>
        </p:grpSpPr>
        <p:sp>
          <p:nvSpPr>
            <p:cNvPr id="3495" name="Google Shape;3495;g2975d56d0dc_2_147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g2975d56d0dc_2_147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97" name="Google Shape;3497;g2975d56d0dc_2_1479"/>
          <p:cNvGrpSpPr/>
          <p:nvPr/>
        </p:nvGrpSpPr>
        <p:grpSpPr>
          <a:xfrm>
            <a:off x="7096126" y="2999759"/>
            <a:ext cx="181026" cy="69896"/>
            <a:chOff x="4659775" y="2072775"/>
            <a:chExt cx="74325" cy="28700"/>
          </a:xfrm>
        </p:grpSpPr>
        <p:sp>
          <p:nvSpPr>
            <p:cNvPr id="3498" name="Google Shape;3498;g2975d56d0dc_2_147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g2975d56d0dc_2_147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g2975d56d0dc_2_147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01" name="Google Shape;3501;g2975d56d0dc_2_1479"/>
          <p:cNvGrpSpPr/>
          <p:nvPr/>
        </p:nvGrpSpPr>
        <p:grpSpPr>
          <a:xfrm>
            <a:off x="8015982" y="2790324"/>
            <a:ext cx="167387" cy="89197"/>
            <a:chOff x="4662475" y="1976500"/>
            <a:chExt cx="68725" cy="36625"/>
          </a:xfrm>
        </p:grpSpPr>
        <p:sp>
          <p:nvSpPr>
            <p:cNvPr id="3502" name="Google Shape;3502;g2975d56d0dc_2_147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g2975d56d0dc_2_147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g2975d56d0dc_2_147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05" name="Google Shape;3505;g2975d56d0dc_2_1479"/>
          <p:cNvGrpSpPr/>
          <p:nvPr/>
        </p:nvGrpSpPr>
        <p:grpSpPr>
          <a:xfrm>
            <a:off x="7712887" y="2793764"/>
            <a:ext cx="166899" cy="82317"/>
            <a:chOff x="4920150" y="1977875"/>
            <a:chExt cx="68525" cy="33800"/>
          </a:xfrm>
        </p:grpSpPr>
        <p:sp>
          <p:nvSpPr>
            <p:cNvPr id="3506" name="Google Shape;3506;g2975d56d0dc_2_147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g2975d56d0dc_2_147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g2975d56d0dc_2_147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09" name="Google Shape;3509;g2975d56d0dc_2_1479"/>
          <p:cNvGrpSpPr/>
          <p:nvPr/>
        </p:nvGrpSpPr>
        <p:grpSpPr>
          <a:xfrm>
            <a:off x="7124044" y="3197682"/>
            <a:ext cx="125190" cy="127859"/>
            <a:chOff x="4676550" y="2160575"/>
            <a:chExt cx="51400" cy="52500"/>
          </a:xfrm>
        </p:grpSpPr>
        <p:sp>
          <p:nvSpPr>
            <p:cNvPr id="3510" name="Google Shape;3510;g2975d56d0dc_2_147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g2975d56d0dc_2_147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g2975d56d0dc_2_147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13" name="Google Shape;3513;g2975d56d0dc_2_1479"/>
          <p:cNvGrpSpPr/>
          <p:nvPr/>
        </p:nvGrpSpPr>
        <p:grpSpPr>
          <a:xfrm>
            <a:off x="7421302" y="3204714"/>
            <a:ext cx="145405" cy="113794"/>
            <a:chOff x="4768325" y="2163475"/>
            <a:chExt cx="59700" cy="46725"/>
          </a:xfrm>
        </p:grpSpPr>
        <p:sp>
          <p:nvSpPr>
            <p:cNvPr id="3514" name="Google Shape;3514;g2975d56d0dc_2_147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g2975d56d0dc_2_147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516" name="Google Shape;3516;g2975d56d0dc_2_1479"/>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g2975d56d0dc_2_1479"/>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g2975d56d0dc_2_1479"/>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g2975d56d0dc_2_1479"/>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g2975d56d0dc_2_1479"/>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g2975d56d0dc_2_1479"/>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522" name="Google Shape;3522;g2975d56d0dc_2_1479"/>
          <p:cNvGrpSpPr/>
          <p:nvPr/>
        </p:nvGrpSpPr>
        <p:grpSpPr>
          <a:xfrm>
            <a:off x="7437621" y="3459808"/>
            <a:ext cx="112768" cy="106853"/>
            <a:chOff x="4768575" y="2253950"/>
            <a:chExt cx="46300" cy="43875"/>
          </a:xfrm>
        </p:grpSpPr>
        <p:sp>
          <p:nvSpPr>
            <p:cNvPr id="3523" name="Google Shape;3523;g2975d56d0dc_2_147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g2975d56d0dc_2_147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25" name="Google Shape;3525;g2975d56d0dc_2_1479"/>
          <p:cNvGrpSpPr/>
          <p:nvPr/>
        </p:nvGrpSpPr>
        <p:grpSpPr>
          <a:xfrm>
            <a:off x="7737243" y="3948834"/>
            <a:ext cx="118187" cy="146246"/>
            <a:chOff x="4960900" y="2433225"/>
            <a:chExt cx="48525" cy="60050"/>
          </a:xfrm>
        </p:grpSpPr>
        <p:sp>
          <p:nvSpPr>
            <p:cNvPr id="3526" name="Google Shape;3526;g2975d56d0dc_2_147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g2975d56d0dc_2_147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28" name="Google Shape;3528;g2975d56d0dc_2_1479"/>
          <p:cNvGrpSpPr/>
          <p:nvPr/>
        </p:nvGrpSpPr>
        <p:grpSpPr>
          <a:xfrm>
            <a:off x="7425808" y="4212895"/>
            <a:ext cx="136394" cy="143810"/>
            <a:chOff x="4854075" y="2527625"/>
            <a:chExt cx="56000" cy="59050"/>
          </a:xfrm>
        </p:grpSpPr>
        <p:sp>
          <p:nvSpPr>
            <p:cNvPr id="3529" name="Google Shape;3529;g2975d56d0dc_2_147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g2975d56d0dc_2_147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531" name="Google Shape;3531;g2975d56d0dc_2_1479"/>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g2975d56d0dc_2_1479"/>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g2975d56d0dc_2_1479"/>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534" name="Google Shape;3534;g2975d56d0dc_2_1479"/>
          <p:cNvGrpSpPr/>
          <p:nvPr/>
        </p:nvGrpSpPr>
        <p:grpSpPr>
          <a:xfrm>
            <a:off x="8050020" y="3676639"/>
            <a:ext cx="99312" cy="160797"/>
            <a:chOff x="5059700" y="2334775"/>
            <a:chExt cx="40775" cy="66025"/>
          </a:xfrm>
        </p:grpSpPr>
        <p:sp>
          <p:nvSpPr>
            <p:cNvPr id="3535" name="Google Shape;3535;g2975d56d0dc_2_147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g2975d56d0dc_2_147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g2975d56d0dc_2_147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g2975d56d0dc_2_147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g2975d56d0dc_2_147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g2975d56d0dc_2_147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g2975d56d0dc_2_147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g2975d56d0dc_2_147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g2975d56d0dc_2_147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44" name="Google Shape;3544;g2975d56d0dc_2_1479"/>
          <p:cNvGrpSpPr/>
          <p:nvPr/>
        </p:nvGrpSpPr>
        <p:grpSpPr>
          <a:xfrm>
            <a:off x="8007184" y="3941771"/>
            <a:ext cx="184984" cy="160371"/>
            <a:chOff x="5037700" y="2430325"/>
            <a:chExt cx="75950" cy="65850"/>
          </a:xfrm>
        </p:grpSpPr>
        <p:sp>
          <p:nvSpPr>
            <p:cNvPr id="3545" name="Google Shape;3545;g2975d56d0dc_2_147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g2975d56d0dc_2_147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47" name="Google Shape;3547;g2975d56d0dc_2_1479"/>
          <p:cNvGrpSpPr/>
          <p:nvPr/>
        </p:nvGrpSpPr>
        <p:grpSpPr>
          <a:xfrm>
            <a:off x="7426689" y="3708223"/>
            <a:ext cx="173014" cy="97629"/>
            <a:chOff x="4756975" y="2341800"/>
            <a:chExt cx="91975" cy="51925"/>
          </a:xfrm>
        </p:grpSpPr>
        <p:sp>
          <p:nvSpPr>
            <p:cNvPr id="3548" name="Google Shape;3548;g2975d56d0dc_2_147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g2975d56d0dc_2_147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g2975d56d0dc_2_147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g2975d56d0dc_2_147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g2975d56d0dc_2_147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g2975d56d0dc_2_147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g2975d56d0dc_2_147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g2975d56d0dc_2_147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g2975d56d0dc_2_147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g2975d56d0dc_2_147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g2975d56d0dc_2_147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g2975d56d0dc_2_147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g2975d56d0dc_2_147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g2975d56d0dc_2_147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g2975d56d0dc_2_147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g2975d56d0dc_2_147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g2975d56d0dc_2_147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g2975d56d0dc_2_147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g2975d56d0dc_2_147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g2975d56d0dc_2_147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68" name="Google Shape;3568;g2975d56d0dc_2_1479"/>
          <p:cNvGrpSpPr/>
          <p:nvPr/>
        </p:nvGrpSpPr>
        <p:grpSpPr>
          <a:xfrm>
            <a:off x="7693626" y="4196920"/>
            <a:ext cx="212497" cy="175761"/>
            <a:chOff x="4943575" y="2516350"/>
            <a:chExt cx="98675" cy="81700"/>
          </a:xfrm>
        </p:grpSpPr>
        <p:sp>
          <p:nvSpPr>
            <p:cNvPr id="3569" name="Google Shape;3569;g2975d56d0dc_2_147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g2975d56d0dc_2_147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g2975d56d0dc_2_147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g2975d56d0dc_2_147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g2975d56d0dc_2_147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g2975d56d0dc_2_147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g2975d56d0dc_2_147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g2975d56d0dc_2_147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g2975d56d0dc_2_147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g2975d56d0dc_2_147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g2975d56d0dc_2_147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g2975d56d0dc_2_147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g2975d56d0dc_2_147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g2975d56d0dc_2_147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g2975d56d0dc_2_147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g2975d56d0dc_2_147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g2975d56d0dc_2_147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g2975d56d0dc_2_147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g2975d56d0dc_2_147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g2975d56d0dc_2_147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g2975d56d0dc_2_147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g2975d56d0dc_2_147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g2975d56d0dc_2_147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g2975d56d0dc_2_147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g2975d56d0dc_2_147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g2975d56d0dc_2_147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g2975d56d0dc_2_147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g2975d56d0dc_2_147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g2975d56d0dc_2_147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g2975d56d0dc_2_147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g2975d56d0dc_2_147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g2975d56d0dc_2_147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g2975d56d0dc_2_147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g2975d56d0dc_2_147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g2975d56d0dc_2_147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g2975d56d0dc_2_147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g2975d56d0dc_2_147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g2975d56d0dc_2_147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g2975d56d0dc_2_147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g2975d56d0dc_2_147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g2975d56d0dc_2_147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g2975d56d0dc_2_147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g2975d56d0dc_2_147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g2975d56d0dc_2_147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g2975d56d0dc_2_147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g2975d56d0dc_2_147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g2975d56d0dc_2_147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g2975d56d0dc_2_147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g2975d56d0dc_2_147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g2975d56d0dc_2_147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g2975d56d0dc_2_147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g2975d56d0dc_2_147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g2975d56d0dc_2_147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g2975d56d0dc_2_147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g2975d56d0dc_2_147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g2975d56d0dc_2_147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g2975d56d0dc_2_147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g2975d56d0dc_2_147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g2975d56d0dc_2_147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g2975d56d0dc_2_147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g2975d56d0dc_2_147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g2975d56d0dc_2_147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g2975d56d0dc_2_147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g2975d56d0dc_2_147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g2975d56d0dc_2_147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g2975d56d0dc_2_147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g2975d56d0dc_2_147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g2975d56d0dc_2_147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g2975d56d0dc_2_147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g2975d56d0dc_2_147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g2975d56d0dc_2_147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g2975d56d0dc_2_147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g2975d56d0dc_2_147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g2975d56d0dc_2_147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g2975d56d0dc_2_147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g2975d56d0dc_2_147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g2975d56d0dc_2_147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g2975d56d0dc_2_147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647" name="Google Shape;3647;g2975d56d0dc_2_1479"/>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g2975d56d0dc_2_1479"/>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g2975d56d0dc_2_1479"/>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g2975d56d0dc_2_1479"/>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g2975d56d0dc_2_1479"/>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Use our editable graphic resources...</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5" name="Shape 3655"/>
        <p:cNvGrpSpPr/>
        <p:nvPr/>
      </p:nvGrpSpPr>
      <p:grpSpPr>
        <a:xfrm>
          <a:off x="0" y="0"/>
          <a:ext cx="0" cy="0"/>
          <a:chOff x="0" y="0"/>
          <a:chExt cx="0" cy="0"/>
        </a:xfrm>
      </p:grpSpPr>
      <p:grpSp>
        <p:nvGrpSpPr>
          <p:cNvPr id="3656" name="Google Shape;3656;g2975d56d0dc_2_1815"/>
          <p:cNvGrpSpPr/>
          <p:nvPr/>
        </p:nvGrpSpPr>
        <p:grpSpPr>
          <a:xfrm>
            <a:off x="6681268" y="3584496"/>
            <a:ext cx="560636" cy="516497"/>
            <a:chOff x="6652051" y="3714143"/>
            <a:chExt cx="560636" cy="516497"/>
          </a:xfrm>
        </p:grpSpPr>
        <p:grpSp>
          <p:nvGrpSpPr>
            <p:cNvPr id="3657" name="Google Shape;3657;g2975d56d0dc_2_1815"/>
            <p:cNvGrpSpPr/>
            <p:nvPr/>
          </p:nvGrpSpPr>
          <p:grpSpPr>
            <a:xfrm>
              <a:off x="6669657" y="3716715"/>
              <a:ext cx="466768" cy="464314"/>
              <a:chOff x="3139766" y="765669"/>
              <a:chExt cx="886380" cy="881888"/>
            </a:xfrm>
          </p:grpSpPr>
          <p:grpSp>
            <p:nvGrpSpPr>
              <p:cNvPr id="3658" name="Google Shape;3658;g2975d56d0dc_2_1815"/>
              <p:cNvGrpSpPr/>
              <p:nvPr/>
            </p:nvGrpSpPr>
            <p:grpSpPr>
              <a:xfrm>
                <a:off x="3139766" y="765669"/>
                <a:ext cx="886380" cy="881888"/>
                <a:chOff x="3139766" y="765669"/>
                <a:chExt cx="886380" cy="881888"/>
              </a:xfrm>
            </p:grpSpPr>
            <p:sp>
              <p:nvSpPr>
                <p:cNvPr id="3659" name="Google Shape;3659;g2975d56d0dc_2_181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g2975d56d0dc_2_181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g2975d56d0dc_2_181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g2975d56d0dc_2_181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g2975d56d0dc_2_181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g2975d56d0dc_2_181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g2975d56d0dc_2_181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g2975d56d0dc_2_181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g2975d56d0dc_2_181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668" name="Google Shape;3668;g2975d56d0dc_2_181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g2975d56d0dc_2_181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g2975d56d0dc_2_181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g2975d56d0dc_2_181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672" name="Google Shape;3672;g2975d56d0dc_2_181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73" name="Google Shape;3673;g2975d56d0dc_2_1815"/>
          <p:cNvGrpSpPr/>
          <p:nvPr/>
        </p:nvGrpSpPr>
        <p:grpSpPr>
          <a:xfrm>
            <a:off x="7679978" y="3065079"/>
            <a:ext cx="104231" cy="320340"/>
            <a:chOff x="7564426" y="3224343"/>
            <a:chExt cx="119985" cy="368801"/>
          </a:xfrm>
        </p:grpSpPr>
        <p:sp>
          <p:nvSpPr>
            <p:cNvPr id="3674" name="Google Shape;3674;g2975d56d0dc_2_181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g2975d56d0dc_2_181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76" name="Google Shape;3676;g2975d56d0dc_2_1815"/>
          <p:cNvGrpSpPr/>
          <p:nvPr/>
        </p:nvGrpSpPr>
        <p:grpSpPr>
          <a:xfrm>
            <a:off x="7379466" y="3059180"/>
            <a:ext cx="189489" cy="332132"/>
            <a:chOff x="8370831" y="3202002"/>
            <a:chExt cx="218129" cy="382376"/>
          </a:xfrm>
        </p:grpSpPr>
        <p:sp>
          <p:nvSpPr>
            <p:cNvPr id="3677" name="Google Shape;3677;g2975d56d0dc_2_181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g2975d56d0dc_2_181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79" name="Google Shape;3679;g2975d56d0dc_2_1815"/>
          <p:cNvGrpSpPr/>
          <p:nvPr/>
        </p:nvGrpSpPr>
        <p:grpSpPr>
          <a:xfrm>
            <a:off x="8102855" y="3470312"/>
            <a:ext cx="309429" cy="267000"/>
            <a:chOff x="6742064" y="3750480"/>
            <a:chExt cx="399315" cy="344560"/>
          </a:xfrm>
        </p:grpSpPr>
        <p:sp>
          <p:nvSpPr>
            <p:cNvPr id="3680" name="Google Shape;3680;g2975d56d0dc_2_181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g2975d56d0dc_2_181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82" name="Google Shape;3682;g2975d56d0dc_2_1815"/>
          <p:cNvGrpSpPr/>
          <p:nvPr/>
        </p:nvGrpSpPr>
        <p:grpSpPr>
          <a:xfrm>
            <a:off x="7641874" y="3821360"/>
            <a:ext cx="180437" cy="281608"/>
            <a:chOff x="7248525" y="3739696"/>
            <a:chExt cx="230531" cy="359790"/>
          </a:xfrm>
        </p:grpSpPr>
        <p:sp>
          <p:nvSpPr>
            <p:cNvPr id="3683" name="Google Shape;3683;g2975d56d0dc_2_181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g2975d56d0dc_2_181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85" name="Google Shape;3685;g2975d56d0dc_2_1815"/>
          <p:cNvGrpSpPr/>
          <p:nvPr/>
        </p:nvGrpSpPr>
        <p:grpSpPr>
          <a:xfrm>
            <a:off x="7887794" y="3464584"/>
            <a:ext cx="162896" cy="278710"/>
            <a:chOff x="7601242" y="3729267"/>
            <a:chExt cx="222566" cy="380803"/>
          </a:xfrm>
        </p:grpSpPr>
        <p:sp>
          <p:nvSpPr>
            <p:cNvPr id="3686" name="Google Shape;3686;g2975d56d0dc_2_181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g2975d56d0dc_2_181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688" name="Google Shape;3688;g2975d56d0dc_2_1815"/>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689" name="Google Shape;3689;g2975d56d0dc_2_1815"/>
          <p:cNvGrpSpPr/>
          <p:nvPr/>
        </p:nvGrpSpPr>
        <p:grpSpPr>
          <a:xfrm>
            <a:off x="7377439" y="3465724"/>
            <a:ext cx="193542" cy="275990"/>
            <a:chOff x="8304647" y="3738687"/>
            <a:chExt cx="225075" cy="320956"/>
          </a:xfrm>
        </p:grpSpPr>
        <p:sp>
          <p:nvSpPr>
            <p:cNvPr id="3690" name="Google Shape;3690;g2975d56d0dc_2_181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g2975d56d0dc_2_181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g2975d56d0dc_2_181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93" name="Google Shape;3693;g2975d56d0dc_2_1815"/>
          <p:cNvGrpSpPr/>
          <p:nvPr/>
        </p:nvGrpSpPr>
        <p:grpSpPr>
          <a:xfrm>
            <a:off x="7649932" y="3465724"/>
            <a:ext cx="178492" cy="275990"/>
            <a:chOff x="8615101" y="3738687"/>
            <a:chExt cx="207573" cy="320956"/>
          </a:xfrm>
        </p:grpSpPr>
        <p:sp>
          <p:nvSpPr>
            <p:cNvPr id="3694" name="Google Shape;3694;g2975d56d0dc_2_181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g2975d56d0dc_2_181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g2975d56d0dc_2_181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697" name="Google Shape;3697;g2975d56d0dc_2_1815"/>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698" name="Google Shape;3698;g2975d56d0dc_2_1815"/>
          <p:cNvGrpSpPr/>
          <p:nvPr/>
        </p:nvGrpSpPr>
        <p:grpSpPr>
          <a:xfrm>
            <a:off x="7875463" y="3868385"/>
            <a:ext cx="187557" cy="187557"/>
            <a:chOff x="8565775" y="671075"/>
            <a:chExt cx="441000" cy="441000"/>
          </a:xfrm>
        </p:grpSpPr>
        <p:sp>
          <p:nvSpPr>
            <p:cNvPr id="3699" name="Google Shape;3699;g2975d56d0dc_2_181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g2975d56d0dc_2_181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701" name="Google Shape;3701;g2975d56d0dc_2_1815"/>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g2975d56d0dc_2_1815"/>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703" name="Google Shape;3703;g2975d56d0dc_2_1815"/>
          <p:cNvGrpSpPr/>
          <p:nvPr/>
        </p:nvGrpSpPr>
        <p:grpSpPr>
          <a:xfrm>
            <a:off x="6029935" y="2940910"/>
            <a:ext cx="587865" cy="517731"/>
            <a:chOff x="6000718" y="3070557"/>
            <a:chExt cx="587865" cy="517731"/>
          </a:xfrm>
        </p:grpSpPr>
        <p:sp>
          <p:nvSpPr>
            <p:cNvPr id="3704" name="Google Shape;3704;g2975d56d0dc_2_181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g2975d56d0dc_2_181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g2975d56d0dc_2_181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g2975d56d0dc_2_181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g2975d56d0dc_2_181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g2975d56d0dc_2_181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g2975d56d0dc_2_181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g2975d56d0dc_2_181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g2975d56d0dc_2_181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g2975d56d0dc_2_181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14" name="Google Shape;3714;g2975d56d0dc_2_1815"/>
          <p:cNvGrpSpPr/>
          <p:nvPr/>
        </p:nvGrpSpPr>
        <p:grpSpPr>
          <a:xfrm>
            <a:off x="6044740" y="3584570"/>
            <a:ext cx="557665" cy="516387"/>
            <a:chOff x="6015523" y="3714217"/>
            <a:chExt cx="557665" cy="516387"/>
          </a:xfrm>
        </p:grpSpPr>
        <p:grpSp>
          <p:nvGrpSpPr>
            <p:cNvPr id="3715" name="Google Shape;3715;g2975d56d0dc_2_1815"/>
            <p:cNvGrpSpPr/>
            <p:nvPr/>
          </p:nvGrpSpPr>
          <p:grpSpPr>
            <a:xfrm>
              <a:off x="6036094" y="3716980"/>
              <a:ext cx="529822" cy="510481"/>
              <a:chOff x="3148311" y="-545634"/>
              <a:chExt cx="1006118" cy="969573"/>
            </a:xfrm>
          </p:grpSpPr>
          <p:sp>
            <p:nvSpPr>
              <p:cNvPr id="3716" name="Google Shape;3716;g2975d56d0dc_2_181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g2975d56d0dc_2_181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g2975d56d0dc_2_181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g2975d56d0dc_2_181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g2975d56d0dc_2_181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g2975d56d0dc_2_181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g2975d56d0dc_2_181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g2975d56d0dc_2_181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g2975d56d0dc_2_181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g2975d56d0dc_2_181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726" name="Google Shape;3726;g2975d56d0dc_2_181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27" name="Google Shape;3727;g2975d56d0dc_2_1815"/>
          <p:cNvGrpSpPr/>
          <p:nvPr/>
        </p:nvGrpSpPr>
        <p:grpSpPr>
          <a:xfrm>
            <a:off x="6673522" y="2943981"/>
            <a:ext cx="576302" cy="511871"/>
            <a:chOff x="6644304" y="3073628"/>
            <a:chExt cx="576302" cy="511871"/>
          </a:xfrm>
        </p:grpSpPr>
        <p:grpSp>
          <p:nvGrpSpPr>
            <p:cNvPr id="3728" name="Google Shape;3728;g2975d56d0dc_2_1815"/>
            <p:cNvGrpSpPr/>
            <p:nvPr/>
          </p:nvGrpSpPr>
          <p:grpSpPr>
            <a:xfrm>
              <a:off x="6712169" y="3073651"/>
              <a:ext cx="481611" cy="506712"/>
              <a:chOff x="1833536" y="-546641"/>
              <a:chExt cx="914567" cy="962418"/>
            </a:xfrm>
          </p:grpSpPr>
          <p:grpSp>
            <p:nvGrpSpPr>
              <p:cNvPr id="3729" name="Google Shape;3729;g2975d56d0dc_2_1815"/>
              <p:cNvGrpSpPr/>
              <p:nvPr/>
            </p:nvGrpSpPr>
            <p:grpSpPr>
              <a:xfrm>
                <a:off x="1833536" y="-524249"/>
                <a:ext cx="914567" cy="940026"/>
                <a:chOff x="1833536" y="-524249"/>
                <a:chExt cx="914567" cy="940026"/>
              </a:xfrm>
            </p:grpSpPr>
            <p:sp>
              <p:nvSpPr>
                <p:cNvPr id="3730" name="Google Shape;3730;g2975d56d0dc_2_181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g2975d56d0dc_2_181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g2975d56d0dc_2_181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g2975d56d0dc_2_181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g2975d56d0dc_2_181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735" name="Google Shape;3735;g2975d56d0dc_2_181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g2975d56d0dc_2_181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g2975d56d0dc_2_181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g2975d56d0dc_2_181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739" name="Google Shape;3739;g2975d56d0dc_2_181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40" name="Google Shape;3740;g2975d56d0dc_2_1815"/>
          <p:cNvGrpSpPr/>
          <p:nvPr/>
        </p:nvGrpSpPr>
        <p:grpSpPr>
          <a:xfrm>
            <a:off x="752796" y="2869970"/>
            <a:ext cx="2622876" cy="1333540"/>
            <a:chOff x="238125" y="1038125"/>
            <a:chExt cx="7146800" cy="3633625"/>
          </a:xfrm>
        </p:grpSpPr>
        <p:sp>
          <p:nvSpPr>
            <p:cNvPr id="3741" name="Google Shape;3741;g2975d56d0dc_2_181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g2975d56d0dc_2_181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g2975d56d0dc_2_181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g2975d56d0dc_2_181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g2975d56d0dc_2_181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g2975d56d0dc_2_181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g2975d56d0dc_2_181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g2975d56d0dc_2_181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g2975d56d0dc_2_181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g2975d56d0dc_2_181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g2975d56d0dc_2_181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g2975d56d0dc_2_181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g2975d56d0dc_2_181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g2975d56d0dc_2_181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g2975d56d0dc_2_181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g2975d56d0dc_2_181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g2975d56d0dc_2_181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g2975d56d0dc_2_181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g2975d56d0dc_2_181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g2975d56d0dc_2_181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g2975d56d0dc_2_181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g2975d56d0dc_2_181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g2975d56d0dc_2_181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g2975d56d0dc_2_181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g2975d56d0dc_2_181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g2975d56d0dc_2_181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g2975d56d0dc_2_181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g2975d56d0dc_2_181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g2975d56d0dc_2_181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g2975d56d0dc_2_181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g2975d56d0dc_2_181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g2975d56d0dc_2_181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g2975d56d0dc_2_181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g2975d56d0dc_2_181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g2975d56d0dc_2_181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g2975d56d0dc_2_181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g2975d56d0dc_2_181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g2975d56d0dc_2_181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g2975d56d0dc_2_181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g2975d56d0dc_2_181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g2975d56d0dc_2_181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g2975d56d0dc_2_181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g2975d56d0dc_2_181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g2975d56d0dc_2_181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g2975d56d0dc_2_181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g2975d56d0dc_2_181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g2975d56d0dc_2_181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g2975d56d0dc_2_181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g2975d56d0dc_2_181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g2975d56d0dc_2_181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g2975d56d0dc_2_181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g2975d56d0dc_2_181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g2975d56d0dc_2_181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g2975d56d0dc_2_181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g2975d56d0dc_2_181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g2975d56d0dc_2_181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g2975d56d0dc_2_181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g2975d56d0dc_2_181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g2975d56d0dc_2_181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g2975d56d0dc_2_181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g2975d56d0dc_2_181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g2975d56d0dc_2_181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g2975d56d0dc_2_181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g2975d56d0dc_2_181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g2975d56d0dc_2_181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g2975d56d0dc_2_181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g2975d56d0dc_2_181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g2975d56d0dc_2_181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g2975d56d0dc_2_181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g2975d56d0dc_2_181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g2975d56d0dc_2_181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g2975d56d0dc_2_181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g2975d56d0dc_2_181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g2975d56d0dc_2_181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g2975d56d0dc_2_181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g2975d56d0dc_2_181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g2975d56d0dc_2_181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g2975d56d0dc_2_181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g2975d56d0dc_2_181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g2975d56d0dc_2_181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g2975d56d0dc_2_181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g2975d56d0dc_2_181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g2975d56d0dc_2_181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g2975d56d0dc_2_181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g2975d56d0dc_2_181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g2975d56d0dc_2_181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g2975d56d0dc_2_181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g2975d56d0dc_2_181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g2975d56d0dc_2_181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g2975d56d0dc_2_181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g2975d56d0dc_2_181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g2975d56d0dc_2_181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g2975d56d0dc_2_181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g2975d56d0dc_2_181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g2975d56d0dc_2_181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g2975d56d0dc_2_181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g2975d56d0dc_2_181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g2975d56d0dc_2_181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g2975d56d0dc_2_181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g2975d56d0dc_2_181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g2975d56d0dc_2_181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g2975d56d0dc_2_181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g2975d56d0dc_2_181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g2975d56d0dc_2_181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g2975d56d0dc_2_181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g2975d56d0dc_2_181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g2975d56d0dc_2_181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g2975d56d0dc_2_181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g2975d56d0dc_2_181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g2975d56d0dc_2_181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g2975d56d0dc_2_181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g2975d56d0dc_2_181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g2975d56d0dc_2_181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g2975d56d0dc_2_181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g2975d56d0dc_2_181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g2975d56d0dc_2_181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g2975d56d0dc_2_181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g2975d56d0dc_2_181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g2975d56d0dc_2_181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g2975d56d0dc_2_181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g2975d56d0dc_2_181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g2975d56d0dc_2_181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g2975d56d0dc_2_181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g2975d56d0dc_2_181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g2975d56d0dc_2_181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g2975d56d0dc_2_181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g2975d56d0dc_2_181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g2975d56d0dc_2_181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g2975d56d0dc_2_181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g2975d56d0dc_2_181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g2975d56d0dc_2_181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g2975d56d0dc_2_181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g2975d56d0dc_2_181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g2975d56d0dc_2_181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g2975d56d0dc_2_181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g2975d56d0dc_2_181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g2975d56d0dc_2_181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g2975d56d0dc_2_181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g2975d56d0dc_2_181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g2975d56d0dc_2_181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g2975d56d0dc_2_181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g2975d56d0dc_2_181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g2975d56d0dc_2_181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g2975d56d0dc_2_181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g2975d56d0dc_2_181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g2975d56d0dc_2_181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g2975d56d0dc_2_181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g2975d56d0dc_2_181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g2975d56d0dc_2_181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g2975d56d0dc_2_181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g2975d56d0dc_2_181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g2975d56d0dc_2_181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g2975d56d0dc_2_181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g2975d56d0dc_2_181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g2975d56d0dc_2_181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g2975d56d0dc_2_181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g2975d56d0dc_2_181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g2975d56d0dc_2_181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g2975d56d0dc_2_181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g2975d56d0dc_2_181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g2975d56d0dc_2_181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g2975d56d0dc_2_181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g2975d56d0dc_2_181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g2975d56d0dc_2_181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g2975d56d0dc_2_181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g2975d56d0dc_2_181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g2975d56d0dc_2_181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g2975d56d0dc_2_181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g2975d56d0dc_2_181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g2975d56d0dc_2_181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g2975d56d0dc_2_181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g2975d56d0dc_2_181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g2975d56d0dc_2_181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g2975d56d0dc_2_181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g2975d56d0dc_2_181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g2975d56d0dc_2_181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g2975d56d0dc_2_181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g2975d56d0dc_2_181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g2975d56d0dc_2_181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g2975d56d0dc_2_181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g2975d56d0dc_2_181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g2975d56d0dc_2_181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g2975d56d0dc_2_181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g2975d56d0dc_2_181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g2975d56d0dc_2_181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g2975d56d0dc_2_181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g2975d56d0dc_2_181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g2975d56d0dc_2_181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g2975d56d0dc_2_181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g2975d56d0dc_2_181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g2975d56d0dc_2_181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g2975d56d0dc_2_181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g2975d56d0dc_2_181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g2975d56d0dc_2_181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g2975d56d0dc_2_181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g2975d56d0dc_2_181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g2975d56d0dc_2_181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g2975d56d0dc_2_181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g2975d56d0dc_2_181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g2975d56d0dc_2_181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g2975d56d0dc_2_181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g2975d56d0dc_2_181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g2975d56d0dc_2_181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g2975d56d0dc_2_181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g2975d56d0dc_2_181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g2975d56d0dc_2_181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g2975d56d0dc_2_181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g2975d56d0dc_2_181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g2975d56d0dc_2_181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g2975d56d0dc_2_181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g2975d56d0dc_2_181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g2975d56d0dc_2_181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g2975d56d0dc_2_181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g2975d56d0dc_2_181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g2975d56d0dc_2_181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g2975d56d0dc_2_181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g2975d56d0dc_2_181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g2975d56d0dc_2_181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g2975d56d0dc_2_181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g2975d56d0dc_2_181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g2975d56d0dc_2_181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g2975d56d0dc_2_181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g2975d56d0dc_2_181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g2975d56d0dc_2_181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g2975d56d0dc_2_181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g2975d56d0dc_2_181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g2975d56d0dc_2_181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g2975d56d0dc_2_181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g2975d56d0dc_2_181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g2975d56d0dc_2_181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g2975d56d0dc_2_181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g2975d56d0dc_2_181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g2975d56d0dc_2_181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g2975d56d0dc_2_181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g2975d56d0dc_2_181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g2975d56d0dc_2_181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g2975d56d0dc_2_181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g2975d56d0dc_2_181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g2975d56d0dc_2_181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g2975d56d0dc_2_181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g2975d56d0dc_2_181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g2975d56d0dc_2_181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g2975d56d0dc_2_181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g2975d56d0dc_2_181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g2975d56d0dc_2_181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g2975d56d0dc_2_181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g2975d56d0dc_2_181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g2975d56d0dc_2_181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g2975d56d0dc_2_181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g2975d56d0dc_2_181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g2975d56d0dc_2_181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g2975d56d0dc_2_181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g2975d56d0dc_2_181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g2975d56d0dc_2_181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g2975d56d0dc_2_181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g2975d56d0dc_2_181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g2975d56d0dc_2_181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g2975d56d0dc_2_181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g2975d56d0dc_2_181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g2975d56d0dc_2_181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g2975d56d0dc_2_181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g2975d56d0dc_2_181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g2975d56d0dc_2_181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g2975d56d0dc_2_181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g2975d56d0dc_2_181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g2975d56d0dc_2_181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g2975d56d0dc_2_181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g2975d56d0dc_2_181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g2975d56d0dc_2_181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g2975d56d0dc_2_181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g2975d56d0dc_2_181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g2975d56d0dc_2_181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g2975d56d0dc_2_181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g2975d56d0dc_2_181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g2975d56d0dc_2_181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g2975d56d0dc_2_181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g2975d56d0dc_2_181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g2975d56d0dc_2_181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g2975d56d0dc_2_181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g2975d56d0dc_2_181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g2975d56d0dc_2_181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g2975d56d0dc_2_181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g2975d56d0dc_2_181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g2975d56d0dc_2_181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g2975d56d0dc_2_181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g2975d56d0dc_2_181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g2975d56d0dc_2_181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g2975d56d0dc_2_181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g2975d56d0dc_2_181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g2975d56d0dc_2_181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g2975d56d0dc_2_181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g2975d56d0dc_2_181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g2975d56d0dc_2_181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g2975d56d0dc_2_181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g2975d56d0dc_2_181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g2975d56d0dc_2_181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g2975d56d0dc_2_181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g2975d56d0dc_2_181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g2975d56d0dc_2_181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g2975d56d0dc_2_181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g2975d56d0dc_2_181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g2975d56d0dc_2_181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g2975d56d0dc_2_181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g2975d56d0dc_2_181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g2975d56d0dc_2_181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g2975d56d0dc_2_181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g2975d56d0dc_2_181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g2975d56d0dc_2_181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g2975d56d0dc_2_181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g2975d56d0dc_2_181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g2975d56d0dc_2_181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g2975d56d0dc_2_181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g2975d56d0dc_2_181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g2975d56d0dc_2_181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g2975d56d0dc_2_181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g2975d56d0dc_2_181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g2975d56d0dc_2_181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g2975d56d0dc_2_181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g2975d56d0dc_2_181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g2975d56d0dc_2_181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g2975d56d0dc_2_181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g2975d56d0dc_2_181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g2975d56d0dc_2_181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g2975d56d0dc_2_181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g2975d56d0dc_2_181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g2975d56d0dc_2_181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g2975d56d0dc_2_181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g2975d56d0dc_2_181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g2975d56d0dc_2_181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g2975d56d0dc_2_181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g2975d56d0dc_2_181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g2975d56d0dc_2_181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g2975d56d0dc_2_181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g2975d56d0dc_2_181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g2975d56d0dc_2_181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g2975d56d0dc_2_181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g2975d56d0dc_2_181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g2975d56d0dc_2_181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g2975d56d0dc_2_181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g2975d56d0dc_2_181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g2975d56d0dc_2_181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g2975d56d0dc_2_181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g2975d56d0dc_2_181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g2975d56d0dc_2_181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g2975d56d0dc_2_181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g2975d56d0dc_2_181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g2975d56d0dc_2_181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g2975d56d0dc_2_181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g2975d56d0dc_2_181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g2975d56d0dc_2_181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g2975d56d0dc_2_181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g2975d56d0dc_2_181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g2975d56d0dc_2_181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g2975d56d0dc_2_181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g2975d56d0dc_2_181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g2975d56d0dc_2_181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g2975d56d0dc_2_181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g2975d56d0dc_2_181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g2975d56d0dc_2_181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g2975d56d0dc_2_181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g2975d56d0dc_2_181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g2975d56d0dc_2_181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g2975d56d0dc_2_181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g2975d56d0dc_2_181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g2975d56d0dc_2_181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g2975d56d0dc_2_181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g2975d56d0dc_2_181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g2975d56d0dc_2_181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g2975d56d0dc_2_181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g2975d56d0dc_2_181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g2975d56d0dc_2_181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g2975d56d0dc_2_181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g2975d56d0dc_2_181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g2975d56d0dc_2_181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g2975d56d0dc_2_181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g2975d56d0dc_2_181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g2975d56d0dc_2_181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g2975d56d0dc_2_181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g2975d56d0dc_2_181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g2975d56d0dc_2_181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g2975d56d0dc_2_181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g2975d56d0dc_2_181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g2975d56d0dc_2_181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g2975d56d0dc_2_181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g2975d56d0dc_2_181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g2975d56d0dc_2_181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g2975d56d0dc_2_181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g2975d56d0dc_2_181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g2975d56d0dc_2_181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g2975d56d0dc_2_181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g2975d56d0dc_2_181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g2975d56d0dc_2_181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g2975d56d0dc_2_181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g2975d56d0dc_2_181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g2975d56d0dc_2_181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g2975d56d0dc_2_181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g2975d56d0dc_2_181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g2975d56d0dc_2_181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g2975d56d0dc_2_181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g2975d56d0dc_2_181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g2975d56d0dc_2_181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g2975d56d0dc_2_181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g2975d56d0dc_2_181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g2975d56d0dc_2_181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g2975d56d0dc_2_181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g2975d56d0dc_2_181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g2975d56d0dc_2_181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g2975d56d0dc_2_181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g2975d56d0dc_2_181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g2975d56d0dc_2_181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g2975d56d0dc_2_181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g2975d56d0dc_2_181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g2975d56d0dc_2_181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g2975d56d0dc_2_181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g2975d56d0dc_2_181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g2975d56d0dc_2_181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g2975d56d0dc_2_181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g2975d56d0dc_2_181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g2975d56d0dc_2_181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g2975d56d0dc_2_181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g2975d56d0dc_2_181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g2975d56d0dc_2_181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g2975d56d0dc_2_181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g2975d56d0dc_2_181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g2975d56d0dc_2_181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g2975d56d0dc_2_181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g2975d56d0dc_2_181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g2975d56d0dc_2_181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g2975d56d0dc_2_181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g2975d56d0dc_2_181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g2975d56d0dc_2_181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g2975d56d0dc_2_181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g2975d56d0dc_2_181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g2975d56d0dc_2_181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g2975d56d0dc_2_181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g2975d56d0dc_2_181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g2975d56d0dc_2_181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g2975d56d0dc_2_181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g2975d56d0dc_2_181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g2975d56d0dc_2_181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g2975d56d0dc_2_181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g2975d56d0dc_2_181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g2975d56d0dc_2_181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g2975d56d0dc_2_181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g2975d56d0dc_2_181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g2975d56d0dc_2_181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g2975d56d0dc_2_181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g2975d56d0dc_2_181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g2975d56d0dc_2_181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g2975d56d0dc_2_181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g2975d56d0dc_2_181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g2975d56d0dc_2_181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g2975d56d0dc_2_181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g2975d56d0dc_2_181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g2975d56d0dc_2_181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g2975d56d0dc_2_181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g2975d56d0dc_2_181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g2975d56d0dc_2_181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g2975d56d0dc_2_181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g2975d56d0dc_2_181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g2975d56d0dc_2_181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g2975d56d0dc_2_181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g2975d56d0dc_2_181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g2975d56d0dc_2_181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g2975d56d0dc_2_181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g2975d56d0dc_2_181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g2975d56d0dc_2_181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g2975d56d0dc_2_181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g2975d56d0dc_2_181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g2975d56d0dc_2_181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g2975d56d0dc_2_181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g2975d56d0dc_2_181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g2975d56d0dc_2_181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g2975d56d0dc_2_181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g2975d56d0dc_2_181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g2975d56d0dc_2_181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g2975d56d0dc_2_181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g2975d56d0dc_2_181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g2975d56d0dc_2_181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g2975d56d0dc_2_181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g2975d56d0dc_2_181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g2975d56d0dc_2_181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g2975d56d0dc_2_181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g2975d56d0dc_2_181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g2975d56d0dc_2_181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g2975d56d0dc_2_181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g2975d56d0dc_2_181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g2975d56d0dc_2_181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g2975d56d0dc_2_181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g2975d56d0dc_2_181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g2975d56d0dc_2_181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g2975d56d0dc_2_181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g2975d56d0dc_2_181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g2975d56d0dc_2_181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g2975d56d0dc_2_181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g2975d56d0dc_2_181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g2975d56d0dc_2_181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g2975d56d0dc_2_181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g2975d56d0dc_2_181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g2975d56d0dc_2_181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g2975d56d0dc_2_181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g2975d56d0dc_2_181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g2975d56d0dc_2_181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g2975d56d0dc_2_181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g2975d56d0dc_2_181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g2975d56d0dc_2_181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g2975d56d0dc_2_181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g2975d56d0dc_2_181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g2975d56d0dc_2_181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g2975d56d0dc_2_181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g2975d56d0dc_2_181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g2975d56d0dc_2_181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g2975d56d0dc_2_181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g2975d56d0dc_2_181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g2975d56d0dc_2_181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g2975d56d0dc_2_181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g2975d56d0dc_2_181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g2975d56d0dc_2_181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g2975d56d0dc_2_181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g2975d56d0dc_2_181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g2975d56d0dc_2_181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g2975d56d0dc_2_181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g2975d56d0dc_2_181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g2975d56d0dc_2_181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g2975d56d0dc_2_181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g2975d56d0dc_2_181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g2975d56d0dc_2_181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g2975d56d0dc_2_181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g2975d56d0dc_2_181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g2975d56d0dc_2_181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g2975d56d0dc_2_181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g2975d56d0dc_2_181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g2975d56d0dc_2_181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g2975d56d0dc_2_181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g2975d56d0dc_2_181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g2975d56d0dc_2_181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g2975d56d0dc_2_181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g2975d56d0dc_2_181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g2975d56d0dc_2_181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g2975d56d0dc_2_181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g2975d56d0dc_2_181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g2975d56d0dc_2_181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g2975d56d0dc_2_181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g2975d56d0dc_2_181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g2975d56d0dc_2_181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g2975d56d0dc_2_181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g2975d56d0dc_2_181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g2975d56d0dc_2_181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g2975d56d0dc_2_181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g2975d56d0dc_2_181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g2975d56d0dc_2_181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g2975d56d0dc_2_181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g2975d56d0dc_2_181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g2975d56d0dc_2_181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g2975d56d0dc_2_181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g2975d56d0dc_2_181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g2975d56d0dc_2_181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g2975d56d0dc_2_181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g2975d56d0dc_2_181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g2975d56d0dc_2_181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g2975d56d0dc_2_181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g2975d56d0dc_2_181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g2975d56d0dc_2_181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g2975d56d0dc_2_181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g2975d56d0dc_2_181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g2975d56d0dc_2_181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g2975d56d0dc_2_181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g2975d56d0dc_2_181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g2975d56d0dc_2_181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g2975d56d0dc_2_181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g2975d56d0dc_2_181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g2975d56d0dc_2_181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g2975d56d0dc_2_181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g2975d56d0dc_2_181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g2975d56d0dc_2_181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g2975d56d0dc_2_181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g2975d56d0dc_2_181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g2975d56d0dc_2_181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g2975d56d0dc_2_181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g2975d56d0dc_2_181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g2975d56d0dc_2_181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g2975d56d0dc_2_181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g2975d56d0dc_2_181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g2975d56d0dc_2_181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g2975d56d0dc_2_181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g2975d56d0dc_2_181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g2975d56d0dc_2_181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g2975d56d0dc_2_181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g2975d56d0dc_2_181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g2975d56d0dc_2_181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g2975d56d0dc_2_181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g2975d56d0dc_2_181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g2975d56d0dc_2_181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g2975d56d0dc_2_181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g2975d56d0dc_2_181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g2975d56d0dc_2_181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g2975d56d0dc_2_181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g2975d56d0dc_2_181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g2975d56d0dc_2_181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g2975d56d0dc_2_181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g2975d56d0dc_2_181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g2975d56d0dc_2_181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g2975d56d0dc_2_181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g2975d56d0dc_2_181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g2975d56d0dc_2_181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g2975d56d0dc_2_181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g2975d56d0dc_2_181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g2975d56d0dc_2_181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g2975d56d0dc_2_181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g2975d56d0dc_2_181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g2975d56d0dc_2_181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g2975d56d0dc_2_181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g2975d56d0dc_2_181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g2975d56d0dc_2_181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g2975d56d0dc_2_181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g2975d56d0dc_2_181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g2975d56d0dc_2_181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g2975d56d0dc_2_181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g2975d56d0dc_2_181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g2975d56d0dc_2_181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g2975d56d0dc_2_181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g2975d56d0dc_2_181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g2975d56d0dc_2_181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g2975d56d0dc_2_181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g2975d56d0dc_2_181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g2975d56d0dc_2_181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g2975d56d0dc_2_181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g2975d56d0dc_2_181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g2975d56d0dc_2_181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g2975d56d0dc_2_181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g2975d56d0dc_2_181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g2975d56d0dc_2_181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g2975d56d0dc_2_181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g2975d56d0dc_2_181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g2975d56d0dc_2_181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g2975d56d0dc_2_181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g2975d56d0dc_2_181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g2975d56d0dc_2_181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g2975d56d0dc_2_181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g2975d56d0dc_2_181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g2975d56d0dc_2_181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g2975d56d0dc_2_181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g2975d56d0dc_2_181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g2975d56d0dc_2_181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g2975d56d0dc_2_181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g2975d56d0dc_2_181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g2975d56d0dc_2_181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g2975d56d0dc_2_181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g2975d56d0dc_2_181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g2975d56d0dc_2_181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g2975d56d0dc_2_181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g2975d56d0dc_2_181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g2975d56d0dc_2_181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g2975d56d0dc_2_181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g2975d56d0dc_2_181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g2975d56d0dc_2_181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g2975d56d0dc_2_181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g2975d56d0dc_2_181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g2975d56d0dc_2_181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g2975d56d0dc_2_181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g2975d56d0dc_2_181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g2975d56d0dc_2_181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g2975d56d0dc_2_181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g2975d56d0dc_2_181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g2975d56d0dc_2_181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g2975d56d0dc_2_181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g2975d56d0dc_2_181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g2975d56d0dc_2_181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g2975d56d0dc_2_181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g2975d56d0dc_2_181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g2975d56d0dc_2_181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g2975d56d0dc_2_181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g2975d56d0dc_2_181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g2975d56d0dc_2_181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g2975d56d0dc_2_181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g2975d56d0dc_2_181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g2975d56d0dc_2_181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g2975d56d0dc_2_181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g2975d56d0dc_2_181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g2975d56d0dc_2_181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g2975d56d0dc_2_181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g2975d56d0dc_2_181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g2975d56d0dc_2_181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g2975d56d0dc_2_181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g2975d56d0dc_2_181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g2975d56d0dc_2_181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g2975d56d0dc_2_181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g2975d56d0dc_2_181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g2975d56d0dc_2_181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g2975d56d0dc_2_181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g2975d56d0dc_2_181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g2975d56d0dc_2_181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g2975d56d0dc_2_181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g2975d56d0dc_2_181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g2975d56d0dc_2_181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g2975d56d0dc_2_181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g2975d56d0dc_2_181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g2975d56d0dc_2_181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g2975d56d0dc_2_181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g2975d56d0dc_2_181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g2975d56d0dc_2_181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g2975d56d0dc_2_181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g2975d56d0dc_2_181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g2975d56d0dc_2_181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g2975d56d0dc_2_181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g2975d56d0dc_2_181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g2975d56d0dc_2_181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g2975d56d0dc_2_181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g2975d56d0dc_2_181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g2975d56d0dc_2_181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g2975d56d0dc_2_181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g2975d56d0dc_2_181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g2975d56d0dc_2_181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g2975d56d0dc_2_181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g2975d56d0dc_2_181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g2975d56d0dc_2_181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g2975d56d0dc_2_181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g2975d56d0dc_2_181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g2975d56d0dc_2_181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g2975d56d0dc_2_181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g2975d56d0dc_2_181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g2975d56d0dc_2_181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g2975d56d0dc_2_181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g2975d56d0dc_2_181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g2975d56d0dc_2_181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g2975d56d0dc_2_181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g2975d56d0dc_2_181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g2975d56d0dc_2_181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g2975d56d0dc_2_181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g2975d56d0dc_2_181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g2975d56d0dc_2_181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g2975d56d0dc_2_181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g2975d56d0dc_2_181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g2975d56d0dc_2_181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g2975d56d0dc_2_181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g2975d56d0dc_2_181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g2975d56d0dc_2_181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g2975d56d0dc_2_181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g2975d56d0dc_2_181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g2975d56d0dc_2_181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g2975d56d0dc_2_181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g2975d56d0dc_2_181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g2975d56d0dc_2_181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g2975d56d0dc_2_181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g2975d56d0dc_2_181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g2975d56d0dc_2_181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g2975d56d0dc_2_181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g2975d56d0dc_2_181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g2975d56d0dc_2_181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g2975d56d0dc_2_181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g2975d56d0dc_2_181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g2975d56d0dc_2_181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g2975d56d0dc_2_181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g2975d56d0dc_2_181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g2975d56d0dc_2_181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g2975d56d0dc_2_181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g2975d56d0dc_2_181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g2975d56d0dc_2_181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g2975d56d0dc_2_181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g2975d56d0dc_2_181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g2975d56d0dc_2_181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g2975d56d0dc_2_181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g2975d56d0dc_2_181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g2975d56d0dc_2_181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g2975d56d0dc_2_181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g2975d56d0dc_2_181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g2975d56d0dc_2_181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g2975d56d0dc_2_181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g2975d56d0dc_2_181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g2975d56d0dc_2_181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g2975d56d0dc_2_181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g2975d56d0dc_2_181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g2975d56d0dc_2_181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g2975d56d0dc_2_181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g2975d56d0dc_2_181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g2975d56d0dc_2_181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g2975d56d0dc_2_181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g2975d56d0dc_2_181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g2975d56d0dc_2_181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g2975d56d0dc_2_181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g2975d56d0dc_2_181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g2975d56d0dc_2_181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g2975d56d0dc_2_181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g2975d56d0dc_2_181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g2975d56d0dc_2_181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g2975d56d0dc_2_181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g2975d56d0dc_2_181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g2975d56d0dc_2_181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g2975d56d0dc_2_181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g2975d56d0dc_2_181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g2975d56d0dc_2_181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g2975d56d0dc_2_181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g2975d56d0dc_2_181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g2975d56d0dc_2_181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g2975d56d0dc_2_181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g2975d56d0dc_2_181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g2975d56d0dc_2_181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g2975d56d0dc_2_181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g2975d56d0dc_2_181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g2975d56d0dc_2_181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g2975d56d0dc_2_181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g2975d56d0dc_2_181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g2975d56d0dc_2_181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g2975d56d0dc_2_181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g2975d56d0dc_2_181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g2975d56d0dc_2_181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g2975d56d0dc_2_181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g2975d56d0dc_2_181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g2975d56d0dc_2_181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g2975d56d0dc_2_181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g2975d56d0dc_2_181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g2975d56d0dc_2_181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g2975d56d0dc_2_181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g2975d56d0dc_2_181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g2975d56d0dc_2_181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g2975d56d0dc_2_181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g2975d56d0dc_2_181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g2975d56d0dc_2_181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g2975d56d0dc_2_181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g2975d56d0dc_2_181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g2975d56d0dc_2_181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g2975d56d0dc_2_181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g2975d56d0dc_2_181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g2975d56d0dc_2_181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g2975d56d0dc_2_181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g2975d56d0dc_2_181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g2975d56d0dc_2_181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g2975d56d0dc_2_181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g2975d56d0dc_2_181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g2975d56d0dc_2_181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g2975d56d0dc_2_181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g2975d56d0dc_2_181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g2975d56d0dc_2_181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g2975d56d0dc_2_181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g2975d56d0dc_2_181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g2975d56d0dc_2_181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g2975d56d0dc_2_181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g2975d56d0dc_2_181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g2975d56d0dc_2_181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g2975d56d0dc_2_181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g2975d56d0dc_2_181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g2975d56d0dc_2_181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g2975d56d0dc_2_181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g2975d56d0dc_2_181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g2975d56d0dc_2_181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g2975d56d0dc_2_181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g2975d56d0dc_2_181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g2975d56d0dc_2_181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g2975d56d0dc_2_181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g2975d56d0dc_2_181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g2975d56d0dc_2_181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g2975d56d0dc_2_181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g2975d56d0dc_2_181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g2975d56d0dc_2_181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g2975d56d0dc_2_181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g2975d56d0dc_2_181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g2975d56d0dc_2_181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g2975d56d0dc_2_181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g2975d56d0dc_2_181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g2975d56d0dc_2_181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g2975d56d0dc_2_181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g2975d56d0dc_2_181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g2975d56d0dc_2_181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g2975d56d0dc_2_181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g2975d56d0dc_2_181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g2975d56d0dc_2_181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g2975d56d0dc_2_181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g2975d56d0dc_2_181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g2975d56d0dc_2_181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g2975d56d0dc_2_181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g2975d56d0dc_2_181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g2975d56d0dc_2_181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g2975d56d0dc_2_181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g2975d56d0dc_2_181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g2975d56d0dc_2_181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g2975d56d0dc_2_181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g2975d56d0dc_2_181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g2975d56d0dc_2_181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g2975d56d0dc_2_181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g2975d56d0dc_2_181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g2975d56d0dc_2_181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g2975d56d0dc_2_181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g2975d56d0dc_2_181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g2975d56d0dc_2_181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g2975d56d0dc_2_181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g2975d56d0dc_2_181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g2975d56d0dc_2_181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g2975d56d0dc_2_181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g2975d56d0dc_2_181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g2975d56d0dc_2_181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g2975d56d0dc_2_181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g2975d56d0dc_2_181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g2975d56d0dc_2_181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g2975d56d0dc_2_181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g2975d56d0dc_2_181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g2975d56d0dc_2_181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g2975d56d0dc_2_181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g2975d56d0dc_2_181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g2975d56d0dc_2_181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g2975d56d0dc_2_181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g2975d56d0dc_2_181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g2975d56d0dc_2_181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g2975d56d0dc_2_181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g2975d56d0dc_2_181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g2975d56d0dc_2_181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g2975d56d0dc_2_181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g2975d56d0dc_2_181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g2975d56d0dc_2_181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g2975d56d0dc_2_181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g2975d56d0dc_2_181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g2975d56d0dc_2_181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g2975d56d0dc_2_181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g2975d56d0dc_2_181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g2975d56d0dc_2_181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g2975d56d0dc_2_181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g2975d56d0dc_2_181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g2975d56d0dc_2_181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g2975d56d0dc_2_181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g2975d56d0dc_2_181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g2975d56d0dc_2_181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g2975d56d0dc_2_181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g2975d56d0dc_2_181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g2975d56d0dc_2_181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g2975d56d0dc_2_181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g2975d56d0dc_2_181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g2975d56d0dc_2_181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g2975d56d0dc_2_181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g2975d56d0dc_2_181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g2975d56d0dc_2_181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g2975d56d0dc_2_181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g2975d56d0dc_2_181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g2975d56d0dc_2_181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g2975d56d0dc_2_181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g2975d56d0dc_2_181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g2975d56d0dc_2_181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g2975d56d0dc_2_181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g2975d56d0dc_2_181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g2975d56d0dc_2_181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g2975d56d0dc_2_181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g2975d56d0dc_2_181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g2975d56d0dc_2_181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g2975d56d0dc_2_181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g2975d56d0dc_2_181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g2975d56d0dc_2_181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g2975d56d0dc_2_181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g2975d56d0dc_2_181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g2975d56d0dc_2_181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g2975d56d0dc_2_181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g2975d56d0dc_2_181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g2975d56d0dc_2_181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g2975d56d0dc_2_181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g2975d56d0dc_2_181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g2975d56d0dc_2_181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g2975d56d0dc_2_181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g2975d56d0dc_2_181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g2975d56d0dc_2_181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g2975d56d0dc_2_181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g2975d56d0dc_2_181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g2975d56d0dc_2_181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g2975d56d0dc_2_181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1" name="Google Shape;4701;g2975d56d0dc_2_181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2" name="Google Shape;4702;g2975d56d0dc_2_181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g2975d56d0dc_2_181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g2975d56d0dc_2_181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g2975d56d0dc_2_181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g2975d56d0dc_2_181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g2975d56d0dc_2_181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g2975d56d0dc_2_181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g2975d56d0dc_2_181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g2975d56d0dc_2_181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g2975d56d0dc_2_181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g2975d56d0dc_2_181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g2975d56d0dc_2_181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g2975d56d0dc_2_181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g2975d56d0dc_2_181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g2975d56d0dc_2_181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g2975d56d0dc_2_181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g2975d56d0dc_2_181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g2975d56d0dc_2_181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g2975d56d0dc_2_181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g2975d56d0dc_2_181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g2975d56d0dc_2_181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g2975d56d0dc_2_181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g2975d56d0dc_2_181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g2975d56d0dc_2_181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g2975d56d0dc_2_181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g2975d56d0dc_2_181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g2975d56d0dc_2_181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g2975d56d0dc_2_181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g2975d56d0dc_2_181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g2975d56d0dc_2_181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g2975d56d0dc_2_181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g2975d56d0dc_2_181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g2975d56d0dc_2_181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g2975d56d0dc_2_181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g2975d56d0dc_2_181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g2975d56d0dc_2_181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g2975d56d0dc_2_181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g2975d56d0dc_2_181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g2975d56d0dc_2_181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g2975d56d0dc_2_181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g2975d56d0dc_2_181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g2975d56d0dc_2_181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g2975d56d0dc_2_181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g2975d56d0dc_2_181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g2975d56d0dc_2_181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g2975d56d0dc_2_181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g2975d56d0dc_2_181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g2975d56d0dc_2_181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g2975d56d0dc_2_181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g2975d56d0dc_2_181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g2975d56d0dc_2_181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g2975d56d0dc_2_181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g2975d56d0dc_2_181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g2975d56d0dc_2_181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g2975d56d0dc_2_181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g2975d56d0dc_2_181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g2975d56d0dc_2_181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g2975d56d0dc_2_181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g2975d56d0dc_2_181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g2975d56d0dc_2_181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g2975d56d0dc_2_181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g2975d56d0dc_2_181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g2975d56d0dc_2_181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g2975d56d0dc_2_181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g2975d56d0dc_2_181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g2975d56d0dc_2_181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g2975d56d0dc_2_181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g2975d56d0dc_2_181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g2975d56d0dc_2_181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g2975d56d0dc_2_181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g2975d56d0dc_2_181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g2975d56d0dc_2_181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g2975d56d0dc_2_181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g2975d56d0dc_2_181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g2975d56d0dc_2_181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g2975d56d0dc_2_181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g2975d56d0dc_2_181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g2975d56d0dc_2_181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g2975d56d0dc_2_181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g2975d56d0dc_2_181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g2975d56d0dc_2_181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g2975d56d0dc_2_181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g2975d56d0dc_2_181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g2975d56d0dc_2_181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g2975d56d0dc_2_181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g2975d56d0dc_2_181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g2975d56d0dc_2_181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g2975d56d0dc_2_181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g2975d56d0dc_2_181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g2975d56d0dc_2_181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g2975d56d0dc_2_181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g2975d56d0dc_2_181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g2975d56d0dc_2_181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g2975d56d0dc_2_181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g2975d56d0dc_2_181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g2975d56d0dc_2_181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g2975d56d0dc_2_181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g2975d56d0dc_2_181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g2975d56d0dc_2_181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g2975d56d0dc_2_181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g2975d56d0dc_2_181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g2975d56d0dc_2_181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g2975d56d0dc_2_181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g2975d56d0dc_2_181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g2975d56d0dc_2_181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g2975d56d0dc_2_181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g2975d56d0dc_2_181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g2975d56d0dc_2_181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g2975d56d0dc_2_181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g2975d56d0dc_2_181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g2975d56d0dc_2_181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g2975d56d0dc_2_181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g2975d56d0dc_2_181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g2975d56d0dc_2_181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g2975d56d0dc_2_181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g2975d56d0dc_2_181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g2975d56d0dc_2_181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g2975d56d0dc_2_181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g2975d56d0dc_2_181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g2975d56d0dc_2_181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g2975d56d0dc_2_181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g2975d56d0dc_2_181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g2975d56d0dc_2_181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g2975d56d0dc_2_181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g2975d56d0dc_2_181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g2975d56d0dc_2_181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g2975d56d0dc_2_181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g2975d56d0dc_2_181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g2975d56d0dc_2_181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g2975d56d0dc_2_181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g2975d56d0dc_2_181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g2975d56d0dc_2_181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g2975d56d0dc_2_181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g2975d56d0dc_2_181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g2975d56d0dc_2_181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g2975d56d0dc_2_181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g2975d56d0dc_2_181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g2975d56d0dc_2_181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g2975d56d0dc_2_181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g2975d56d0dc_2_181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g2975d56d0dc_2_181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g2975d56d0dc_2_181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g2975d56d0dc_2_181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g2975d56d0dc_2_181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g2975d56d0dc_2_181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g2975d56d0dc_2_181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g2975d56d0dc_2_181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g2975d56d0dc_2_181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g2975d56d0dc_2_181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g2975d56d0dc_2_181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g2975d56d0dc_2_181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g2975d56d0dc_2_181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g2975d56d0dc_2_181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g2975d56d0dc_2_181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g2975d56d0dc_2_181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g2975d56d0dc_2_181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g2975d56d0dc_2_181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g2975d56d0dc_2_181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g2975d56d0dc_2_181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g2975d56d0dc_2_181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g2975d56d0dc_2_181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g2975d56d0dc_2_181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g2975d56d0dc_2_181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g2975d56d0dc_2_181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g2975d56d0dc_2_181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g2975d56d0dc_2_181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g2975d56d0dc_2_181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g2975d56d0dc_2_181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g2975d56d0dc_2_181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g2975d56d0dc_2_181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g2975d56d0dc_2_181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g2975d56d0dc_2_181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g2975d56d0dc_2_181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g2975d56d0dc_2_181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g2975d56d0dc_2_181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g2975d56d0dc_2_181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g2975d56d0dc_2_181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g2975d56d0dc_2_181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g2975d56d0dc_2_181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g2975d56d0dc_2_181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g2975d56d0dc_2_181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g2975d56d0dc_2_181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g2975d56d0dc_2_181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g2975d56d0dc_2_181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g2975d56d0dc_2_181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g2975d56d0dc_2_181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g2975d56d0dc_2_181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g2975d56d0dc_2_181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g2975d56d0dc_2_181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g2975d56d0dc_2_181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g2975d56d0dc_2_181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g2975d56d0dc_2_181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g2975d56d0dc_2_181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g2975d56d0dc_2_181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g2975d56d0dc_2_181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g2975d56d0dc_2_181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g2975d56d0dc_2_181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g2975d56d0dc_2_181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g2975d56d0dc_2_181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g2975d56d0dc_2_181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g2975d56d0dc_2_181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g2975d56d0dc_2_181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g2975d56d0dc_2_181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g2975d56d0dc_2_181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g2975d56d0dc_2_181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g2975d56d0dc_2_181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8" name="Google Shape;4908;g2975d56d0dc_2_181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9" name="Google Shape;4909;g2975d56d0dc_2_181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g2975d56d0dc_2_181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g2975d56d0dc_2_181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g2975d56d0dc_2_181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g2975d56d0dc_2_181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g2975d56d0dc_2_181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g2975d56d0dc_2_181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g2975d56d0dc_2_181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g2975d56d0dc_2_181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g2975d56d0dc_2_181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g2975d56d0dc_2_181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g2975d56d0dc_2_181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g2975d56d0dc_2_181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g2975d56d0dc_2_181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g2975d56d0dc_2_181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g2975d56d0dc_2_181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g2975d56d0dc_2_181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g2975d56d0dc_2_181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g2975d56d0dc_2_181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g2975d56d0dc_2_181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g2975d56d0dc_2_181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g2975d56d0dc_2_181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g2975d56d0dc_2_181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g2975d56d0dc_2_181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g2975d56d0dc_2_181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4" name="Google Shape;4934;g2975d56d0dc_2_181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g2975d56d0dc_2_181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g2975d56d0dc_2_181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g2975d56d0dc_2_181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g2975d56d0dc_2_181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g2975d56d0dc_2_181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g2975d56d0dc_2_181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g2975d56d0dc_2_181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g2975d56d0dc_2_181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g2975d56d0dc_2_181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g2975d56d0dc_2_181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g2975d56d0dc_2_181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g2975d56d0dc_2_181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g2975d56d0dc_2_181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g2975d56d0dc_2_181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g2975d56d0dc_2_181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g2975d56d0dc_2_181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g2975d56d0dc_2_181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g2975d56d0dc_2_181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g2975d56d0dc_2_181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g2975d56d0dc_2_181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g2975d56d0dc_2_181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g2975d56d0dc_2_181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g2975d56d0dc_2_181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8" name="Google Shape;4958;g2975d56d0dc_2_181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g2975d56d0dc_2_181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g2975d56d0dc_2_181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g2975d56d0dc_2_181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g2975d56d0dc_2_181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g2975d56d0dc_2_181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g2975d56d0dc_2_181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g2975d56d0dc_2_181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g2975d56d0dc_2_181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g2975d56d0dc_2_181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g2975d56d0dc_2_181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g2975d56d0dc_2_181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g2975d56d0dc_2_181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g2975d56d0dc_2_181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g2975d56d0dc_2_181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g2975d56d0dc_2_181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g2975d56d0dc_2_181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g2975d56d0dc_2_181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g2975d56d0dc_2_181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g2975d56d0dc_2_181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g2975d56d0dc_2_181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g2975d56d0dc_2_181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g2975d56d0dc_2_181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g2975d56d0dc_2_181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g2975d56d0dc_2_181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g2975d56d0dc_2_181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g2975d56d0dc_2_181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g2975d56d0dc_2_181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g2975d56d0dc_2_181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g2975d56d0dc_2_181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g2975d56d0dc_2_181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g2975d56d0dc_2_181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g2975d56d0dc_2_181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g2975d56d0dc_2_181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g2975d56d0dc_2_181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g2975d56d0dc_2_181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g2975d56d0dc_2_181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g2975d56d0dc_2_181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g2975d56d0dc_2_181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g2975d56d0dc_2_181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g2975d56d0dc_2_181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g2975d56d0dc_2_181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g2975d56d0dc_2_181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g2975d56d0dc_2_181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g2975d56d0dc_2_181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g2975d56d0dc_2_181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g2975d56d0dc_2_181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g2975d56d0dc_2_181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g2975d56d0dc_2_181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g2975d56d0dc_2_181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g2975d56d0dc_2_181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g2975d56d0dc_2_181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g2975d56d0dc_2_181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g2975d56d0dc_2_181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g2975d56d0dc_2_181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g2975d56d0dc_2_181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g2975d56d0dc_2_181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g2975d56d0dc_2_181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g2975d56d0dc_2_181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g2975d56d0dc_2_181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g2975d56d0dc_2_181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g2975d56d0dc_2_181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g2975d56d0dc_2_181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g2975d56d0dc_2_181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g2975d56d0dc_2_181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g2975d56d0dc_2_181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g2975d56d0dc_2_181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g2975d56d0dc_2_181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g2975d56d0dc_2_181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g2975d56d0dc_2_181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g2975d56d0dc_2_181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g2975d56d0dc_2_181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g2975d56d0dc_2_181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g2975d56d0dc_2_181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g2975d56d0dc_2_181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g2975d56d0dc_2_181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g2975d56d0dc_2_181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g2975d56d0dc_2_181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g2975d56d0dc_2_181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g2975d56d0dc_2_181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g2975d56d0dc_2_181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g2975d56d0dc_2_181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g2975d56d0dc_2_181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g2975d56d0dc_2_181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g2975d56d0dc_2_181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g2975d56d0dc_2_181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g2975d56d0dc_2_181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g2975d56d0dc_2_181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g2975d56d0dc_2_181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g2975d56d0dc_2_181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g2975d56d0dc_2_181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g2975d56d0dc_2_181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g2975d56d0dc_2_181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g2975d56d0dc_2_181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g2975d56d0dc_2_181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g2975d56d0dc_2_181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g2975d56d0dc_2_181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g2975d56d0dc_2_181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g2975d56d0dc_2_181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g2975d56d0dc_2_181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g2975d56d0dc_2_181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g2975d56d0dc_2_181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g2975d56d0dc_2_181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g2975d56d0dc_2_181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g2975d56d0dc_2_181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g2975d56d0dc_2_181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g2975d56d0dc_2_181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g2975d56d0dc_2_181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g2975d56d0dc_2_181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g2975d56d0dc_2_181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g2975d56d0dc_2_181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g2975d56d0dc_2_181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g2975d56d0dc_2_181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g2975d56d0dc_2_181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g2975d56d0dc_2_181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g2975d56d0dc_2_181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g2975d56d0dc_2_181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g2975d56d0dc_2_181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g2975d56d0dc_2_181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g2975d56d0dc_2_181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g2975d56d0dc_2_181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g2975d56d0dc_2_181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g2975d56d0dc_2_181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g2975d56d0dc_2_181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g2975d56d0dc_2_181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g2975d56d0dc_2_181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g2975d56d0dc_2_181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g2975d56d0dc_2_181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g2975d56d0dc_2_181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g2975d56d0dc_2_181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g2975d56d0dc_2_181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g2975d56d0dc_2_181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g2975d56d0dc_2_181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g2975d56d0dc_2_181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g2975d56d0dc_2_181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g2975d56d0dc_2_181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g2975d56d0dc_2_181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g2975d56d0dc_2_181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g2975d56d0dc_2_181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g2975d56d0dc_2_181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g2975d56d0dc_2_181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g2975d56d0dc_2_181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g2975d56d0dc_2_181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g2975d56d0dc_2_181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g2975d56d0dc_2_181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g2975d56d0dc_2_181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g2975d56d0dc_2_181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g2975d56d0dc_2_181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g2975d56d0dc_2_181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g2975d56d0dc_2_181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g2975d56d0dc_2_181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g2975d56d0dc_2_181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g2975d56d0dc_2_181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g2975d56d0dc_2_181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g2975d56d0dc_2_181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g2975d56d0dc_2_181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g2975d56d0dc_2_181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g2975d56d0dc_2_181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g2975d56d0dc_2_181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g2975d56d0dc_2_181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g2975d56d0dc_2_181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g2975d56d0dc_2_181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g2975d56d0dc_2_181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g2975d56d0dc_2_181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g2975d56d0dc_2_181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g2975d56d0dc_2_181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g2975d56d0dc_2_181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g2975d56d0dc_2_181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g2975d56d0dc_2_181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g2975d56d0dc_2_181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g2975d56d0dc_2_181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g2975d56d0dc_2_181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g2975d56d0dc_2_181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g2975d56d0dc_2_181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g2975d56d0dc_2_181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g2975d56d0dc_2_181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g2975d56d0dc_2_181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g2975d56d0dc_2_181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g2975d56d0dc_2_181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g2975d56d0dc_2_181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g2975d56d0dc_2_181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g2975d56d0dc_2_181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g2975d56d0dc_2_181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g2975d56d0dc_2_181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g2975d56d0dc_2_181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g2975d56d0dc_2_181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g2975d56d0dc_2_181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g2975d56d0dc_2_181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g2975d56d0dc_2_181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g2975d56d0dc_2_181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g2975d56d0dc_2_181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g2975d56d0dc_2_181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g2975d56d0dc_2_181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g2975d56d0dc_2_181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g2975d56d0dc_2_181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g2975d56d0dc_2_181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g2975d56d0dc_2_181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g2975d56d0dc_2_181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g2975d56d0dc_2_181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g2975d56d0dc_2_181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g2975d56d0dc_2_181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g2975d56d0dc_2_181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g2975d56d0dc_2_181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g2975d56d0dc_2_181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g2975d56d0dc_2_181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g2975d56d0dc_2_181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g2975d56d0dc_2_181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g2975d56d0dc_2_181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g2975d56d0dc_2_181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g2975d56d0dc_2_181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g2975d56d0dc_2_181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g2975d56d0dc_2_181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g2975d56d0dc_2_181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g2975d56d0dc_2_181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g2975d56d0dc_2_181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g2975d56d0dc_2_181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g2975d56d0dc_2_181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g2975d56d0dc_2_181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g2975d56d0dc_2_181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g2975d56d0dc_2_181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g2975d56d0dc_2_181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g2975d56d0dc_2_181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g2975d56d0dc_2_181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g2975d56d0dc_2_181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g2975d56d0dc_2_181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g2975d56d0dc_2_181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g2975d56d0dc_2_181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g2975d56d0dc_2_181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g2975d56d0dc_2_181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g2975d56d0dc_2_181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g2975d56d0dc_2_181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g2975d56d0dc_2_181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g2975d56d0dc_2_181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g2975d56d0dc_2_181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g2975d56d0dc_2_181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g2975d56d0dc_2_181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g2975d56d0dc_2_181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g2975d56d0dc_2_181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g2975d56d0dc_2_181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g2975d56d0dc_2_181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g2975d56d0dc_2_181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g2975d56d0dc_2_181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g2975d56d0dc_2_181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g2975d56d0dc_2_181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g2975d56d0dc_2_181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g2975d56d0dc_2_181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g2975d56d0dc_2_181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g2975d56d0dc_2_181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g2975d56d0dc_2_181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g2975d56d0dc_2_181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g2975d56d0dc_2_181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g2975d56d0dc_2_181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g2975d56d0dc_2_181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g2975d56d0dc_2_181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g2975d56d0dc_2_181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g2975d56d0dc_2_181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g2975d56d0dc_2_181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g2975d56d0dc_2_181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g2975d56d0dc_2_181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g2975d56d0dc_2_181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g2975d56d0dc_2_181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g2975d56d0dc_2_181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g2975d56d0dc_2_181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g2975d56d0dc_2_181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g2975d56d0dc_2_181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g2975d56d0dc_2_181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g2975d56d0dc_2_181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g2975d56d0dc_2_181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g2975d56d0dc_2_181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g2975d56d0dc_2_181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g2975d56d0dc_2_181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g2975d56d0dc_2_181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g2975d56d0dc_2_181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g2975d56d0dc_2_181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g2975d56d0dc_2_181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g2975d56d0dc_2_181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g2975d56d0dc_2_181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g2975d56d0dc_2_181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g2975d56d0dc_2_181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g2975d56d0dc_2_181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g2975d56d0dc_2_181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g2975d56d0dc_2_181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g2975d56d0dc_2_181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g2975d56d0dc_2_181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g2975d56d0dc_2_181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g2975d56d0dc_2_181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g2975d56d0dc_2_181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g2975d56d0dc_2_181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g2975d56d0dc_2_181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g2975d56d0dc_2_181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g2975d56d0dc_2_181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g2975d56d0dc_2_181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g2975d56d0dc_2_181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g2975d56d0dc_2_181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g2975d56d0dc_2_181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g2975d56d0dc_2_181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g2975d56d0dc_2_181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g2975d56d0dc_2_181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g2975d56d0dc_2_181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g2975d56d0dc_2_181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g2975d56d0dc_2_181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g2975d56d0dc_2_181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g2975d56d0dc_2_181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g2975d56d0dc_2_181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g2975d56d0dc_2_181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g2975d56d0dc_2_181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g2975d56d0dc_2_181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g2975d56d0dc_2_181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g2975d56d0dc_2_181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g2975d56d0dc_2_181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g2975d56d0dc_2_181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g2975d56d0dc_2_181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g2975d56d0dc_2_181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g2975d56d0dc_2_181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g2975d56d0dc_2_181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g2975d56d0dc_2_181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g2975d56d0dc_2_181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g2975d56d0dc_2_181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g2975d56d0dc_2_181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g2975d56d0dc_2_181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g2975d56d0dc_2_181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g2975d56d0dc_2_181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g2975d56d0dc_2_181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g2975d56d0dc_2_181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g2975d56d0dc_2_181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g2975d56d0dc_2_181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g2975d56d0dc_2_181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g2975d56d0dc_2_181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g2975d56d0dc_2_181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g2975d56d0dc_2_181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g2975d56d0dc_2_181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g2975d56d0dc_2_181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g2975d56d0dc_2_181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g2975d56d0dc_2_181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g2975d56d0dc_2_181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g2975d56d0dc_2_181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g2975d56d0dc_2_181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g2975d56d0dc_2_181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g2975d56d0dc_2_181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g2975d56d0dc_2_181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g2975d56d0dc_2_181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g2975d56d0dc_2_181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g2975d56d0dc_2_181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g2975d56d0dc_2_181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g2975d56d0dc_2_181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g2975d56d0dc_2_181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g2975d56d0dc_2_181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g2975d56d0dc_2_181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g2975d56d0dc_2_181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g2975d56d0dc_2_181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g2975d56d0dc_2_181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g2975d56d0dc_2_181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g2975d56d0dc_2_181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g2975d56d0dc_2_181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g2975d56d0dc_2_181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13" name="Google Shape;5313;g2975d56d0dc_2_1815"/>
          <p:cNvGrpSpPr/>
          <p:nvPr/>
        </p:nvGrpSpPr>
        <p:grpSpPr>
          <a:xfrm>
            <a:off x="5938558" y="1033351"/>
            <a:ext cx="2435960" cy="1297725"/>
            <a:chOff x="233350" y="949250"/>
            <a:chExt cx="7137300" cy="3802300"/>
          </a:xfrm>
        </p:grpSpPr>
        <p:sp>
          <p:nvSpPr>
            <p:cNvPr id="5314" name="Google Shape;5314;g2975d56d0dc_2_181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g2975d56d0dc_2_181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g2975d56d0dc_2_181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g2975d56d0dc_2_181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g2975d56d0dc_2_181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g2975d56d0dc_2_181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g2975d56d0dc_2_181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g2975d56d0dc_2_181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g2975d56d0dc_2_181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g2975d56d0dc_2_181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g2975d56d0dc_2_181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g2975d56d0dc_2_181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g2975d56d0dc_2_181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g2975d56d0dc_2_181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g2975d56d0dc_2_181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g2975d56d0dc_2_181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g2975d56d0dc_2_181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g2975d56d0dc_2_181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g2975d56d0dc_2_181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g2975d56d0dc_2_181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g2975d56d0dc_2_181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g2975d56d0dc_2_181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g2975d56d0dc_2_181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g2975d56d0dc_2_181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g2975d56d0dc_2_181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g2975d56d0dc_2_181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g2975d56d0dc_2_181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g2975d56d0dc_2_181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g2975d56d0dc_2_181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g2975d56d0dc_2_181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g2975d56d0dc_2_181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g2975d56d0dc_2_181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g2975d56d0dc_2_181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g2975d56d0dc_2_181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g2975d56d0dc_2_181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g2975d56d0dc_2_181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0" name="Google Shape;5350;g2975d56d0dc_2_181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1" name="Google Shape;5351;g2975d56d0dc_2_181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g2975d56d0dc_2_181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g2975d56d0dc_2_181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g2975d56d0dc_2_181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g2975d56d0dc_2_181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g2975d56d0dc_2_181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g2975d56d0dc_2_181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g2975d56d0dc_2_181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g2975d56d0dc_2_181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g2975d56d0dc_2_181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g2975d56d0dc_2_181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g2975d56d0dc_2_181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g2975d56d0dc_2_181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g2975d56d0dc_2_181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65" name="Google Shape;5365;g2975d56d0dc_2_1815"/>
          <p:cNvGrpSpPr/>
          <p:nvPr/>
        </p:nvGrpSpPr>
        <p:grpSpPr>
          <a:xfrm>
            <a:off x="731715" y="995041"/>
            <a:ext cx="2665073" cy="1317140"/>
            <a:chOff x="793334" y="1192826"/>
            <a:chExt cx="2665073" cy="1317140"/>
          </a:xfrm>
        </p:grpSpPr>
        <p:sp>
          <p:nvSpPr>
            <p:cNvPr id="5366" name="Google Shape;5366;g2975d56d0dc_2_181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g2975d56d0dc_2_181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g2975d56d0dc_2_181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g2975d56d0dc_2_181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g2975d56d0dc_2_181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g2975d56d0dc_2_181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g2975d56d0dc_2_181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g2975d56d0dc_2_181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g2975d56d0dc_2_181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g2975d56d0dc_2_181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g2975d56d0dc_2_181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g2975d56d0dc_2_181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g2975d56d0dc_2_181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g2975d56d0dc_2_181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g2975d56d0dc_2_181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g2975d56d0dc_2_181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g2975d56d0dc_2_181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g2975d56d0dc_2_181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g2975d56d0dc_2_181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g2975d56d0dc_2_181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g2975d56d0dc_2_181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g2975d56d0dc_2_181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g2975d56d0dc_2_181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g2975d56d0dc_2_181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g2975d56d0dc_2_181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g2975d56d0dc_2_181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g2975d56d0dc_2_181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g2975d56d0dc_2_181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g2975d56d0dc_2_181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g2975d56d0dc_2_181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g2975d56d0dc_2_181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g2975d56d0dc_2_181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g2975d56d0dc_2_181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g2975d56d0dc_2_181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g2975d56d0dc_2_181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g2975d56d0dc_2_181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g2975d56d0dc_2_181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g2975d56d0dc_2_181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g2975d56d0dc_2_181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g2975d56d0dc_2_181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g2975d56d0dc_2_181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g2975d56d0dc_2_181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g2975d56d0dc_2_181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g2975d56d0dc_2_181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g2975d56d0dc_2_181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1" name="Google Shape;5411;g2975d56d0dc_2_181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g2975d56d0dc_2_181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g2975d56d0dc_2_1815"/>
            <p:cNvSpPr/>
            <p:nvPr/>
          </p:nvSpPr>
          <p:spPr>
            <a:xfrm>
              <a:off x="2257871" y="2210406"/>
              <a:ext cx="0" cy="149"/>
            </a:xfrm>
            <a:custGeom>
              <a:rect b="b" l="l" r="r" t="t"/>
              <a:pathLst>
                <a:path extrusionOk="0" h="11" w="12000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g2975d56d0dc_2_181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g2975d56d0dc_2_181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g2975d56d0dc_2_181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g2975d56d0dc_2_181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g2975d56d0dc_2_181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g2975d56d0dc_2_181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g2975d56d0dc_2_181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g2975d56d0dc_2_181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2" name="Google Shape;5422;g2975d56d0dc_2_181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g2975d56d0dc_2_181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g2975d56d0dc_2_181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g2975d56d0dc_2_181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g2975d56d0dc_2_181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g2975d56d0dc_2_181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g2975d56d0dc_2_181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g2975d56d0dc_2_181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g2975d56d0dc_2_181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g2975d56d0dc_2_181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g2975d56d0dc_2_181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g2975d56d0dc_2_181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g2975d56d0dc_2_181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g2975d56d0dc_2_181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g2975d56d0dc_2_181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g2975d56d0dc_2_181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g2975d56d0dc_2_181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g2975d56d0dc_2_181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g2975d56d0dc_2_181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g2975d56d0dc_2_181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g2975d56d0dc_2_181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g2975d56d0dc_2_181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g2975d56d0dc_2_181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g2975d56d0dc_2_181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g2975d56d0dc_2_181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g2975d56d0dc_2_181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g2975d56d0dc_2_181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g2975d56d0dc_2_181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g2975d56d0dc_2_181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g2975d56d0dc_2_181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g2975d56d0dc_2_181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g2975d56d0dc_2_181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g2975d56d0dc_2_181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g2975d56d0dc_2_181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g2975d56d0dc_2_181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g2975d56d0dc_2_181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g2975d56d0dc_2_181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g2975d56d0dc_2_181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g2975d56d0dc_2_181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g2975d56d0dc_2_181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g2975d56d0dc_2_181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g2975d56d0dc_2_181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g2975d56d0dc_2_181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g2975d56d0dc_2_181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g2975d56d0dc_2_181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g2975d56d0dc_2_181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g2975d56d0dc_2_181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g2975d56d0dc_2_181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g2975d56d0dc_2_181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g2975d56d0dc_2_181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g2975d56d0dc_2_181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g2975d56d0dc_2_181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g2975d56d0dc_2_181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g2975d56d0dc_2_181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g2975d56d0dc_2_181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g2975d56d0dc_2_181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g2975d56d0dc_2_181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g2975d56d0dc_2_181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g2975d56d0dc_2_181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g2975d56d0dc_2_181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g2975d56d0dc_2_181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g2975d56d0dc_2_181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g2975d56d0dc_2_181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g2975d56d0dc_2_181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g2975d56d0dc_2_181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g2975d56d0dc_2_181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g2975d56d0dc_2_181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g2975d56d0dc_2_181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g2975d56d0dc_2_181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g2975d56d0dc_2_181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g2975d56d0dc_2_181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g2975d56d0dc_2_181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g2975d56d0dc_2_181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g2975d56d0dc_2_181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g2975d56d0dc_2_181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g2975d56d0dc_2_181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g2975d56d0dc_2_181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g2975d56d0dc_2_181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g2975d56d0dc_2_181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g2975d56d0dc_2_181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g2975d56d0dc_2_181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g2975d56d0dc_2_181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g2975d56d0dc_2_181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g2975d56d0dc_2_181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g2975d56d0dc_2_181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g2975d56d0dc_2_181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g2975d56d0dc_2_181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g2975d56d0dc_2_181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g2975d56d0dc_2_181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g2975d56d0dc_2_181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g2975d56d0dc_2_181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g2975d56d0dc_2_181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g2975d56d0dc_2_181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g2975d56d0dc_2_181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g2975d56d0dc_2_181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g2975d56d0dc_2_181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g2975d56d0dc_2_181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g2975d56d0dc_2_181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g2975d56d0dc_2_181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g2975d56d0dc_2_181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g2975d56d0dc_2_181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g2975d56d0dc_2_181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g2975d56d0dc_2_181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g2975d56d0dc_2_181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g2975d56d0dc_2_181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g2975d56d0dc_2_181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g2975d56d0dc_2_181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g2975d56d0dc_2_181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g2975d56d0dc_2_181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g2975d56d0dc_2_181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g2975d56d0dc_2_181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g2975d56d0dc_2_181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g2975d56d0dc_2_181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g2975d56d0dc_2_181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g2975d56d0dc_2_181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g2975d56d0dc_2_181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g2975d56d0dc_2_181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g2975d56d0dc_2_181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g2975d56d0dc_2_181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g2975d56d0dc_2_181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g2975d56d0dc_2_181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g2975d56d0dc_2_181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g2975d56d0dc_2_181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g2975d56d0dc_2_181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g2975d56d0dc_2_181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g2975d56d0dc_2_181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g2975d56d0dc_2_181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g2975d56d0dc_2_181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g2975d56d0dc_2_181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g2975d56d0dc_2_181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g2975d56d0dc_2_181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g2975d56d0dc_2_181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g2975d56d0dc_2_181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g2975d56d0dc_2_181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g2975d56d0dc_2_181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g2975d56d0dc_2_181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g2975d56d0dc_2_181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g2975d56d0dc_2_181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g2975d56d0dc_2_181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g2975d56d0dc_2_181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g2975d56d0dc_2_181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g2975d56d0dc_2_181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g2975d56d0dc_2_181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g2975d56d0dc_2_181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g2975d56d0dc_2_181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g2975d56d0dc_2_181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g2975d56d0dc_2_181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g2975d56d0dc_2_181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g2975d56d0dc_2_181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g2975d56d0dc_2_181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g2975d56d0dc_2_181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g2975d56d0dc_2_181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g2975d56d0dc_2_181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g2975d56d0dc_2_181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g2975d56d0dc_2_181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g2975d56d0dc_2_181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g2975d56d0dc_2_181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g2975d56d0dc_2_181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g2975d56d0dc_2_181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g2975d56d0dc_2_181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g2975d56d0dc_2_181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g2975d56d0dc_2_181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g2975d56d0dc_2_181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g2975d56d0dc_2_181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g2975d56d0dc_2_181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g2975d56d0dc_2_181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g2975d56d0dc_2_181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g2975d56d0dc_2_181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g2975d56d0dc_2_181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g2975d56d0dc_2_181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g2975d56d0dc_2_181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g2975d56d0dc_2_181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g2975d56d0dc_2_181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g2975d56d0dc_2_181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g2975d56d0dc_2_181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g2975d56d0dc_2_181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g2975d56d0dc_2_181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g2975d56d0dc_2_181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g2975d56d0dc_2_181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g2975d56d0dc_2_181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g2975d56d0dc_2_181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g2975d56d0dc_2_181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g2975d56d0dc_2_181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g2975d56d0dc_2_181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g2975d56d0dc_2_181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g2975d56d0dc_2_181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g2975d56d0dc_2_181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g2975d56d0dc_2_181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g2975d56d0dc_2_181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g2975d56d0dc_2_181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g2975d56d0dc_2_181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g2975d56d0dc_2_181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g2975d56d0dc_2_181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g2975d56d0dc_2_181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g2975d56d0dc_2_181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g2975d56d0dc_2_181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g2975d56d0dc_2_181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g2975d56d0dc_2_181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g2975d56d0dc_2_181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g2975d56d0dc_2_181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g2975d56d0dc_2_181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g2975d56d0dc_2_181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g2975d56d0dc_2_181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g2975d56d0dc_2_181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g2975d56d0dc_2_181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g2975d56d0dc_2_181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g2975d56d0dc_2_181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g2975d56d0dc_2_181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g2975d56d0dc_2_181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g2975d56d0dc_2_181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g2975d56d0dc_2_181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g2975d56d0dc_2_181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g2975d56d0dc_2_181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g2975d56d0dc_2_181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g2975d56d0dc_2_181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g2975d56d0dc_2_181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g2975d56d0dc_2_181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g2975d56d0dc_2_181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g2975d56d0dc_2_181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g2975d56d0dc_2_181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g2975d56d0dc_2_181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g2975d56d0dc_2_181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g2975d56d0dc_2_181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g2975d56d0dc_2_181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g2975d56d0dc_2_181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g2975d56d0dc_2_181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g2975d56d0dc_2_181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g2975d56d0dc_2_181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g2975d56d0dc_2_181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g2975d56d0dc_2_181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g2975d56d0dc_2_181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g2975d56d0dc_2_1815"/>
            <p:cNvSpPr/>
            <p:nvPr/>
          </p:nvSpPr>
          <p:spPr>
            <a:xfrm>
              <a:off x="2060373" y="1991414"/>
              <a:ext cx="0" cy="679"/>
            </a:xfrm>
            <a:custGeom>
              <a:rect b="b" l="l" r="r" t="t"/>
              <a:pathLst>
                <a:path extrusionOk="0" h="50" w="12000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g2975d56d0dc_2_181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g2975d56d0dc_2_181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g2975d56d0dc_2_181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g2975d56d0dc_2_181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g2975d56d0dc_2_1815"/>
            <p:cNvSpPr/>
            <p:nvPr/>
          </p:nvSpPr>
          <p:spPr>
            <a:xfrm>
              <a:off x="2060088" y="1984435"/>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g2975d56d0dc_2_181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g2975d56d0dc_2_181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g2975d56d0dc_2_1815"/>
            <p:cNvSpPr/>
            <p:nvPr/>
          </p:nvSpPr>
          <p:spPr>
            <a:xfrm>
              <a:off x="2060183" y="1986621"/>
              <a:ext cx="0" cy="584"/>
            </a:xfrm>
            <a:custGeom>
              <a:rect b="b" l="l" r="r" t="t"/>
              <a:pathLst>
                <a:path extrusionOk="0" h="43" w="12000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g2975d56d0dc_2_181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g2975d56d0dc_2_1815"/>
            <p:cNvSpPr/>
            <p:nvPr/>
          </p:nvSpPr>
          <p:spPr>
            <a:xfrm>
              <a:off x="2060088" y="1985101"/>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g2975d56d0dc_2_181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g2975d56d0dc_2_181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g2975d56d0dc_2_181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g2975d56d0dc_2_181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g2975d56d0dc_2_181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g2975d56d0dc_2_1815"/>
            <p:cNvSpPr/>
            <p:nvPr/>
          </p:nvSpPr>
          <p:spPr>
            <a:xfrm>
              <a:off x="2060278" y="1988427"/>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g2975d56d0dc_2_181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g2975d56d0dc_2_181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g2975d56d0dc_2_181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g2975d56d0dc_2_181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g2975d56d0dc_2_181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g2975d56d0dc_2_181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g2975d56d0dc_2_181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g2975d56d0dc_2_181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g2975d56d0dc_2_181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g2975d56d0dc_2_181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g2975d56d0dc_2_181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g2975d56d0dc_2_181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g2975d56d0dc_2_181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g2975d56d0dc_2_181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g2975d56d0dc_2_181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g2975d56d0dc_2_181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g2975d56d0dc_2_181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g2975d56d0dc_2_181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g2975d56d0dc_2_181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g2975d56d0dc_2_181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g2975d56d0dc_2_181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g2975d56d0dc_2_181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g2975d56d0dc_2_181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g2975d56d0dc_2_181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g2975d56d0dc_2_181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g2975d56d0dc_2_181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g2975d56d0dc_2_181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g2975d56d0dc_2_181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g2975d56d0dc_2_181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g2975d56d0dc_2_181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g2975d56d0dc_2_181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g2975d56d0dc_2_181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g2975d56d0dc_2_181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g2975d56d0dc_2_181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g2975d56d0dc_2_181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g2975d56d0dc_2_181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g2975d56d0dc_2_181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g2975d56d0dc_2_181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g2975d56d0dc_2_181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g2975d56d0dc_2_181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g2975d56d0dc_2_181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g2975d56d0dc_2_181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g2975d56d0dc_2_181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g2975d56d0dc_2_181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g2975d56d0dc_2_181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g2975d56d0dc_2_181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g2975d56d0dc_2_181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g2975d56d0dc_2_181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g2975d56d0dc_2_181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g2975d56d0dc_2_181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g2975d56d0dc_2_181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g2975d56d0dc_2_181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g2975d56d0dc_2_181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g2975d56d0dc_2_181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g2975d56d0dc_2_181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g2975d56d0dc_2_181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g2975d56d0dc_2_181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g2975d56d0dc_2_181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g2975d56d0dc_2_181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g2975d56d0dc_2_181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g2975d56d0dc_2_181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g2975d56d0dc_2_181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g2975d56d0dc_2_181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g2975d56d0dc_2_181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g2975d56d0dc_2_181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g2975d56d0dc_2_181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g2975d56d0dc_2_181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g2975d56d0dc_2_181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g2975d56d0dc_2_181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g2975d56d0dc_2_181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g2975d56d0dc_2_181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g2975d56d0dc_2_181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g2975d56d0dc_2_181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g2975d56d0dc_2_181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g2975d56d0dc_2_181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g2975d56d0dc_2_181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g2975d56d0dc_2_181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g2975d56d0dc_2_181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g2975d56d0dc_2_181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g2975d56d0dc_2_181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g2975d56d0dc_2_181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g2975d56d0dc_2_181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g2975d56d0dc_2_181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g2975d56d0dc_2_181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g2975d56d0dc_2_181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g2975d56d0dc_2_181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g2975d56d0dc_2_181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g2975d56d0dc_2_181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g2975d56d0dc_2_181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g2975d56d0dc_2_181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g2975d56d0dc_2_181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g2975d56d0dc_2_181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g2975d56d0dc_2_181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g2975d56d0dc_2_181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g2975d56d0dc_2_181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g2975d56d0dc_2_181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g2975d56d0dc_2_181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g2975d56d0dc_2_181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g2975d56d0dc_2_181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g2975d56d0dc_2_181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g2975d56d0dc_2_181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g2975d56d0dc_2_181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g2975d56d0dc_2_181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g2975d56d0dc_2_181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g2975d56d0dc_2_181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g2975d56d0dc_2_181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g2975d56d0dc_2_181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g2975d56d0dc_2_181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g2975d56d0dc_2_181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g2975d56d0dc_2_181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g2975d56d0dc_2_181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g2975d56d0dc_2_181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g2975d56d0dc_2_181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g2975d56d0dc_2_181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g2975d56d0dc_2_181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g2975d56d0dc_2_181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g2975d56d0dc_2_181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g2975d56d0dc_2_181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g2975d56d0dc_2_1815"/>
            <p:cNvSpPr/>
            <p:nvPr/>
          </p:nvSpPr>
          <p:spPr>
            <a:xfrm>
              <a:off x="1946865" y="1950206"/>
              <a:ext cx="0" cy="68"/>
            </a:xfrm>
            <a:custGeom>
              <a:rect b="b" l="l" r="r" t="t"/>
              <a:pathLst>
                <a:path extrusionOk="0" h="5" w="12000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g2975d56d0dc_2_1815"/>
            <p:cNvSpPr/>
            <p:nvPr/>
          </p:nvSpPr>
          <p:spPr>
            <a:xfrm>
              <a:off x="1946960" y="1949595"/>
              <a:ext cx="0" cy="109"/>
            </a:xfrm>
            <a:custGeom>
              <a:rect b="b" l="l" r="r" t="t"/>
              <a:pathLst>
                <a:path extrusionOk="0" h="8" w="12000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g2975d56d0dc_2_181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g2975d56d0dc_2_181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g2975d56d0dc_2_181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g2975d56d0dc_2_181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g2975d56d0dc_2_181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g2975d56d0dc_2_181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g2975d56d0dc_2_181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g2975d56d0dc_2_181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g2975d56d0dc_2_181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g2975d56d0dc_2_181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g2975d56d0dc_2_181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g2975d56d0dc_2_181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g2975d56d0dc_2_181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g2975d56d0dc_2_181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g2975d56d0dc_2_181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g2975d56d0dc_2_181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g2975d56d0dc_2_181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g2975d56d0dc_2_181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g2975d56d0dc_2_181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g2975d56d0dc_2_181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g2975d56d0dc_2_181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g2975d56d0dc_2_181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g2975d56d0dc_2_181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g2975d56d0dc_2_181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g2975d56d0dc_2_181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g2975d56d0dc_2_181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g2975d56d0dc_2_181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g2975d56d0dc_2_181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g2975d56d0dc_2_181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g2975d56d0dc_2_181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g2975d56d0dc_2_181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g2975d56d0dc_2_181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g2975d56d0dc_2_181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g2975d56d0dc_2_181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g2975d56d0dc_2_181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g2975d56d0dc_2_181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g2975d56d0dc_2_181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g2975d56d0dc_2_181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g2975d56d0dc_2_181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g2975d56d0dc_2_181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g2975d56d0dc_2_181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g2975d56d0dc_2_181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g2975d56d0dc_2_181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g2975d56d0dc_2_181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g2975d56d0dc_2_181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g2975d56d0dc_2_181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g2975d56d0dc_2_181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g2975d56d0dc_2_181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g2975d56d0dc_2_181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g2975d56d0dc_2_181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g2975d56d0dc_2_181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g2975d56d0dc_2_181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g2975d56d0dc_2_181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g2975d56d0dc_2_181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g2975d56d0dc_2_181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g2975d56d0dc_2_181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g2975d56d0dc_2_181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g2975d56d0dc_2_181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g2975d56d0dc_2_181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g2975d56d0dc_2_181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g2975d56d0dc_2_181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g2975d56d0dc_2_181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g2975d56d0dc_2_181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g2975d56d0dc_2_181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g2975d56d0dc_2_181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g2975d56d0dc_2_181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g2975d56d0dc_2_181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g2975d56d0dc_2_181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g2975d56d0dc_2_181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g2975d56d0dc_2_181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g2975d56d0dc_2_181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g2975d56d0dc_2_181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g2975d56d0dc_2_181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g2975d56d0dc_2_181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g2975d56d0dc_2_181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g2975d56d0dc_2_181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g2975d56d0dc_2_181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g2975d56d0dc_2_181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g2975d56d0dc_2_181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g2975d56d0dc_2_181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g2975d56d0dc_2_181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g2975d56d0dc_2_181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g2975d56d0dc_2_181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g2975d56d0dc_2_181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g2975d56d0dc_2_181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g2975d56d0dc_2_181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g2975d56d0dc_2_181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g2975d56d0dc_2_181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g2975d56d0dc_2_181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g2975d56d0dc_2_181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g2975d56d0dc_2_181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g2975d56d0dc_2_181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g2975d56d0dc_2_181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g2975d56d0dc_2_181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g2975d56d0dc_2_181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g2975d56d0dc_2_181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g2975d56d0dc_2_181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g2975d56d0dc_2_181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g2975d56d0dc_2_181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g2975d56d0dc_2_181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g2975d56d0dc_2_181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g2975d56d0dc_2_181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g2975d56d0dc_2_181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g2975d56d0dc_2_181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g2975d56d0dc_2_181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g2975d56d0dc_2_181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g2975d56d0dc_2_181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g2975d56d0dc_2_181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g2975d56d0dc_2_181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g2975d56d0dc_2_181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g2975d56d0dc_2_181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g2975d56d0dc_2_181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g2975d56d0dc_2_181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g2975d56d0dc_2_181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g2975d56d0dc_2_181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g2975d56d0dc_2_181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g2975d56d0dc_2_181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g2975d56d0dc_2_181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g2975d56d0dc_2_181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g2975d56d0dc_2_181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g2975d56d0dc_2_181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g2975d56d0dc_2_181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g2975d56d0dc_2_181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g2975d56d0dc_2_181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g2975d56d0dc_2_181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g2975d56d0dc_2_181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g2975d56d0dc_2_181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g2975d56d0dc_2_181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g2975d56d0dc_2_181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g2975d56d0dc_2_181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g2975d56d0dc_2_181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g2975d56d0dc_2_181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g2975d56d0dc_2_181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g2975d56d0dc_2_181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g2975d56d0dc_2_181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g2975d56d0dc_2_181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g2975d56d0dc_2_181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g2975d56d0dc_2_181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g2975d56d0dc_2_181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g2975d56d0dc_2_181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g2975d56d0dc_2_181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g2975d56d0dc_2_181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g2975d56d0dc_2_181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g2975d56d0dc_2_181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g2975d56d0dc_2_181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g2975d56d0dc_2_181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g2975d56d0dc_2_181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g2975d56d0dc_2_181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g2975d56d0dc_2_181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g2975d56d0dc_2_181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g2975d56d0dc_2_181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g2975d56d0dc_2_181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g2975d56d0dc_2_181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g2975d56d0dc_2_181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g2975d56d0dc_2_181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g2975d56d0dc_2_181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g2975d56d0dc_2_181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g2975d56d0dc_2_181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g2975d56d0dc_2_181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g2975d56d0dc_2_181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g2975d56d0dc_2_181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g2975d56d0dc_2_181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g2975d56d0dc_2_181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g2975d56d0dc_2_181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g2975d56d0dc_2_181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g2975d56d0dc_2_181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g2975d56d0dc_2_181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g2975d56d0dc_2_181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g2975d56d0dc_2_181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g2975d56d0dc_2_181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g2975d56d0dc_2_181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g2975d56d0dc_2_181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g2975d56d0dc_2_181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g2975d56d0dc_2_181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g2975d56d0dc_2_181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g2975d56d0dc_2_181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g2975d56d0dc_2_181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g2975d56d0dc_2_181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g2975d56d0dc_2_181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g2975d56d0dc_2_181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g2975d56d0dc_2_181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g2975d56d0dc_2_181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g2975d56d0dc_2_181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g2975d56d0dc_2_181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g2975d56d0dc_2_181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g2975d56d0dc_2_181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g2975d56d0dc_2_181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g2975d56d0dc_2_181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g2975d56d0dc_2_181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g2975d56d0dc_2_181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g2975d56d0dc_2_181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g2975d56d0dc_2_181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g2975d56d0dc_2_181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g2975d56d0dc_2_181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g2975d56d0dc_2_181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g2975d56d0dc_2_181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g2975d56d0dc_2_181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g2975d56d0dc_2_181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g2975d56d0dc_2_181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g2975d56d0dc_2_181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g2975d56d0dc_2_181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g2975d56d0dc_2_181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g2975d56d0dc_2_181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g2975d56d0dc_2_181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g2975d56d0dc_2_181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g2975d56d0dc_2_181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g2975d56d0dc_2_181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g2975d56d0dc_2_181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g2975d56d0dc_2_181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g2975d56d0dc_2_181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g2975d56d0dc_2_181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g2975d56d0dc_2_181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g2975d56d0dc_2_181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g2975d56d0dc_2_181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g2975d56d0dc_2_181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g2975d56d0dc_2_181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g2975d56d0dc_2_181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g2975d56d0dc_2_181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g2975d56d0dc_2_181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g2975d56d0dc_2_181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g2975d56d0dc_2_181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g2975d56d0dc_2_181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g2975d56d0dc_2_181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g2975d56d0dc_2_181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g2975d56d0dc_2_181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g2975d56d0dc_2_181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g2975d56d0dc_2_181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g2975d56d0dc_2_181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g2975d56d0dc_2_181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g2975d56d0dc_2_181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g2975d56d0dc_2_181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g2975d56d0dc_2_181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g2975d56d0dc_2_181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g2975d56d0dc_2_181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g2975d56d0dc_2_181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g2975d56d0dc_2_181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g2975d56d0dc_2_181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g2975d56d0dc_2_181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g2975d56d0dc_2_181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g2975d56d0dc_2_181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g2975d56d0dc_2_181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g2975d56d0dc_2_181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g2975d56d0dc_2_181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g2975d56d0dc_2_181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g2975d56d0dc_2_181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g2975d56d0dc_2_181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g2975d56d0dc_2_181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g2975d56d0dc_2_181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g2975d56d0dc_2_181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g2975d56d0dc_2_181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g2975d56d0dc_2_181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g2975d56d0dc_2_181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g2975d56d0dc_2_181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g2975d56d0dc_2_181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g2975d56d0dc_2_181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g2975d56d0dc_2_181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g2975d56d0dc_2_181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g2975d56d0dc_2_181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g2975d56d0dc_2_181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g2975d56d0dc_2_181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g2975d56d0dc_2_181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g2975d56d0dc_2_181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g2975d56d0dc_2_181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g2975d56d0dc_2_181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g2975d56d0dc_2_181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g2975d56d0dc_2_181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g2975d56d0dc_2_181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g2975d56d0dc_2_181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g2975d56d0dc_2_181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g2975d56d0dc_2_181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g2975d56d0dc_2_181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g2975d56d0dc_2_181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g2975d56d0dc_2_181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g2975d56d0dc_2_181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g2975d56d0dc_2_181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g2975d56d0dc_2_181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g2975d56d0dc_2_181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g2975d56d0dc_2_181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g2975d56d0dc_2_181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g2975d56d0dc_2_181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g2975d56d0dc_2_181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g2975d56d0dc_2_181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g2975d56d0dc_2_181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g2975d56d0dc_2_181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g2975d56d0dc_2_181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g2975d56d0dc_2_181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g2975d56d0dc_2_181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g2975d56d0dc_2_181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g2975d56d0dc_2_181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g2975d56d0dc_2_181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g2975d56d0dc_2_181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g2975d56d0dc_2_181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g2975d56d0dc_2_181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g2975d56d0dc_2_181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g2975d56d0dc_2_181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g2975d56d0dc_2_181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g2975d56d0dc_2_181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g2975d56d0dc_2_181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g2975d56d0dc_2_181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g2975d56d0dc_2_181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g2975d56d0dc_2_181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g2975d56d0dc_2_181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g2975d56d0dc_2_181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g2975d56d0dc_2_181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g2975d56d0dc_2_181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g2975d56d0dc_2_181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g2975d56d0dc_2_181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g2975d56d0dc_2_181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g2975d56d0dc_2_181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g2975d56d0dc_2_181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g2975d56d0dc_2_181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g2975d56d0dc_2_181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g2975d56d0dc_2_181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g2975d56d0dc_2_181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g2975d56d0dc_2_181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g2975d56d0dc_2_181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g2975d56d0dc_2_181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g2975d56d0dc_2_181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g2975d56d0dc_2_181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g2975d56d0dc_2_181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g2975d56d0dc_2_181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g2975d56d0dc_2_181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g2975d56d0dc_2_181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g2975d56d0dc_2_181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g2975d56d0dc_2_181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g2975d56d0dc_2_181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g2975d56d0dc_2_181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g2975d56d0dc_2_181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g2975d56d0dc_2_181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g2975d56d0dc_2_181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g2975d56d0dc_2_181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g2975d56d0dc_2_181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g2975d56d0dc_2_181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g2975d56d0dc_2_181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g2975d56d0dc_2_181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g2975d56d0dc_2_181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g2975d56d0dc_2_181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g2975d56d0dc_2_181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g2975d56d0dc_2_181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g2975d56d0dc_2_181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g2975d56d0dc_2_181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g2975d56d0dc_2_181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g2975d56d0dc_2_181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g2975d56d0dc_2_181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g2975d56d0dc_2_181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g2975d56d0dc_2_181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g2975d56d0dc_2_181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g2975d56d0dc_2_181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g2975d56d0dc_2_181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g2975d56d0dc_2_181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g2975d56d0dc_2_181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g2975d56d0dc_2_181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g2975d56d0dc_2_181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g2975d56d0dc_2_181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g2975d56d0dc_2_181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g2975d56d0dc_2_181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g2975d56d0dc_2_181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g2975d56d0dc_2_181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g2975d56d0dc_2_181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g2975d56d0dc_2_181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g2975d56d0dc_2_181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g2975d56d0dc_2_181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g2975d56d0dc_2_181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g2975d56d0dc_2_181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g2975d56d0dc_2_181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g2975d56d0dc_2_181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g2975d56d0dc_2_181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g2975d56d0dc_2_181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g2975d56d0dc_2_181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g2975d56d0dc_2_181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g2975d56d0dc_2_181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g2975d56d0dc_2_181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g2975d56d0dc_2_181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g2975d56d0dc_2_181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g2975d56d0dc_2_181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g2975d56d0dc_2_181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g2975d56d0dc_2_181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g2975d56d0dc_2_181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g2975d56d0dc_2_181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g2975d56d0dc_2_181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g2975d56d0dc_2_181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g2975d56d0dc_2_181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g2975d56d0dc_2_181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g2975d56d0dc_2_181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g2975d56d0dc_2_181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g2975d56d0dc_2_181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g2975d56d0dc_2_181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g2975d56d0dc_2_181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g2975d56d0dc_2_181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g2975d56d0dc_2_181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g2975d56d0dc_2_181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g2975d56d0dc_2_181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g2975d56d0dc_2_181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g2975d56d0dc_2_181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g2975d56d0dc_2_181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g2975d56d0dc_2_181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g2975d56d0dc_2_181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g2975d56d0dc_2_181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g2975d56d0dc_2_181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g2975d56d0dc_2_181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g2975d56d0dc_2_181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g2975d56d0dc_2_181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g2975d56d0dc_2_181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g2975d56d0dc_2_181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g2975d56d0dc_2_181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g2975d56d0dc_2_181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g2975d56d0dc_2_181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g2975d56d0dc_2_181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g2975d56d0dc_2_181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g2975d56d0dc_2_181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g2975d56d0dc_2_181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g2975d56d0dc_2_181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g2975d56d0dc_2_181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g2975d56d0dc_2_181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g2975d56d0dc_2_181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g2975d56d0dc_2_181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g2975d56d0dc_2_181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g2975d56d0dc_2_181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g2975d56d0dc_2_181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g2975d56d0dc_2_181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g2975d56d0dc_2_181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g2975d56d0dc_2_181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g2975d56d0dc_2_181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g2975d56d0dc_2_181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g2975d56d0dc_2_181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g2975d56d0dc_2_181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g2975d56d0dc_2_181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g2975d56d0dc_2_181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g2975d56d0dc_2_181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g2975d56d0dc_2_181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g2975d56d0dc_2_181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g2975d56d0dc_2_181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g2975d56d0dc_2_181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g2975d56d0dc_2_181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g2975d56d0dc_2_181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g2975d56d0dc_2_181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g2975d56d0dc_2_181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g2975d56d0dc_2_181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g2975d56d0dc_2_181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g2975d56d0dc_2_181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g2975d56d0dc_2_181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g2975d56d0dc_2_181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g2975d56d0dc_2_181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g2975d56d0dc_2_181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g2975d56d0dc_2_181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g2975d56d0dc_2_181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g2975d56d0dc_2_181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g2975d56d0dc_2_181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g2975d56d0dc_2_181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g2975d56d0dc_2_181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g2975d56d0dc_2_181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g2975d56d0dc_2_181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g2975d56d0dc_2_181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g2975d56d0dc_2_181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g2975d56d0dc_2_181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g2975d56d0dc_2_181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g2975d56d0dc_2_181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g2975d56d0dc_2_181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g2975d56d0dc_2_181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g2975d56d0dc_2_181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g2975d56d0dc_2_181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g2975d56d0dc_2_181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g2975d56d0dc_2_181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g2975d56d0dc_2_181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g2975d56d0dc_2_181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g2975d56d0dc_2_181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g2975d56d0dc_2_181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g2975d56d0dc_2_181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g2975d56d0dc_2_181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g2975d56d0dc_2_181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g2975d56d0dc_2_181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g2975d56d0dc_2_181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g2975d56d0dc_2_181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g2975d56d0dc_2_181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g2975d56d0dc_2_181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g2975d56d0dc_2_181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g2975d56d0dc_2_181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g2975d56d0dc_2_181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g2975d56d0dc_2_181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g2975d56d0dc_2_181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g2975d56d0dc_2_181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g2975d56d0dc_2_181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g2975d56d0dc_2_181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g2975d56d0dc_2_181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g2975d56d0dc_2_181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g2975d56d0dc_2_181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g2975d56d0dc_2_181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g2975d56d0dc_2_181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g2975d56d0dc_2_181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g2975d56d0dc_2_181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g2975d56d0dc_2_181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g2975d56d0dc_2_181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g2975d56d0dc_2_181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g2975d56d0dc_2_181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g2975d56d0dc_2_181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g2975d56d0dc_2_181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g2975d56d0dc_2_181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g2975d56d0dc_2_181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g2975d56d0dc_2_181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g2975d56d0dc_2_181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g2975d56d0dc_2_181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g2975d56d0dc_2_181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g2975d56d0dc_2_181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g2975d56d0dc_2_181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g2975d56d0dc_2_181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g2975d56d0dc_2_181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g2975d56d0dc_2_181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g2975d56d0dc_2_181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g2975d56d0dc_2_181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g2975d56d0dc_2_181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g2975d56d0dc_2_181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g2975d56d0dc_2_181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g2975d56d0dc_2_181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g2975d56d0dc_2_181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g2975d56d0dc_2_181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g2975d56d0dc_2_181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g2975d56d0dc_2_181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g2975d56d0dc_2_181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g2975d56d0dc_2_181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g2975d56d0dc_2_181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g2975d56d0dc_2_181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g2975d56d0dc_2_181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g2975d56d0dc_2_181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g2975d56d0dc_2_181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g2975d56d0dc_2_181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g2975d56d0dc_2_181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g2975d56d0dc_2_181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g2975d56d0dc_2_181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g2975d56d0dc_2_181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g2975d56d0dc_2_181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g2975d56d0dc_2_181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g2975d56d0dc_2_181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g2975d56d0dc_2_181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g2975d56d0dc_2_181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g2975d56d0dc_2_181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g2975d56d0dc_2_181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g2975d56d0dc_2_181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g2975d56d0dc_2_181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g2975d56d0dc_2_181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g2975d56d0dc_2_181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g2975d56d0dc_2_181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g2975d56d0dc_2_181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g2975d56d0dc_2_181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g2975d56d0dc_2_181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g2975d56d0dc_2_181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g2975d56d0dc_2_181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g2975d56d0dc_2_181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g2975d56d0dc_2_181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g2975d56d0dc_2_181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g2975d56d0dc_2_181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g2975d56d0dc_2_181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g2975d56d0dc_2_181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g2975d56d0dc_2_181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g2975d56d0dc_2_181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g2975d56d0dc_2_181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g2975d56d0dc_2_181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g2975d56d0dc_2_181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g2975d56d0dc_2_181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g2975d56d0dc_2_181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g2975d56d0dc_2_181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g2975d56d0dc_2_181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g2975d56d0dc_2_181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g2975d56d0dc_2_181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g2975d56d0dc_2_181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g2975d56d0dc_2_181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g2975d56d0dc_2_181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g2975d56d0dc_2_181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g2975d56d0dc_2_181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g2975d56d0dc_2_181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g2975d56d0dc_2_181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g2975d56d0dc_2_181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g2975d56d0dc_2_181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g2975d56d0dc_2_181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g2975d56d0dc_2_181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g2975d56d0dc_2_181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g2975d56d0dc_2_181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g2975d56d0dc_2_181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g2975d56d0dc_2_181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g2975d56d0dc_2_181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g2975d56d0dc_2_181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g2975d56d0dc_2_181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g2975d56d0dc_2_181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g2975d56d0dc_2_181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g2975d56d0dc_2_181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g2975d56d0dc_2_181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g2975d56d0dc_2_181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g2975d56d0dc_2_181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g2975d56d0dc_2_181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g2975d56d0dc_2_181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g2975d56d0dc_2_181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g2975d56d0dc_2_181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g2975d56d0dc_2_181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g2975d56d0dc_2_181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g2975d56d0dc_2_181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g2975d56d0dc_2_181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g2975d56d0dc_2_181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g2975d56d0dc_2_181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g2975d56d0dc_2_181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g2975d56d0dc_2_181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g2975d56d0dc_2_181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g2975d56d0dc_2_181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g2975d56d0dc_2_181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g2975d56d0dc_2_181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g2975d56d0dc_2_181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g2975d56d0dc_2_181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g2975d56d0dc_2_181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g2975d56d0dc_2_181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g2975d56d0dc_2_181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g2975d56d0dc_2_181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g2975d56d0dc_2_181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g2975d56d0dc_2_181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g2975d56d0dc_2_181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g2975d56d0dc_2_181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g2975d56d0dc_2_181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g2975d56d0dc_2_181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g2975d56d0dc_2_181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g2975d56d0dc_2_181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g2975d56d0dc_2_181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g2975d56d0dc_2_181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g2975d56d0dc_2_181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g2975d56d0dc_2_181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g2975d56d0dc_2_181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g2975d56d0dc_2_181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g2975d56d0dc_2_181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g2975d56d0dc_2_181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g2975d56d0dc_2_181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g2975d56d0dc_2_181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g2975d56d0dc_2_181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g2975d56d0dc_2_181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g2975d56d0dc_2_181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g2975d56d0dc_2_181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g2975d56d0dc_2_181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g2975d56d0dc_2_181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g2975d56d0dc_2_181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g2975d56d0dc_2_181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g2975d56d0dc_2_181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g2975d56d0dc_2_181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g2975d56d0dc_2_181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g2975d56d0dc_2_181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g2975d56d0dc_2_181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g2975d56d0dc_2_181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g2975d56d0dc_2_181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g2975d56d0dc_2_181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g2975d56d0dc_2_181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g2975d56d0dc_2_181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g2975d56d0dc_2_181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g2975d56d0dc_2_181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g2975d56d0dc_2_181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g2975d56d0dc_2_181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g2975d56d0dc_2_181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g2975d56d0dc_2_181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g2975d56d0dc_2_181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g2975d56d0dc_2_181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g2975d56d0dc_2_181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g2975d56d0dc_2_181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g2975d56d0dc_2_181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g2975d56d0dc_2_181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g2975d56d0dc_2_181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g2975d56d0dc_2_181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g2975d56d0dc_2_181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g2975d56d0dc_2_181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g2975d56d0dc_2_181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g2975d56d0dc_2_181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g2975d56d0dc_2_181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g2975d56d0dc_2_181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g2975d56d0dc_2_181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g2975d56d0dc_2_181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g2975d56d0dc_2_181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g2975d56d0dc_2_181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g2975d56d0dc_2_181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g2975d56d0dc_2_181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g2975d56d0dc_2_181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g2975d56d0dc_2_181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g2975d56d0dc_2_181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g2975d56d0dc_2_181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g2975d56d0dc_2_181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g2975d56d0dc_2_181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g2975d56d0dc_2_181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g2975d56d0dc_2_181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g2975d56d0dc_2_181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g2975d56d0dc_2_181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g2975d56d0dc_2_181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g2975d56d0dc_2_181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g2975d56d0dc_2_181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g2975d56d0dc_2_181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g2975d56d0dc_2_181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g2975d56d0dc_2_181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g2975d56d0dc_2_181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g2975d56d0dc_2_181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g2975d56d0dc_2_181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g2975d56d0dc_2_181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g2975d56d0dc_2_181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g2975d56d0dc_2_181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g2975d56d0dc_2_181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g2975d56d0dc_2_181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g2975d56d0dc_2_181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g2975d56d0dc_2_181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g2975d56d0dc_2_181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g2975d56d0dc_2_181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g2975d56d0dc_2_181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g2975d56d0dc_2_181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g2975d56d0dc_2_181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g2975d56d0dc_2_181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g2975d56d0dc_2_181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g2975d56d0dc_2_181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g2975d56d0dc_2_181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g2975d56d0dc_2_181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g2975d56d0dc_2_181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g2975d56d0dc_2_181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g2975d56d0dc_2_181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g2975d56d0dc_2_181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g2975d56d0dc_2_181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g2975d56d0dc_2_181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g2975d56d0dc_2_181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g2975d56d0dc_2_181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g2975d56d0dc_2_181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g2975d56d0dc_2_181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g2975d56d0dc_2_181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g2975d56d0dc_2_181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g2975d56d0dc_2_181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g2975d56d0dc_2_181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g2975d56d0dc_2_181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g2975d56d0dc_2_181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g2975d56d0dc_2_181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g2975d56d0dc_2_181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g2975d56d0dc_2_181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g2975d56d0dc_2_181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g2975d56d0dc_2_181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g2975d56d0dc_2_181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g2975d56d0dc_2_181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g2975d56d0dc_2_181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g2975d56d0dc_2_181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g2975d56d0dc_2_181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g2975d56d0dc_2_181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g2975d56d0dc_2_181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g2975d56d0dc_2_181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g2975d56d0dc_2_181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g2975d56d0dc_2_181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g2975d56d0dc_2_181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g2975d56d0dc_2_181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g2975d56d0dc_2_181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g2975d56d0dc_2_181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g2975d56d0dc_2_181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g2975d56d0dc_2_181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g2975d56d0dc_2_181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g2975d56d0dc_2_181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g2975d56d0dc_2_181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g2975d56d0dc_2_181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g2975d56d0dc_2_181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g2975d56d0dc_2_181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g2975d56d0dc_2_181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g2975d56d0dc_2_181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g2975d56d0dc_2_181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g2975d56d0dc_2_1815"/>
            <p:cNvSpPr/>
            <p:nvPr/>
          </p:nvSpPr>
          <p:spPr>
            <a:xfrm>
              <a:off x="2821609" y="1933425"/>
              <a:ext cx="0" cy="109"/>
            </a:xfrm>
            <a:custGeom>
              <a:rect b="b" l="l" r="r" t="t"/>
              <a:pathLst>
                <a:path extrusionOk="0" h="8" w="12000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g2975d56d0dc_2_181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g2975d56d0dc_2_181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g2975d56d0dc_2_181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g2975d56d0dc_2_181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g2975d56d0dc_2_181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g2975d56d0dc_2_181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g2975d56d0dc_2_181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g2975d56d0dc_2_181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g2975d56d0dc_2_181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g2975d56d0dc_2_181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g2975d56d0dc_2_1815"/>
            <p:cNvSpPr/>
            <p:nvPr/>
          </p:nvSpPr>
          <p:spPr>
            <a:xfrm>
              <a:off x="2821324" y="1935950"/>
              <a:ext cx="0" cy="14"/>
            </a:xfrm>
            <a:custGeom>
              <a:rect b="b" l="l" r="r" t="t"/>
              <a:pathLst>
                <a:path extrusionOk="0" h="1" w="12000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g2975d56d0dc_2_1815"/>
            <p:cNvSpPr/>
            <p:nvPr/>
          </p:nvSpPr>
          <p:spPr>
            <a:xfrm>
              <a:off x="2821609" y="1934945"/>
              <a:ext cx="0" cy="68"/>
            </a:xfrm>
            <a:custGeom>
              <a:rect b="b" l="l" r="r" t="t"/>
              <a:pathLst>
                <a:path extrusionOk="0" h="5" w="12000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g2975d56d0dc_2_181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g2975d56d0dc_2_1815"/>
            <p:cNvSpPr/>
            <p:nvPr/>
          </p:nvSpPr>
          <p:spPr>
            <a:xfrm>
              <a:off x="2821039" y="1936330"/>
              <a:ext cx="0" cy="54"/>
            </a:xfrm>
            <a:custGeom>
              <a:rect b="b" l="l" r="r" t="t"/>
              <a:pathLst>
                <a:path extrusionOk="0" h="4" w="12000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g2975d56d0dc_2_181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g2975d56d0dc_2_181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g2975d56d0dc_2_181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g2975d56d0dc_2_181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g2975d56d0dc_2_181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g2975d56d0dc_2_181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g2975d56d0dc_2_181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g2975d56d0dc_2_181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g2975d56d0dc_2_181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g2975d56d0dc_2_181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g2975d56d0dc_2_181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g2975d56d0dc_2_181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g2975d56d0dc_2_181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g2975d56d0dc_2_181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g2975d56d0dc_2_181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g2975d56d0dc_2_181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g2975d56d0dc_2_181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g2975d56d0dc_2_181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g2975d56d0dc_2_181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g2975d56d0dc_2_181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g2975d56d0dc_2_181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g2975d56d0dc_2_181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g2975d56d0dc_2_181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g2975d56d0dc_2_181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g2975d56d0dc_2_181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g2975d56d0dc_2_181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g2975d56d0dc_2_181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g2975d56d0dc_2_181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g2975d56d0dc_2_181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g2975d56d0dc_2_181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g2975d56d0dc_2_181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g2975d56d0dc_2_181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g2975d56d0dc_2_181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g2975d56d0dc_2_181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g2975d56d0dc_2_181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g2975d56d0dc_2_181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g2975d56d0dc_2_181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g2975d56d0dc_2_181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g2975d56d0dc_2_181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g2975d56d0dc_2_181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g2975d56d0dc_2_181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g2975d56d0dc_2_181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g2975d56d0dc_2_181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g2975d56d0dc_2_181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g2975d56d0dc_2_181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g2975d56d0dc_2_181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g2975d56d0dc_2_181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g2975d56d0dc_2_181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g2975d56d0dc_2_181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g2975d56d0dc_2_181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g2975d56d0dc_2_181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g2975d56d0dc_2_181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g2975d56d0dc_2_181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g2975d56d0dc_2_181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g2975d56d0dc_2_181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g2975d56d0dc_2_181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g2975d56d0dc_2_181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g2975d56d0dc_2_181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g2975d56d0dc_2_181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g2975d56d0dc_2_181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g2975d56d0dc_2_181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g2975d56d0dc_2_181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g2975d56d0dc_2_181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g2975d56d0dc_2_181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g2975d56d0dc_2_181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g2975d56d0dc_2_181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g2975d56d0dc_2_181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g2975d56d0dc_2_181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g2975d56d0dc_2_181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g2975d56d0dc_2_181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g2975d56d0dc_2_181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g2975d56d0dc_2_181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g2975d56d0dc_2_181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g2975d56d0dc_2_181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g2975d56d0dc_2_181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g2975d56d0dc_2_181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g2975d56d0dc_2_181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g2975d56d0dc_2_181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g2975d56d0dc_2_181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g2975d56d0dc_2_181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g2975d56d0dc_2_181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g2975d56d0dc_2_181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g2975d56d0dc_2_181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g2975d56d0dc_2_181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g2975d56d0dc_2_181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g2975d56d0dc_2_181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g2975d56d0dc_2_181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g2975d56d0dc_2_181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g2975d56d0dc_2_181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g2975d56d0dc_2_181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g2975d56d0dc_2_181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g2975d56d0dc_2_181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g2975d56d0dc_2_181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g2975d56d0dc_2_181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g2975d56d0dc_2_181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g2975d56d0dc_2_181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g2975d56d0dc_2_181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g2975d56d0dc_2_181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g2975d56d0dc_2_181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g2975d56d0dc_2_181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g2975d56d0dc_2_181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g2975d56d0dc_2_181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g2975d56d0dc_2_181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g2975d56d0dc_2_181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g2975d56d0dc_2_181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g2975d56d0dc_2_181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g2975d56d0dc_2_181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g2975d56d0dc_2_181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g2975d56d0dc_2_181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g2975d56d0dc_2_181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g2975d56d0dc_2_181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g2975d56d0dc_2_181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g2975d56d0dc_2_181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g2975d56d0dc_2_181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g2975d56d0dc_2_181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g2975d56d0dc_2_181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g2975d56d0dc_2_181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g2975d56d0dc_2_181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g2975d56d0dc_2_181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g2975d56d0dc_2_181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g2975d56d0dc_2_181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g2975d56d0dc_2_181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g2975d56d0dc_2_181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g2975d56d0dc_2_181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g2975d56d0dc_2_181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g2975d56d0dc_2_181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g2975d56d0dc_2_181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g2975d56d0dc_2_181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g2975d56d0dc_2_181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g2975d56d0dc_2_181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g2975d56d0dc_2_181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g2975d56d0dc_2_181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g2975d56d0dc_2_181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g2975d56d0dc_2_181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g2975d56d0dc_2_181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g2975d56d0dc_2_181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g2975d56d0dc_2_181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g2975d56d0dc_2_181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g2975d56d0dc_2_181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g2975d56d0dc_2_181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g2975d56d0dc_2_181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g2975d56d0dc_2_181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g2975d56d0dc_2_181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g2975d56d0dc_2_181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g2975d56d0dc_2_181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g2975d56d0dc_2_181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g2975d56d0dc_2_181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g2975d56d0dc_2_181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g2975d56d0dc_2_181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g2975d56d0dc_2_181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g2975d56d0dc_2_181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g2975d56d0dc_2_181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g2975d56d0dc_2_181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g2975d56d0dc_2_181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g2975d56d0dc_2_181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g2975d56d0dc_2_181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g2975d56d0dc_2_181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g2975d56d0dc_2_181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g2975d56d0dc_2_181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g2975d56d0dc_2_181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g2975d56d0dc_2_181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g2975d56d0dc_2_181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g2975d56d0dc_2_181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g2975d56d0dc_2_181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g2975d56d0dc_2_181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g2975d56d0dc_2_181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g2975d56d0dc_2_181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g2975d56d0dc_2_181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g2975d56d0dc_2_181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g2975d56d0dc_2_181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g2975d56d0dc_2_181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g2975d56d0dc_2_181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g2975d56d0dc_2_181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g2975d56d0dc_2_181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g2975d56d0dc_2_181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g2975d56d0dc_2_181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g2975d56d0dc_2_181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g2975d56d0dc_2_181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g2975d56d0dc_2_181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g2975d56d0dc_2_181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g2975d56d0dc_2_181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g2975d56d0dc_2_181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g2975d56d0dc_2_181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g2975d56d0dc_2_181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g2975d56d0dc_2_181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g2975d56d0dc_2_181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g2975d56d0dc_2_181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g2975d56d0dc_2_181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g2975d56d0dc_2_181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g2975d56d0dc_2_181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g2975d56d0dc_2_181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g2975d56d0dc_2_181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g2975d56d0dc_2_181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g2975d56d0dc_2_181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g2975d56d0dc_2_181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g2975d56d0dc_2_181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g2975d56d0dc_2_181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g2975d56d0dc_2_181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g2975d56d0dc_2_181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g2975d56d0dc_2_181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g2975d56d0dc_2_181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g2975d56d0dc_2_181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g2975d56d0dc_2_181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g2975d56d0dc_2_181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g2975d56d0dc_2_181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g2975d56d0dc_2_181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g2975d56d0dc_2_181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g2975d56d0dc_2_181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g2975d56d0dc_2_181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g2975d56d0dc_2_181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g2975d56d0dc_2_181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g2975d56d0dc_2_181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g2975d56d0dc_2_181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g2975d56d0dc_2_181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g2975d56d0dc_2_181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g2975d56d0dc_2_181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g2975d56d0dc_2_181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g2975d56d0dc_2_181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g2975d56d0dc_2_181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g2975d56d0dc_2_181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g2975d56d0dc_2_181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g2975d56d0dc_2_181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g2975d56d0dc_2_181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g2975d56d0dc_2_181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g2975d56d0dc_2_181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g2975d56d0dc_2_181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g2975d56d0dc_2_181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g2975d56d0dc_2_181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g2975d56d0dc_2_181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g2975d56d0dc_2_181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g2975d56d0dc_2_181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g2975d56d0dc_2_181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g2975d56d0dc_2_181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g2975d56d0dc_2_181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g2975d56d0dc_2_181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g2975d56d0dc_2_181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g2975d56d0dc_2_181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g2975d56d0dc_2_181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g2975d56d0dc_2_181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g2975d56d0dc_2_181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g2975d56d0dc_2_181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g2975d56d0dc_2_181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g2975d56d0dc_2_181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g2975d56d0dc_2_181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g2975d56d0dc_2_181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g2975d56d0dc_2_181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g2975d56d0dc_2_181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g2975d56d0dc_2_181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g2975d56d0dc_2_181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g2975d56d0dc_2_181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g2975d56d0dc_2_181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g2975d56d0dc_2_181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g2975d56d0dc_2_181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g2975d56d0dc_2_181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g2975d56d0dc_2_181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g2975d56d0dc_2_181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g2975d56d0dc_2_181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g2975d56d0dc_2_181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g2975d56d0dc_2_181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g2975d56d0dc_2_181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g2975d56d0dc_2_181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g2975d56d0dc_2_181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g2975d56d0dc_2_181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g2975d56d0dc_2_181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g2975d56d0dc_2_181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g2975d56d0dc_2_181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g2975d56d0dc_2_181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g2975d56d0dc_2_181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g2975d56d0dc_2_181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g2975d56d0dc_2_181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g2975d56d0dc_2_181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g2975d56d0dc_2_181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g2975d56d0dc_2_181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g2975d56d0dc_2_181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g2975d56d0dc_2_181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g2975d56d0dc_2_181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g2975d56d0dc_2_181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g2975d56d0dc_2_181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g2975d56d0dc_2_181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g2975d56d0dc_2_181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g2975d56d0dc_2_181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g2975d56d0dc_2_181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g2975d56d0dc_2_181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g2975d56d0dc_2_181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g2975d56d0dc_2_181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g2975d56d0dc_2_181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g2975d56d0dc_2_181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g2975d56d0dc_2_181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g2975d56d0dc_2_181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g2975d56d0dc_2_181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g2975d56d0dc_2_181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g2975d56d0dc_2_181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g2975d56d0dc_2_181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g2975d56d0dc_2_181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g2975d56d0dc_2_181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g2975d56d0dc_2_181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g2975d56d0dc_2_181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g2975d56d0dc_2_181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g2975d56d0dc_2_181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g2975d56d0dc_2_181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g2975d56d0dc_2_181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g2975d56d0dc_2_181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g2975d56d0dc_2_181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g2975d56d0dc_2_181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g2975d56d0dc_2_181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g2975d56d0dc_2_181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g2975d56d0dc_2_181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g2975d56d0dc_2_181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g2975d56d0dc_2_181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g2975d56d0dc_2_181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g2975d56d0dc_2_181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g2975d56d0dc_2_181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g2975d56d0dc_2_181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g2975d56d0dc_2_181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g2975d56d0dc_2_181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g2975d56d0dc_2_181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g2975d56d0dc_2_181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g2975d56d0dc_2_181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g2975d56d0dc_2_181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g2975d56d0dc_2_181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g2975d56d0dc_2_181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g2975d56d0dc_2_181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g2975d56d0dc_2_181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g2975d56d0dc_2_181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g2975d56d0dc_2_181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g2975d56d0dc_2_181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g2975d56d0dc_2_181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g2975d56d0dc_2_181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g2975d56d0dc_2_181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g2975d56d0dc_2_181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g2975d56d0dc_2_181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g2975d56d0dc_2_181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g2975d56d0dc_2_181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g2975d56d0dc_2_181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g2975d56d0dc_2_181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g2975d56d0dc_2_181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g2975d56d0dc_2_181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g2975d56d0dc_2_181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g2975d56d0dc_2_181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g2975d56d0dc_2_181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g2975d56d0dc_2_181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g2975d56d0dc_2_181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g2975d56d0dc_2_181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g2975d56d0dc_2_181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g2975d56d0dc_2_181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g2975d56d0dc_2_181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g2975d56d0dc_2_181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g2975d56d0dc_2_181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g2975d56d0dc_2_181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g2975d56d0dc_2_181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g2975d56d0dc_2_181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g2975d56d0dc_2_181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g2975d56d0dc_2_181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g2975d56d0dc_2_181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g2975d56d0dc_2_181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g2975d56d0dc_2_181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g2975d56d0dc_2_181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g2975d56d0dc_2_181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g2975d56d0dc_2_181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g2975d56d0dc_2_181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g2975d56d0dc_2_181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g2975d56d0dc_2_181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g2975d56d0dc_2_181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g2975d56d0dc_2_181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g2975d56d0dc_2_181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g2975d56d0dc_2_181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g2975d56d0dc_2_181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g2975d56d0dc_2_181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g2975d56d0dc_2_181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g2975d56d0dc_2_181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g2975d56d0dc_2_181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g2975d56d0dc_2_181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g2975d56d0dc_2_181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g2975d56d0dc_2_181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g2975d56d0dc_2_181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g2975d56d0dc_2_181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g2975d56d0dc_2_181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g2975d56d0dc_2_181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g2975d56d0dc_2_181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g2975d56d0dc_2_181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g2975d56d0dc_2_181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g2975d56d0dc_2_181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g2975d56d0dc_2_181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g2975d56d0dc_2_181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g2975d56d0dc_2_181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g2975d56d0dc_2_181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g2975d56d0dc_2_181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g2975d56d0dc_2_181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g2975d56d0dc_2_181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g2975d56d0dc_2_181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g2975d56d0dc_2_181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g2975d56d0dc_2_181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g2975d56d0dc_2_181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g2975d56d0dc_2_181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g2975d56d0dc_2_181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g2975d56d0dc_2_181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g2975d56d0dc_2_181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g2975d56d0dc_2_181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g2975d56d0dc_2_181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g2975d56d0dc_2_181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g2975d56d0dc_2_181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g2975d56d0dc_2_181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g2975d56d0dc_2_181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g2975d56d0dc_2_181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g2975d56d0dc_2_181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g2975d56d0dc_2_181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g2975d56d0dc_2_181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g2975d56d0dc_2_181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g2975d56d0dc_2_181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g2975d56d0dc_2_181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g2975d56d0dc_2_181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g2975d56d0dc_2_181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g2975d56d0dc_2_181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g2975d56d0dc_2_181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g2975d56d0dc_2_181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g2975d56d0dc_2_181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g2975d56d0dc_2_181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g2975d56d0dc_2_181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g2975d56d0dc_2_181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g2975d56d0dc_2_181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g2975d56d0dc_2_181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g2975d56d0dc_2_181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g2975d56d0dc_2_181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g2975d56d0dc_2_181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g2975d56d0dc_2_181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g2975d56d0dc_2_181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g2975d56d0dc_2_181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g2975d56d0dc_2_181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g2975d56d0dc_2_181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g2975d56d0dc_2_181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g2975d56d0dc_2_181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g2975d56d0dc_2_181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g2975d56d0dc_2_181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g2975d56d0dc_2_181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g2975d56d0dc_2_181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g2975d56d0dc_2_181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g2975d56d0dc_2_181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g2975d56d0dc_2_181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g2975d56d0dc_2_181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g2975d56d0dc_2_181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g2975d56d0dc_2_181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g2975d56d0dc_2_181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g2975d56d0dc_2_181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g2975d56d0dc_2_181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g2975d56d0dc_2_181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g2975d56d0dc_2_181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g2975d56d0dc_2_181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g2975d56d0dc_2_181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g2975d56d0dc_2_181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g2975d56d0dc_2_181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g2975d56d0dc_2_181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g2975d56d0dc_2_181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g2975d56d0dc_2_181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g2975d56d0dc_2_181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g2975d56d0dc_2_181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g2975d56d0dc_2_181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g2975d56d0dc_2_181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g2975d56d0dc_2_181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g2975d56d0dc_2_181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g2975d56d0dc_2_181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g2975d56d0dc_2_181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g2975d56d0dc_2_181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g2975d56d0dc_2_181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g2975d56d0dc_2_181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g2975d56d0dc_2_181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g2975d56d0dc_2_181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g2975d56d0dc_2_181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g2975d56d0dc_2_181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g2975d56d0dc_2_181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g2975d56d0dc_2_181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g2975d56d0dc_2_181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g2975d56d0dc_2_181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g2975d56d0dc_2_181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g2975d56d0dc_2_181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g2975d56d0dc_2_181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g2975d56d0dc_2_181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g2975d56d0dc_2_181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g2975d56d0dc_2_181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g2975d56d0dc_2_181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g2975d56d0dc_2_181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g2975d56d0dc_2_181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g2975d56d0dc_2_181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g2975d56d0dc_2_181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g2975d56d0dc_2_181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g2975d56d0dc_2_181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g2975d56d0dc_2_181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g2975d56d0dc_2_181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g2975d56d0dc_2_181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g2975d56d0dc_2_181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g2975d56d0dc_2_181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g2975d56d0dc_2_181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g2975d56d0dc_2_181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g2975d56d0dc_2_181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g2975d56d0dc_2_181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g2975d56d0dc_2_181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g2975d56d0dc_2_181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g2975d56d0dc_2_181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g2975d56d0dc_2_181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g2975d56d0dc_2_181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g2975d56d0dc_2_181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g2975d56d0dc_2_181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g2975d56d0dc_2_181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g2975d56d0dc_2_181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g2975d56d0dc_2_181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g2975d56d0dc_2_181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g2975d56d0dc_2_181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g2975d56d0dc_2_181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g2975d56d0dc_2_181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g2975d56d0dc_2_181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g2975d56d0dc_2_181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g2975d56d0dc_2_181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g2975d56d0dc_2_181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g2975d56d0dc_2_181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g2975d56d0dc_2_181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g2975d56d0dc_2_181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g2975d56d0dc_2_181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g2975d56d0dc_2_181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g2975d56d0dc_2_181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g2975d56d0dc_2_181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g2975d56d0dc_2_181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g2975d56d0dc_2_181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g2975d56d0dc_2_181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g2975d56d0dc_2_181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g2975d56d0dc_2_181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g2975d56d0dc_2_181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g2975d56d0dc_2_181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g2975d56d0dc_2_181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g2975d56d0dc_2_181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g2975d56d0dc_2_181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g2975d56d0dc_2_181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g2975d56d0dc_2_181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g2975d56d0dc_2_181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g2975d56d0dc_2_181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g2975d56d0dc_2_181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g2975d56d0dc_2_181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g2975d56d0dc_2_181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g2975d56d0dc_2_181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g2975d56d0dc_2_181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g2975d56d0dc_2_181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g2975d56d0dc_2_181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g2975d56d0dc_2_181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g2975d56d0dc_2_181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g2975d56d0dc_2_181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g2975d56d0dc_2_181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g2975d56d0dc_2_181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g2975d56d0dc_2_181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g2975d56d0dc_2_181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g2975d56d0dc_2_181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g2975d56d0dc_2_181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g2975d56d0dc_2_181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g2975d56d0dc_2_181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g2975d56d0dc_2_181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g2975d56d0dc_2_181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g2975d56d0dc_2_181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g2975d56d0dc_2_181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g2975d56d0dc_2_181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g2975d56d0dc_2_181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g2975d56d0dc_2_181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g2975d56d0dc_2_181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g2975d56d0dc_2_181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g2975d56d0dc_2_181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g2975d56d0dc_2_181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g2975d56d0dc_2_181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g2975d56d0dc_2_181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g2975d56d0dc_2_181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g2975d56d0dc_2_181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g2975d56d0dc_2_181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g2975d56d0dc_2_181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g2975d56d0dc_2_181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g2975d56d0dc_2_181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g2975d56d0dc_2_181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g2975d56d0dc_2_181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g2975d56d0dc_2_181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g2975d56d0dc_2_181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g2975d56d0dc_2_181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g2975d56d0dc_2_181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g2975d56d0dc_2_181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g2975d56d0dc_2_181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g2975d56d0dc_2_181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g2975d56d0dc_2_181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g2975d56d0dc_2_181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g2975d56d0dc_2_181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g2975d56d0dc_2_181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g2975d56d0dc_2_181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g2975d56d0dc_2_181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g2975d56d0dc_2_181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g2975d56d0dc_2_181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g2975d56d0dc_2_181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g2975d56d0dc_2_181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g2975d56d0dc_2_181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g2975d56d0dc_2_181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g2975d56d0dc_2_181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g2975d56d0dc_2_181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g2975d56d0dc_2_181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g2975d56d0dc_2_181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g2975d56d0dc_2_181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g2975d56d0dc_2_181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g2975d56d0dc_2_181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g2975d56d0dc_2_181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g2975d56d0dc_2_181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g2975d56d0dc_2_181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g2975d56d0dc_2_181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g2975d56d0dc_2_181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g2975d56d0dc_2_181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g2975d56d0dc_2_181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g2975d56d0dc_2_181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g2975d56d0dc_2_181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g2975d56d0dc_2_181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g2975d56d0dc_2_181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g2975d56d0dc_2_181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g2975d56d0dc_2_181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g2975d56d0dc_2_181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g2975d56d0dc_2_181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g2975d56d0dc_2_181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g2975d56d0dc_2_181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g2975d56d0dc_2_181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g2975d56d0dc_2_181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g2975d56d0dc_2_181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g2975d56d0dc_2_181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g2975d56d0dc_2_181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g2975d56d0dc_2_181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g2975d56d0dc_2_181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g2975d56d0dc_2_181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g2975d56d0dc_2_181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g2975d56d0dc_2_181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g2975d56d0dc_2_181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g2975d56d0dc_2_181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g2975d56d0dc_2_181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g2975d56d0dc_2_181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g2975d56d0dc_2_181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g2975d56d0dc_2_181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g2975d56d0dc_2_181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g2975d56d0dc_2_181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g2975d56d0dc_2_181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g2975d56d0dc_2_181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g2975d56d0dc_2_181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g2975d56d0dc_2_181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g2975d56d0dc_2_181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g2975d56d0dc_2_181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g2975d56d0dc_2_181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g2975d56d0dc_2_181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g2975d56d0dc_2_181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g2975d56d0dc_2_181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g2975d56d0dc_2_181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g2975d56d0dc_2_181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g2975d56d0dc_2_181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g2975d56d0dc_2_181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g2975d56d0dc_2_181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g2975d56d0dc_2_181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g2975d56d0dc_2_181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g2975d56d0dc_2_181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g2975d56d0dc_2_181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g2975d56d0dc_2_181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g2975d56d0dc_2_181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g2975d56d0dc_2_181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g2975d56d0dc_2_181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g2975d56d0dc_2_181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g2975d56d0dc_2_181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g2975d56d0dc_2_181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g2975d56d0dc_2_181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g2975d56d0dc_2_181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g2975d56d0dc_2_181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g2975d56d0dc_2_181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g2975d56d0dc_2_181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g2975d56d0dc_2_181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g2975d56d0dc_2_181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g2975d56d0dc_2_181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g2975d56d0dc_2_181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g2975d56d0dc_2_181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g2975d56d0dc_2_181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g2975d56d0dc_2_181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g2975d56d0dc_2_181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g2975d56d0dc_2_181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g2975d56d0dc_2_181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g2975d56d0dc_2_181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g2975d56d0dc_2_181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g2975d56d0dc_2_181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g2975d56d0dc_2_181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g2975d56d0dc_2_181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g2975d56d0dc_2_181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g2975d56d0dc_2_181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g2975d56d0dc_2_181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g2975d56d0dc_2_181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g2975d56d0dc_2_181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g2975d56d0dc_2_181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g2975d56d0dc_2_181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g2975d56d0dc_2_181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g2975d56d0dc_2_181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g2975d56d0dc_2_181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g2975d56d0dc_2_181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g2975d56d0dc_2_181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g2975d56d0dc_2_181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g2975d56d0dc_2_181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g2975d56d0dc_2_181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g2975d56d0dc_2_181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g2975d56d0dc_2_181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g2975d56d0dc_2_181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g2975d56d0dc_2_181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g2975d56d0dc_2_181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g2975d56d0dc_2_181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g2975d56d0dc_2_181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g2975d56d0dc_2_181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g2975d56d0dc_2_181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g2975d56d0dc_2_181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g2975d56d0dc_2_181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g2975d56d0dc_2_181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g2975d56d0dc_2_181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g2975d56d0dc_2_181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g2975d56d0dc_2_181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g2975d56d0dc_2_181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g2975d56d0dc_2_181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g2975d56d0dc_2_181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g2975d56d0dc_2_181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g2975d56d0dc_2_181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g2975d56d0dc_2_181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g2975d56d0dc_2_181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g2975d56d0dc_2_181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g2975d56d0dc_2_181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g2975d56d0dc_2_181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g2975d56d0dc_2_181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g2975d56d0dc_2_181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g2975d56d0dc_2_181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g2975d56d0dc_2_181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g2975d56d0dc_2_181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g2975d56d0dc_2_181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g2975d56d0dc_2_181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g2975d56d0dc_2_181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g2975d56d0dc_2_181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g2975d56d0dc_2_181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g2975d56d0dc_2_181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g2975d56d0dc_2_181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g2975d56d0dc_2_181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g2975d56d0dc_2_181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g2975d56d0dc_2_181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g2975d56d0dc_2_181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g2975d56d0dc_2_181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g2975d56d0dc_2_181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g2975d56d0dc_2_181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g2975d56d0dc_2_181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g2975d56d0dc_2_181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g2975d56d0dc_2_181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g2975d56d0dc_2_181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g2975d56d0dc_2_181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g2975d56d0dc_2_181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g2975d56d0dc_2_181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g2975d56d0dc_2_181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g2975d56d0dc_2_181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g2975d56d0dc_2_181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g2975d56d0dc_2_181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g2975d56d0dc_2_181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g2975d56d0dc_2_181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g2975d56d0dc_2_181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g2975d56d0dc_2_181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g2975d56d0dc_2_181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g2975d56d0dc_2_181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g2975d56d0dc_2_181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g2975d56d0dc_2_181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g2975d56d0dc_2_181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g2975d56d0dc_2_181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g2975d56d0dc_2_181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g2975d56d0dc_2_181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g2975d56d0dc_2_181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g2975d56d0dc_2_181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g2975d56d0dc_2_181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g2975d56d0dc_2_181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g2975d56d0dc_2_181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g2975d56d0dc_2_181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g2975d56d0dc_2_181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g2975d56d0dc_2_181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g2975d56d0dc_2_181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g2975d56d0dc_2_181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g2975d56d0dc_2_181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g2975d56d0dc_2_181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g2975d56d0dc_2_181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g2975d56d0dc_2_181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g2975d56d0dc_2_181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g2975d56d0dc_2_181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g2975d56d0dc_2_181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g2975d56d0dc_2_181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g2975d56d0dc_2_181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g2975d56d0dc_2_181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g2975d56d0dc_2_181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g2975d56d0dc_2_181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g2975d56d0dc_2_181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g2975d56d0dc_2_181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g2975d56d0dc_2_181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g2975d56d0dc_2_181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g2975d56d0dc_2_181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g2975d56d0dc_2_181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g2975d56d0dc_2_181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g2975d56d0dc_2_181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g2975d56d0dc_2_181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g2975d56d0dc_2_181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g2975d56d0dc_2_181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g2975d56d0dc_2_181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g2975d56d0dc_2_181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g2975d56d0dc_2_181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g2975d56d0dc_2_181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g2975d56d0dc_2_181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g2975d56d0dc_2_181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g2975d56d0dc_2_181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g2975d56d0dc_2_181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g2975d56d0dc_2_181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g2975d56d0dc_2_181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g2975d56d0dc_2_181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g2975d56d0dc_2_181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g2975d56d0dc_2_181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g2975d56d0dc_2_181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g2975d56d0dc_2_181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g2975d56d0dc_2_181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g2975d56d0dc_2_181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g2975d56d0dc_2_181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g2975d56d0dc_2_181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g2975d56d0dc_2_181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g2975d56d0dc_2_181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g2975d56d0dc_2_181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g2975d56d0dc_2_181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g2975d56d0dc_2_181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g2975d56d0dc_2_181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g2975d56d0dc_2_181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g2975d56d0dc_2_181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g2975d56d0dc_2_181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g2975d56d0dc_2_181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g2975d56d0dc_2_181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g2975d56d0dc_2_181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g2975d56d0dc_2_181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g2975d56d0dc_2_181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g2975d56d0dc_2_181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g2975d56d0dc_2_181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g2975d56d0dc_2_181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g2975d56d0dc_2_181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g2975d56d0dc_2_181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g2975d56d0dc_2_181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g2975d56d0dc_2_181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g2975d56d0dc_2_181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g2975d56d0dc_2_181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g2975d56d0dc_2_181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g2975d56d0dc_2_181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g2975d56d0dc_2_181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g2975d56d0dc_2_181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g2975d56d0dc_2_181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g2975d56d0dc_2_181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g2975d56d0dc_2_181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g2975d56d0dc_2_181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g2975d56d0dc_2_181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g2975d56d0dc_2_181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g2975d56d0dc_2_181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g2975d56d0dc_2_181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g2975d56d0dc_2_181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g2975d56d0dc_2_181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g2975d56d0dc_2_181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g2975d56d0dc_2_181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g2975d56d0dc_2_181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g2975d56d0dc_2_181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g2975d56d0dc_2_181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g2975d56d0dc_2_181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g2975d56d0dc_2_181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g2975d56d0dc_2_181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g2975d56d0dc_2_181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g2975d56d0dc_2_181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g2975d56d0dc_2_181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g2975d56d0dc_2_181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g2975d56d0dc_2_181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g2975d56d0dc_2_181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g2975d56d0dc_2_181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g2975d56d0dc_2_181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g2975d56d0dc_2_181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g2975d56d0dc_2_181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g2975d56d0dc_2_181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g2975d56d0dc_2_181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g2975d56d0dc_2_181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g2975d56d0dc_2_181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g2975d56d0dc_2_181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g2975d56d0dc_2_181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g2975d56d0dc_2_181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g2975d56d0dc_2_181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g2975d56d0dc_2_181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g2975d56d0dc_2_181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g2975d56d0dc_2_181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g2975d56d0dc_2_181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g2975d56d0dc_2_181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g2975d56d0dc_2_181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g2975d56d0dc_2_181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g2975d56d0dc_2_181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g2975d56d0dc_2_181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g2975d56d0dc_2_181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g2975d56d0dc_2_181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g2975d56d0dc_2_181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g2975d56d0dc_2_181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g2975d56d0dc_2_181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g2975d56d0dc_2_181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g2975d56d0dc_2_181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g2975d56d0dc_2_181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g2975d56d0dc_2_181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g2975d56d0dc_2_181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g2975d56d0dc_2_181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g2975d56d0dc_2_181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g2975d56d0dc_2_181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g2975d56d0dc_2_181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g2975d56d0dc_2_181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g2975d56d0dc_2_181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g2975d56d0dc_2_181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g2975d56d0dc_2_181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g2975d56d0dc_2_181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g2975d56d0dc_2_181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g2975d56d0dc_2_181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g2975d56d0dc_2_181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g2975d56d0dc_2_181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g2975d56d0dc_2_181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g2975d56d0dc_2_181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g2975d56d0dc_2_181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g2975d56d0dc_2_181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g2975d56d0dc_2_181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g2975d56d0dc_2_181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g2975d56d0dc_2_181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g2975d56d0dc_2_181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g2975d56d0dc_2_181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g2975d56d0dc_2_181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g2975d56d0dc_2_181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g2975d56d0dc_2_181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g2975d56d0dc_2_181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g2975d56d0dc_2_181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g2975d56d0dc_2_181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g2975d56d0dc_2_181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g2975d56d0dc_2_181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g2975d56d0dc_2_181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g2975d56d0dc_2_181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g2975d56d0dc_2_181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g2975d56d0dc_2_181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g2975d56d0dc_2_181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g2975d56d0dc_2_181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g2975d56d0dc_2_181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g2975d56d0dc_2_181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g2975d56d0dc_2_181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g2975d56d0dc_2_181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g2975d56d0dc_2_181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g2975d56d0dc_2_181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g2975d56d0dc_2_181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g2975d56d0dc_2_181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g2975d56d0dc_2_181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g2975d56d0dc_2_181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g2975d56d0dc_2_181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g2975d56d0dc_2_181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g2975d56d0dc_2_181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g2975d56d0dc_2_181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g2975d56d0dc_2_181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g2975d56d0dc_2_181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g2975d56d0dc_2_181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g2975d56d0dc_2_181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g2975d56d0dc_2_181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g2975d56d0dc_2_181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g2975d56d0dc_2_181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g2975d56d0dc_2_181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g2975d56d0dc_2_181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g2975d56d0dc_2_181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g2975d56d0dc_2_181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g2975d56d0dc_2_181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g2975d56d0dc_2_181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g2975d56d0dc_2_181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g2975d56d0dc_2_181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g2975d56d0dc_2_181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g2975d56d0dc_2_181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g2975d56d0dc_2_181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g2975d56d0dc_2_181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g2975d56d0dc_2_181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g2975d56d0dc_2_181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g2975d56d0dc_2_181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g2975d56d0dc_2_181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g2975d56d0dc_2_181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g2975d56d0dc_2_181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g2975d56d0dc_2_181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g2975d56d0dc_2_181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g2975d56d0dc_2_181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g2975d56d0dc_2_181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g2975d56d0dc_2_181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g2975d56d0dc_2_181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g2975d56d0dc_2_181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g2975d56d0dc_2_181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g2975d56d0dc_2_181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g2975d56d0dc_2_181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g2975d56d0dc_2_181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g2975d56d0dc_2_181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g2975d56d0dc_2_181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g2975d56d0dc_2_181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g2975d56d0dc_2_181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g2975d56d0dc_2_181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g2975d56d0dc_2_181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g2975d56d0dc_2_181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g2975d56d0dc_2_181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g2975d56d0dc_2_181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g2975d56d0dc_2_181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g2975d56d0dc_2_181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g2975d56d0dc_2_181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g2975d56d0dc_2_181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g2975d56d0dc_2_181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g2975d56d0dc_2_181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g2975d56d0dc_2_181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g2975d56d0dc_2_181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g2975d56d0dc_2_181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g2975d56d0dc_2_181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g2975d56d0dc_2_181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g2975d56d0dc_2_181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g2975d56d0dc_2_181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g2975d56d0dc_2_181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g2975d56d0dc_2_181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g2975d56d0dc_2_181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g2975d56d0dc_2_181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g2975d56d0dc_2_181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g2975d56d0dc_2_181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g2975d56d0dc_2_181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g2975d56d0dc_2_181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g2975d56d0dc_2_181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g2975d56d0dc_2_181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g2975d56d0dc_2_181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g2975d56d0dc_2_181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g2975d56d0dc_2_181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g2975d56d0dc_2_181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g2975d56d0dc_2_181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g2975d56d0dc_2_181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g2975d56d0dc_2_181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g2975d56d0dc_2_181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g2975d56d0dc_2_181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g2975d56d0dc_2_181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g2975d56d0dc_2_181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g2975d56d0dc_2_181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g2975d56d0dc_2_181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g2975d56d0dc_2_181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g2975d56d0dc_2_181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g2975d56d0dc_2_181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g2975d56d0dc_2_181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g2975d56d0dc_2_181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g2975d56d0dc_2_181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g2975d56d0dc_2_181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g2975d56d0dc_2_181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g2975d56d0dc_2_181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g2975d56d0dc_2_181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g2975d56d0dc_2_181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g2975d56d0dc_2_181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6" name="Google Shape;7596;g2975d56d0dc_2_181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g2975d56d0dc_2_181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g2975d56d0dc_2_181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g2975d56d0dc_2_181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g2975d56d0dc_2_181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g2975d56d0dc_2_181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g2975d56d0dc_2_181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g2975d56d0dc_2_181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g2975d56d0dc_2_181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g2975d56d0dc_2_181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g2975d56d0dc_2_181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g2975d56d0dc_2_181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g2975d56d0dc_2_181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g2975d56d0dc_2_181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g2975d56d0dc_2_181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g2975d56d0dc_2_181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g2975d56d0dc_2_181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g2975d56d0dc_2_181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g2975d56d0dc_2_181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g2975d56d0dc_2_181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g2975d56d0dc_2_181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7" name="Google Shape;7617;g2975d56d0dc_2_181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8" name="Google Shape;7618;g2975d56d0dc_2_181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9" name="Google Shape;7619;g2975d56d0dc_2_181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g2975d56d0dc_2_181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g2975d56d0dc_2_181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g2975d56d0dc_2_181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3" name="Google Shape;7623;g2975d56d0dc_2_181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g2975d56d0dc_2_181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g2975d56d0dc_2_181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g2975d56d0dc_2_181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g2975d56d0dc_2_181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g2975d56d0dc_2_181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g2975d56d0dc_2_181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g2975d56d0dc_2_181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g2975d56d0dc_2_181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g2975d56d0dc_2_181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g2975d56d0dc_2_181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g2975d56d0dc_2_181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5" name="Google Shape;7635;g2975d56d0dc_2_181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6" name="Google Shape;7636;g2975d56d0dc_2_181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g2975d56d0dc_2_181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g2975d56d0dc_2_181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g2975d56d0dc_2_181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g2975d56d0dc_2_181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g2975d56d0dc_2_181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g2975d56d0dc_2_181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g2975d56d0dc_2_181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g2975d56d0dc_2_181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5" name="Google Shape;7645;g2975d56d0dc_2_181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6" name="Google Shape;7646;g2975d56d0dc_2_181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g2975d56d0dc_2_181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8" name="Google Shape;7648;g2975d56d0dc_2_181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9" name="Google Shape;7649;g2975d56d0dc_2_181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g2975d56d0dc_2_181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1" name="Google Shape;7651;g2975d56d0dc_2_181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g2975d56d0dc_2_181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g2975d56d0dc_2_181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g2975d56d0dc_2_181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g2975d56d0dc_2_181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6" name="Google Shape;7656;g2975d56d0dc_2_181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7" name="Google Shape;7657;g2975d56d0dc_2_181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g2975d56d0dc_2_181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g2975d56d0dc_2_181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0" name="Google Shape;7660;g2975d56d0dc_2_181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1" name="Google Shape;7661;g2975d56d0dc_2_181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g2975d56d0dc_2_181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g2975d56d0dc_2_181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g2975d56d0dc_2_181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g2975d56d0dc_2_181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g2975d56d0dc_2_181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7" name="Google Shape;7667;g2975d56d0dc_2_181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g2975d56d0dc_2_181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g2975d56d0dc_2_181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g2975d56d0dc_2_181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g2975d56d0dc_2_181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g2975d56d0dc_2_181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g2975d56d0dc_2_181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g2975d56d0dc_2_181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g2975d56d0dc_2_181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g2975d56d0dc_2_181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g2975d56d0dc_2_181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g2975d56d0dc_2_181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g2975d56d0dc_2_181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g2975d56d0dc_2_181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1" name="Google Shape;7681;g2975d56d0dc_2_181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2" name="Google Shape;7682;g2975d56d0dc_2_181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g2975d56d0dc_2_181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g2975d56d0dc_2_181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g2975d56d0dc_2_181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g2975d56d0dc_2_181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g2975d56d0dc_2_181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g2975d56d0dc_2_181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9" name="Google Shape;7689;g2975d56d0dc_2_181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g2975d56d0dc_2_181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g2975d56d0dc_2_181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g2975d56d0dc_2_181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3" name="Google Shape;7693;g2975d56d0dc_2_181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g2975d56d0dc_2_181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g2975d56d0dc_2_181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g2975d56d0dc_2_181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g2975d56d0dc_2_181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g2975d56d0dc_2_181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g2975d56d0dc_2_181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g2975d56d0dc_2_181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g2975d56d0dc_2_181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g2975d56d0dc_2_181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g2975d56d0dc_2_181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g2975d56d0dc_2_181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g2975d56d0dc_2_181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6" name="Google Shape;7706;g2975d56d0dc_2_181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g2975d56d0dc_2_181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g2975d56d0dc_2_181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g2975d56d0dc_2_181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g2975d56d0dc_2_181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g2975d56d0dc_2_181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g2975d56d0dc_2_181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g2975d56d0dc_2_181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4" name="Google Shape;7714;g2975d56d0dc_2_181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g2975d56d0dc_2_181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g2975d56d0dc_2_181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g2975d56d0dc_2_181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8" name="Google Shape;7718;g2975d56d0dc_2_181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g2975d56d0dc_2_181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g2975d56d0dc_2_181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g2975d56d0dc_2_181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g2975d56d0dc_2_181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3" name="Google Shape;7723;g2975d56d0dc_2_181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4" name="Google Shape;7724;g2975d56d0dc_2_181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5" name="Google Shape;7725;g2975d56d0dc_2_181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g2975d56d0dc_2_181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g2975d56d0dc_2_181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8" name="Google Shape;7728;g2975d56d0dc_2_181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g2975d56d0dc_2_181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g2975d56d0dc_2_181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1" name="Google Shape;7731;g2975d56d0dc_2_181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g2975d56d0dc_2_181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g2975d56d0dc_2_181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4" name="Google Shape;7734;g2975d56d0dc_2_181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g2975d56d0dc_2_181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g2975d56d0dc_2_181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g2975d56d0dc_2_181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8" name="Google Shape;7738;g2975d56d0dc_2_181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g2975d56d0dc_2_181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0" name="Google Shape;7740;g2975d56d0dc_2_181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1" name="Google Shape;7741;g2975d56d0dc_2_181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g2975d56d0dc_2_181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3" name="Google Shape;7743;g2975d56d0dc_2_181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4" name="Google Shape;7744;g2975d56d0dc_2_181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5" name="Google Shape;7745;g2975d56d0dc_2_181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g2975d56d0dc_2_181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g2975d56d0dc_2_181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8" name="Google Shape;7748;g2975d56d0dc_2_181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9" name="Google Shape;7749;g2975d56d0dc_2_181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g2975d56d0dc_2_181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1" name="Google Shape;7751;g2975d56d0dc_2_181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g2975d56d0dc_2_181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g2975d56d0dc_2_181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g2975d56d0dc_2_181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5" name="Google Shape;7755;g2975d56d0dc_2_181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g2975d56d0dc_2_181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g2975d56d0dc_2_181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8" name="Google Shape;7758;g2975d56d0dc_2_181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g2975d56d0dc_2_181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g2975d56d0dc_2_181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g2975d56d0dc_2_181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g2975d56d0dc_2_181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g2975d56d0dc_2_181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g2975d56d0dc_2_181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g2975d56d0dc_2_181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6" name="Google Shape;7766;g2975d56d0dc_2_181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g2975d56d0dc_2_181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g2975d56d0dc_2_181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g2975d56d0dc_2_181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g2975d56d0dc_2_181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g2975d56d0dc_2_181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g2975d56d0dc_2_181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g2975d56d0dc_2_181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g2975d56d0dc_2_181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g2975d56d0dc_2_181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g2975d56d0dc_2_181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g2975d56d0dc_2_181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g2975d56d0dc_2_181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g2975d56d0dc_2_181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g2975d56d0dc_2_181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g2975d56d0dc_2_181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g2975d56d0dc_2_181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g2975d56d0dc_2_181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g2975d56d0dc_2_181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g2975d56d0dc_2_181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g2975d56d0dc_2_181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g2975d56d0dc_2_181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g2975d56d0dc_2_181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g2975d56d0dc_2_181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g2975d56d0dc_2_181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g2975d56d0dc_2_181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g2975d56d0dc_2_181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g2975d56d0dc_2_181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g2975d56d0dc_2_181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g2975d56d0dc_2_181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g2975d56d0dc_2_181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g2975d56d0dc_2_181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g2975d56d0dc_2_181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g2975d56d0dc_2_181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g2975d56d0dc_2_181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g2975d56d0dc_2_181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g2975d56d0dc_2_181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g2975d56d0dc_2_181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g2975d56d0dc_2_181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g2975d56d0dc_2_181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g2975d56d0dc_2_181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g2975d56d0dc_2_181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g2975d56d0dc_2_181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g2975d56d0dc_2_181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g2975d56d0dc_2_181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g2975d56d0dc_2_181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g2975d56d0dc_2_181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g2975d56d0dc_2_181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g2975d56d0dc_2_181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g2975d56d0dc_2_181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g2975d56d0dc_2_181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g2975d56d0dc_2_181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g2975d56d0dc_2_181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g2975d56d0dc_2_181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g2975d56d0dc_2_181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1" name="Google Shape;7821;g2975d56d0dc_2_181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2" name="Google Shape;7822;g2975d56d0dc_2_181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g2975d56d0dc_2_181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g2975d56d0dc_2_181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g2975d56d0dc_2_181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g2975d56d0dc_2_181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g2975d56d0dc_2_181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g2975d56d0dc_2_181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g2975d56d0dc_2_181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g2975d56d0dc_2_181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g2975d56d0dc_2_181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g2975d56d0dc_2_181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g2975d56d0dc_2_181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g2975d56d0dc_2_181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g2975d56d0dc_2_181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g2975d56d0dc_2_181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g2975d56d0dc_2_181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g2975d56d0dc_2_181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g2975d56d0dc_2_181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g2975d56d0dc_2_181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g2975d56d0dc_2_181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g2975d56d0dc_2_181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g2975d56d0dc_2_181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g2975d56d0dc_2_181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g2975d56d0dc_2_181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g2975d56d0dc_2_181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g2975d56d0dc_2_181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g2975d56d0dc_2_181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g2975d56d0dc_2_181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g2975d56d0dc_2_181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g2975d56d0dc_2_181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g2975d56d0dc_2_181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3" name="Google Shape;7853;g2975d56d0dc_2_181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g2975d56d0dc_2_181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g2975d56d0dc_2_181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g2975d56d0dc_2_181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g2975d56d0dc_2_181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g2975d56d0dc_2_181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g2975d56d0dc_2_181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g2975d56d0dc_2_181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g2975d56d0dc_2_181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g2975d56d0dc_2_181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g2975d56d0dc_2_181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g2975d56d0dc_2_181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g2975d56d0dc_2_181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g2975d56d0dc_2_181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g2975d56d0dc_2_181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g2975d56d0dc_2_181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g2975d56d0dc_2_181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g2975d56d0dc_2_181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g2975d56d0dc_2_181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g2975d56d0dc_2_181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g2975d56d0dc_2_181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g2975d56d0dc_2_181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g2975d56d0dc_2_181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6" name="Google Shape;7876;g2975d56d0dc_2_181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7" name="Google Shape;7877;g2975d56d0dc_2_181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g2975d56d0dc_2_181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9" name="Google Shape;7879;g2975d56d0dc_2_181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g2975d56d0dc_2_181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g2975d56d0dc_2_181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g2975d56d0dc_2_181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g2975d56d0dc_2_181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g2975d56d0dc_2_181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g2975d56d0dc_2_181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6" name="Google Shape;7886;g2975d56d0dc_2_181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7" name="Google Shape;7887;g2975d56d0dc_2_181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g2975d56d0dc_2_181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g2975d56d0dc_2_181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g2975d56d0dc_2_181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1" name="Google Shape;7891;g2975d56d0dc_2_181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2" name="Google Shape;7892;g2975d56d0dc_2_181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3" name="Google Shape;7893;g2975d56d0dc_2_181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4" name="Google Shape;7894;g2975d56d0dc_2_181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g2975d56d0dc_2_181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g2975d56d0dc_2_181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g2975d56d0dc_2_181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g2975d56d0dc_2_181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g2975d56d0dc_2_181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0" name="Google Shape;7900;g2975d56d0dc_2_181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1" name="Google Shape;7901;g2975d56d0dc_2_181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2" name="Google Shape;7902;g2975d56d0dc_2_181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3" name="Google Shape;7903;g2975d56d0dc_2_181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g2975d56d0dc_2_181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g2975d56d0dc_2_181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g2975d56d0dc_2_181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g2975d56d0dc_2_181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g2975d56d0dc_2_181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g2975d56d0dc_2_181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g2975d56d0dc_2_181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g2975d56d0dc_2_181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2" name="Google Shape;7912;g2975d56d0dc_2_181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g2975d56d0dc_2_181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g2975d56d0dc_2_181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g2975d56d0dc_2_181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6" name="Google Shape;7916;g2975d56d0dc_2_181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7" name="Google Shape;7917;g2975d56d0dc_2_181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g2975d56d0dc_2_181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g2975d56d0dc_2_181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0" name="Google Shape;7920;g2975d56d0dc_2_181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1" name="Google Shape;7921;g2975d56d0dc_2_181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g2975d56d0dc_2_181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g2975d56d0dc_2_181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g2975d56d0dc_2_181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g2975d56d0dc_2_181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g2975d56d0dc_2_181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g2975d56d0dc_2_181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g2975d56d0dc_2_181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g2975d56d0dc_2_181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g2975d56d0dc_2_181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g2975d56d0dc_2_181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g2975d56d0dc_2_181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g2975d56d0dc_2_181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g2975d56d0dc_2_181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g2975d56d0dc_2_181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g2975d56d0dc_2_181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g2975d56d0dc_2_181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8" name="Google Shape;7938;g2975d56d0dc_2_181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9" name="Google Shape;7939;g2975d56d0dc_2_181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0" name="Google Shape;7940;g2975d56d0dc_2_181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g2975d56d0dc_2_181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2" name="Google Shape;7942;g2975d56d0dc_2_181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g2975d56d0dc_2_181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g2975d56d0dc_2_181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5" name="Google Shape;7945;g2975d56d0dc_2_181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6" name="Google Shape;7946;g2975d56d0dc_2_181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g2975d56d0dc_2_181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g2975d56d0dc_2_181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g2975d56d0dc_2_181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g2975d56d0dc_2_181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g2975d56d0dc_2_181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g2975d56d0dc_2_181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3" name="Google Shape;7953;g2975d56d0dc_2_181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4" name="Google Shape;7954;g2975d56d0dc_2_181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g2975d56d0dc_2_181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g2975d56d0dc_2_181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g2975d56d0dc_2_181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g2975d56d0dc_2_181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9" name="Google Shape;7959;g2975d56d0dc_2_181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g2975d56d0dc_2_181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g2975d56d0dc_2_181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2" name="Google Shape;7962;g2975d56d0dc_2_181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3" name="Google Shape;7963;g2975d56d0dc_2_181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g2975d56d0dc_2_181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g2975d56d0dc_2_181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g2975d56d0dc_2_181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g2975d56d0dc_2_181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g2975d56d0dc_2_181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g2975d56d0dc_2_181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g2975d56d0dc_2_181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g2975d56d0dc_2_181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g2975d56d0dc_2_181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g2975d56d0dc_2_181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g2975d56d0dc_2_181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g2975d56d0dc_2_181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g2975d56d0dc_2_181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g2975d56d0dc_2_181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g2975d56d0dc_2_181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9" name="Google Shape;7979;g2975d56d0dc_2_181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0" name="Google Shape;7980;g2975d56d0dc_2_181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1" name="Google Shape;7981;g2975d56d0dc_2_181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g2975d56d0dc_2_181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g2975d56d0dc_2_181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g2975d56d0dc_2_181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5" name="Google Shape;7985;g2975d56d0dc_2_181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g2975d56d0dc_2_181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g2975d56d0dc_2_181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g2975d56d0dc_2_181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9" name="Google Shape;7989;g2975d56d0dc_2_181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0" name="Google Shape;7990;g2975d56d0dc_2_181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g2975d56d0dc_2_181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g2975d56d0dc_2_181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g2975d56d0dc_2_181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g2975d56d0dc_2_181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5" name="Google Shape;7995;g2975d56d0dc_2_181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6" name="Google Shape;7996;g2975d56d0dc_2_181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g2975d56d0dc_2_181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8" name="Google Shape;7998;g2975d56d0dc_2_181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9" name="Google Shape;7999;g2975d56d0dc_2_181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g2975d56d0dc_2_181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g2975d56d0dc_2_181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g2975d56d0dc_2_181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g2975d56d0dc_2_181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4" name="Google Shape;8004;g2975d56d0dc_2_181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5" name="Google Shape;8005;g2975d56d0dc_2_181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g2975d56d0dc_2_181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7" name="Google Shape;8007;g2975d56d0dc_2_181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g2975d56d0dc_2_181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g2975d56d0dc_2_181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g2975d56d0dc_2_181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1" name="Google Shape;8011;g2975d56d0dc_2_181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g2975d56d0dc_2_181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g2975d56d0dc_2_181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4" name="Google Shape;8014;g2975d56d0dc_2_181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5" name="Google Shape;8015;g2975d56d0dc_2_181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6" name="Google Shape;8016;g2975d56d0dc_2_181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g2975d56d0dc_2_181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g2975d56d0dc_2_181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9" name="Google Shape;8019;g2975d56d0dc_2_181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g2975d56d0dc_2_181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g2975d56d0dc_2_181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2" name="Google Shape;8022;g2975d56d0dc_2_181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g2975d56d0dc_2_181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g2975d56d0dc_2_181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5" name="Google Shape;8025;g2975d56d0dc_2_181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6" name="Google Shape;8026;g2975d56d0dc_2_181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g2975d56d0dc_2_181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8" name="Google Shape;8028;g2975d56d0dc_2_181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9" name="Google Shape;8029;g2975d56d0dc_2_181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g2975d56d0dc_2_181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1" name="Google Shape;8031;g2975d56d0dc_2_181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g2975d56d0dc_2_181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g2975d56d0dc_2_181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g2975d56d0dc_2_181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g2975d56d0dc_2_181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6" name="Google Shape;8036;g2975d56d0dc_2_181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7" name="Google Shape;8037;g2975d56d0dc_2_181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g2975d56d0dc_2_181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g2975d56d0dc_2_181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g2975d56d0dc_2_181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g2975d56d0dc_2_181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g2975d56d0dc_2_181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g2975d56d0dc_2_181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g2975d56d0dc_2_181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g2975d56d0dc_2_181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g2975d56d0dc_2_181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g2975d56d0dc_2_181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g2975d56d0dc_2_181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g2975d56d0dc_2_181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0" name="Google Shape;8050;g2975d56d0dc_2_181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g2975d56d0dc_2_181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g2975d56d0dc_2_181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g2975d56d0dc_2_181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g2975d56d0dc_2_181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g2975d56d0dc_2_181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6" name="Google Shape;8056;g2975d56d0dc_2_181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7" name="Google Shape;8057;g2975d56d0dc_2_181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8" name="Google Shape;8058;g2975d56d0dc_2_181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9" name="Google Shape;8059;g2975d56d0dc_2_181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g2975d56d0dc_2_181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g2975d56d0dc_2_181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2" name="Google Shape;8062;g2975d56d0dc_2_181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g2975d56d0dc_2_181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g2975d56d0dc_2_181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5" name="Google Shape;8065;g2975d56d0dc_2_181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g2975d56d0dc_2_181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g2975d56d0dc_2_181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8" name="Google Shape;8068;g2975d56d0dc_2_181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g2975d56d0dc_2_181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g2975d56d0dc_2_181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g2975d56d0dc_2_181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g2975d56d0dc_2_181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g2975d56d0dc_2_181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g2975d56d0dc_2_181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g2975d56d0dc_2_181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g2975d56d0dc_2_181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g2975d56d0dc_2_181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g2975d56d0dc_2_181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g2975d56d0dc_2_181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g2975d56d0dc_2_181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g2975d56d0dc_2_181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2" name="Google Shape;8082;g2975d56d0dc_2_181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3" name="Google Shape;8083;g2975d56d0dc_2_181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g2975d56d0dc_2_181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g2975d56d0dc_2_181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g2975d56d0dc_2_181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g2975d56d0dc_2_181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8" name="Google Shape;8088;g2975d56d0dc_2_181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g2975d56d0dc_2_181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g2975d56d0dc_2_181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g2975d56d0dc_2_181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g2975d56d0dc_2_181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3" name="Google Shape;8093;g2975d56d0dc_2_181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4" name="Google Shape;8094;g2975d56d0dc_2_181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g2975d56d0dc_2_181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g2975d56d0dc_2_181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7" name="Google Shape;8097;g2975d56d0dc_2_181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g2975d56d0dc_2_181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g2975d56d0dc_2_181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0" name="Google Shape;8100;g2975d56d0dc_2_181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g2975d56d0dc_2_181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2" name="Google Shape;8102;g2975d56d0dc_2_181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3" name="Google Shape;8103;g2975d56d0dc_2_181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g2975d56d0dc_2_181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g2975d56d0dc_2_181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g2975d56d0dc_2_181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g2975d56d0dc_2_181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8" name="Google Shape;8108;g2975d56d0dc_2_181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9" name="Google Shape;8109;g2975d56d0dc_2_181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g2975d56d0dc_2_181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g2975d56d0dc_2_181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2" name="Google Shape;8112;g2975d56d0dc_2_181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3" name="Google Shape;8113;g2975d56d0dc_2_181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4" name="Google Shape;8114;g2975d56d0dc_2_181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5" name="Google Shape;8115;g2975d56d0dc_2_181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6" name="Google Shape;8116;g2975d56d0dc_2_181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7" name="Google Shape;8117;g2975d56d0dc_2_181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8" name="Google Shape;8118;g2975d56d0dc_2_181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9" name="Google Shape;8119;g2975d56d0dc_2_181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0" name="Google Shape;8120;g2975d56d0dc_2_181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1" name="Google Shape;8121;g2975d56d0dc_2_181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g2975d56d0dc_2_181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3" name="Google Shape;8123;g2975d56d0dc_2_181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4" name="Google Shape;8124;g2975d56d0dc_2_181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5" name="Google Shape;8125;g2975d56d0dc_2_181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g2975d56d0dc_2_181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7" name="Google Shape;8127;g2975d56d0dc_2_181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g2975d56d0dc_2_181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g2975d56d0dc_2_181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0" name="Google Shape;8130;g2975d56d0dc_2_181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1" name="Google Shape;8131;g2975d56d0dc_2_181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g2975d56d0dc_2_181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3" name="Google Shape;8133;g2975d56d0dc_2_181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4" name="Google Shape;8134;g2975d56d0dc_2_181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5" name="Google Shape;8135;g2975d56d0dc_2_181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6" name="Google Shape;8136;g2975d56d0dc_2_181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7" name="Google Shape;8137;g2975d56d0dc_2_181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g2975d56d0dc_2_181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9" name="Google Shape;8139;g2975d56d0dc_2_181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0" name="Google Shape;8140;g2975d56d0dc_2_181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1" name="Google Shape;8141;g2975d56d0dc_2_181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2" name="Google Shape;8142;g2975d56d0dc_2_181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3" name="Google Shape;8143;g2975d56d0dc_2_181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g2975d56d0dc_2_181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g2975d56d0dc_2_181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g2975d56d0dc_2_181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g2975d56d0dc_2_181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g2975d56d0dc_2_181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9" name="Google Shape;8149;g2975d56d0dc_2_181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0" name="Google Shape;8150;g2975d56d0dc_2_181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1" name="Google Shape;8151;g2975d56d0dc_2_181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g2975d56d0dc_2_181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g2975d56d0dc_2_181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g2975d56d0dc_2_181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g2975d56d0dc_2_181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g2975d56d0dc_2_181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7" name="Google Shape;8157;g2975d56d0dc_2_181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8" name="Google Shape;8158;g2975d56d0dc_2_181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9" name="Google Shape;8159;g2975d56d0dc_2_181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g2975d56d0dc_2_181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g2975d56d0dc_2_181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g2975d56d0dc_2_181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3" name="Google Shape;8163;g2975d56d0dc_2_181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4" name="Google Shape;8164;g2975d56d0dc_2_181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5" name="Google Shape;8165;g2975d56d0dc_2_181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6" name="Google Shape;8166;g2975d56d0dc_2_181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g2975d56d0dc_2_181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g2975d56d0dc_2_181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9" name="Google Shape;8169;g2975d56d0dc_2_181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0" name="Google Shape;8170;g2975d56d0dc_2_181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1" name="Google Shape;8171;g2975d56d0dc_2_181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2" name="Google Shape;8172;g2975d56d0dc_2_181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3" name="Google Shape;8173;g2975d56d0dc_2_181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4" name="Google Shape;8174;g2975d56d0dc_2_181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5" name="Google Shape;8175;g2975d56d0dc_2_181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6" name="Google Shape;8176;g2975d56d0dc_2_181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g2975d56d0dc_2_181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g2975d56d0dc_2_181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g2975d56d0dc_2_181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g2975d56d0dc_2_181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1" name="Google Shape;8181;g2975d56d0dc_2_181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2" name="Google Shape;8182;g2975d56d0dc_2_181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3" name="Google Shape;8183;g2975d56d0dc_2_181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g2975d56d0dc_2_181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5" name="Google Shape;8185;g2975d56d0dc_2_181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6" name="Google Shape;8186;g2975d56d0dc_2_181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g2975d56d0dc_2_181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8" name="Google Shape;8188;g2975d56d0dc_2_181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9" name="Google Shape;8189;g2975d56d0dc_2_181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0" name="Google Shape;8190;g2975d56d0dc_2_181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1" name="Google Shape;8191;g2975d56d0dc_2_181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2" name="Google Shape;8192;g2975d56d0dc_2_181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g2975d56d0dc_2_181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4" name="Google Shape;8194;g2975d56d0dc_2_181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5" name="Google Shape;8195;g2975d56d0dc_2_181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6" name="Google Shape;8196;g2975d56d0dc_2_181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7" name="Google Shape;8197;g2975d56d0dc_2_181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8" name="Google Shape;8198;g2975d56d0dc_2_181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g2975d56d0dc_2_181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0" name="Google Shape;8200;g2975d56d0dc_2_181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1" name="Google Shape;8201;g2975d56d0dc_2_181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g2975d56d0dc_2_181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3" name="Google Shape;8203;g2975d56d0dc_2_181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4" name="Google Shape;8204;g2975d56d0dc_2_181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g2975d56d0dc_2_181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6" name="Google Shape;8206;g2975d56d0dc_2_181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g2975d56d0dc_2_181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g2975d56d0dc_2_181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9" name="Google Shape;8209;g2975d56d0dc_2_181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g2975d56d0dc_2_181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g2975d56d0dc_2_181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2" name="Google Shape;8212;g2975d56d0dc_2_181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3" name="Google Shape;8213;g2975d56d0dc_2_181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4" name="Google Shape;8214;g2975d56d0dc_2_181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5" name="Google Shape;8215;g2975d56d0dc_2_181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g2975d56d0dc_2_181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g2975d56d0dc_2_181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g2975d56d0dc_2_181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g2975d56d0dc_2_181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g2975d56d0dc_2_181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g2975d56d0dc_2_181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g2975d56d0dc_2_181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3" name="Google Shape;8223;g2975d56d0dc_2_181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g2975d56d0dc_2_181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g2975d56d0dc_2_181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6" name="Google Shape;8226;g2975d56d0dc_2_181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7" name="Google Shape;8227;g2975d56d0dc_2_181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g2975d56d0dc_2_181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g2975d56d0dc_2_181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0" name="Google Shape;8230;g2975d56d0dc_2_181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1" name="Google Shape;8231;g2975d56d0dc_2_181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2" name="Google Shape;8232;g2975d56d0dc_2_181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g2975d56d0dc_2_181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g2975d56d0dc_2_181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5" name="Google Shape;8235;g2975d56d0dc_2_181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6" name="Google Shape;8236;g2975d56d0dc_2_181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7" name="Google Shape;8237;g2975d56d0dc_2_181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8" name="Google Shape;8238;g2975d56d0dc_2_181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9" name="Google Shape;8239;g2975d56d0dc_2_181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0" name="Google Shape;8240;g2975d56d0dc_2_181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1" name="Google Shape;8241;g2975d56d0dc_2_181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2" name="Google Shape;8242;g2975d56d0dc_2_181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3" name="Google Shape;8243;g2975d56d0dc_2_181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4" name="Google Shape;8244;g2975d56d0dc_2_181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5" name="Google Shape;8245;g2975d56d0dc_2_181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6" name="Google Shape;8246;g2975d56d0dc_2_181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7" name="Google Shape;8247;g2975d56d0dc_2_181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g2975d56d0dc_2_181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g2975d56d0dc_2_181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0" name="Google Shape;8250;g2975d56d0dc_2_181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1" name="Google Shape;8251;g2975d56d0dc_2_181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2" name="Google Shape;8252;g2975d56d0dc_2_181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3" name="Google Shape;8253;g2975d56d0dc_2_181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4" name="Google Shape;8254;g2975d56d0dc_2_181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5" name="Google Shape;8255;g2975d56d0dc_2_181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6" name="Google Shape;8256;g2975d56d0dc_2_181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7" name="Google Shape;8257;g2975d56d0dc_2_181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g2975d56d0dc_2_181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g2975d56d0dc_2_181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0" name="Google Shape;8260;g2975d56d0dc_2_181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1" name="Google Shape;8261;g2975d56d0dc_2_181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g2975d56d0dc_2_181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g2975d56d0dc_2_181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4" name="Google Shape;8264;g2975d56d0dc_2_181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5" name="Google Shape;8265;g2975d56d0dc_2_181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6" name="Google Shape;8266;g2975d56d0dc_2_181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g2975d56d0dc_2_181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g2975d56d0dc_2_181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9" name="Google Shape;8269;g2975d56d0dc_2_181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0" name="Google Shape;8270;g2975d56d0dc_2_181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1" name="Google Shape;8271;g2975d56d0dc_2_181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2" name="Google Shape;8272;g2975d56d0dc_2_181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g2975d56d0dc_2_181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4" name="Google Shape;8274;g2975d56d0dc_2_181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5" name="Google Shape;8275;g2975d56d0dc_2_181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6" name="Google Shape;8276;g2975d56d0dc_2_181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7" name="Google Shape;8277;g2975d56d0dc_2_181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8" name="Google Shape;8278;g2975d56d0dc_2_181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9" name="Google Shape;8279;g2975d56d0dc_2_181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0" name="Google Shape;8280;g2975d56d0dc_2_181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1" name="Google Shape;8281;g2975d56d0dc_2_181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g2975d56d0dc_2_181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3" name="Google Shape;8283;g2975d56d0dc_2_181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4" name="Google Shape;8284;g2975d56d0dc_2_181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5" name="Google Shape;8285;g2975d56d0dc_2_181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6" name="Google Shape;8286;g2975d56d0dc_2_181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7" name="Google Shape;8287;g2975d56d0dc_2_181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8" name="Google Shape;8288;g2975d56d0dc_2_181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9" name="Google Shape;8289;g2975d56d0dc_2_181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0" name="Google Shape;8290;g2975d56d0dc_2_181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1" name="Google Shape;8291;g2975d56d0dc_2_181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2" name="Google Shape;8292;g2975d56d0dc_2_181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3" name="Google Shape;8293;g2975d56d0dc_2_181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4" name="Google Shape;8294;g2975d56d0dc_2_181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5" name="Google Shape;8295;g2975d56d0dc_2_181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6" name="Google Shape;8296;g2975d56d0dc_2_181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7" name="Google Shape;8297;g2975d56d0dc_2_181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8" name="Google Shape;8298;g2975d56d0dc_2_181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9" name="Google Shape;8299;g2975d56d0dc_2_181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0" name="Google Shape;8300;g2975d56d0dc_2_181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1" name="Google Shape;8301;g2975d56d0dc_2_181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2" name="Google Shape;8302;g2975d56d0dc_2_181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3" name="Google Shape;8303;g2975d56d0dc_2_181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4" name="Google Shape;8304;g2975d56d0dc_2_181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5" name="Google Shape;8305;g2975d56d0dc_2_181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6" name="Google Shape;8306;g2975d56d0dc_2_181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7" name="Google Shape;8307;g2975d56d0dc_2_181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8" name="Google Shape;8308;g2975d56d0dc_2_181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g2975d56d0dc_2_181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g2975d56d0dc_2_181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g2975d56d0dc_2_181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2" name="Google Shape;8312;g2975d56d0dc_2_181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3" name="Google Shape;8313;g2975d56d0dc_2_181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4" name="Google Shape;8314;g2975d56d0dc_2_181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5" name="Google Shape;8315;g2975d56d0dc_2_181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6" name="Google Shape;8316;g2975d56d0dc_2_181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7" name="Google Shape;8317;g2975d56d0dc_2_181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8" name="Google Shape;8318;g2975d56d0dc_2_181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9" name="Google Shape;8319;g2975d56d0dc_2_181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0" name="Google Shape;8320;g2975d56d0dc_2_181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1" name="Google Shape;8321;g2975d56d0dc_2_181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2" name="Google Shape;8322;g2975d56d0dc_2_181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3" name="Google Shape;8323;g2975d56d0dc_2_181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g2975d56d0dc_2_181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g2975d56d0dc_2_181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6" name="Google Shape;8326;g2975d56d0dc_2_181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7" name="Google Shape;8327;g2975d56d0dc_2_181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8" name="Google Shape;8328;g2975d56d0dc_2_181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9" name="Google Shape;8329;g2975d56d0dc_2_181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g2975d56d0dc_2_181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g2975d56d0dc_2_181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2" name="Google Shape;8332;g2975d56d0dc_2_181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g2975d56d0dc_2_181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g2975d56d0dc_2_181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g2975d56d0dc_2_181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6" name="Google Shape;8336;g2975d56d0dc_2_181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g2975d56d0dc_2_181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8" name="Google Shape;8338;g2975d56d0dc_2_181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9" name="Google Shape;8339;g2975d56d0dc_2_181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g2975d56d0dc_2_181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1" name="Google Shape;8341;g2975d56d0dc_2_181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2" name="Google Shape;8342;g2975d56d0dc_2_181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g2975d56d0dc_2_181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g2975d56d0dc_2_181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g2975d56d0dc_2_181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g2975d56d0dc_2_181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7" name="Google Shape;8347;g2975d56d0dc_2_181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8" name="Google Shape;8348;g2975d56d0dc_2_181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9" name="Google Shape;8349;g2975d56d0dc_2_181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g2975d56d0dc_2_181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g2975d56d0dc_2_181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g2975d56d0dc_2_181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g2975d56d0dc_2_181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g2975d56d0dc_2_181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5" name="Google Shape;8355;g2975d56d0dc_2_181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6" name="Google Shape;8356;g2975d56d0dc_2_181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g2975d56d0dc_2_181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g2975d56d0dc_2_181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g2975d56d0dc_2_181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0" name="Google Shape;8360;g2975d56d0dc_2_181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g2975d56d0dc_2_181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g2975d56d0dc_2_181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g2975d56d0dc_2_181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g2975d56d0dc_2_181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5" name="Google Shape;8365;g2975d56d0dc_2_181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g2975d56d0dc_2_181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g2975d56d0dc_2_181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8" name="Google Shape;8368;g2975d56d0dc_2_181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9" name="Google Shape;8369;g2975d56d0dc_2_181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g2975d56d0dc_2_181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1" name="Google Shape;8371;g2975d56d0dc_2_181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2" name="Google Shape;8372;g2975d56d0dc_2_181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3" name="Google Shape;8373;g2975d56d0dc_2_181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g2975d56d0dc_2_181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g2975d56d0dc_2_181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6" name="Google Shape;8376;g2975d56d0dc_2_181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7" name="Google Shape;8377;g2975d56d0dc_2_181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8" name="Google Shape;8378;g2975d56d0dc_2_181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g2975d56d0dc_2_181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g2975d56d0dc_2_181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g2975d56d0dc_2_181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g2975d56d0dc_2_181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3" name="Google Shape;8383;g2975d56d0dc_2_181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4" name="Google Shape;8384;g2975d56d0dc_2_181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5" name="Google Shape;8385;g2975d56d0dc_2_181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6" name="Google Shape;8386;g2975d56d0dc_2_181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7" name="Google Shape;8387;g2975d56d0dc_2_181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8" name="Google Shape;8388;g2975d56d0dc_2_181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9" name="Google Shape;8389;g2975d56d0dc_2_181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0" name="Google Shape;8390;g2975d56d0dc_2_181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1" name="Google Shape;8391;g2975d56d0dc_2_181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2" name="Google Shape;8392;g2975d56d0dc_2_181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g2975d56d0dc_2_181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g2975d56d0dc_2_181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5" name="Google Shape;8395;g2975d56d0dc_2_181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6" name="Google Shape;8396;g2975d56d0dc_2_181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g2975d56d0dc_2_1815"/>
            <p:cNvSpPr/>
            <p:nvPr/>
          </p:nvSpPr>
          <p:spPr>
            <a:xfrm>
              <a:off x="2514119" y="1694678"/>
              <a:ext cx="149" cy="0"/>
            </a:xfrm>
            <a:custGeom>
              <a:rect b="b" l="l" r="r" t="t"/>
              <a:pathLst>
                <a:path extrusionOk="0" h="12000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g2975d56d0dc_2_181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9" name="Google Shape;8399;g2975d56d0dc_2_181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0" name="Google Shape;8400;g2975d56d0dc_2_181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g2975d56d0dc_2_181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2" name="Google Shape;8402;g2975d56d0dc_2_181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3" name="Google Shape;8403;g2975d56d0dc_2_181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g2975d56d0dc_2_181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5" name="Google Shape;8405;g2975d56d0dc_2_181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6" name="Google Shape;8406;g2975d56d0dc_2_181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g2975d56d0dc_2_181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8" name="Google Shape;8408;g2975d56d0dc_2_181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g2975d56d0dc_2_181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g2975d56d0dc_2_181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1" name="Google Shape;8411;g2975d56d0dc_2_181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g2975d56d0dc_2_181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g2975d56d0dc_2_181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4" name="Google Shape;8414;g2975d56d0dc_2_181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5" name="Google Shape;8415;g2975d56d0dc_2_181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g2975d56d0dc_2_181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7" name="Google Shape;8417;g2975d56d0dc_2_181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8" name="Google Shape;8418;g2975d56d0dc_2_181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g2975d56d0dc_2_181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0" name="Google Shape;8420;g2975d56d0dc_2_181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1" name="Google Shape;8421;g2975d56d0dc_2_181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g2975d56d0dc_2_181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3" name="Google Shape;8423;g2975d56d0dc_2_181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4" name="Google Shape;8424;g2975d56d0dc_2_181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5" name="Google Shape;8425;g2975d56d0dc_2_181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6" name="Google Shape;8426;g2975d56d0dc_2_181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7" name="Google Shape;8427;g2975d56d0dc_2_181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g2975d56d0dc_2_181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9" name="Google Shape;8429;g2975d56d0dc_2_181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0" name="Google Shape;8430;g2975d56d0dc_2_181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g2975d56d0dc_2_181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2" name="Google Shape;8432;g2975d56d0dc_2_181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3" name="Google Shape;8433;g2975d56d0dc_2_181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g2975d56d0dc_2_181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g2975d56d0dc_2_181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g2975d56d0dc_2_181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g2975d56d0dc_2_181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8" name="Google Shape;8438;g2975d56d0dc_2_181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9" name="Google Shape;8439;g2975d56d0dc_2_181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g2975d56d0dc_2_181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1" name="Google Shape;8441;g2975d56d0dc_2_181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2" name="Google Shape;8442;g2975d56d0dc_2_181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g2975d56d0dc_2_181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g2975d56d0dc_2_181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5" name="Google Shape;8445;g2975d56d0dc_2_181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g2975d56d0dc_2_181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7" name="Google Shape;8447;g2975d56d0dc_2_181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8" name="Google Shape;8448;g2975d56d0dc_2_181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g2975d56d0dc_2_181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g2975d56d0dc_2_181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g2975d56d0dc_2_181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g2975d56d0dc_2_181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3" name="Google Shape;8453;g2975d56d0dc_2_181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4" name="Google Shape;8454;g2975d56d0dc_2_181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g2975d56d0dc_2_181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6" name="Google Shape;8456;g2975d56d0dc_2_181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7" name="Google Shape;8457;g2975d56d0dc_2_181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g2975d56d0dc_2_181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g2975d56d0dc_2_181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g2975d56d0dc_2_181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g2975d56d0dc_2_181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2" name="Google Shape;8462;g2975d56d0dc_2_181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3" name="Google Shape;8463;g2975d56d0dc_2_181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g2975d56d0dc_2_181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5" name="Google Shape;8465;g2975d56d0dc_2_181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6" name="Google Shape;8466;g2975d56d0dc_2_181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7" name="Google Shape;8467;g2975d56d0dc_2_181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8" name="Google Shape;8468;g2975d56d0dc_2_181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g2975d56d0dc_2_181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g2975d56d0dc_2_181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1" name="Google Shape;8471;g2975d56d0dc_2_181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g2975d56d0dc_2_181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g2975d56d0dc_2_181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4" name="Google Shape;8474;g2975d56d0dc_2_181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g2975d56d0dc_2_181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g2975d56d0dc_2_181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7" name="Google Shape;8477;g2975d56d0dc_2_181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8" name="Google Shape;8478;g2975d56d0dc_2_181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g2975d56d0dc_2_181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0" name="Google Shape;8480;g2975d56d0dc_2_181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1" name="Google Shape;8481;g2975d56d0dc_2_181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2" name="Google Shape;8482;g2975d56d0dc_2_181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3" name="Google Shape;8483;g2975d56d0dc_2_181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g2975d56d0dc_2_181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5" name="Google Shape;8485;g2975d56d0dc_2_181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6" name="Google Shape;8486;g2975d56d0dc_2_181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7" name="Google Shape;8487;g2975d56d0dc_2_181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8" name="Google Shape;8488;g2975d56d0dc_2_181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9" name="Google Shape;8489;g2975d56d0dc_2_181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0" name="Google Shape;8490;g2975d56d0dc_2_181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g2975d56d0dc_2_181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2" name="Google Shape;8492;g2975d56d0dc_2_181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g2975d56d0dc_2_181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g2975d56d0dc_2_181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5" name="Google Shape;8495;g2975d56d0dc_2_181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6" name="Google Shape;8496;g2975d56d0dc_2_181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g2975d56d0dc_2_181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8" name="Google Shape;8498;g2975d56d0dc_2_181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9" name="Google Shape;8499;g2975d56d0dc_2_181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g2975d56d0dc_2_181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1" name="Google Shape;8501;g2975d56d0dc_2_181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2" name="Google Shape;8502;g2975d56d0dc_2_181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3" name="Google Shape;8503;g2975d56d0dc_2_181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4" name="Google Shape;8504;g2975d56d0dc_2_181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5" name="Google Shape;8505;g2975d56d0dc_2_181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6" name="Google Shape;8506;g2975d56d0dc_2_181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7" name="Google Shape;8507;g2975d56d0dc_2_181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g2975d56d0dc_2_181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9" name="Google Shape;8509;g2975d56d0dc_2_181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0" name="Google Shape;8510;g2975d56d0dc_2_181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1" name="Google Shape;8511;g2975d56d0dc_2_181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2" name="Google Shape;8512;g2975d56d0dc_2_181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3" name="Google Shape;8513;g2975d56d0dc_2_181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g2975d56d0dc_2_181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5" name="Google Shape;8515;g2975d56d0dc_2_181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6" name="Google Shape;8516;g2975d56d0dc_2_181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g2975d56d0dc_2_181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8" name="Google Shape;8518;g2975d56d0dc_2_181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9" name="Google Shape;8519;g2975d56d0dc_2_181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g2975d56d0dc_2_181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1" name="Google Shape;8521;g2975d56d0dc_2_181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2" name="Google Shape;8522;g2975d56d0dc_2_181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g2975d56d0dc_2_181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g2975d56d0dc_2_181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5" name="Google Shape;8525;g2975d56d0dc_2_181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6" name="Google Shape;8526;g2975d56d0dc_2_181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g2975d56d0dc_2_181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8" name="Google Shape;8528;g2975d56d0dc_2_181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9" name="Google Shape;8529;g2975d56d0dc_2_181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g2975d56d0dc_2_181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g2975d56d0dc_2_181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g2975d56d0dc_2_181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g2975d56d0dc_2_181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4" name="Google Shape;8534;g2975d56d0dc_2_181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g2975d56d0dc_2_181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6" name="Google Shape;8536;g2975d56d0dc_2_181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7" name="Google Shape;8537;g2975d56d0dc_2_181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g2975d56d0dc_2_181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9" name="Google Shape;8539;g2975d56d0dc_2_181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0" name="Google Shape;8540;g2975d56d0dc_2_181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1" name="Google Shape;8541;g2975d56d0dc_2_181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2" name="Google Shape;8542;g2975d56d0dc_2_181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g2975d56d0dc_2_181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4" name="Google Shape;8544;g2975d56d0dc_2_181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g2975d56d0dc_2_181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g2975d56d0dc_2_181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7" name="Google Shape;8547;g2975d56d0dc_2_181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8" name="Google Shape;8548;g2975d56d0dc_2_181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9" name="Google Shape;8549;g2975d56d0dc_2_181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0" name="Google Shape;8550;g2975d56d0dc_2_181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g2975d56d0dc_2_181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g2975d56d0dc_2_181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g2975d56d0dc_2_181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4" name="Google Shape;8554;g2975d56d0dc_2_181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5" name="Google Shape;8555;g2975d56d0dc_2_181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6" name="Google Shape;8556;g2975d56d0dc_2_181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g2975d56d0dc_2_181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8" name="Google Shape;8558;g2975d56d0dc_2_181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9" name="Google Shape;8559;g2975d56d0dc_2_181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g2975d56d0dc_2_181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g2975d56d0dc_2_181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2" name="Google Shape;8562;g2975d56d0dc_2_181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g2975d56d0dc_2_181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g2975d56d0dc_2_181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5" name="Google Shape;8565;g2975d56d0dc_2_181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g2975d56d0dc_2_181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7" name="Google Shape;8567;g2975d56d0dc_2_181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g2975d56d0dc_2_181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9" name="Google Shape;8569;g2975d56d0dc_2_181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0" name="Google Shape;8570;g2975d56d0dc_2_1815"/>
            <p:cNvSpPr/>
            <p:nvPr/>
          </p:nvSpPr>
          <p:spPr>
            <a:xfrm>
              <a:off x="2205720" y="1581265"/>
              <a:ext cx="14" cy="0"/>
            </a:xfrm>
            <a:custGeom>
              <a:rect b="b" l="l" r="r" t="t"/>
              <a:pathLst>
                <a:path extrusionOk="0" h="12000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g2975d56d0dc_2_181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g2975d56d0dc_2_181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g2975d56d0dc_2_181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g2975d56d0dc_2_181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5" name="Google Shape;8575;g2975d56d0dc_2_181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6" name="Google Shape;8576;g2975d56d0dc_2_181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g2975d56d0dc_2_181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g2975d56d0dc_2_181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9" name="Google Shape;8579;g2975d56d0dc_2_181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0" name="Google Shape;8580;g2975d56d0dc_2_181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g2975d56d0dc_2_181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g2975d56d0dc_2_181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g2975d56d0dc_2_181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g2975d56d0dc_2_181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g2975d56d0dc_2_181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6" name="Google Shape;8586;g2975d56d0dc_2_181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g2975d56d0dc_2_181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8" name="Google Shape;8588;g2975d56d0dc_2_181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9" name="Google Shape;8589;g2975d56d0dc_2_181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0" name="Google Shape;8590;g2975d56d0dc_2_181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1" name="Google Shape;8591;g2975d56d0dc_2_181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2" name="Google Shape;8592;g2975d56d0dc_2_181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g2975d56d0dc_2_181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4" name="Google Shape;8594;g2975d56d0dc_2_181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5" name="Google Shape;8595;g2975d56d0dc_2_181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g2975d56d0dc_2_181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g2975d56d0dc_2_181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g2975d56d0dc_2_181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g2975d56d0dc_2_181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g2975d56d0dc_2_181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g2975d56d0dc_2_181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g2975d56d0dc_2_181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g2975d56d0dc_2_181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g2975d56d0dc_2_181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g2975d56d0dc_2_181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g2975d56d0dc_2_181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g2975d56d0dc_2_181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g2975d56d0dc_2_181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g2975d56d0dc_2_181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g2975d56d0dc_2_181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g2975d56d0dc_2_181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g2975d56d0dc_2_181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3" name="Google Shape;8613;g2975d56d0dc_2_181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4" name="Google Shape;8614;g2975d56d0dc_2_181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g2975d56d0dc_2_181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g2975d56d0dc_2_181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g2975d56d0dc_2_181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8" name="Google Shape;8618;g2975d56d0dc_2_181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g2975d56d0dc_2_181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g2975d56d0dc_2_181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g2975d56d0dc_2_181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2" name="Google Shape;8622;g2975d56d0dc_2_181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3" name="Google Shape;8623;g2975d56d0dc_2_181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g2975d56d0dc_2_181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g2975d56d0dc_2_181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6" name="Google Shape;8626;g2975d56d0dc_2_181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g2975d56d0dc_2_181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g2975d56d0dc_2_181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9" name="Google Shape;8629;g2975d56d0dc_2_181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g2975d56d0dc_2_181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1" name="Google Shape;8631;g2975d56d0dc_2_181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2" name="Google Shape;8632;g2975d56d0dc_2_181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g2975d56d0dc_2_181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g2975d56d0dc_2_181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5" name="Google Shape;8635;g2975d56d0dc_2_181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6" name="Google Shape;8636;g2975d56d0dc_2_181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g2975d56d0dc_2_181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g2975d56d0dc_2_181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g2975d56d0dc_2_181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g2975d56d0dc_2_181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g2975d56d0dc_2_181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g2975d56d0dc_2_181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3" name="Google Shape;8643;g2975d56d0dc_2_181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4" name="Google Shape;8644;g2975d56d0dc_2_181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g2975d56d0dc_2_181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g2975d56d0dc_2_181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g2975d56d0dc_2_181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g2975d56d0dc_2_181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9" name="Google Shape;8649;g2975d56d0dc_2_181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g2975d56d0dc_2_181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g2975d56d0dc_2_181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g2975d56d0dc_2_181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g2975d56d0dc_2_181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g2975d56d0dc_2_181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g2975d56d0dc_2_181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g2975d56d0dc_2_181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g2975d56d0dc_2_181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g2975d56d0dc_2_181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g2975d56d0dc_2_181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g2975d56d0dc_2_181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1" name="Google Shape;8661;g2975d56d0dc_2_181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g2975d56d0dc_2_181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g2975d56d0dc_2_181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g2975d56d0dc_2_181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g2975d56d0dc_2_181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g2975d56d0dc_2_181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g2975d56d0dc_2_181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8" name="Google Shape;8668;g2975d56d0dc_2_181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9" name="Google Shape;8669;g2975d56d0dc_2_181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0" name="Google Shape;8670;g2975d56d0dc_2_181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1" name="Google Shape;8671;g2975d56d0dc_2_181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2" name="Google Shape;8672;g2975d56d0dc_2_181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3" name="Google Shape;8673;g2975d56d0dc_2_181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4" name="Google Shape;8674;g2975d56d0dc_2_181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5" name="Google Shape;8675;g2975d56d0dc_2_181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6" name="Google Shape;8676;g2975d56d0dc_2_181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g2975d56d0dc_2_181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8" name="Google Shape;8678;g2975d56d0dc_2_181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9" name="Google Shape;8679;g2975d56d0dc_2_181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0" name="Google Shape;8680;g2975d56d0dc_2_181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1" name="Google Shape;8681;g2975d56d0dc_2_181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2" name="Google Shape;8682;g2975d56d0dc_2_181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3" name="Google Shape;8683;g2975d56d0dc_2_181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g2975d56d0dc_2_181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5" name="Google Shape;8685;g2975d56d0dc_2_181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6" name="Google Shape;8686;g2975d56d0dc_2_181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g2975d56d0dc_2_181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8" name="Google Shape;8688;g2975d56d0dc_2_181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9" name="Google Shape;8689;g2975d56d0dc_2_181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0" name="Google Shape;8690;g2975d56d0dc_2_181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1" name="Google Shape;8691;g2975d56d0dc_2_181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2" name="Google Shape;8692;g2975d56d0dc_2_181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3" name="Google Shape;8693;g2975d56d0dc_2_181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4" name="Google Shape;8694;g2975d56d0dc_2_181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5" name="Google Shape;8695;g2975d56d0dc_2_181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6" name="Google Shape;8696;g2975d56d0dc_2_181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7" name="Google Shape;8697;g2975d56d0dc_2_181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g2975d56d0dc_2_181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g2975d56d0dc_2_181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0" name="Google Shape;8700;g2975d56d0dc_2_181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g2975d56d0dc_2_181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2" name="Google Shape;8702;g2975d56d0dc_2_181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3" name="Google Shape;8703;g2975d56d0dc_2_181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4" name="Google Shape;8704;g2975d56d0dc_2_181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5" name="Google Shape;8705;g2975d56d0dc_2_181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6" name="Google Shape;8706;g2975d56d0dc_2_181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g2975d56d0dc_2_181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8" name="Google Shape;8708;g2975d56d0dc_2_181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9" name="Google Shape;8709;g2975d56d0dc_2_181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g2975d56d0dc_2_181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1" name="Google Shape;8711;g2975d56d0dc_2_181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2" name="Google Shape;8712;g2975d56d0dc_2_181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3" name="Google Shape;8713;g2975d56d0dc_2_181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4" name="Google Shape;8714;g2975d56d0dc_2_181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5" name="Google Shape;8715;g2975d56d0dc_2_181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g2975d56d0dc_2_181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g2975d56d0dc_2_181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8" name="Google Shape;8718;g2975d56d0dc_2_181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g2975d56d0dc_2_181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0" name="Google Shape;8720;g2975d56d0dc_2_181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1" name="Google Shape;8721;g2975d56d0dc_2_181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2" name="Google Shape;8722;g2975d56d0dc_2_181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g2975d56d0dc_2_181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g2975d56d0dc_2_181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g2975d56d0dc_2_181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g2975d56d0dc_2_181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g2975d56d0dc_2_181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8" name="Google Shape;8728;g2975d56d0dc_2_181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9" name="Google Shape;8729;g2975d56d0dc_2_181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g2975d56d0dc_2_181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1" name="Google Shape;8731;g2975d56d0dc_2_181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2" name="Google Shape;8732;g2975d56d0dc_2_181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3" name="Google Shape;8733;g2975d56d0dc_2_181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g2975d56d0dc_2_181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g2975d56d0dc_2_181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g2975d56d0dc_2_181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7" name="Google Shape;8737;g2975d56d0dc_2_181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g2975d56d0dc_2_181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9" name="Google Shape;8739;g2975d56d0dc_2_181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0" name="Google Shape;8740;g2975d56d0dc_2_181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g2975d56d0dc_2_181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2" name="Google Shape;8742;g2975d56d0dc_2_181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3" name="Google Shape;8743;g2975d56d0dc_2_181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g2975d56d0dc_2_181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5" name="Google Shape;8745;g2975d56d0dc_2_181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6" name="Google Shape;8746;g2975d56d0dc_2_181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7" name="Google Shape;8747;g2975d56d0dc_2_181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g2975d56d0dc_2_181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g2975d56d0dc_2_181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g2975d56d0dc_2_181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1" name="Google Shape;8751;g2975d56d0dc_2_181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2" name="Google Shape;8752;g2975d56d0dc_2_181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3" name="Google Shape;8753;g2975d56d0dc_2_181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g2975d56d0dc_2_181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g2975d56d0dc_2_181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g2975d56d0dc_2_181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g2975d56d0dc_2_181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g2975d56d0dc_2_181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g2975d56d0dc_2_181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0" name="Google Shape;8760;g2975d56d0dc_2_181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1" name="Google Shape;8761;g2975d56d0dc_2_181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g2975d56d0dc_2_181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g2975d56d0dc_2_181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g2975d56d0dc_2_181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g2975d56d0dc_2_181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6" name="Google Shape;8766;g2975d56d0dc_2_181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7" name="Google Shape;8767;g2975d56d0dc_2_181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g2975d56d0dc_2_181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g2975d56d0dc_2_181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g2975d56d0dc_2_181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g2975d56d0dc_2_181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g2975d56d0dc_2_181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3" name="Google Shape;8773;g2975d56d0dc_2_181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4" name="Google Shape;8774;g2975d56d0dc_2_181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g2975d56d0dc_2_181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6" name="Google Shape;8776;g2975d56d0dc_2_181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7" name="Google Shape;8777;g2975d56d0dc_2_181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g2975d56d0dc_2_181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g2975d56d0dc_2_181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g2975d56d0dc_2_181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g2975d56d0dc_2_181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g2975d56d0dc_2_181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3" name="Google Shape;8783;g2975d56d0dc_2_181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4" name="Google Shape;8784;g2975d56d0dc_2_181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5" name="Google Shape;8785;g2975d56d0dc_2_181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6" name="Google Shape;8786;g2975d56d0dc_2_181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g2975d56d0dc_2_181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g2975d56d0dc_2_181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9" name="Google Shape;8789;g2975d56d0dc_2_181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0" name="Google Shape;8790;g2975d56d0dc_2_181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1" name="Google Shape;8791;g2975d56d0dc_2_181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2" name="Google Shape;8792;g2975d56d0dc_2_181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3" name="Google Shape;8793;g2975d56d0dc_2_181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g2975d56d0dc_2_181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5" name="Google Shape;8795;g2975d56d0dc_2_181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6" name="Google Shape;8796;g2975d56d0dc_2_181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7" name="Google Shape;8797;g2975d56d0dc_2_181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g2975d56d0dc_2_181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9" name="Google Shape;8799;g2975d56d0dc_2_181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0" name="Google Shape;8800;g2975d56d0dc_2_181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1" name="Google Shape;8801;g2975d56d0dc_2_181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g2975d56d0dc_2_181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g2975d56d0dc_2_181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g2975d56d0dc_2_181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g2975d56d0dc_2_181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g2975d56d0dc_2_181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g2975d56d0dc_2_181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8" name="Google Shape;8808;g2975d56d0dc_2_181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g2975d56d0dc_2_181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g2975d56d0dc_2_181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g2975d56d0dc_2_181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g2975d56d0dc_2_181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g2975d56d0dc_2_181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4" name="Google Shape;8814;g2975d56d0dc_2_181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5" name="Google Shape;8815;g2975d56d0dc_2_181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6" name="Google Shape;8816;g2975d56d0dc_2_181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7" name="Google Shape;8817;g2975d56d0dc_2_181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g2975d56d0dc_2_181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9" name="Google Shape;8819;g2975d56d0dc_2_181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0" name="Google Shape;8820;g2975d56d0dc_2_181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1" name="Google Shape;8821;g2975d56d0dc_2_181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2" name="Google Shape;8822;g2975d56d0dc_2_181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g2975d56d0dc_2_181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4" name="Google Shape;8824;g2975d56d0dc_2_181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5" name="Google Shape;8825;g2975d56d0dc_2_181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6" name="Google Shape;8826;g2975d56d0dc_2_181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7" name="Google Shape;8827;g2975d56d0dc_2_181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8" name="Google Shape;8828;g2975d56d0dc_2_181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g2975d56d0dc_2_181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0" name="Google Shape;8830;g2975d56d0dc_2_181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1" name="Google Shape;8831;g2975d56d0dc_2_181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g2975d56d0dc_2_181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3" name="Google Shape;8833;g2975d56d0dc_2_181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4" name="Google Shape;8834;g2975d56d0dc_2_181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5" name="Google Shape;8835;g2975d56d0dc_2_181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6" name="Google Shape;8836;g2975d56d0dc_2_181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7" name="Google Shape;8837;g2975d56d0dc_2_181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8" name="Google Shape;8838;g2975d56d0dc_2_181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9" name="Google Shape;8839;g2975d56d0dc_2_181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0" name="Google Shape;8840;g2975d56d0dc_2_181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g2975d56d0dc_2_181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2" name="Google Shape;8842;g2975d56d0dc_2_181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3" name="Google Shape;8843;g2975d56d0dc_2_181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g2975d56d0dc_2_181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5" name="Google Shape;8845;g2975d56d0dc_2_181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6" name="Google Shape;8846;g2975d56d0dc_2_181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7" name="Google Shape;8847;g2975d56d0dc_2_181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8" name="Google Shape;8848;g2975d56d0dc_2_181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9" name="Google Shape;8849;g2975d56d0dc_2_181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0" name="Google Shape;8850;g2975d56d0dc_2_181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1" name="Google Shape;8851;g2975d56d0dc_2_181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2" name="Google Shape;8852;g2975d56d0dc_2_181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3" name="Google Shape;8853;g2975d56d0dc_2_181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4" name="Google Shape;8854;g2975d56d0dc_2_181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5" name="Google Shape;8855;g2975d56d0dc_2_181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6" name="Google Shape;8856;g2975d56d0dc_2_181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7" name="Google Shape;8857;g2975d56d0dc_2_181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8" name="Google Shape;8858;g2975d56d0dc_2_181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9" name="Google Shape;8859;g2975d56d0dc_2_181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0" name="Google Shape;8860;g2975d56d0dc_2_181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1" name="Google Shape;8861;g2975d56d0dc_2_181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2" name="Google Shape;8862;g2975d56d0dc_2_181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g2975d56d0dc_2_181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g2975d56d0dc_2_181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5" name="Google Shape;8865;g2975d56d0dc_2_181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6" name="Google Shape;8866;g2975d56d0dc_2_181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7" name="Google Shape;8867;g2975d56d0dc_2_181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8" name="Google Shape;8868;g2975d56d0dc_2_181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9" name="Google Shape;8869;g2975d56d0dc_2_181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0" name="Google Shape;8870;g2975d56d0dc_2_181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1" name="Google Shape;8871;g2975d56d0dc_2_181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2" name="Google Shape;8872;g2975d56d0dc_2_181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3" name="Google Shape;8873;g2975d56d0dc_2_181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4" name="Google Shape;8874;g2975d56d0dc_2_181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5" name="Google Shape;8875;g2975d56d0dc_2_181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6" name="Google Shape;8876;g2975d56d0dc_2_181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7" name="Google Shape;8877;g2975d56d0dc_2_181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8" name="Google Shape;8878;g2975d56d0dc_2_181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9" name="Google Shape;8879;g2975d56d0dc_2_181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0" name="Google Shape;8880;g2975d56d0dc_2_181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1" name="Google Shape;8881;g2975d56d0dc_2_181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2" name="Google Shape;8882;g2975d56d0dc_2_181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3" name="Google Shape;8883;g2975d56d0dc_2_181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4" name="Google Shape;8884;g2975d56d0dc_2_181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5" name="Google Shape;8885;g2975d56d0dc_2_181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6" name="Google Shape;8886;g2975d56d0dc_2_181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7" name="Google Shape;8887;g2975d56d0dc_2_181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8" name="Google Shape;8888;g2975d56d0dc_2_181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g2975d56d0dc_2_181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0" name="Google Shape;8890;g2975d56d0dc_2_181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1" name="Google Shape;8891;g2975d56d0dc_2_181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2" name="Google Shape;8892;g2975d56d0dc_2_181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3" name="Google Shape;8893;g2975d56d0dc_2_181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4" name="Google Shape;8894;g2975d56d0dc_2_181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5" name="Google Shape;8895;g2975d56d0dc_2_181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6" name="Google Shape;8896;g2975d56d0dc_2_181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7" name="Google Shape;8897;g2975d56d0dc_2_181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8" name="Google Shape;8898;g2975d56d0dc_2_181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9" name="Google Shape;8899;g2975d56d0dc_2_181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0" name="Google Shape;8900;g2975d56d0dc_2_181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1" name="Google Shape;8901;g2975d56d0dc_2_181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2" name="Google Shape;8902;g2975d56d0dc_2_181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3" name="Google Shape;8903;g2975d56d0dc_2_181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4" name="Google Shape;8904;g2975d56d0dc_2_181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5" name="Google Shape;8905;g2975d56d0dc_2_181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6" name="Google Shape;8906;g2975d56d0dc_2_181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7" name="Google Shape;8907;g2975d56d0dc_2_181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8" name="Google Shape;8908;g2975d56d0dc_2_181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9" name="Google Shape;8909;g2975d56d0dc_2_181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0" name="Google Shape;8910;g2975d56d0dc_2_181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1" name="Google Shape;8911;g2975d56d0dc_2_181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2" name="Google Shape;8912;g2975d56d0dc_2_181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3" name="Google Shape;8913;g2975d56d0dc_2_181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4" name="Google Shape;8914;g2975d56d0dc_2_1815"/>
            <p:cNvSpPr/>
            <p:nvPr/>
          </p:nvSpPr>
          <p:spPr>
            <a:xfrm>
              <a:off x="2291951" y="2116436"/>
              <a:ext cx="14" cy="0"/>
            </a:xfrm>
            <a:custGeom>
              <a:rect b="b" l="l" r="r" t="t"/>
              <a:pathLst>
                <a:path extrusionOk="0" h="12000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5" name="Google Shape;8915;g2975d56d0dc_2_1815"/>
            <p:cNvSpPr/>
            <p:nvPr/>
          </p:nvSpPr>
          <p:spPr>
            <a:xfrm>
              <a:off x="229256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6" name="Google Shape;8916;g2975d56d0dc_2_181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7" name="Google Shape;8917;g2975d56d0dc_2_1815"/>
            <p:cNvSpPr/>
            <p:nvPr/>
          </p:nvSpPr>
          <p:spPr>
            <a:xfrm>
              <a:off x="229313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8" name="Google Shape;8918;g2975d56d0dc_2_181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9" name="Google Shape;8919;g2975d56d0dc_2_181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0" name="Google Shape;8920;g2975d56d0dc_2_181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1" name="Google Shape;8921;g2975d56d0dc_2_181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2" name="Google Shape;8922;g2975d56d0dc_2_181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3" name="Google Shape;8923;g2975d56d0dc_2_181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4" name="Google Shape;8924;g2975d56d0dc_2_181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5" name="Google Shape;8925;g2975d56d0dc_2_181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6" name="Google Shape;8926;g2975d56d0dc_2_181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7" name="Google Shape;8927;g2975d56d0dc_2_181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8" name="Google Shape;8928;g2975d56d0dc_2_181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9" name="Google Shape;8929;g2975d56d0dc_2_181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0" name="Google Shape;8930;g2975d56d0dc_2_181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1" name="Google Shape;8931;g2975d56d0dc_2_181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2" name="Google Shape;8932;g2975d56d0dc_2_181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3" name="Google Shape;8933;g2975d56d0dc_2_181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4" name="Google Shape;8934;g2975d56d0dc_2_181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5" name="Google Shape;8935;g2975d56d0dc_2_181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6" name="Google Shape;8936;g2975d56d0dc_2_181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7" name="Google Shape;8937;g2975d56d0dc_2_181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8" name="Google Shape;8938;g2975d56d0dc_2_181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9" name="Google Shape;8939;g2975d56d0dc_2_181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0" name="Google Shape;8940;g2975d56d0dc_2_181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1" name="Google Shape;8941;g2975d56d0dc_2_181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2" name="Google Shape;8942;g2975d56d0dc_2_181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3" name="Google Shape;8943;g2975d56d0dc_2_181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4" name="Google Shape;8944;g2975d56d0dc_2_181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5" name="Google Shape;8945;g2975d56d0dc_2_181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6" name="Google Shape;8946;g2975d56d0dc_2_181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7" name="Google Shape;8947;g2975d56d0dc_2_181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g2975d56d0dc_2_181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9" name="Google Shape;8949;g2975d56d0dc_2_181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0" name="Google Shape;8950;g2975d56d0dc_2_181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1" name="Google Shape;8951;g2975d56d0dc_2_181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2" name="Google Shape;8952;g2975d56d0dc_2_181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3" name="Google Shape;8953;g2975d56d0dc_2_181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4" name="Google Shape;8954;g2975d56d0dc_2_181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5" name="Google Shape;8955;g2975d56d0dc_2_181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g2975d56d0dc_2_181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7" name="Google Shape;8957;g2975d56d0dc_2_181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8" name="Google Shape;8958;g2975d56d0dc_2_181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9" name="Google Shape;8959;g2975d56d0dc_2_181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0" name="Google Shape;8960;g2975d56d0dc_2_181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1" name="Google Shape;8961;g2975d56d0dc_2_181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2" name="Google Shape;8962;g2975d56d0dc_2_181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3" name="Google Shape;8963;g2975d56d0dc_2_181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g2975d56d0dc_2_181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g2975d56d0dc_2_181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6" name="Google Shape;8966;g2975d56d0dc_2_181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7" name="Google Shape;8967;g2975d56d0dc_2_181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8" name="Google Shape;8968;g2975d56d0dc_2_181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9" name="Google Shape;8969;g2975d56d0dc_2_181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0" name="Google Shape;8970;g2975d56d0dc_2_181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1" name="Google Shape;8971;g2975d56d0dc_2_181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2" name="Google Shape;8972;g2975d56d0dc_2_181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3" name="Google Shape;8973;g2975d56d0dc_2_181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g2975d56d0dc_2_181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g2975d56d0dc_2_181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g2975d56d0dc_2_181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7" name="Google Shape;8977;g2975d56d0dc_2_181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8" name="Google Shape;8978;g2975d56d0dc_2_181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9" name="Google Shape;8979;g2975d56d0dc_2_181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0" name="Google Shape;8980;g2975d56d0dc_2_181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g2975d56d0dc_2_181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2" name="Google Shape;8982;g2975d56d0dc_2_181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3" name="Google Shape;8983;g2975d56d0dc_2_181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g2975d56d0dc_2_181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5" name="Google Shape;8985;g2975d56d0dc_2_181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6" name="Google Shape;8986;g2975d56d0dc_2_181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g2975d56d0dc_2_181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8" name="Google Shape;8988;g2975d56d0dc_2_181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9" name="Google Shape;8989;g2975d56d0dc_2_181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0" name="Google Shape;8990;g2975d56d0dc_2_181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g2975d56d0dc_2_181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2" name="Google Shape;8992;g2975d56d0dc_2_181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3" name="Google Shape;8993;g2975d56d0dc_2_181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4" name="Google Shape;8994;g2975d56d0dc_2_181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5" name="Google Shape;8995;g2975d56d0dc_2_181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6" name="Google Shape;8996;g2975d56d0dc_2_181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g2975d56d0dc_2_181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g2975d56d0dc_2_181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9" name="Google Shape;8999;g2975d56d0dc_2_181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g2975d56d0dc_2_181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g2975d56d0dc_2_181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g2975d56d0dc_2_181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g2975d56d0dc_2_181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g2975d56d0dc_2_181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5" name="Google Shape;9005;g2975d56d0dc_2_181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g2975d56d0dc_2_181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g2975d56d0dc_2_181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g2975d56d0dc_2_181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g2975d56d0dc_2_181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0" name="Google Shape;9010;g2975d56d0dc_2_181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1" name="Google Shape;9011;g2975d56d0dc_2_181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2" name="Google Shape;9012;g2975d56d0dc_2_181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3" name="Google Shape;9013;g2975d56d0dc_2_181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4" name="Google Shape;9014;g2975d56d0dc_2_181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5" name="Google Shape;9015;g2975d56d0dc_2_181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6" name="Google Shape;9016;g2975d56d0dc_2_181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7" name="Google Shape;9017;g2975d56d0dc_2_181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g2975d56d0dc_2_181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g2975d56d0dc_2_181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0" name="Google Shape;9020;g2975d56d0dc_2_181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1" name="Google Shape;9021;g2975d56d0dc_2_181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2" name="Google Shape;9022;g2975d56d0dc_2_181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3" name="Google Shape;9023;g2975d56d0dc_2_181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4" name="Google Shape;9024;g2975d56d0dc_2_181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5" name="Google Shape;9025;g2975d56d0dc_2_181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6" name="Google Shape;9026;g2975d56d0dc_2_181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7" name="Google Shape;9027;g2975d56d0dc_2_181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8" name="Google Shape;9028;g2975d56d0dc_2_181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9" name="Google Shape;9029;g2975d56d0dc_2_181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0" name="Google Shape;9030;g2975d56d0dc_2_181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1" name="Google Shape;9031;g2975d56d0dc_2_181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g2975d56d0dc_2_181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3" name="Google Shape;9033;g2975d56d0dc_2_181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4" name="Google Shape;9034;g2975d56d0dc_2_181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5" name="Google Shape;9035;g2975d56d0dc_2_181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6" name="Google Shape;9036;g2975d56d0dc_2_181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7" name="Google Shape;9037;g2975d56d0dc_2_181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8" name="Google Shape;9038;g2975d56d0dc_2_181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9" name="Google Shape;9039;g2975d56d0dc_2_181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0" name="Google Shape;9040;g2975d56d0dc_2_181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1" name="Google Shape;9041;g2975d56d0dc_2_181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2" name="Google Shape;9042;g2975d56d0dc_2_181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3" name="Google Shape;9043;g2975d56d0dc_2_181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4" name="Google Shape;9044;g2975d56d0dc_2_181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5" name="Google Shape;9045;g2975d56d0dc_2_181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6" name="Google Shape;9046;g2975d56d0dc_2_181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7" name="Google Shape;9047;g2975d56d0dc_2_181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8" name="Google Shape;9048;g2975d56d0dc_2_181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9" name="Google Shape;9049;g2975d56d0dc_2_181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0" name="Google Shape;9050;g2975d56d0dc_2_181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1" name="Google Shape;9051;g2975d56d0dc_2_181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2" name="Google Shape;9052;g2975d56d0dc_2_181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3" name="Google Shape;9053;g2975d56d0dc_2_181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4" name="Google Shape;9054;g2975d56d0dc_2_181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5" name="Google Shape;9055;g2975d56d0dc_2_181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6" name="Google Shape;9056;g2975d56d0dc_2_181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7" name="Google Shape;9057;g2975d56d0dc_2_181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8" name="Google Shape;9058;g2975d56d0dc_2_1815"/>
            <p:cNvSpPr/>
            <p:nvPr/>
          </p:nvSpPr>
          <p:spPr>
            <a:xfrm>
              <a:off x="2595449" y="1751378"/>
              <a:ext cx="0" cy="14"/>
            </a:xfrm>
            <a:custGeom>
              <a:rect b="b" l="l" r="r" t="t"/>
              <a:pathLst>
                <a:path extrusionOk="0" h="1" w="12000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9" name="Google Shape;9059;g2975d56d0dc_2_181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0" name="Google Shape;9060;g2975d56d0dc_2_181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1" name="Google Shape;9061;g2975d56d0dc_2_181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2" name="Google Shape;9062;g2975d56d0dc_2_181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3" name="Google Shape;9063;g2975d56d0dc_2_181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4" name="Google Shape;9064;g2975d56d0dc_2_181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5" name="Google Shape;9065;g2975d56d0dc_2_181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6" name="Google Shape;9066;g2975d56d0dc_2_181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7" name="Google Shape;9067;g2975d56d0dc_2_181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8" name="Google Shape;9068;g2975d56d0dc_2_181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9" name="Google Shape;9069;g2975d56d0dc_2_181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0" name="Google Shape;9070;g2975d56d0dc_2_181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1" name="Google Shape;9071;g2975d56d0dc_2_181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2" name="Google Shape;9072;g2975d56d0dc_2_181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3" name="Google Shape;9073;g2975d56d0dc_2_181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4" name="Google Shape;9074;g2975d56d0dc_2_181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5" name="Google Shape;9075;g2975d56d0dc_2_181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6" name="Google Shape;9076;g2975d56d0dc_2_181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7" name="Google Shape;9077;g2975d56d0dc_2_181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8" name="Google Shape;9078;g2975d56d0dc_2_181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9" name="Google Shape;9079;g2975d56d0dc_2_181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0" name="Google Shape;9080;g2975d56d0dc_2_181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1" name="Google Shape;9081;g2975d56d0dc_2_181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2" name="Google Shape;9082;g2975d56d0dc_2_181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3" name="Google Shape;9083;g2975d56d0dc_2_181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4" name="Google Shape;9084;g2975d56d0dc_2_181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5" name="Google Shape;9085;g2975d56d0dc_2_181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6" name="Google Shape;9086;g2975d56d0dc_2_181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7" name="Google Shape;9087;g2975d56d0dc_2_181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8" name="Google Shape;9088;g2975d56d0dc_2_181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9" name="Google Shape;9089;g2975d56d0dc_2_181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0" name="Google Shape;9090;g2975d56d0dc_2_181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1" name="Google Shape;9091;g2975d56d0dc_2_181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2" name="Google Shape;9092;g2975d56d0dc_2_181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3" name="Google Shape;9093;g2975d56d0dc_2_181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4" name="Google Shape;9094;g2975d56d0dc_2_181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5" name="Google Shape;9095;g2975d56d0dc_2_181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6" name="Google Shape;9096;g2975d56d0dc_2_181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7" name="Google Shape;9097;g2975d56d0dc_2_181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8" name="Google Shape;9098;g2975d56d0dc_2_181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9" name="Google Shape;9099;g2975d56d0dc_2_181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0" name="Google Shape;9100;g2975d56d0dc_2_181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1" name="Google Shape;9101;g2975d56d0dc_2_181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2" name="Google Shape;9102;g2975d56d0dc_2_181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3" name="Google Shape;9103;g2975d56d0dc_2_181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4" name="Google Shape;9104;g2975d56d0dc_2_181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5" name="Google Shape;9105;g2975d56d0dc_2_181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6" name="Google Shape;9106;g2975d56d0dc_2_181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7" name="Google Shape;9107;g2975d56d0dc_2_181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8" name="Google Shape;9108;g2975d56d0dc_2_181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9" name="Google Shape;9109;g2975d56d0dc_2_181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0" name="Google Shape;9110;g2975d56d0dc_2_181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1" name="Google Shape;9111;g2975d56d0dc_2_181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2" name="Google Shape;9112;g2975d56d0dc_2_181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3" name="Google Shape;9113;g2975d56d0dc_2_181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4" name="Google Shape;9114;g2975d56d0dc_2_181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5" name="Google Shape;9115;g2975d56d0dc_2_181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6" name="Google Shape;9116;g2975d56d0dc_2_181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7" name="Google Shape;9117;g2975d56d0dc_2_181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8" name="Google Shape;9118;g2975d56d0dc_2_181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9" name="Google Shape;9119;g2975d56d0dc_2_181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0" name="Google Shape;9120;g2975d56d0dc_2_181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g2975d56d0dc_2_181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2" name="Google Shape;9122;g2975d56d0dc_2_181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3" name="Google Shape;9123;g2975d56d0dc_2_181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4" name="Google Shape;9124;g2975d56d0dc_2_181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5" name="Google Shape;9125;g2975d56d0dc_2_181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6" name="Google Shape;9126;g2975d56d0dc_2_181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7" name="Google Shape;9127;g2975d56d0dc_2_181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8" name="Google Shape;9128;g2975d56d0dc_2_181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g2975d56d0dc_2_181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0" name="Google Shape;9130;g2975d56d0dc_2_181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1" name="Google Shape;9131;g2975d56d0dc_2_181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2" name="Google Shape;9132;g2975d56d0dc_2_181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3" name="Google Shape;9133;g2975d56d0dc_2_181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4" name="Google Shape;9134;g2975d56d0dc_2_181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5" name="Google Shape;9135;g2975d56d0dc_2_181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6" name="Google Shape;9136;g2975d56d0dc_2_181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g2975d56d0dc_2_181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8" name="Google Shape;9138;g2975d56d0dc_2_181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9" name="Google Shape;9139;g2975d56d0dc_2_181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0" name="Google Shape;9140;g2975d56d0dc_2_181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1" name="Google Shape;9141;g2975d56d0dc_2_181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2" name="Google Shape;9142;g2975d56d0dc_2_181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3" name="Google Shape;9143;g2975d56d0dc_2_181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4" name="Google Shape;9144;g2975d56d0dc_2_181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5" name="Google Shape;9145;g2975d56d0dc_2_181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6" name="Google Shape;9146;g2975d56d0dc_2_181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7" name="Google Shape;9147;g2975d56d0dc_2_181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8" name="Google Shape;9148;g2975d56d0dc_2_181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9" name="Google Shape;9149;g2975d56d0dc_2_181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0" name="Google Shape;9150;g2975d56d0dc_2_181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1" name="Google Shape;9151;g2975d56d0dc_2_181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2" name="Google Shape;9152;g2975d56d0dc_2_181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3" name="Google Shape;9153;g2975d56d0dc_2_181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4" name="Google Shape;9154;g2975d56d0dc_2_181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5" name="Google Shape;9155;g2975d56d0dc_2_181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6" name="Google Shape;9156;g2975d56d0dc_2_181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7" name="Google Shape;9157;g2975d56d0dc_2_181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8" name="Google Shape;9158;g2975d56d0dc_2_181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9" name="Google Shape;9159;g2975d56d0dc_2_181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0" name="Google Shape;9160;g2975d56d0dc_2_181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1" name="Google Shape;9161;g2975d56d0dc_2_181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2" name="Google Shape;9162;g2975d56d0dc_2_181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3" name="Google Shape;9163;g2975d56d0dc_2_181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4" name="Google Shape;9164;g2975d56d0dc_2_181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5" name="Google Shape;9165;g2975d56d0dc_2_181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6" name="Google Shape;9166;g2975d56d0dc_2_181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7" name="Google Shape;9167;g2975d56d0dc_2_181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8" name="Google Shape;9168;g2975d56d0dc_2_181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9" name="Google Shape;9169;g2975d56d0dc_2_181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0" name="Google Shape;9170;g2975d56d0dc_2_181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1" name="Google Shape;9171;g2975d56d0dc_2_181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2" name="Google Shape;9172;g2975d56d0dc_2_181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3" name="Google Shape;9173;g2975d56d0dc_2_181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4" name="Google Shape;9174;g2975d56d0dc_2_181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5" name="Google Shape;9175;g2975d56d0dc_2_181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6" name="Google Shape;9176;g2975d56d0dc_2_181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7" name="Google Shape;9177;g2975d56d0dc_2_181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8" name="Google Shape;9178;g2975d56d0dc_2_181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9" name="Google Shape;9179;g2975d56d0dc_2_181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0" name="Google Shape;9180;g2975d56d0dc_2_181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1" name="Google Shape;9181;g2975d56d0dc_2_181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2" name="Google Shape;9182;g2975d56d0dc_2_181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3" name="Google Shape;9183;g2975d56d0dc_2_181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4" name="Google Shape;9184;g2975d56d0dc_2_181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5" name="Google Shape;9185;g2975d56d0dc_2_181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6" name="Google Shape;9186;g2975d56d0dc_2_181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7" name="Google Shape;9187;g2975d56d0dc_2_181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8" name="Google Shape;9188;g2975d56d0dc_2_181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9" name="Google Shape;9189;g2975d56d0dc_2_181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0" name="Google Shape;9190;g2975d56d0dc_2_181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g2975d56d0dc_2_181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2" name="Google Shape;9192;g2975d56d0dc_2_181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3" name="Google Shape;9193;g2975d56d0dc_2_181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4" name="Google Shape;9194;g2975d56d0dc_2_181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g2975d56d0dc_2_181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6" name="Google Shape;9196;g2975d56d0dc_2_181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7" name="Google Shape;9197;g2975d56d0dc_2_181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g2975d56d0dc_2_181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g2975d56d0dc_2_181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0" name="Google Shape;9200;g2975d56d0dc_2_181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g2975d56d0dc_2_181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2" name="Google Shape;9202;g2975d56d0dc_2_181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3" name="Google Shape;9203;g2975d56d0dc_2_181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g2975d56d0dc_2_181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5" name="Google Shape;9205;g2975d56d0dc_2_181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6" name="Google Shape;9206;g2975d56d0dc_2_181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7" name="Google Shape;9207;g2975d56d0dc_2_181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8" name="Google Shape;9208;g2975d56d0dc_2_181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9" name="Google Shape;9209;g2975d56d0dc_2_181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0" name="Google Shape;9210;g2975d56d0dc_2_181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1" name="Google Shape;9211;g2975d56d0dc_2_181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2" name="Google Shape;9212;g2975d56d0dc_2_181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3" name="Google Shape;9213;g2975d56d0dc_2_181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4" name="Google Shape;9214;g2975d56d0dc_2_181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5" name="Google Shape;9215;g2975d56d0dc_2_181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6" name="Google Shape;9216;g2975d56d0dc_2_181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7" name="Google Shape;9217;g2975d56d0dc_2_181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8" name="Google Shape;9218;g2975d56d0dc_2_181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9" name="Google Shape;9219;g2975d56d0dc_2_181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0" name="Google Shape;9220;g2975d56d0dc_2_181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1" name="Google Shape;9221;g2975d56d0dc_2_181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2" name="Google Shape;9222;g2975d56d0dc_2_181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3" name="Google Shape;9223;g2975d56d0dc_2_181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4" name="Google Shape;9224;g2975d56d0dc_2_181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5" name="Google Shape;9225;g2975d56d0dc_2_181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6" name="Google Shape;9226;g2975d56d0dc_2_181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7" name="Google Shape;9227;g2975d56d0dc_2_181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8" name="Google Shape;9228;g2975d56d0dc_2_181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9" name="Google Shape;9229;g2975d56d0dc_2_181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0" name="Google Shape;9230;g2975d56d0dc_2_1815"/>
            <p:cNvSpPr/>
            <p:nvPr/>
          </p:nvSpPr>
          <p:spPr>
            <a:xfrm>
              <a:off x="2962544" y="2114806"/>
              <a:ext cx="0" cy="14"/>
            </a:xfrm>
            <a:custGeom>
              <a:rect b="b" l="l" r="r" t="t"/>
              <a:pathLst>
                <a:path extrusionOk="0" h="1" w="12000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1" name="Google Shape;9231;g2975d56d0dc_2_181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2" name="Google Shape;9232;g2975d56d0dc_2_181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3" name="Google Shape;9233;g2975d56d0dc_2_181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4" name="Google Shape;9234;g2975d56d0dc_2_181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5" name="Google Shape;9235;g2975d56d0dc_2_181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6" name="Google Shape;9236;g2975d56d0dc_2_181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7" name="Google Shape;9237;g2975d56d0dc_2_181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8" name="Google Shape;9238;g2975d56d0dc_2_181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9" name="Google Shape;9239;g2975d56d0dc_2_181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0" name="Google Shape;9240;g2975d56d0dc_2_181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1" name="Google Shape;9241;g2975d56d0dc_2_181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2" name="Google Shape;9242;g2975d56d0dc_2_181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3" name="Google Shape;9243;g2975d56d0dc_2_181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4" name="Google Shape;9244;g2975d56d0dc_2_181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5" name="Google Shape;9245;g2975d56d0dc_2_181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6" name="Google Shape;9246;g2975d56d0dc_2_181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7" name="Google Shape;9247;g2975d56d0dc_2_181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8" name="Google Shape;9248;g2975d56d0dc_2_181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9" name="Google Shape;9249;g2975d56d0dc_2_181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0" name="Google Shape;9250;g2975d56d0dc_2_181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1" name="Google Shape;9251;g2975d56d0dc_2_181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2" name="Google Shape;9252;g2975d56d0dc_2_181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3" name="Google Shape;9253;g2975d56d0dc_2_181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g2975d56d0dc_2_181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5" name="Google Shape;9255;g2975d56d0dc_2_181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6" name="Google Shape;9256;g2975d56d0dc_2_181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7" name="Google Shape;9257;g2975d56d0dc_2_181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8" name="Google Shape;9258;g2975d56d0dc_2_181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9" name="Google Shape;9259;g2975d56d0dc_2_181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0" name="Google Shape;9260;g2975d56d0dc_2_181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1" name="Google Shape;9261;g2975d56d0dc_2_181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2" name="Google Shape;9262;g2975d56d0dc_2_181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3" name="Google Shape;9263;g2975d56d0dc_2_181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4" name="Google Shape;9264;g2975d56d0dc_2_181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5" name="Google Shape;9265;g2975d56d0dc_2_181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6" name="Google Shape;9266;g2975d56d0dc_2_181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7" name="Google Shape;9267;g2975d56d0dc_2_181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8" name="Google Shape;9268;g2975d56d0dc_2_181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9" name="Google Shape;9269;g2975d56d0dc_2_181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0" name="Google Shape;9270;g2975d56d0dc_2_181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1" name="Google Shape;9271;g2975d56d0dc_2_181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2" name="Google Shape;9272;g2975d56d0dc_2_181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3" name="Google Shape;9273;g2975d56d0dc_2_181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4" name="Google Shape;9274;g2975d56d0dc_2_181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5" name="Google Shape;9275;g2975d56d0dc_2_181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6" name="Google Shape;9276;g2975d56d0dc_2_181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g2975d56d0dc_2_181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g2975d56d0dc_2_181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9" name="Google Shape;9279;g2975d56d0dc_2_181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0" name="Google Shape;9280;g2975d56d0dc_2_181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1" name="Google Shape;9281;g2975d56d0dc_2_181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2" name="Google Shape;9282;g2975d56d0dc_2_181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3" name="Google Shape;9283;g2975d56d0dc_2_181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4" name="Google Shape;9284;g2975d56d0dc_2_181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5" name="Google Shape;9285;g2975d56d0dc_2_181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6" name="Google Shape;9286;g2975d56d0dc_2_181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7" name="Google Shape;9287;g2975d56d0dc_2_181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8" name="Google Shape;9288;g2975d56d0dc_2_181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9" name="Google Shape;9289;g2975d56d0dc_2_181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0" name="Google Shape;9290;g2975d56d0dc_2_181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1" name="Google Shape;9291;g2975d56d0dc_2_181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2" name="Google Shape;9292;g2975d56d0dc_2_181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3" name="Google Shape;9293;g2975d56d0dc_2_181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4" name="Google Shape;9294;g2975d56d0dc_2_181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5" name="Google Shape;9295;g2975d56d0dc_2_181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6" name="Google Shape;9296;g2975d56d0dc_2_181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7" name="Google Shape;9297;g2975d56d0dc_2_181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8" name="Google Shape;9298;g2975d56d0dc_2_181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9" name="Google Shape;9299;g2975d56d0dc_2_181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0" name="Google Shape;9300;g2975d56d0dc_2_181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1" name="Google Shape;9301;g2975d56d0dc_2_181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2" name="Google Shape;9302;g2975d56d0dc_2_181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3" name="Google Shape;9303;g2975d56d0dc_2_181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4" name="Google Shape;9304;g2975d56d0dc_2_181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5" name="Google Shape;9305;g2975d56d0dc_2_181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6" name="Google Shape;9306;g2975d56d0dc_2_181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7" name="Google Shape;9307;g2975d56d0dc_2_181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8" name="Google Shape;9308;g2975d56d0dc_2_181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9" name="Google Shape;9309;g2975d56d0dc_2_181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0" name="Google Shape;9310;g2975d56d0dc_2_181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1" name="Google Shape;9311;g2975d56d0dc_2_181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2" name="Google Shape;9312;g2975d56d0dc_2_181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3" name="Google Shape;9313;g2975d56d0dc_2_181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4" name="Google Shape;9314;g2975d56d0dc_2_181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5" name="Google Shape;9315;g2975d56d0dc_2_181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6" name="Google Shape;9316;g2975d56d0dc_2_181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7" name="Google Shape;9317;g2975d56d0dc_2_181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8" name="Google Shape;9318;g2975d56d0dc_2_181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9" name="Google Shape;9319;g2975d56d0dc_2_181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0" name="Google Shape;9320;g2975d56d0dc_2_181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1" name="Google Shape;9321;g2975d56d0dc_2_181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2" name="Google Shape;9322;g2975d56d0dc_2_181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3" name="Google Shape;9323;g2975d56d0dc_2_181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4" name="Google Shape;9324;g2975d56d0dc_2_181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5" name="Google Shape;9325;g2975d56d0dc_2_181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6" name="Google Shape;9326;g2975d56d0dc_2_181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7" name="Google Shape;9327;g2975d56d0dc_2_181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8" name="Google Shape;9328;g2975d56d0dc_2_181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9" name="Google Shape;9329;g2975d56d0dc_2_181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0" name="Google Shape;9330;g2975d56d0dc_2_181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1" name="Google Shape;9331;g2975d56d0dc_2_181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2" name="Google Shape;9332;g2975d56d0dc_2_181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33" name="Google Shape;9333;g2975d56d0dc_2_1815"/>
          <p:cNvGrpSpPr/>
          <p:nvPr/>
        </p:nvGrpSpPr>
        <p:grpSpPr>
          <a:xfrm>
            <a:off x="3450485" y="919691"/>
            <a:ext cx="2310381" cy="1488888"/>
            <a:chOff x="229225" y="549050"/>
            <a:chExt cx="7161750" cy="4615275"/>
          </a:xfrm>
        </p:grpSpPr>
        <p:sp>
          <p:nvSpPr>
            <p:cNvPr id="9334" name="Google Shape;9334;g2975d56d0dc_2_181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5" name="Google Shape;9335;g2975d56d0dc_2_181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6" name="Google Shape;9336;g2975d56d0dc_2_181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7" name="Google Shape;9337;g2975d56d0dc_2_181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8" name="Google Shape;9338;g2975d56d0dc_2_181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9" name="Google Shape;9339;g2975d56d0dc_2_181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0" name="Google Shape;9340;g2975d56d0dc_2_181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1" name="Google Shape;9341;g2975d56d0dc_2_181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2" name="Google Shape;9342;g2975d56d0dc_2_181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3" name="Google Shape;9343;g2975d56d0dc_2_181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4" name="Google Shape;9344;g2975d56d0dc_2_181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5" name="Google Shape;9345;g2975d56d0dc_2_181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6" name="Google Shape;9346;g2975d56d0dc_2_181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7" name="Google Shape;9347;g2975d56d0dc_2_181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8" name="Google Shape;9348;g2975d56d0dc_2_181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9" name="Google Shape;9349;g2975d56d0dc_2_181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0" name="Google Shape;9350;g2975d56d0dc_2_181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1" name="Google Shape;9351;g2975d56d0dc_2_181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2" name="Google Shape;9352;g2975d56d0dc_2_181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3" name="Google Shape;9353;g2975d56d0dc_2_181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4" name="Google Shape;9354;g2975d56d0dc_2_181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5" name="Google Shape;9355;g2975d56d0dc_2_181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6" name="Google Shape;9356;g2975d56d0dc_2_181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7" name="Google Shape;9357;g2975d56d0dc_2_181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8" name="Google Shape;9358;g2975d56d0dc_2_181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9" name="Google Shape;9359;g2975d56d0dc_2_181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0" name="Google Shape;9360;g2975d56d0dc_2_181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1" name="Google Shape;9361;g2975d56d0dc_2_181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2" name="Google Shape;9362;g2975d56d0dc_2_181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3" name="Google Shape;9363;g2975d56d0dc_2_181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4" name="Google Shape;9364;g2975d56d0dc_2_181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5" name="Google Shape;9365;g2975d56d0dc_2_181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6" name="Google Shape;9366;g2975d56d0dc_2_181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7" name="Google Shape;9367;g2975d56d0dc_2_181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8" name="Google Shape;9368;g2975d56d0dc_2_181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9" name="Google Shape;9369;g2975d56d0dc_2_181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0" name="Google Shape;9370;g2975d56d0dc_2_181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1" name="Google Shape;9371;g2975d56d0dc_2_181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2" name="Google Shape;9372;g2975d56d0dc_2_181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3" name="Google Shape;9373;g2975d56d0dc_2_181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4" name="Google Shape;9374;g2975d56d0dc_2_181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5" name="Google Shape;9375;g2975d56d0dc_2_181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6" name="Google Shape;9376;g2975d56d0dc_2_181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7" name="Google Shape;9377;g2975d56d0dc_2_181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8" name="Google Shape;9378;g2975d56d0dc_2_181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9" name="Google Shape;9379;g2975d56d0dc_2_181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0" name="Google Shape;9380;g2975d56d0dc_2_181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1" name="Google Shape;9381;g2975d56d0dc_2_181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2" name="Google Shape;9382;g2975d56d0dc_2_181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3" name="Google Shape;9383;g2975d56d0dc_2_181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4" name="Google Shape;9384;g2975d56d0dc_2_181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5" name="Google Shape;9385;g2975d56d0dc_2_181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6" name="Google Shape;9386;g2975d56d0dc_2_181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7" name="Google Shape;9387;g2975d56d0dc_2_181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8" name="Google Shape;9388;g2975d56d0dc_2_181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9" name="Google Shape;9389;g2975d56d0dc_2_181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0" name="Google Shape;9390;g2975d56d0dc_2_181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1" name="Google Shape;9391;g2975d56d0dc_2_181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2" name="Google Shape;9392;g2975d56d0dc_2_181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3" name="Google Shape;9393;g2975d56d0dc_2_181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4" name="Google Shape;9394;g2975d56d0dc_2_181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5" name="Google Shape;9395;g2975d56d0dc_2_181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6" name="Google Shape;9396;g2975d56d0dc_2_181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7" name="Google Shape;9397;g2975d56d0dc_2_181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8" name="Google Shape;9398;g2975d56d0dc_2_181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9" name="Google Shape;9399;g2975d56d0dc_2_181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0" name="Google Shape;9400;g2975d56d0dc_2_181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1" name="Google Shape;9401;g2975d56d0dc_2_181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2" name="Google Shape;9402;g2975d56d0dc_2_181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3" name="Google Shape;9403;g2975d56d0dc_2_181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4" name="Google Shape;9404;g2975d56d0dc_2_181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5" name="Google Shape;9405;g2975d56d0dc_2_181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6" name="Google Shape;9406;g2975d56d0dc_2_181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7" name="Google Shape;9407;g2975d56d0dc_2_181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8" name="Google Shape;9408;g2975d56d0dc_2_181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9" name="Google Shape;9409;g2975d56d0dc_2_181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0" name="Google Shape;9410;g2975d56d0dc_2_181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1" name="Google Shape;9411;g2975d56d0dc_2_181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2" name="Google Shape;9412;g2975d56d0dc_2_181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3" name="Google Shape;9413;g2975d56d0dc_2_181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4" name="Google Shape;9414;g2975d56d0dc_2_181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5" name="Google Shape;9415;g2975d56d0dc_2_181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6" name="Google Shape;9416;g2975d56d0dc_2_181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7" name="Google Shape;9417;g2975d56d0dc_2_181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8" name="Google Shape;9418;g2975d56d0dc_2_181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9" name="Google Shape;9419;g2975d56d0dc_2_181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0" name="Google Shape;9420;g2975d56d0dc_2_181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1" name="Google Shape;9421;g2975d56d0dc_2_181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2" name="Google Shape;9422;g2975d56d0dc_2_181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3" name="Google Shape;9423;g2975d56d0dc_2_181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4" name="Google Shape;9424;g2975d56d0dc_2_181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5" name="Google Shape;9425;g2975d56d0dc_2_181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6" name="Google Shape;9426;g2975d56d0dc_2_181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7" name="Google Shape;9427;g2975d56d0dc_2_181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8" name="Google Shape;9428;g2975d56d0dc_2_181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9" name="Google Shape;9429;g2975d56d0dc_2_181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0" name="Google Shape;9430;g2975d56d0dc_2_181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1" name="Google Shape;9431;g2975d56d0dc_2_181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2" name="Google Shape;9432;g2975d56d0dc_2_181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3" name="Google Shape;9433;g2975d56d0dc_2_181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4" name="Google Shape;9434;g2975d56d0dc_2_181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5" name="Google Shape;9435;g2975d56d0dc_2_181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6" name="Google Shape;9436;g2975d56d0dc_2_181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7" name="Google Shape;9437;g2975d56d0dc_2_181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8" name="Google Shape;9438;g2975d56d0dc_2_181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9" name="Google Shape;9439;g2975d56d0dc_2_181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0" name="Google Shape;9440;g2975d56d0dc_2_181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1" name="Google Shape;9441;g2975d56d0dc_2_181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2" name="Google Shape;9442;g2975d56d0dc_2_181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3" name="Google Shape;9443;g2975d56d0dc_2_181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4" name="Google Shape;9444;g2975d56d0dc_2_181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5" name="Google Shape;9445;g2975d56d0dc_2_181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6" name="Google Shape;9446;g2975d56d0dc_2_181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7" name="Google Shape;9447;g2975d56d0dc_2_181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8" name="Google Shape;9448;g2975d56d0dc_2_181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9" name="Google Shape;9449;g2975d56d0dc_2_181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0" name="Google Shape;9450;g2975d56d0dc_2_181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1" name="Google Shape;9451;g2975d56d0dc_2_1815"/>
          <p:cNvGrpSpPr/>
          <p:nvPr/>
        </p:nvGrpSpPr>
        <p:grpSpPr>
          <a:xfrm>
            <a:off x="3548403" y="2849588"/>
            <a:ext cx="2310282" cy="1374222"/>
            <a:chOff x="238125" y="732525"/>
            <a:chExt cx="7130500" cy="4241425"/>
          </a:xfrm>
        </p:grpSpPr>
        <p:sp>
          <p:nvSpPr>
            <p:cNvPr id="9452" name="Google Shape;9452;g2975d56d0dc_2_181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3" name="Google Shape;9453;g2975d56d0dc_2_181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4" name="Google Shape;9454;g2975d56d0dc_2_181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5" name="Google Shape;9455;g2975d56d0dc_2_181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6" name="Google Shape;9456;g2975d56d0dc_2_181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7" name="Google Shape;9457;g2975d56d0dc_2_181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8" name="Google Shape;9458;g2975d56d0dc_2_181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9" name="Google Shape;9459;g2975d56d0dc_2_181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0" name="Google Shape;9460;g2975d56d0dc_2_181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1" name="Google Shape;9461;g2975d56d0dc_2_181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2" name="Google Shape;9462;g2975d56d0dc_2_181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3" name="Google Shape;9463;g2975d56d0dc_2_181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4" name="Google Shape;9464;g2975d56d0dc_2_181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5" name="Google Shape;9465;g2975d56d0dc_2_181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6" name="Google Shape;9466;g2975d56d0dc_2_181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7" name="Google Shape;9467;g2975d56d0dc_2_181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8" name="Google Shape;9468;g2975d56d0dc_2_181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9" name="Google Shape;9469;g2975d56d0dc_2_181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0" name="Google Shape;9470;g2975d56d0dc_2_181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1" name="Google Shape;9471;g2975d56d0dc_2_181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2" name="Google Shape;9472;g2975d56d0dc_2_181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3" name="Google Shape;9473;g2975d56d0dc_2_181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4" name="Google Shape;9474;g2975d56d0dc_2_181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5" name="Google Shape;9475;g2975d56d0dc_2_181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6" name="Google Shape;9476;g2975d56d0dc_2_181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7" name="Google Shape;9477;g2975d56d0dc_2_181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8" name="Google Shape;9478;g2975d56d0dc_2_181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9" name="Google Shape;9479;g2975d56d0dc_2_181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0" name="Google Shape;9480;g2975d56d0dc_2_181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1" name="Google Shape;9481;g2975d56d0dc_2_181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2" name="Google Shape;9482;g2975d56d0dc_2_181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3" name="Google Shape;9483;g2975d56d0dc_2_181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g2975d56d0dc_2_181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5" name="Google Shape;9485;g2975d56d0dc_2_181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6" name="Google Shape;9486;g2975d56d0dc_2_181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7" name="Google Shape;9487;g2975d56d0dc_2_181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8" name="Google Shape;9488;g2975d56d0dc_2_181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9" name="Google Shape;9489;g2975d56d0dc_2_181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0" name="Google Shape;9490;g2975d56d0dc_2_181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1" name="Google Shape;9491;g2975d56d0dc_2_181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2" name="Google Shape;9492;g2975d56d0dc_2_181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3" name="Google Shape;9493;g2975d56d0dc_2_181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4" name="Google Shape;9494;g2975d56d0dc_2_181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5" name="Google Shape;9495;g2975d56d0dc_2_181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6" name="Google Shape;9496;g2975d56d0dc_2_181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7" name="Google Shape;9497;g2975d56d0dc_2_181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8" name="Google Shape;9498;g2975d56d0dc_2_181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9" name="Google Shape;9499;g2975d56d0dc_2_181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0" name="Google Shape;9500;g2975d56d0dc_2_181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1" name="Google Shape;9501;g2975d56d0dc_2_181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2" name="Google Shape;9502;g2975d56d0dc_2_181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3" name="Google Shape;9503;g2975d56d0dc_2_181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4" name="Google Shape;9504;g2975d56d0dc_2_181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5" name="Google Shape;9505;g2975d56d0dc_2_181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6" name="Google Shape;9506;g2975d56d0dc_2_181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7" name="Google Shape;9507;g2975d56d0dc_2_181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8" name="Google Shape;9508;g2975d56d0dc_2_181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9" name="Google Shape;9509;g2975d56d0dc_2_181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0" name="Google Shape;9510;g2975d56d0dc_2_181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1" name="Google Shape;9511;g2975d56d0dc_2_181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2" name="Google Shape;9512;g2975d56d0dc_2_181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3" name="Google Shape;9513;g2975d56d0dc_2_181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4" name="Google Shape;9514;g2975d56d0dc_2_181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5" name="Google Shape;9515;g2975d56d0dc_2_181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6" name="Google Shape;9516;g2975d56d0dc_2_181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7" name="Google Shape;9517;g2975d56d0dc_2_181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8" name="Google Shape;9518;g2975d56d0dc_2_181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9" name="Google Shape;9519;g2975d56d0dc_2_181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0" name="Google Shape;9520;g2975d56d0dc_2_181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1" name="Google Shape;9521;g2975d56d0dc_2_181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2" name="Google Shape;9522;g2975d56d0dc_2_181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3" name="Google Shape;9523;g2975d56d0dc_2_181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4" name="Google Shape;9524;g2975d56d0dc_2_181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5" name="Google Shape;9525;g2975d56d0dc_2_181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6" name="Google Shape;9526;g2975d56d0dc_2_181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7" name="Google Shape;9527;g2975d56d0dc_2_181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8" name="Google Shape;9528;g2975d56d0dc_2_181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9" name="Google Shape;9529;g2975d56d0dc_2_181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0" name="Google Shape;9530;g2975d56d0dc_2_181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1" name="Google Shape;9531;g2975d56d0dc_2_181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2" name="Google Shape;9532;g2975d56d0dc_2_181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3" name="Google Shape;9533;g2975d56d0dc_2_181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4" name="Google Shape;9534;g2975d56d0dc_2_181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5" name="Google Shape;9535;g2975d56d0dc_2_181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6" name="Google Shape;9536;g2975d56d0dc_2_181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7" name="Google Shape;9537;g2975d56d0dc_2_181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8" name="Google Shape;9538;g2975d56d0dc_2_181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9" name="Google Shape;9539;g2975d56d0dc_2_181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0" name="Google Shape;9540;g2975d56d0dc_2_181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1" name="Google Shape;9541;g2975d56d0dc_2_181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2" name="Google Shape;9542;g2975d56d0dc_2_181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3" name="Google Shape;9543;g2975d56d0dc_2_181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4" name="Google Shape;9544;g2975d56d0dc_2_181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5" name="Google Shape;9545;g2975d56d0dc_2_181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6" name="Google Shape;9546;g2975d56d0dc_2_181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7" name="Google Shape;9547;g2975d56d0dc_2_181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8" name="Google Shape;9548;g2975d56d0dc_2_181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9" name="Google Shape;9549;g2975d56d0dc_2_181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0" name="Google Shape;9550;g2975d56d0dc_2_181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1" name="Google Shape;9551;g2975d56d0dc_2_181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2" name="Google Shape;9552;g2975d56d0dc_2_181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3" name="Google Shape;9553;g2975d56d0dc_2_181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4" name="Google Shape;9554;g2975d56d0dc_2_181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5" name="Google Shape;9555;g2975d56d0dc_2_181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6" name="Google Shape;9556;g2975d56d0dc_2_181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7" name="Google Shape;9557;g2975d56d0dc_2_181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8" name="Google Shape;9558;g2975d56d0dc_2_181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9" name="Google Shape;9559;g2975d56d0dc_2_181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0" name="Google Shape;9560;g2975d56d0dc_2_181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1" name="Google Shape;9561;g2975d56d0dc_2_181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2" name="Google Shape;9562;g2975d56d0dc_2_181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3" name="Google Shape;9563;g2975d56d0dc_2_181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4" name="Google Shape;9564;g2975d56d0dc_2_181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5" name="Google Shape;9565;g2975d56d0dc_2_181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9" name="Shape 9569"/>
        <p:cNvGrpSpPr/>
        <p:nvPr/>
      </p:nvGrpSpPr>
      <p:grpSpPr>
        <a:xfrm>
          <a:off x="0" y="0"/>
          <a:ext cx="0" cy="0"/>
          <a:chOff x="0" y="0"/>
          <a:chExt cx="0" cy="0"/>
        </a:xfrm>
      </p:grpSpPr>
      <p:grpSp>
        <p:nvGrpSpPr>
          <p:cNvPr id="9570" name="Google Shape;9570;g2975d56d0dc_2_7728"/>
          <p:cNvGrpSpPr/>
          <p:nvPr/>
        </p:nvGrpSpPr>
        <p:grpSpPr>
          <a:xfrm>
            <a:off x="2100560" y="3398663"/>
            <a:ext cx="1102891" cy="760337"/>
            <a:chOff x="4967783" y="2151471"/>
            <a:chExt cx="3920691" cy="2702940"/>
          </a:xfrm>
        </p:grpSpPr>
        <p:grpSp>
          <p:nvGrpSpPr>
            <p:cNvPr id="9571" name="Google Shape;9571;g2975d56d0dc_2_7728"/>
            <p:cNvGrpSpPr/>
            <p:nvPr/>
          </p:nvGrpSpPr>
          <p:grpSpPr>
            <a:xfrm>
              <a:off x="5045709" y="2252109"/>
              <a:ext cx="3761071" cy="2501708"/>
              <a:chOff x="2691784" y="1805334"/>
              <a:chExt cx="3761071" cy="2501708"/>
            </a:xfrm>
          </p:grpSpPr>
          <p:sp>
            <p:nvSpPr>
              <p:cNvPr id="9572" name="Google Shape;9572;g2975d56d0dc_2_772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3" name="Google Shape;9573;g2975d56d0dc_2_772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4" name="Google Shape;9574;g2975d56d0dc_2_772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5" name="Google Shape;9575;g2975d56d0dc_2_772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6" name="Google Shape;9576;g2975d56d0dc_2_772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7" name="Google Shape;9577;g2975d56d0dc_2_772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8" name="Google Shape;9578;g2975d56d0dc_2_772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79" name="Google Shape;9579;g2975d56d0dc_2_7728"/>
            <p:cNvGrpSpPr/>
            <p:nvPr/>
          </p:nvGrpSpPr>
          <p:grpSpPr>
            <a:xfrm>
              <a:off x="4967783" y="2151471"/>
              <a:ext cx="3920691" cy="2702940"/>
              <a:chOff x="2613858" y="1704696"/>
              <a:chExt cx="3920691" cy="2702940"/>
            </a:xfrm>
          </p:grpSpPr>
          <p:sp>
            <p:nvSpPr>
              <p:cNvPr id="9580" name="Google Shape;9580;g2975d56d0dc_2_772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1" name="Google Shape;9581;g2975d56d0dc_2_772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2" name="Google Shape;9582;g2975d56d0dc_2_772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3" name="Google Shape;9583;g2975d56d0dc_2_772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4" name="Google Shape;9584;g2975d56d0dc_2_772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585" name="Google Shape;9585;g2975d56d0dc_2_7728"/>
          <p:cNvGrpSpPr/>
          <p:nvPr/>
        </p:nvGrpSpPr>
        <p:grpSpPr>
          <a:xfrm>
            <a:off x="3504468" y="1286940"/>
            <a:ext cx="1561911" cy="708581"/>
            <a:chOff x="3530532" y="1496185"/>
            <a:chExt cx="1561911" cy="708581"/>
          </a:xfrm>
        </p:grpSpPr>
        <p:grpSp>
          <p:nvGrpSpPr>
            <p:cNvPr id="9586" name="Google Shape;9586;g2975d56d0dc_2_7728"/>
            <p:cNvGrpSpPr/>
            <p:nvPr/>
          </p:nvGrpSpPr>
          <p:grpSpPr>
            <a:xfrm>
              <a:off x="3720318" y="1857562"/>
              <a:ext cx="1372125" cy="54"/>
              <a:chOff x="3720318" y="1857562"/>
              <a:chExt cx="1372125" cy="54"/>
            </a:xfrm>
          </p:grpSpPr>
          <p:cxnSp>
            <p:nvCxnSpPr>
              <p:cNvPr id="9587" name="Google Shape;9587;g2975d56d0dc_2_7728"/>
              <p:cNvCxnSpPr>
                <a:endCxn id="9588" idx="2"/>
              </p:cNvCxnSpPr>
              <p:nvPr/>
            </p:nvCxnSpPr>
            <p:spPr>
              <a:xfrm>
                <a:off x="4440243" y="1857616"/>
                <a:ext cx="173400" cy="0"/>
              </a:xfrm>
              <a:prstGeom prst="straightConnector1">
                <a:avLst/>
              </a:prstGeom>
              <a:noFill/>
              <a:ln cap="flat" cmpd="sng" w="9525">
                <a:solidFill>
                  <a:srgbClr val="A5B7C6"/>
                </a:solidFill>
                <a:prstDash val="solid"/>
                <a:round/>
                <a:headEnd len="sm" w="sm" type="none"/>
                <a:tailEnd len="sm" w="sm" type="none"/>
              </a:ln>
            </p:spPr>
          </p:cxnSp>
          <p:cxnSp>
            <p:nvCxnSpPr>
              <p:cNvPr id="9589" name="Google Shape;9589;g2975d56d0dc_2_7728"/>
              <p:cNvCxnSpPr/>
              <p:nvPr/>
            </p:nvCxnSpPr>
            <p:spPr>
              <a:xfrm>
                <a:off x="4074943"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9590" name="Google Shape;9590;g2975d56d0dc_2_7728"/>
              <p:cNvCxnSpPr/>
              <p:nvPr/>
            </p:nvCxnSpPr>
            <p:spPr>
              <a:xfrm>
                <a:off x="3720318"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9591" name="Google Shape;9591;g2975d56d0dc_2_7728"/>
              <p:cNvCxnSpPr>
                <a:stCxn id="9588" idx="6"/>
              </p:cNvCxnSpPr>
              <p:nvPr/>
            </p:nvCxnSpPr>
            <p:spPr>
              <a:xfrm>
                <a:off x="4801443" y="1857616"/>
                <a:ext cx="291000" cy="0"/>
              </a:xfrm>
              <a:prstGeom prst="straightConnector1">
                <a:avLst/>
              </a:prstGeom>
              <a:noFill/>
              <a:ln cap="flat" cmpd="sng" w="9525">
                <a:solidFill>
                  <a:srgbClr val="A5B7C6"/>
                </a:solidFill>
                <a:prstDash val="solid"/>
                <a:round/>
                <a:headEnd len="sm" w="sm" type="none"/>
                <a:tailEnd len="med" w="med" type="triangle"/>
              </a:ln>
            </p:spPr>
          </p:cxnSp>
        </p:grpSp>
        <p:grpSp>
          <p:nvGrpSpPr>
            <p:cNvPr id="9592" name="Google Shape;9592;g2975d56d0dc_2_7728"/>
            <p:cNvGrpSpPr/>
            <p:nvPr/>
          </p:nvGrpSpPr>
          <p:grpSpPr>
            <a:xfrm>
              <a:off x="3567462" y="1496185"/>
              <a:ext cx="286500" cy="272915"/>
              <a:chOff x="3567462" y="1496185"/>
              <a:chExt cx="286500" cy="272915"/>
            </a:xfrm>
          </p:grpSpPr>
          <p:cxnSp>
            <p:nvCxnSpPr>
              <p:cNvPr id="9593" name="Google Shape;9593;g2975d56d0dc_2_7728"/>
              <p:cNvCxnSpPr/>
              <p:nvPr/>
            </p:nvCxnSpPr>
            <p:spPr>
              <a:xfrm rot="10800000">
                <a:off x="3626625" y="1596000"/>
                <a:ext cx="0" cy="173100"/>
              </a:xfrm>
              <a:prstGeom prst="straightConnector1">
                <a:avLst/>
              </a:prstGeom>
              <a:noFill/>
              <a:ln cap="flat" cmpd="sng" w="9525">
                <a:solidFill>
                  <a:srgbClr val="A5B7C6"/>
                </a:solidFill>
                <a:prstDash val="solid"/>
                <a:round/>
                <a:headEnd len="sm" w="sm" type="none"/>
                <a:tailEnd len="sm" w="sm" type="none"/>
              </a:ln>
            </p:spPr>
          </p:cxnSp>
          <p:sp>
            <p:nvSpPr>
              <p:cNvPr id="9594" name="Google Shape;9594;g2975d56d0dc_2_772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95" name="Google Shape;9595;g2975d56d0dc_2_772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6" name="Google Shape;9596;g2975d56d0dc_2_772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97" name="Google Shape;9597;g2975d56d0dc_2_7728"/>
            <p:cNvGrpSpPr/>
            <p:nvPr/>
          </p:nvGrpSpPr>
          <p:grpSpPr>
            <a:xfrm>
              <a:off x="3929014" y="1960574"/>
              <a:ext cx="286500" cy="242342"/>
              <a:chOff x="3929014" y="1960574"/>
              <a:chExt cx="286500" cy="242342"/>
            </a:xfrm>
          </p:grpSpPr>
          <p:cxnSp>
            <p:nvCxnSpPr>
              <p:cNvPr id="9598" name="Google Shape;9598;g2975d56d0dc_2_7728"/>
              <p:cNvCxnSpPr/>
              <p:nvPr/>
            </p:nvCxnSpPr>
            <p:spPr>
              <a:xfrm rot="10800000">
                <a:off x="3988400" y="1960574"/>
                <a:ext cx="0" cy="144300"/>
              </a:xfrm>
              <a:prstGeom prst="straightConnector1">
                <a:avLst/>
              </a:prstGeom>
              <a:noFill/>
              <a:ln cap="flat" cmpd="sng" w="9525">
                <a:solidFill>
                  <a:srgbClr val="A5B7C6"/>
                </a:solidFill>
                <a:prstDash val="solid"/>
                <a:round/>
                <a:headEnd len="sm" w="sm" type="none"/>
                <a:tailEnd len="sm" w="sm" type="none"/>
              </a:ln>
            </p:spPr>
          </p:cxnSp>
          <p:sp>
            <p:nvSpPr>
              <p:cNvPr id="9599" name="Google Shape;9599;g2975d56d0dc_2_772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00" name="Google Shape;9600;g2975d56d0dc_2_7728"/>
            <p:cNvGrpSpPr/>
            <p:nvPr/>
          </p:nvGrpSpPr>
          <p:grpSpPr>
            <a:xfrm>
              <a:off x="4290828" y="1496185"/>
              <a:ext cx="286500" cy="272915"/>
              <a:chOff x="4290828" y="1496185"/>
              <a:chExt cx="286500" cy="272915"/>
            </a:xfrm>
          </p:grpSpPr>
          <p:cxnSp>
            <p:nvCxnSpPr>
              <p:cNvPr id="9601" name="Google Shape;9601;g2975d56d0dc_2_7728"/>
              <p:cNvCxnSpPr/>
              <p:nvPr/>
            </p:nvCxnSpPr>
            <p:spPr>
              <a:xfrm rot="10800000">
                <a:off x="4350000" y="1596000"/>
                <a:ext cx="0" cy="173100"/>
              </a:xfrm>
              <a:prstGeom prst="straightConnector1">
                <a:avLst/>
              </a:prstGeom>
              <a:noFill/>
              <a:ln cap="flat" cmpd="sng" w="9525">
                <a:solidFill>
                  <a:srgbClr val="A5B7C6"/>
                </a:solidFill>
                <a:prstDash val="solid"/>
                <a:round/>
                <a:headEnd len="sm" w="sm" type="none"/>
                <a:tailEnd len="sm" w="sm" type="none"/>
              </a:ln>
            </p:spPr>
          </p:cxnSp>
          <p:sp>
            <p:nvSpPr>
              <p:cNvPr id="9602" name="Google Shape;9602;g2975d56d0dc_2_772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03" name="Google Shape;9603;g2975d56d0dc_2_772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8" name="Google Shape;9588;g2975d56d0dc_2_772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04" name="Google Shape;9604;g2975d56d0dc_2_7728"/>
            <p:cNvGrpSpPr/>
            <p:nvPr/>
          </p:nvGrpSpPr>
          <p:grpSpPr>
            <a:xfrm>
              <a:off x="4657726" y="1959674"/>
              <a:ext cx="286500" cy="245092"/>
              <a:chOff x="4657726" y="1959674"/>
              <a:chExt cx="286500" cy="245092"/>
            </a:xfrm>
          </p:grpSpPr>
          <p:cxnSp>
            <p:nvCxnSpPr>
              <p:cNvPr id="9605" name="Google Shape;9605;g2975d56d0dc_2_7728"/>
              <p:cNvCxnSpPr/>
              <p:nvPr/>
            </p:nvCxnSpPr>
            <p:spPr>
              <a:xfrm rot="10800000">
                <a:off x="4707475" y="1959674"/>
                <a:ext cx="0" cy="145200"/>
              </a:xfrm>
              <a:prstGeom prst="straightConnector1">
                <a:avLst/>
              </a:prstGeom>
              <a:noFill/>
              <a:ln cap="flat" cmpd="sng" w="9525">
                <a:solidFill>
                  <a:srgbClr val="A5B7C6"/>
                </a:solidFill>
                <a:prstDash val="solid"/>
                <a:round/>
                <a:headEnd len="sm" w="sm" type="none"/>
                <a:tailEnd len="sm" w="sm" type="none"/>
              </a:ln>
            </p:spPr>
          </p:cxnSp>
          <p:sp>
            <p:nvSpPr>
              <p:cNvPr id="9606" name="Google Shape;9606;g2975d56d0dc_2_772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607" name="Google Shape;9607;g2975d56d0dc_2_7728"/>
          <p:cNvGrpSpPr/>
          <p:nvPr/>
        </p:nvGrpSpPr>
        <p:grpSpPr>
          <a:xfrm>
            <a:off x="3486488" y="2149036"/>
            <a:ext cx="1597033" cy="378649"/>
            <a:chOff x="3512551" y="2358282"/>
            <a:chExt cx="1597033" cy="378649"/>
          </a:xfrm>
        </p:grpSpPr>
        <p:grpSp>
          <p:nvGrpSpPr>
            <p:cNvPr id="9608" name="Google Shape;9608;g2975d56d0dc_2_7728"/>
            <p:cNvGrpSpPr/>
            <p:nvPr/>
          </p:nvGrpSpPr>
          <p:grpSpPr>
            <a:xfrm>
              <a:off x="3738198" y="2553002"/>
              <a:ext cx="1145834" cy="117"/>
              <a:chOff x="3738198" y="2553002"/>
              <a:chExt cx="1145834" cy="117"/>
            </a:xfrm>
          </p:grpSpPr>
          <p:cxnSp>
            <p:nvCxnSpPr>
              <p:cNvPr id="9609" name="Google Shape;9609;g2975d56d0dc_2_7728"/>
              <p:cNvCxnSpPr/>
              <p:nvPr/>
            </p:nvCxnSpPr>
            <p:spPr>
              <a:xfrm>
                <a:off x="4195395"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9610" name="Google Shape;9610;g2975d56d0dc_2_7728"/>
              <p:cNvCxnSpPr/>
              <p:nvPr/>
            </p:nvCxnSpPr>
            <p:spPr>
              <a:xfrm>
                <a:off x="4652432"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9611" name="Google Shape;9611;g2975d56d0dc_2_7728"/>
              <p:cNvCxnSpPr>
                <a:stCxn id="9612" idx="6"/>
                <a:endCxn id="9613" idx="2"/>
              </p:cNvCxnSpPr>
              <p:nvPr/>
            </p:nvCxnSpPr>
            <p:spPr>
              <a:xfrm>
                <a:off x="3738198" y="2553119"/>
                <a:ext cx="231300" cy="0"/>
              </a:xfrm>
              <a:prstGeom prst="straightConnector1">
                <a:avLst/>
              </a:prstGeom>
              <a:noFill/>
              <a:ln cap="flat" cmpd="sng" w="9525">
                <a:solidFill>
                  <a:srgbClr val="435D74"/>
                </a:solidFill>
                <a:prstDash val="solid"/>
                <a:round/>
                <a:headEnd len="sm" w="sm" type="none"/>
                <a:tailEnd len="sm" w="sm" type="none"/>
              </a:ln>
            </p:spPr>
          </p:cxnSp>
        </p:grpSp>
        <p:grpSp>
          <p:nvGrpSpPr>
            <p:cNvPr id="9614" name="Google Shape;9614;g2975d56d0dc_2_7728"/>
            <p:cNvGrpSpPr/>
            <p:nvPr/>
          </p:nvGrpSpPr>
          <p:grpSpPr>
            <a:xfrm>
              <a:off x="3969644" y="2440153"/>
              <a:ext cx="225900" cy="296778"/>
              <a:chOff x="3969644" y="2440153"/>
              <a:chExt cx="225900" cy="296778"/>
            </a:xfrm>
          </p:grpSpPr>
          <p:cxnSp>
            <p:nvCxnSpPr>
              <p:cNvPr id="9615" name="Google Shape;9615;g2975d56d0dc_2_7728"/>
              <p:cNvCxnSpPr/>
              <p:nvPr/>
            </p:nvCxnSpPr>
            <p:spPr>
              <a:xfrm>
                <a:off x="4082390" y="2637031"/>
                <a:ext cx="0" cy="99900"/>
              </a:xfrm>
              <a:prstGeom prst="straightConnector1">
                <a:avLst/>
              </a:prstGeom>
              <a:noFill/>
              <a:ln cap="flat" cmpd="sng" w="9525">
                <a:solidFill>
                  <a:srgbClr val="435D74"/>
                </a:solidFill>
                <a:prstDash val="solid"/>
                <a:round/>
                <a:headEnd len="sm" w="sm" type="none"/>
                <a:tailEnd len="sm" w="sm" type="none"/>
              </a:ln>
            </p:spPr>
          </p:cxnSp>
          <p:sp>
            <p:nvSpPr>
              <p:cNvPr id="9613" name="Google Shape;9613;g2975d56d0dc_2_772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6" name="Google Shape;9616;g2975d56d0dc_2_772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17" name="Google Shape;9617;g2975d56d0dc_2_7728"/>
            <p:cNvGrpSpPr/>
            <p:nvPr/>
          </p:nvGrpSpPr>
          <p:grpSpPr>
            <a:xfrm>
              <a:off x="4426818" y="2358282"/>
              <a:ext cx="225600" cy="307471"/>
              <a:chOff x="4426818" y="2358282"/>
              <a:chExt cx="225600" cy="307471"/>
            </a:xfrm>
          </p:grpSpPr>
          <p:cxnSp>
            <p:nvCxnSpPr>
              <p:cNvPr id="9618" name="Google Shape;9618;g2975d56d0dc_2_7728"/>
              <p:cNvCxnSpPr>
                <a:stCxn id="9619" idx="0"/>
              </p:cNvCxnSpPr>
              <p:nvPr/>
            </p:nvCxnSpPr>
            <p:spPr>
              <a:xfrm rot="10800000">
                <a:off x="4539644" y="2358282"/>
                <a:ext cx="0" cy="110700"/>
              </a:xfrm>
              <a:prstGeom prst="straightConnector1">
                <a:avLst/>
              </a:prstGeom>
              <a:noFill/>
              <a:ln cap="flat" cmpd="sng" w="9525">
                <a:solidFill>
                  <a:srgbClr val="435D74"/>
                </a:solidFill>
                <a:prstDash val="solid"/>
                <a:round/>
                <a:headEnd len="sm" w="sm" type="none"/>
                <a:tailEnd len="sm" w="sm" type="none"/>
              </a:ln>
            </p:spPr>
          </p:cxnSp>
          <p:sp>
            <p:nvSpPr>
              <p:cNvPr id="9620" name="Google Shape;9620;g2975d56d0dc_2_772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9" name="Google Shape;9619;g2975d56d0dc_2_772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21" name="Google Shape;9621;g2975d56d0dc_2_7728"/>
            <p:cNvGrpSpPr/>
            <p:nvPr/>
          </p:nvGrpSpPr>
          <p:grpSpPr>
            <a:xfrm>
              <a:off x="4883984" y="2440153"/>
              <a:ext cx="225600" cy="296478"/>
              <a:chOff x="4883984" y="2440153"/>
              <a:chExt cx="225600" cy="296478"/>
            </a:xfrm>
          </p:grpSpPr>
          <p:cxnSp>
            <p:nvCxnSpPr>
              <p:cNvPr id="9622" name="Google Shape;9622;g2975d56d0dc_2_7728"/>
              <p:cNvCxnSpPr/>
              <p:nvPr/>
            </p:nvCxnSpPr>
            <p:spPr>
              <a:xfrm>
                <a:off x="4996858" y="2637031"/>
                <a:ext cx="0" cy="99600"/>
              </a:xfrm>
              <a:prstGeom prst="straightConnector1">
                <a:avLst/>
              </a:prstGeom>
              <a:noFill/>
              <a:ln cap="flat" cmpd="sng" w="9525">
                <a:solidFill>
                  <a:srgbClr val="435D74"/>
                </a:solidFill>
                <a:prstDash val="solid"/>
                <a:round/>
                <a:headEnd len="sm" w="sm" type="none"/>
                <a:tailEnd len="sm" w="sm" type="none"/>
              </a:ln>
            </p:spPr>
          </p:cxnSp>
          <p:sp>
            <p:nvSpPr>
              <p:cNvPr id="9623" name="Google Shape;9623;g2975d56d0dc_2_772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4" name="Google Shape;9624;g2975d56d0dc_2_772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25" name="Google Shape;9625;g2975d56d0dc_2_7728"/>
            <p:cNvGrpSpPr/>
            <p:nvPr/>
          </p:nvGrpSpPr>
          <p:grpSpPr>
            <a:xfrm>
              <a:off x="3512551" y="2358356"/>
              <a:ext cx="225647" cy="307629"/>
              <a:chOff x="2182679" y="2005014"/>
              <a:chExt cx="792300" cy="1080158"/>
            </a:xfrm>
          </p:grpSpPr>
          <p:cxnSp>
            <p:nvCxnSpPr>
              <p:cNvPr id="9626" name="Google Shape;9626;g2975d56d0dc_2_7728"/>
              <p:cNvCxnSpPr>
                <a:stCxn id="9627" idx="0"/>
              </p:cNvCxnSpPr>
              <p:nvPr/>
            </p:nvCxnSpPr>
            <p:spPr>
              <a:xfrm rot="10800000">
                <a:off x="2578961" y="2005014"/>
                <a:ext cx="0" cy="388800"/>
              </a:xfrm>
              <a:prstGeom prst="straightConnector1">
                <a:avLst/>
              </a:prstGeom>
              <a:noFill/>
              <a:ln cap="flat" cmpd="sng" w="9525">
                <a:solidFill>
                  <a:srgbClr val="435D74"/>
                </a:solidFill>
                <a:prstDash val="solid"/>
                <a:round/>
                <a:headEnd len="sm" w="sm" type="none"/>
                <a:tailEnd len="sm" w="sm" type="none"/>
              </a:ln>
            </p:spPr>
          </p:cxnSp>
          <p:sp>
            <p:nvSpPr>
              <p:cNvPr id="9612" name="Google Shape;9612;g2975d56d0dc_2_772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7" name="Google Shape;9627;g2975d56d0dc_2_772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628" name="Google Shape;9628;g2975d56d0dc_2_7728"/>
          <p:cNvGrpSpPr/>
          <p:nvPr/>
        </p:nvGrpSpPr>
        <p:grpSpPr>
          <a:xfrm>
            <a:off x="6846570" y="972834"/>
            <a:ext cx="1559809" cy="722610"/>
            <a:chOff x="634175" y="2986275"/>
            <a:chExt cx="3147949" cy="1458344"/>
          </a:xfrm>
        </p:grpSpPr>
        <p:cxnSp>
          <p:nvCxnSpPr>
            <p:cNvPr id="9629" name="Google Shape;9629;g2975d56d0dc_2_7728"/>
            <p:cNvCxnSpPr>
              <a:stCxn id="9630" idx="4"/>
              <a:endCxn id="9631" idx="0"/>
            </p:cNvCxnSpPr>
            <p:nvPr/>
          </p:nvCxnSpPr>
          <p:spPr>
            <a:xfrm>
              <a:off x="929975" y="3577875"/>
              <a:ext cx="591300" cy="275100"/>
            </a:xfrm>
            <a:prstGeom prst="straightConnector1">
              <a:avLst/>
            </a:prstGeom>
            <a:noFill/>
            <a:ln cap="flat" cmpd="sng" w="9525">
              <a:solidFill>
                <a:srgbClr val="435D74"/>
              </a:solidFill>
              <a:prstDash val="solid"/>
              <a:round/>
              <a:headEnd len="sm" w="sm" type="none"/>
              <a:tailEnd len="sm" w="sm" type="none"/>
            </a:ln>
          </p:spPr>
        </p:cxnSp>
        <p:cxnSp>
          <p:nvCxnSpPr>
            <p:cNvPr id="9632" name="Google Shape;9632;g2975d56d0dc_2_7728"/>
            <p:cNvCxnSpPr>
              <a:stCxn id="9631" idx="0"/>
              <a:endCxn id="963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9634" name="Google Shape;9634;g2975d56d0dc_2_7728"/>
            <p:cNvCxnSpPr>
              <a:stCxn id="9633" idx="4"/>
              <a:endCxn id="9635" idx="0"/>
            </p:cNvCxnSpPr>
            <p:nvPr/>
          </p:nvCxnSpPr>
          <p:spPr>
            <a:xfrm>
              <a:off x="2208152" y="3577875"/>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9636" name="Google Shape;9636;g2975d56d0dc_2_7728"/>
            <p:cNvCxnSpPr>
              <a:stCxn id="9635" idx="0"/>
              <a:endCxn id="963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sm" w="sm" type="none"/>
              <a:tailEnd len="sm" w="sm" type="none"/>
            </a:ln>
          </p:spPr>
        </p:cxnSp>
        <p:sp>
          <p:nvSpPr>
            <p:cNvPr id="9637" name="Google Shape;9637;g2975d56d0dc_2_772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9633" name="Google Shape;9633;g2975d56d0dc_2_772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9630" name="Google Shape;9630;g2975d56d0dc_2_772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9635" name="Google Shape;9635;g2975d56d0dc_2_772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9631" name="Google Shape;9631;g2975d56d0dc_2_772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9638" name="Google Shape;9638;g2975d56d0dc_2_7728"/>
          <p:cNvGrpSpPr/>
          <p:nvPr/>
        </p:nvGrpSpPr>
        <p:grpSpPr>
          <a:xfrm>
            <a:off x="3500360" y="2682741"/>
            <a:ext cx="1570719" cy="294123"/>
            <a:chOff x="998425" y="1182125"/>
            <a:chExt cx="1065400" cy="199500"/>
          </a:xfrm>
        </p:grpSpPr>
        <p:sp>
          <p:nvSpPr>
            <p:cNvPr id="9639" name="Google Shape;9639;g2975d56d0dc_2_772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0" name="Google Shape;9640;g2975d56d0dc_2_772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1" name="Google Shape;9641;g2975d56d0dc_2_772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2" name="Google Shape;9642;g2975d56d0dc_2_772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3" name="Google Shape;9643;g2975d56d0dc_2_772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44" name="Google Shape;9644;g2975d56d0dc_2_7728"/>
          <p:cNvGrpSpPr/>
          <p:nvPr/>
        </p:nvGrpSpPr>
        <p:grpSpPr>
          <a:xfrm>
            <a:off x="6843616" y="1800228"/>
            <a:ext cx="1565716" cy="366729"/>
            <a:chOff x="1247650" y="2075423"/>
            <a:chExt cx="6648477" cy="1557238"/>
          </a:xfrm>
        </p:grpSpPr>
        <p:sp>
          <p:nvSpPr>
            <p:cNvPr id="9645" name="Google Shape;9645;g2975d56d0dc_2_772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6" name="Google Shape;9646;g2975d56d0dc_2_772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7" name="Google Shape;9647;g2975d56d0dc_2_772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8" name="Google Shape;9648;g2975d56d0dc_2_772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9" name="Google Shape;9649;g2975d56d0dc_2_772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0" name="Google Shape;9650;g2975d56d0dc_2_772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1" name="Google Shape;9651;g2975d56d0dc_2_7728"/>
          <p:cNvGrpSpPr/>
          <p:nvPr/>
        </p:nvGrpSpPr>
        <p:grpSpPr>
          <a:xfrm>
            <a:off x="6827928" y="2949043"/>
            <a:ext cx="1597061" cy="663440"/>
            <a:chOff x="6796238" y="3158297"/>
            <a:chExt cx="1630319" cy="677257"/>
          </a:xfrm>
        </p:grpSpPr>
        <p:cxnSp>
          <p:nvCxnSpPr>
            <p:cNvPr id="9652" name="Google Shape;9652;g2975d56d0dc_2_7728"/>
            <p:cNvCxnSpPr/>
            <p:nvPr/>
          </p:nvCxnSpPr>
          <p:spPr>
            <a:xfrm>
              <a:off x="7012244"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9653" name="Google Shape;9653;g2975d56d0dc_2_7728"/>
            <p:cNvCxnSpPr/>
            <p:nvPr/>
          </p:nvCxnSpPr>
          <p:spPr>
            <a:xfrm>
              <a:off x="7810957"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9654" name="Google Shape;9654;g2975d56d0dc_2_7728"/>
            <p:cNvCxnSpPr/>
            <p:nvPr/>
          </p:nvCxnSpPr>
          <p:spPr>
            <a:xfrm rot="10800000">
              <a:off x="8196652" y="3170826"/>
              <a:ext cx="0" cy="169800"/>
            </a:xfrm>
            <a:prstGeom prst="straightConnector1">
              <a:avLst/>
            </a:prstGeom>
            <a:noFill/>
            <a:ln cap="flat" cmpd="sng" w="9525">
              <a:solidFill>
                <a:srgbClr val="A5B7C6"/>
              </a:solidFill>
              <a:prstDash val="solid"/>
              <a:round/>
              <a:headEnd len="sm" w="sm" type="none"/>
              <a:tailEnd len="med" w="med" type="diamond"/>
            </a:ln>
          </p:spPr>
        </p:cxnSp>
        <p:cxnSp>
          <p:nvCxnSpPr>
            <p:cNvPr id="9655" name="Google Shape;9655;g2975d56d0dc_2_7728"/>
            <p:cNvCxnSpPr/>
            <p:nvPr/>
          </p:nvCxnSpPr>
          <p:spPr>
            <a:xfrm rot="10800000">
              <a:off x="7411601" y="3158297"/>
              <a:ext cx="0" cy="170700"/>
            </a:xfrm>
            <a:prstGeom prst="straightConnector1">
              <a:avLst/>
            </a:prstGeom>
            <a:noFill/>
            <a:ln cap="flat" cmpd="sng" w="9525">
              <a:solidFill>
                <a:srgbClr val="A5B7C6"/>
              </a:solidFill>
              <a:prstDash val="solid"/>
              <a:round/>
              <a:headEnd len="sm" w="sm" type="none"/>
              <a:tailEnd len="med" w="med" type="diamond"/>
            </a:ln>
          </p:spPr>
        </p:cxnSp>
        <p:grpSp>
          <p:nvGrpSpPr>
            <p:cNvPr id="9656" name="Google Shape;9656;g2975d56d0dc_2_7728"/>
            <p:cNvGrpSpPr/>
            <p:nvPr/>
          </p:nvGrpSpPr>
          <p:grpSpPr>
            <a:xfrm>
              <a:off x="6796238" y="3311904"/>
              <a:ext cx="1630319" cy="377697"/>
              <a:chOff x="6796238" y="3311904"/>
              <a:chExt cx="1630319" cy="377697"/>
            </a:xfrm>
          </p:grpSpPr>
          <p:sp>
            <p:nvSpPr>
              <p:cNvPr id="9657" name="Google Shape;9657;g2975d56d0dc_2_772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8" name="Google Shape;9658;g2975d56d0dc_2_772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9" name="Google Shape;9659;g2975d56d0dc_2_772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660" name="Google Shape;9660;g2975d56d0dc_2_7728"/>
          <p:cNvGrpSpPr/>
          <p:nvPr/>
        </p:nvGrpSpPr>
        <p:grpSpPr>
          <a:xfrm>
            <a:off x="5349066" y="970435"/>
            <a:ext cx="1368606" cy="1593806"/>
            <a:chOff x="1839112" y="2209163"/>
            <a:chExt cx="1918159" cy="2233785"/>
          </a:xfrm>
        </p:grpSpPr>
        <p:sp>
          <p:nvSpPr>
            <p:cNvPr id="9661" name="Google Shape;9661;g2975d56d0dc_2_772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2" name="Google Shape;9662;g2975d56d0dc_2_772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3" name="Google Shape;9663;g2975d56d0dc_2_772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664" name="Google Shape;9664;g2975d56d0dc_2_7728"/>
            <p:cNvCxnSpPr>
              <a:stCxn id="9661" idx="6"/>
              <a:endCxn id="9662" idx="2"/>
            </p:cNvCxnSpPr>
            <p:nvPr/>
          </p:nvCxnSpPr>
          <p:spPr>
            <a:xfrm>
              <a:off x="2414212" y="2496713"/>
              <a:ext cx="768000" cy="600"/>
            </a:xfrm>
            <a:prstGeom prst="bentConnector3">
              <a:avLst>
                <a:gd fmla="val -540371" name="adj1"/>
              </a:avLst>
            </a:prstGeom>
            <a:noFill/>
            <a:ln cap="flat" cmpd="sng" w="9525">
              <a:solidFill>
                <a:srgbClr val="325D79"/>
              </a:solidFill>
              <a:prstDash val="solid"/>
              <a:round/>
              <a:headEnd len="sm" w="sm" type="none"/>
              <a:tailEnd len="sm" w="sm" type="none"/>
            </a:ln>
          </p:spPr>
        </p:cxnSp>
        <p:cxnSp>
          <p:nvCxnSpPr>
            <p:cNvPr id="9665" name="Google Shape;9665;g2975d56d0dc_2_7728"/>
            <p:cNvCxnSpPr>
              <a:stCxn id="9662" idx="4"/>
              <a:endCxn id="9666" idx="0"/>
            </p:cNvCxnSpPr>
            <p:nvPr/>
          </p:nvCxnSpPr>
          <p:spPr>
            <a:xfrm rot="5400000">
              <a:off x="2669921" y="2240963"/>
              <a:ext cx="256500" cy="1343100"/>
            </a:xfrm>
            <a:prstGeom prst="bentConnector3">
              <a:avLst>
                <a:gd fmla="val 836960" name="adj1"/>
              </a:avLst>
            </a:prstGeom>
            <a:noFill/>
            <a:ln cap="flat" cmpd="sng" w="9525">
              <a:solidFill>
                <a:srgbClr val="325D79"/>
              </a:solidFill>
              <a:prstDash val="solid"/>
              <a:round/>
              <a:headEnd len="sm" w="sm" type="none"/>
              <a:tailEnd len="sm" w="sm" type="none"/>
            </a:ln>
          </p:spPr>
        </p:cxnSp>
        <p:cxnSp>
          <p:nvCxnSpPr>
            <p:cNvPr id="9667" name="Google Shape;9667;g2975d56d0dc_2_7728"/>
            <p:cNvCxnSpPr>
              <a:stCxn id="9666" idx="6"/>
              <a:endCxn id="9663" idx="2"/>
            </p:cNvCxnSpPr>
            <p:nvPr/>
          </p:nvCxnSpPr>
          <p:spPr>
            <a:xfrm>
              <a:off x="2414212" y="3328316"/>
              <a:ext cx="768000" cy="600"/>
            </a:xfrm>
            <a:prstGeom prst="bentConnector3">
              <a:avLst>
                <a:gd fmla="val -540371" name="adj1"/>
              </a:avLst>
            </a:prstGeom>
            <a:noFill/>
            <a:ln cap="flat" cmpd="sng" w="9525">
              <a:solidFill>
                <a:srgbClr val="325D79"/>
              </a:solidFill>
              <a:prstDash val="solid"/>
              <a:round/>
              <a:headEnd len="sm" w="sm" type="none"/>
              <a:tailEnd len="sm" w="sm" type="none"/>
            </a:ln>
          </p:spPr>
        </p:cxnSp>
        <p:cxnSp>
          <p:nvCxnSpPr>
            <p:cNvPr id="9668" name="Google Shape;9668;g2975d56d0dc_2_7728"/>
            <p:cNvCxnSpPr>
              <a:stCxn id="9663" idx="4"/>
              <a:endCxn id="9669" idx="0"/>
            </p:cNvCxnSpPr>
            <p:nvPr/>
          </p:nvCxnSpPr>
          <p:spPr>
            <a:xfrm rot="5400000">
              <a:off x="2672171" y="3070316"/>
              <a:ext cx="252000" cy="1343100"/>
            </a:xfrm>
            <a:prstGeom prst="bentConnector3">
              <a:avLst>
                <a:gd fmla="val 983158" name="adj1"/>
              </a:avLst>
            </a:prstGeom>
            <a:noFill/>
            <a:ln cap="flat" cmpd="sng" w="9525">
              <a:solidFill>
                <a:srgbClr val="325D79"/>
              </a:solidFill>
              <a:prstDash val="solid"/>
              <a:round/>
              <a:headEnd len="sm" w="sm" type="none"/>
              <a:tailEnd len="sm" w="sm" type="none"/>
            </a:ln>
          </p:spPr>
        </p:cxnSp>
        <p:sp>
          <p:nvSpPr>
            <p:cNvPr id="9666" name="Google Shape;9666;g2975d56d0dc_2_772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9" name="Google Shape;9669;g2975d56d0dc_2_772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0" name="Google Shape;9670;g2975d56d0dc_2_772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671" name="Google Shape;9671;g2975d56d0dc_2_7728"/>
            <p:cNvCxnSpPr>
              <a:endCxn id="9670" idx="2"/>
            </p:cNvCxnSpPr>
            <p:nvPr/>
          </p:nvCxnSpPr>
          <p:spPr>
            <a:xfrm>
              <a:off x="2413871" y="4154498"/>
              <a:ext cx="768300" cy="900"/>
            </a:xfrm>
            <a:prstGeom prst="bentConnector3">
              <a:avLst>
                <a:gd fmla="val -540174" name="adj1"/>
              </a:avLst>
            </a:prstGeom>
            <a:noFill/>
            <a:ln cap="flat" cmpd="sng" w="9525">
              <a:solidFill>
                <a:srgbClr val="325D79"/>
              </a:solidFill>
              <a:prstDash val="solid"/>
              <a:round/>
              <a:headEnd len="sm" w="sm" type="none"/>
              <a:tailEnd len="sm" w="sm" type="none"/>
            </a:ln>
          </p:spPr>
        </p:cxnSp>
      </p:grpSp>
      <p:grpSp>
        <p:nvGrpSpPr>
          <p:cNvPr id="9672" name="Google Shape;9672;g2975d56d0dc_2_7728"/>
          <p:cNvGrpSpPr/>
          <p:nvPr/>
        </p:nvGrpSpPr>
        <p:grpSpPr>
          <a:xfrm>
            <a:off x="3481439" y="976671"/>
            <a:ext cx="1637968" cy="154942"/>
            <a:chOff x="238125" y="2506075"/>
            <a:chExt cx="7115411" cy="673075"/>
          </a:xfrm>
        </p:grpSpPr>
        <p:sp>
          <p:nvSpPr>
            <p:cNvPr id="9673" name="Google Shape;9673;g2975d56d0dc_2_772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4" name="Google Shape;9674;g2975d56d0dc_2_772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5" name="Google Shape;9675;g2975d56d0dc_2_772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6" name="Google Shape;9676;g2975d56d0dc_2_772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7" name="Google Shape;9677;g2975d56d0dc_2_772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78" name="Google Shape;9678;g2975d56d0dc_2_7728"/>
          <p:cNvGrpSpPr/>
          <p:nvPr/>
        </p:nvGrpSpPr>
        <p:grpSpPr>
          <a:xfrm>
            <a:off x="720124" y="1298269"/>
            <a:ext cx="2476762" cy="91743"/>
            <a:chOff x="1464850" y="436376"/>
            <a:chExt cx="6001362" cy="222300"/>
          </a:xfrm>
        </p:grpSpPr>
        <p:sp>
          <p:nvSpPr>
            <p:cNvPr id="9679" name="Google Shape;9679;g2975d56d0dc_2_772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0" name="Google Shape;9680;g2975d56d0dc_2_772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1" name="Google Shape;9681;g2975d56d0dc_2_772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2" name="Google Shape;9682;g2975d56d0dc_2_772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3" name="Google Shape;9683;g2975d56d0dc_2_772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684" name="Google Shape;9684;g2975d56d0dc_2_7728"/>
            <p:cNvCxnSpPr/>
            <p:nvPr/>
          </p:nvCxnSpPr>
          <p:spPr>
            <a:xfrm>
              <a:off x="1798637"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9685" name="Google Shape;9685;g2975d56d0dc_2_7728"/>
            <p:cNvCxnSpPr/>
            <p:nvPr/>
          </p:nvCxnSpPr>
          <p:spPr>
            <a:xfrm>
              <a:off x="327624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9686" name="Google Shape;9686;g2975d56d0dc_2_7728"/>
            <p:cNvCxnSpPr/>
            <p:nvPr/>
          </p:nvCxnSpPr>
          <p:spPr>
            <a:xfrm>
              <a:off x="475389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9687" name="Google Shape;9687;g2975d56d0dc_2_7728"/>
            <p:cNvCxnSpPr/>
            <p:nvPr/>
          </p:nvCxnSpPr>
          <p:spPr>
            <a:xfrm>
              <a:off x="6143961" y="547513"/>
              <a:ext cx="988200" cy="0"/>
            </a:xfrm>
            <a:prstGeom prst="straightConnector1">
              <a:avLst/>
            </a:prstGeom>
            <a:noFill/>
            <a:ln cap="flat" cmpd="sng" w="9525">
              <a:solidFill>
                <a:srgbClr val="5F7D95"/>
              </a:solidFill>
              <a:prstDash val="solid"/>
              <a:round/>
              <a:headEnd len="sm" w="sm" type="none"/>
              <a:tailEnd len="sm" w="sm" type="none"/>
            </a:ln>
          </p:spPr>
        </p:cxnSp>
      </p:grpSp>
      <p:grpSp>
        <p:nvGrpSpPr>
          <p:cNvPr id="9688" name="Google Shape;9688;g2975d56d0dc_2_7728"/>
          <p:cNvGrpSpPr/>
          <p:nvPr/>
        </p:nvGrpSpPr>
        <p:grpSpPr>
          <a:xfrm>
            <a:off x="706391" y="2533734"/>
            <a:ext cx="1452710" cy="651923"/>
            <a:chOff x="803162" y="2667727"/>
            <a:chExt cx="1411906" cy="633611"/>
          </a:xfrm>
        </p:grpSpPr>
        <p:cxnSp>
          <p:nvCxnSpPr>
            <p:cNvPr id="9689" name="Google Shape;9689;g2975d56d0dc_2_7728"/>
            <p:cNvCxnSpPr>
              <a:stCxn id="9690" idx="2"/>
              <a:endCxn id="9691" idx="0"/>
            </p:cNvCxnSpPr>
            <p:nvPr/>
          </p:nvCxnSpPr>
          <p:spPr>
            <a:xfrm flipH="1" rot="-5400000">
              <a:off x="1629114" y="2672827"/>
              <a:ext cx="129300" cy="369300"/>
            </a:xfrm>
            <a:prstGeom prst="bentConnector3">
              <a:avLst>
                <a:gd fmla="val 146561" name="adj1"/>
              </a:avLst>
            </a:prstGeom>
            <a:noFill/>
            <a:ln cap="flat" cmpd="sng" w="9525">
              <a:solidFill>
                <a:srgbClr val="C2C2C2"/>
              </a:solidFill>
              <a:prstDash val="solid"/>
              <a:round/>
              <a:headEnd len="sm" w="sm" type="none"/>
              <a:tailEnd len="sm" w="sm" type="none"/>
            </a:ln>
          </p:spPr>
        </p:cxnSp>
        <p:cxnSp>
          <p:nvCxnSpPr>
            <p:cNvPr id="9692" name="Google Shape;9692;g2975d56d0dc_2_7728"/>
            <p:cNvCxnSpPr>
              <a:stCxn id="9693" idx="0"/>
              <a:endCxn id="9690" idx="2"/>
            </p:cNvCxnSpPr>
            <p:nvPr/>
          </p:nvCxnSpPr>
          <p:spPr>
            <a:xfrm rot="-5400000">
              <a:off x="1259830" y="2672682"/>
              <a:ext cx="129300" cy="369300"/>
            </a:xfrm>
            <a:prstGeom prst="bentConnector3">
              <a:avLst>
                <a:gd fmla="val -46636" name="adj1"/>
              </a:avLst>
            </a:prstGeom>
            <a:noFill/>
            <a:ln cap="flat" cmpd="sng" w="9525">
              <a:solidFill>
                <a:srgbClr val="C2C2C2"/>
              </a:solidFill>
              <a:prstDash val="solid"/>
              <a:round/>
              <a:headEnd len="sm" w="sm" type="none"/>
              <a:tailEnd len="sm" w="sm" type="none"/>
            </a:ln>
          </p:spPr>
        </p:cxnSp>
        <p:cxnSp>
          <p:nvCxnSpPr>
            <p:cNvPr id="9694" name="Google Shape;9694;g2975d56d0dc_2_7728"/>
            <p:cNvCxnSpPr>
              <a:stCxn id="9693" idx="2"/>
              <a:endCxn id="9695" idx="0"/>
            </p:cNvCxnSpPr>
            <p:nvPr/>
          </p:nvCxnSpPr>
          <p:spPr>
            <a:xfrm flipH="1" rot="-5400000">
              <a:off x="1163380" y="3023532"/>
              <a:ext cx="129300" cy="176400"/>
            </a:xfrm>
            <a:prstGeom prst="bentConnector3">
              <a:avLst>
                <a:gd fmla="val 141037" name="adj1"/>
              </a:avLst>
            </a:prstGeom>
            <a:noFill/>
            <a:ln cap="flat" cmpd="sng" w="9525">
              <a:solidFill>
                <a:srgbClr val="C2C2C2"/>
              </a:solidFill>
              <a:prstDash val="solid"/>
              <a:round/>
              <a:headEnd len="sm" w="sm" type="none"/>
              <a:tailEnd len="sm" w="sm" type="none"/>
            </a:ln>
          </p:spPr>
        </p:cxnSp>
        <p:cxnSp>
          <p:nvCxnSpPr>
            <p:cNvPr id="9696" name="Google Shape;9696;g2975d56d0dc_2_7728"/>
            <p:cNvCxnSpPr>
              <a:stCxn id="9697" idx="0"/>
              <a:endCxn id="9693" idx="2"/>
            </p:cNvCxnSpPr>
            <p:nvPr/>
          </p:nvCxnSpPr>
          <p:spPr>
            <a:xfrm rot="-5400000">
              <a:off x="987062" y="3023388"/>
              <a:ext cx="129300" cy="176400"/>
            </a:xfrm>
            <a:prstGeom prst="bentConnector3">
              <a:avLst>
                <a:gd fmla="val -41112" name="adj1"/>
              </a:avLst>
            </a:prstGeom>
            <a:noFill/>
            <a:ln cap="flat" cmpd="sng" w="9525">
              <a:solidFill>
                <a:srgbClr val="C2C2C2"/>
              </a:solidFill>
              <a:prstDash val="solid"/>
              <a:round/>
              <a:headEnd len="sm" w="sm" type="none"/>
              <a:tailEnd len="sm" w="sm" type="none"/>
            </a:ln>
          </p:spPr>
        </p:cxnSp>
        <p:cxnSp>
          <p:nvCxnSpPr>
            <p:cNvPr id="9698" name="Google Shape;9698;g2975d56d0dc_2_7728"/>
            <p:cNvCxnSpPr>
              <a:stCxn id="9691" idx="2"/>
              <a:endCxn id="9699" idx="0"/>
            </p:cNvCxnSpPr>
            <p:nvPr/>
          </p:nvCxnSpPr>
          <p:spPr>
            <a:xfrm flipH="1" rot="-5400000">
              <a:off x="1901948" y="3023532"/>
              <a:ext cx="129300" cy="176400"/>
            </a:xfrm>
            <a:prstGeom prst="bentConnector3">
              <a:avLst>
                <a:gd fmla="val 141037" name="adj1"/>
              </a:avLst>
            </a:prstGeom>
            <a:noFill/>
            <a:ln cap="flat" cmpd="sng" w="9525">
              <a:solidFill>
                <a:srgbClr val="C2C2C2"/>
              </a:solidFill>
              <a:prstDash val="solid"/>
              <a:round/>
              <a:headEnd len="sm" w="sm" type="none"/>
              <a:tailEnd len="sm" w="sm" type="none"/>
            </a:ln>
          </p:spPr>
        </p:cxnSp>
        <p:cxnSp>
          <p:nvCxnSpPr>
            <p:cNvPr id="9700" name="Google Shape;9700;g2975d56d0dc_2_7728"/>
            <p:cNvCxnSpPr>
              <a:stCxn id="9701" idx="0"/>
              <a:endCxn id="9691" idx="2"/>
            </p:cNvCxnSpPr>
            <p:nvPr/>
          </p:nvCxnSpPr>
          <p:spPr>
            <a:xfrm rot="-5400000">
              <a:off x="1725631" y="3023388"/>
              <a:ext cx="129300" cy="176400"/>
            </a:xfrm>
            <a:prstGeom prst="bentConnector3">
              <a:avLst>
                <a:gd fmla="val -41112" name="adj1"/>
              </a:avLst>
            </a:prstGeom>
            <a:noFill/>
            <a:ln cap="flat" cmpd="sng" w="9525">
              <a:solidFill>
                <a:srgbClr val="C2C2C2"/>
              </a:solidFill>
              <a:prstDash val="solid"/>
              <a:round/>
              <a:headEnd len="sm" w="sm" type="none"/>
              <a:tailEnd len="sm" w="sm" type="none"/>
            </a:ln>
          </p:spPr>
        </p:cxnSp>
        <p:sp>
          <p:nvSpPr>
            <p:cNvPr id="9697" name="Google Shape;9697;g2975d56d0dc_2_772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695" name="Google Shape;9695;g2975d56d0dc_2_772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701" name="Google Shape;9701;g2975d56d0dc_2_772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699" name="Google Shape;9699;g2975d56d0dc_2_772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691" name="Google Shape;9691;g2975d56d0dc_2_772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693" name="Google Shape;9693;g2975d56d0dc_2_772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9690" name="Google Shape;9690;g2975d56d0dc_2_772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grpSp>
      <p:grpSp>
        <p:nvGrpSpPr>
          <p:cNvPr id="9702" name="Google Shape;9702;g2975d56d0dc_2_7728"/>
          <p:cNvGrpSpPr/>
          <p:nvPr/>
        </p:nvGrpSpPr>
        <p:grpSpPr>
          <a:xfrm>
            <a:off x="706393" y="969273"/>
            <a:ext cx="2518541" cy="209309"/>
            <a:chOff x="803163" y="1111966"/>
            <a:chExt cx="2447800" cy="203430"/>
          </a:xfrm>
        </p:grpSpPr>
        <p:grpSp>
          <p:nvGrpSpPr>
            <p:cNvPr id="9703" name="Google Shape;9703;g2975d56d0dc_2_7728"/>
            <p:cNvGrpSpPr/>
            <p:nvPr/>
          </p:nvGrpSpPr>
          <p:grpSpPr>
            <a:xfrm>
              <a:off x="1958180" y="1111966"/>
              <a:ext cx="588019" cy="121396"/>
              <a:chOff x="4808316" y="2800065"/>
              <a:chExt cx="1999386" cy="412910"/>
            </a:xfrm>
          </p:grpSpPr>
          <p:sp>
            <p:nvSpPr>
              <p:cNvPr id="9704" name="Google Shape;9704;g2975d56d0dc_2_772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05" name="Google Shape;9705;g2975d56d0dc_2_7728"/>
              <p:cNvGrpSpPr/>
              <p:nvPr/>
            </p:nvGrpSpPr>
            <p:grpSpPr>
              <a:xfrm>
                <a:off x="4808316" y="2800065"/>
                <a:ext cx="92400" cy="411825"/>
                <a:chOff x="845575" y="2563700"/>
                <a:chExt cx="92400" cy="411825"/>
              </a:xfrm>
            </p:grpSpPr>
            <p:cxnSp>
              <p:nvCxnSpPr>
                <p:cNvPr id="9706" name="Google Shape;9706;g2975d56d0dc_2_772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707" name="Google Shape;9707;g2975d56d0dc_2_772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cxnSp>
          <p:nvCxnSpPr>
            <p:cNvPr id="9708" name="Google Shape;9708;g2975d56d0dc_2_772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709" name="Google Shape;9709;g2975d56d0dc_2_772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10" name="Google Shape;9710;g2975d56d0dc_2_7728"/>
            <p:cNvGrpSpPr/>
            <p:nvPr/>
          </p:nvGrpSpPr>
          <p:grpSpPr>
            <a:xfrm>
              <a:off x="803163" y="1111974"/>
              <a:ext cx="591158" cy="121545"/>
              <a:chOff x="803163" y="1111974"/>
              <a:chExt cx="591158" cy="121545"/>
            </a:xfrm>
          </p:grpSpPr>
          <p:grpSp>
            <p:nvGrpSpPr>
              <p:cNvPr id="9711" name="Google Shape;9711;g2975d56d0dc_2_7728"/>
              <p:cNvGrpSpPr/>
              <p:nvPr/>
            </p:nvGrpSpPr>
            <p:grpSpPr>
              <a:xfrm>
                <a:off x="803163" y="1111974"/>
                <a:ext cx="27175" cy="121077"/>
                <a:chOff x="845575" y="2563700"/>
                <a:chExt cx="92400" cy="411825"/>
              </a:xfrm>
            </p:grpSpPr>
            <p:cxnSp>
              <p:nvCxnSpPr>
                <p:cNvPr id="9712" name="Google Shape;9712;g2975d56d0dc_2_772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713" name="Google Shape;9713;g2975d56d0dc_2_772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14" name="Google Shape;9714;g2975d56d0dc_2_772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15" name="Google Shape;9715;g2975d56d0dc_2_7728"/>
            <p:cNvGrpSpPr/>
            <p:nvPr/>
          </p:nvGrpSpPr>
          <p:grpSpPr>
            <a:xfrm>
              <a:off x="1381910" y="1194219"/>
              <a:ext cx="588340" cy="121177"/>
              <a:chOff x="1381910" y="1194219"/>
              <a:chExt cx="588340" cy="121177"/>
            </a:xfrm>
          </p:grpSpPr>
          <p:grpSp>
            <p:nvGrpSpPr>
              <p:cNvPr id="9716" name="Google Shape;9716;g2975d56d0dc_2_7728"/>
              <p:cNvGrpSpPr/>
              <p:nvPr/>
            </p:nvGrpSpPr>
            <p:grpSpPr>
              <a:xfrm rot="10800000">
                <a:off x="1381910" y="1194319"/>
                <a:ext cx="27175" cy="121077"/>
                <a:chOff x="2070100" y="2563700"/>
                <a:chExt cx="92400" cy="411825"/>
              </a:xfrm>
            </p:grpSpPr>
            <p:cxnSp>
              <p:nvCxnSpPr>
                <p:cNvPr id="9717" name="Google Shape;9717;g2975d56d0dc_2_772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718" name="Google Shape;9718;g2975d56d0dc_2_772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19" name="Google Shape;9719;g2975d56d0dc_2_772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20" name="Google Shape;9720;g2975d56d0dc_2_7728"/>
            <p:cNvGrpSpPr/>
            <p:nvPr/>
          </p:nvGrpSpPr>
          <p:grpSpPr>
            <a:xfrm>
              <a:off x="2532079" y="1194219"/>
              <a:ext cx="704928" cy="121177"/>
              <a:chOff x="2532079" y="1194219"/>
              <a:chExt cx="704928" cy="121177"/>
            </a:xfrm>
          </p:grpSpPr>
          <p:grpSp>
            <p:nvGrpSpPr>
              <p:cNvPr id="9721" name="Google Shape;9721;g2975d56d0dc_2_7728"/>
              <p:cNvGrpSpPr/>
              <p:nvPr/>
            </p:nvGrpSpPr>
            <p:grpSpPr>
              <a:xfrm rot="10800000">
                <a:off x="2532079" y="1194319"/>
                <a:ext cx="27175" cy="121077"/>
                <a:chOff x="2070100" y="2563700"/>
                <a:chExt cx="92400" cy="411825"/>
              </a:xfrm>
            </p:grpSpPr>
            <p:cxnSp>
              <p:nvCxnSpPr>
                <p:cNvPr id="9722" name="Google Shape;9722;g2975d56d0dc_2_772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723" name="Google Shape;9723;g2975d56d0dc_2_772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24" name="Google Shape;9724;g2975d56d0dc_2_772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25" name="Google Shape;9725;g2975d56d0dc_2_7728"/>
          <p:cNvGrpSpPr/>
          <p:nvPr/>
        </p:nvGrpSpPr>
        <p:grpSpPr>
          <a:xfrm>
            <a:off x="3499403" y="3665904"/>
            <a:ext cx="1567778" cy="491677"/>
            <a:chOff x="5194708" y="3484366"/>
            <a:chExt cx="3148148" cy="987304"/>
          </a:xfrm>
        </p:grpSpPr>
        <p:grpSp>
          <p:nvGrpSpPr>
            <p:cNvPr id="9726" name="Google Shape;9726;g2975d56d0dc_2_7728"/>
            <p:cNvGrpSpPr/>
            <p:nvPr/>
          </p:nvGrpSpPr>
          <p:grpSpPr>
            <a:xfrm>
              <a:off x="7531521" y="3484366"/>
              <a:ext cx="811335" cy="987304"/>
              <a:chOff x="3379425" y="1617275"/>
              <a:chExt cx="1090650" cy="1327200"/>
            </a:xfrm>
          </p:grpSpPr>
          <p:sp>
            <p:nvSpPr>
              <p:cNvPr id="9727" name="Google Shape;9727;g2975d56d0dc_2_772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8" name="Google Shape;9728;g2975d56d0dc_2_772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9" name="Google Shape;9729;g2975d56d0dc_2_772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30" name="Google Shape;9730;g2975d56d0dc_2_7728"/>
            <p:cNvGrpSpPr/>
            <p:nvPr/>
          </p:nvGrpSpPr>
          <p:grpSpPr>
            <a:xfrm>
              <a:off x="6752546" y="3484366"/>
              <a:ext cx="811428" cy="987304"/>
              <a:chOff x="2332275" y="1617275"/>
              <a:chExt cx="1090775" cy="1327200"/>
            </a:xfrm>
          </p:grpSpPr>
          <p:sp>
            <p:nvSpPr>
              <p:cNvPr id="9731" name="Google Shape;9731;g2975d56d0dc_2_772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2" name="Google Shape;9732;g2975d56d0dc_2_772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3" name="Google Shape;9733;g2975d56d0dc_2_772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34" name="Google Shape;9734;g2975d56d0dc_2_7728"/>
            <p:cNvGrpSpPr/>
            <p:nvPr/>
          </p:nvGrpSpPr>
          <p:grpSpPr>
            <a:xfrm>
              <a:off x="5973664" y="3484366"/>
              <a:ext cx="811335" cy="987304"/>
              <a:chOff x="1285250" y="1617275"/>
              <a:chExt cx="1090650" cy="1327200"/>
            </a:xfrm>
          </p:grpSpPr>
          <p:sp>
            <p:nvSpPr>
              <p:cNvPr id="9735" name="Google Shape;9735;g2975d56d0dc_2_772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6" name="Google Shape;9736;g2975d56d0dc_2_772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7" name="Google Shape;9737;g2975d56d0dc_2_772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38" name="Google Shape;9738;g2975d56d0dc_2_7728"/>
            <p:cNvGrpSpPr/>
            <p:nvPr/>
          </p:nvGrpSpPr>
          <p:grpSpPr>
            <a:xfrm>
              <a:off x="5194708" y="3484366"/>
              <a:ext cx="811409" cy="987304"/>
              <a:chOff x="238125" y="1617275"/>
              <a:chExt cx="1090750" cy="1327200"/>
            </a:xfrm>
          </p:grpSpPr>
          <p:sp>
            <p:nvSpPr>
              <p:cNvPr id="9739" name="Google Shape;9739;g2975d56d0dc_2_772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0" name="Google Shape;9740;g2975d56d0dc_2_772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1" name="Google Shape;9741;g2975d56d0dc_2_772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42" name="Google Shape;9742;g2975d56d0dc_2_7728"/>
          <p:cNvGrpSpPr/>
          <p:nvPr/>
        </p:nvGrpSpPr>
        <p:grpSpPr>
          <a:xfrm>
            <a:off x="3460012" y="3146315"/>
            <a:ext cx="1616964" cy="346256"/>
            <a:chOff x="1808063" y="4294338"/>
            <a:chExt cx="3370782" cy="721817"/>
          </a:xfrm>
        </p:grpSpPr>
        <p:sp>
          <p:nvSpPr>
            <p:cNvPr id="9743" name="Google Shape;9743;g2975d56d0dc_2_772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4" name="Google Shape;9744;g2975d56d0dc_2_772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5" name="Google Shape;9745;g2975d56d0dc_2_772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6" name="Google Shape;9746;g2975d56d0dc_2_772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7" name="Google Shape;9747;g2975d56d0dc_2_772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8" name="Google Shape;9748;g2975d56d0dc_2_772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9" name="Google Shape;9749;g2975d56d0dc_2_772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0" name="Google Shape;9750;g2975d56d0dc_2_772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1" name="Google Shape;9751;g2975d56d0dc_2_772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2" name="Google Shape;9752;g2975d56d0dc_2_772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53" name="Google Shape;9753;g2975d56d0dc_2_7728"/>
          <p:cNvGrpSpPr/>
          <p:nvPr/>
        </p:nvGrpSpPr>
        <p:grpSpPr>
          <a:xfrm>
            <a:off x="738224" y="3432344"/>
            <a:ext cx="1295882" cy="646587"/>
            <a:chOff x="834100" y="3642869"/>
            <a:chExt cx="1259483" cy="628426"/>
          </a:xfrm>
        </p:grpSpPr>
        <p:sp>
          <p:nvSpPr>
            <p:cNvPr id="9754" name="Google Shape;9754;g2975d56d0dc_2_772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5" name="Google Shape;9755;g2975d56d0dc_2_772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6" name="Google Shape;9756;g2975d56d0dc_2_772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7" name="Google Shape;9757;g2975d56d0dc_2_772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8" name="Google Shape;9758;g2975d56d0dc_2_772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9" name="Google Shape;9759;g2975d56d0dc_2_772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0" name="Google Shape;9760;g2975d56d0dc_2_772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1" name="Google Shape;9761;g2975d56d0dc_2_772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2" name="Google Shape;9762;g2975d56d0dc_2_772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3" name="Google Shape;9763;g2975d56d0dc_2_772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4" name="Google Shape;9764;g2975d56d0dc_2_772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5" name="Google Shape;9765;g2975d56d0dc_2_772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6" name="Google Shape;9766;g2975d56d0dc_2_772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7" name="Google Shape;9767;g2975d56d0dc_2_772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8" name="Google Shape;9768;g2975d56d0dc_2_772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9" name="Google Shape;9769;g2975d56d0dc_2_772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0" name="Google Shape;9770;g2975d56d0dc_2_772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1" name="Google Shape;9771;g2975d56d0dc_2_772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2" name="Google Shape;9772;g2975d56d0dc_2_772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3" name="Google Shape;9773;g2975d56d0dc_2_772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4" name="Google Shape;9774;g2975d56d0dc_2_772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5" name="Google Shape;9775;g2975d56d0dc_2_772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6" name="Google Shape;9776;g2975d56d0dc_2_772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7" name="Google Shape;9777;g2975d56d0dc_2_772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8" name="Google Shape;9778;g2975d56d0dc_2_772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79" name="Google Shape;9779;g2975d56d0dc_2_7728"/>
            <p:cNvGrpSpPr/>
            <p:nvPr/>
          </p:nvGrpSpPr>
          <p:grpSpPr>
            <a:xfrm>
              <a:off x="1360364" y="3847835"/>
              <a:ext cx="208119" cy="224359"/>
              <a:chOff x="1360769" y="3847100"/>
              <a:chExt cx="208119" cy="224359"/>
            </a:xfrm>
          </p:grpSpPr>
          <p:sp>
            <p:nvSpPr>
              <p:cNvPr id="9780" name="Google Shape;9780;g2975d56d0dc_2_772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1" name="Google Shape;9781;g2975d56d0dc_2_772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2" name="Google Shape;9782;g2975d56d0dc_2_772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3" name="Google Shape;9783;g2975d56d0dc_2_772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4" name="Google Shape;9784;g2975d56d0dc_2_772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5" name="Google Shape;9785;g2975d56d0dc_2_772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6" name="Google Shape;9786;g2975d56d0dc_2_772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7" name="Google Shape;9787;g2975d56d0dc_2_772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8" name="Google Shape;9788;g2975d56d0dc_2_772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9" name="Google Shape;9789;g2975d56d0dc_2_772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0" name="Google Shape;9790;g2975d56d0dc_2_772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1" name="Google Shape;9791;g2975d56d0dc_2_772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2" name="Google Shape;9792;g2975d56d0dc_2_772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3" name="Google Shape;9793;g2975d56d0dc_2_772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4" name="Google Shape;9794;g2975d56d0dc_2_772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5" name="Google Shape;9795;g2975d56d0dc_2_772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6" name="Google Shape;9796;g2975d56d0dc_2_772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7" name="Google Shape;9797;g2975d56d0dc_2_772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8" name="Google Shape;9798;g2975d56d0dc_2_772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9" name="Google Shape;9799;g2975d56d0dc_2_772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800" name="Google Shape;9800;g2975d56d0dc_2_772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1" name="Google Shape;9801;g2975d56d0dc_2_772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2" name="Google Shape;9802;g2975d56d0dc_2_772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3" name="Google Shape;9803;g2975d56d0dc_2_772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4" name="Google Shape;9804;g2975d56d0dc_2_772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5" name="Google Shape;9805;g2975d56d0dc_2_772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6" name="Google Shape;9806;g2975d56d0dc_2_772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7" name="Google Shape;9807;g2975d56d0dc_2_772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8" name="Google Shape;9808;g2975d56d0dc_2_772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9" name="Google Shape;9809;g2975d56d0dc_2_772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0" name="Google Shape;9810;g2975d56d0dc_2_772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1" name="Google Shape;9811;g2975d56d0dc_2_772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2" name="Google Shape;9812;g2975d56d0dc_2_772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3" name="Google Shape;9813;g2975d56d0dc_2_772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14" name="Google Shape;9814;g2975d56d0dc_2_7728"/>
          <p:cNvGrpSpPr/>
          <p:nvPr/>
        </p:nvGrpSpPr>
        <p:grpSpPr>
          <a:xfrm rot="5400000">
            <a:off x="5951337" y="3228841"/>
            <a:ext cx="164064" cy="1414916"/>
            <a:chOff x="4428249" y="1369375"/>
            <a:chExt cx="36905" cy="429569"/>
          </a:xfrm>
        </p:grpSpPr>
        <p:sp>
          <p:nvSpPr>
            <p:cNvPr id="9815" name="Google Shape;9815;g2975d56d0dc_2_772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6" name="Google Shape;9816;g2975d56d0dc_2_772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7" name="Google Shape;9817;g2975d56d0dc_2_772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8" name="Google Shape;9818;g2975d56d0dc_2_772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9" name="Google Shape;9819;g2975d56d0dc_2_772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0" name="Google Shape;9820;g2975d56d0dc_2_772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1" name="Google Shape;9821;g2975d56d0dc_2_772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2" name="Google Shape;9822;g2975d56d0dc_2_772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3" name="Google Shape;9823;g2975d56d0dc_2_772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4" name="Google Shape;9824;g2975d56d0dc_2_772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5" name="Google Shape;9825;g2975d56d0dc_2_772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6" name="Google Shape;9826;g2975d56d0dc_2_772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7" name="Google Shape;9827;g2975d56d0dc_2_772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8" name="Google Shape;9828;g2975d56d0dc_2_772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9" name="Google Shape;9829;g2975d56d0dc_2_772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0" name="Google Shape;9830;g2975d56d0dc_2_772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1" name="Google Shape;9831;g2975d56d0dc_2_772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2" name="Google Shape;9832;g2975d56d0dc_2_772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3" name="Google Shape;9833;g2975d56d0dc_2_772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4" name="Google Shape;9834;g2975d56d0dc_2_772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5" name="Google Shape;9835;g2975d56d0dc_2_772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6" name="Google Shape;9836;g2975d56d0dc_2_772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7" name="Google Shape;9837;g2975d56d0dc_2_772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8" name="Google Shape;9838;g2975d56d0dc_2_772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9" name="Google Shape;9839;g2975d56d0dc_2_772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0" name="Google Shape;9840;g2975d56d0dc_2_772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1" name="Google Shape;9841;g2975d56d0dc_2_772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2" name="Google Shape;9842;g2975d56d0dc_2_772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3" name="Google Shape;9843;g2975d56d0dc_2_772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4" name="Google Shape;9844;g2975d56d0dc_2_772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5" name="Google Shape;9845;g2975d56d0dc_2_772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6" name="Google Shape;9846;g2975d56d0dc_2_772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47" name="Google Shape;9847;g2975d56d0dc_2_7728"/>
          <p:cNvGrpSpPr/>
          <p:nvPr/>
        </p:nvGrpSpPr>
        <p:grpSpPr>
          <a:xfrm flipH="1" rot="10800000">
            <a:off x="5323766" y="2817385"/>
            <a:ext cx="1419207" cy="24808"/>
            <a:chOff x="219558" y="4738465"/>
            <a:chExt cx="5852400" cy="102300"/>
          </a:xfrm>
        </p:grpSpPr>
        <p:cxnSp>
          <p:nvCxnSpPr>
            <p:cNvPr id="9848" name="Google Shape;9848;g2975d56d0dc_2_772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849" name="Google Shape;9849;g2975d56d0dc_2_772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0" name="Google Shape;9850;g2975d56d0dc_2_772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1" name="Google Shape;9851;g2975d56d0dc_2_772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2" name="Google Shape;9852;g2975d56d0dc_2_772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3" name="Google Shape;9853;g2975d56d0dc_2_772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54" name="Google Shape;9854;g2975d56d0dc_2_7728"/>
          <p:cNvGrpSpPr/>
          <p:nvPr/>
        </p:nvGrpSpPr>
        <p:grpSpPr>
          <a:xfrm>
            <a:off x="5335084" y="3190448"/>
            <a:ext cx="1396569" cy="385016"/>
            <a:chOff x="5286284" y="2966544"/>
            <a:chExt cx="1396569" cy="385016"/>
          </a:xfrm>
        </p:grpSpPr>
        <p:cxnSp>
          <p:nvCxnSpPr>
            <p:cNvPr id="9855" name="Google Shape;9855;g2975d56d0dc_2_772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856" name="Google Shape;9856;g2975d56d0dc_2_772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857" name="Google Shape;9857;g2975d56d0dc_2_7728"/>
            <p:cNvGrpSpPr/>
            <p:nvPr/>
          </p:nvGrpSpPr>
          <p:grpSpPr>
            <a:xfrm>
              <a:off x="5287688" y="3173364"/>
              <a:ext cx="1395165" cy="74100"/>
              <a:chOff x="5287688" y="3173364"/>
              <a:chExt cx="1395165" cy="74100"/>
            </a:xfrm>
          </p:grpSpPr>
          <p:cxnSp>
            <p:nvCxnSpPr>
              <p:cNvPr id="9858" name="Google Shape;9858;g2975d56d0dc_2_7728"/>
              <p:cNvCxnSpPr/>
              <p:nvPr/>
            </p:nvCxnSpPr>
            <p:spPr>
              <a:xfrm>
                <a:off x="6682853" y="3173540"/>
                <a:ext cx="0" cy="73800"/>
              </a:xfrm>
              <a:prstGeom prst="straightConnector1">
                <a:avLst/>
              </a:prstGeom>
              <a:noFill/>
              <a:ln cap="flat" cmpd="sng" w="9525">
                <a:solidFill>
                  <a:srgbClr val="5F7D95"/>
                </a:solidFill>
                <a:prstDash val="solid"/>
                <a:round/>
                <a:headEnd len="sm" w="sm" type="none"/>
                <a:tailEnd len="sm" w="sm" type="none"/>
              </a:ln>
            </p:spPr>
          </p:cxnSp>
          <p:cxnSp>
            <p:nvCxnSpPr>
              <p:cNvPr id="9859" name="Google Shape;9859;g2975d56d0dc_2_7728"/>
              <p:cNvCxnSpPr/>
              <p:nvPr/>
            </p:nvCxnSpPr>
            <p:spPr>
              <a:xfrm>
                <a:off x="5287688" y="3210371"/>
                <a:ext cx="1394700" cy="0"/>
              </a:xfrm>
              <a:prstGeom prst="straightConnector1">
                <a:avLst/>
              </a:prstGeom>
              <a:noFill/>
              <a:ln cap="flat" cmpd="sng" w="9525">
                <a:solidFill>
                  <a:srgbClr val="5F7D95"/>
                </a:solidFill>
                <a:prstDash val="solid"/>
                <a:round/>
                <a:headEnd len="sm" w="sm" type="none"/>
                <a:tailEnd len="sm" w="sm" type="none"/>
              </a:ln>
            </p:spPr>
          </p:cxnSp>
          <p:cxnSp>
            <p:nvCxnSpPr>
              <p:cNvPr id="9860" name="Google Shape;9860;g2975d56d0dc_2_7728"/>
              <p:cNvCxnSpPr/>
              <p:nvPr/>
            </p:nvCxnSpPr>
            <p:spPr>
              <a:xfrm>
                <a:off x="5518476"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861" name="Google Shape;9861;g2975d56d0dc_2_7728"/>
              <p:cNvCxnSpPr/>
              <p:nvPr/>
            </p:nvCxnSpPr>
            <p:spPr>
              <a:xfrm>
                <a:off x="5287935"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862" name="Google Shape;9862;g2975d56d0dc_2_7728"/>
              <p:cNvCxnSpPr/>
              <p:nvPr/>
            </p:nvCxnSpPr>
            <p:spPr>
              <a:xfrm>
                <a:off x="5751239"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863" name="Google Shape;9863;g2975d56d0dc_2_7728"/>
              <p:cNvCxnSpPr/>
              <p:nvPr/>
            </p:nvCxnSpPr>
            <p:spPr>
              <a:xfrm>
                <a:off x="5982252"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864" name="Google Shape;9864;g2975d56d0dc_2_7728"/>
              <p:cNvCxnSpPr/>
              <p:nvPr/>
            </p:nvCxnSpPr>
            <p:spPr>
              <a:xfrm>
                <a:off x="6216184"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865" name="Google Shape;9865;g2975d56d0dc_2_7728"/>
              <p:cNvCxnSpPr/>
              <p:nvPr/>
            </p:nvCxnSpPr>
            <p:spPr>
              <a:xfrm>
                <a:off x="6449534" y="3173364"/>
                <a:ext cx="0" cy="74100"/>
              </a:xfrm>
              <a:prstGeom prst="straightConnector1">
                <a:avLst/>
              </a:prstGeom>
              <a:noFill/>
              <a:ln cap="flat" cmpd="sng" w="9525">
                <a:solidFill>
                  <a:srgbClr val="5F7D95"/>
                </a:solidFill>
                <a:prstDash val="solid"/>
                <a:round/>
                <a:headEnd len="sm" w="sm" type="none"/>
                <a:tailEnd len="sm" w="sm" type="none"/>
              </a:ln>
            </p:spPr>
          </p:cxnSp>
        </p:grpSp>
        <p:cxnSp>
          <p:nvCxnSpPr>
            <p:cNvPr id="9866" name="Google Shape;9866;g2975d56d0dc_2_772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867" name="Google Shape;9867;g2975d56d0dc_2_7728"/>
          <p:cNvGrpSpPr/>
          <p:nvPr/>
        </p:nvGrpSpPr>
        <p:grpSpPr>
          <a:xfrm>
            <a:off x="2021150" y="1609224"/>
            <a:ext cx="1182275" cy="662027"/>
            <a:chOff x="2029517" y="1732295"/>
            <a:chExt cx="1149067" cy="643432"/>
          </a:xfrm>
        </p:grpSpPr>
        <p:grpSp>
          <p:nvGrpSpPr>
            <p:cNvPr id="9868" name="Google Shape;9868;g2975d56d0dc_2_7728"/>
            <p:cNvGrpSpPr/>
            <p:nvPr/>
          </p:nvGrpSpPr>
          <p:grpSpPr>
            <a:xfrm>
              <a:off x="2708660" y="1746937"/>
              <a:ext cx="455426" cy="244429"/>
              <a:chOff x="2700693" y="1746937"/>
              <a:chExt cx="455426" cy="244429"/>
            </a:xfrm>
          </p:grpSpPr>
          <p:grpSp>
            <p:nvGrpSpPr>
              <p:cNvPr id="9869" name="Google Shape;9869;g2975d56d0dc_2_7728"/>
              <p:cNvGrpSpPr/>
              <p:nvPr/>
            </p:nvGrpSpPr>
            <p:grpSpPr>
              <a:xfrm>
                <a:off x="2905682" y="1782817"/>
                <a:ext cx="250437" cy="208549"/>
                <a:chOff x="2905682" y="1782817"/>
                <a:chExt cx="250437" cy="208549"/>
              </a:xfrm>
            </p:grpSpPr>
            <p:cxnSp>
              <p:nvCxnSpPr>
                <p:cNvPr id="9870" name="Google Shape;9870;g2975d56d0dc_2_772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871" name="Google Shape;9871;g2975d56d0dc_2_772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72" name="Google Shape;9872;g2975d56d0dc_2_7728"/>
              <p:cNvGrpSpPr/>
              <p:nvPr/>
            </p:nvGrpSpPr>
            <p:grpSpPr>
              <a:xfrm>
                <a:off x="2700693" y="1746937"/>
                <a:ext cx="449966" cy="72374"/>
                <a:chOff x="2700693" y="1746937"/>
                <a:chExt cx="449966" cy="72374"/>
              </a:xfrm>
            </p:grpSpPr>
            <p:cxnSp>
              <p:nvCxnSpPr>
                <p:cNvPr id="9873" name="Google Shape;9873;g2975d56d0dc_2_772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874" name="Google Shape;9874;g2975d56d0dc_2_772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75" name="Google Shape;9875;g2975d56d0dc_2_7728"/>
            <p:cNvGrpSpPr/>
            <p:nvPr/>
          </p:nvGrpSpPr>
          <p:grpSpPr>
            <a:xfrm>
              <a:off x="2029517" y="1732295"/>
              <a:ext cx="1149067" cy="643432"/>
              <a:chOff x="2029517" y="1732295"/>
              <a:chExt cx="1149067" cy="643432"/>
            </a:xfrm>
          </p:grpSpPr>
          <p:grpSp>
            <p:nvGrpSpPr>
              <p:cNvPr id="9876" name="Google Shape;9876;g2975d56d0dc_2_7728"/>
              <p:cNvGrpSpPr/>
              <p:nvPr/>
            </p:nvGrpSpPr>
            <p:grpSpPr>
              <a:xfrm>
                <a:off x="2703618" y="2103152"/>
                <a:ext cx="474966" cy="260017"/>
                <a:chOff x="2703618" y="2103152"/>
                <a:chExt cx="474966" cy="260017"/>
              </a:xfrm>
            </p:grpSpPr>
            <p:grpSp>
              <p:nvGrpSpPr>
                <p:cNvPr id="9877" name="Google Shape;9877;g2975d56d0dc_2_7728"/>
                <p:cNvGrpSpPr/>
                <p:nvPr/>
              </p:nvGrpSpPr>
              <p:grpSpPr>
                <a:xfrm>
                  <a:off x="2703618" y="2290640"/>
                  <a:ext cx="450291" cy="72529"/>
                  <a:chOff x="2703618" y="2290640"/>
                  <a:chExt cx="450291" cy="72529"/>
                </a:xfrm>
              </p:grpSpPr>
              <p:cxnSp>
                <p:nvCxnSpPr>
                  <p:cNvPr id="9878" name="Google Shape;9878;g2975d56d0dc_2_772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879" name="Google Shape;9879;g2975d56d0dc_2_772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80" name="Google Shape;9880;g2975d56d0dc_2_7728"/>
                <p:cNvGrpSpPr/>
                <p:nvPr/>
              </p:nvGrpSpPr>
              <p:grpSpPr>
                <a:xfrm>
                  <a:off x="2908607" y="2103152"/>
                  <a:ext cx="269977" cy="223538"/>
                  <a:chOff x="2908607" y="2103152"/>
                  <a:chExt cx="269977" cy="223538"/>
                </a:xfrm>
              </p:grpSpPr>
              <p:cxnSp>
                <p:nvCxnSpPr>
                  <p:cNvPr id="9881" name="Google Shape;9881;g2975d56d0dc_2_772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882" name="Google Shape;9882;g2975d56d0dc_2_772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83" name="Google Shape;9883;g2975d56d0dc_2_7728"/>
              <p:cNvGrpSpPr/>
              <p:nvPr/>
            </p:nvGrpSpPr>
            <p:grpSpPr>
              <a:xfrm>
                <a:off x="2029517" y="1732295"/>
                <a:ext cx="685827" cy="643432"/>
                <a:chOff x="2029517" y="1732295"/>
                <a:chExt cx="685827" cy="643432"/>
              </a:xfrm>
            </p:grpSpPr>
            <p:sp>
              <p:nvSpPr>
                <p:cNvPr id="9884" name="Google Shape;9884;g2975d56d0dc_2_772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85" name="Google Shape;9885;g2975d56d0dc_2_7728"/>
                <p:cNvGrpSpPr/>
                <p:nvPr/>
              </p:nvGrpSpPr>
              <p:grpSpPr>
                <a:xfrm>
                  <a:off x="2158948" y="1732295"/>
                  <a:ext cx="556396" cy="333108"/>
                  <a:chOff x="2158948" y="1732295"/>
                  <a:chExt cx="556396" cy="333108"/>
                </a:xfrm>
              </p:grpSpPr>
              <p:cxnSp>
                <p:nvCxnSpPr>
                  <p:cNvPr id="9886" name="Google Shape;9886;g2975d56d0dc_2_772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9887" name="Google Shape;9887;g2975d56d0dc_2_772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88" name="Google Shape;9888;g2975d56d0dc_2_7728"/>
                <p:cNvGrpSpPr/>
                <p:nvPr/>
              </p:nvGrpSpPr>
              <p:grpSpPr>
                <a:xfrm>
                  <a:off x="2159908" y="2065057"/>
                  <a:ext cx="550885" cy="310670"/>
                  <a:chOff x="2159908" y="2065057"/>
                  <a:chExt cx="550885" cy="310670"/>
                </a:xfrm>
              </p:grpSpPr>
              <p:cxnSp>
                <p:nvCxnSpPr>
                  <p:cNvPr id="9889" name="Google Shape;9889;g2975d56d0dc_2_772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9890" name="Google Shape;9890;g2975d56d0dc_2_772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9891" name="Google Shape;9891;g2975d56d0dc_2_7728"/>
          <p:cNvGrpSpPr/>
          <p:nvPr/>
        </p:nvGrpSpPr>
        <p:grpSpPr>
          <a:xfrm>
            <a:off x="706399" y="1556837"/>
            <a:ext cx="962652" cy="810058"/>
            <a:chOff x="844912" y="1681380"/>
            <a:chExt cx="935612" cy="787305"/>
          </a:xfrm>
        </p:grpSpPr>
        <p:grpSp>
          <p:nvGrpSpPr>
            <p:cNvPr id="9892" name="Google Shape;9892;g2975d56d0dc_2_7728"/>
            <p:cNvGrpSpPr/>
            <p:nvPr/>
          </p:nvGrpSpPr>
          <p:grpSpPr>
            <a:xfrm>
              <a:off x="844912" y="1819635"/>
              <a:ext cx="329837" cy="510016"/>
              <a:chOff x="844912" y="1819635"/>
              <a:chExt cx="329837" cy="510016"/>
            </a:xfrm>
          </p:grpSpPr>
          <p:sp>
            <p:nvSpPr>
              <p:cNvPr id="9893" name="Google Shape;9893;g2975d56d0dc_2_772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4" name="Google Shape;9894;g2975d56d0dc_2_772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5" name="Google Shape;9895;g2975d56d0dc_2_772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6" name="Google Shape;9896;g2975d56d0dc_2_772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7" name="Google Shape;9897;g2975d56d0dc_2_772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8" name="Google Shape;9898;g2975d56d0dc_2_772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99" name="Google Shape;9899;g2975d56d0dc_2_7728"/>
            <p:cNvGrpSpPr/>
            <p:nvPr/>
          </p:nvGrpSpPr>
          <p:grpSpPr>
            <a:xfrm>
              <a:off x="1284601" y="2158168"/>
              <a:ext cx="495923" cy="310517"/>
              <a:chOff x="1284601" y="2158168"/>
              <a:chExt cx="495923" cy="310517"/>
            </a:xfrm>
          </p:grpSpPr>
          <p:sp>
            <p:nvSpPr>
              <p:cNvPr id="9900" name="Google Shape;9900;g2975d56d0dc_2_772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01" name="Google Shape;9901;g2975d56d0dc_2_7728"/>
              <p:cNvGrpSpPr/>
              <p:nvPr/>
            </p:nvGrpSpPr>
            <p:grpSpPr>
              <a:xfrm>
                <a:off x="1507666" y="2158168"/>
                <a:ext cx="272858" cy="310517"/>
                <a:chOff x="1507666" y="2158168"/>
                <a:chExt cx="272858" cy="310517"/>
              </a:xfrm>
            </p:grpSpPr>
            <p:grpSp>
              <p:nvGrpSpPr>
                <p:cNvPr id="9902" name="Google Shape;9902;g2975d56d0dc_2_7728"/>
                <p:cNvGrpSpPr/>
                <p:nvPr/>
              </p:nvGrpSpPr>
              <p:grpSpPr>
                <a:xfrm>
                  <a:off x="1507666" y="2176104"/>
                  <a:ext cx="166395" cy="273150"/>
                  <a:chOff x="1507666" y="2176104"/>
                  <a:chExt cx="166395" cy="273150"/>
                </a:xfrm>
              </p:grpSpPr>
              <p:sp>
                <p:nvSpPr>
                  <p:cNvPr id="9903" name="Google Shape;9903;g2975d56d0dc_2_772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4" name="Google Shape;9904;g2975d56d0dc_2_772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5" name="Google Shape;9905;g2975d56d0dc_2_772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6" name="Google Shape;9906;g2975d56d0dc_2_772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7" name="Google Shape;9907;g2975d56d0dc_2_772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8" name="Google Shape;9908;g2975d56d0dc_2_772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9" name="Google Shape;9909;g2975d56d0dc_2_772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10" name="Google Shape;9910;g2975d56d0dc_2_772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1" name="Google Shape;9911;g2975d56d0dc_2_772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912" name="Google Shape;9912;g2975d56d0dc_2_7728"/>
            <p:cNvGrpSpPr/>
            <p:nvPr/>
          </p:nvGrpSpPr>
          <p:grpSpPr>
            <a:xfrm>
              <a:off x="1284601" y="1681380"/>
              <a:ext cx="495923" cy="310517"/>
              <a:chOff x="1284601" y="1681380"/>
              <a:chExt cx="495923" cy="310517"/>
            </a:xfrm>
          </p:grpSpPr>
          <p:sp>
            <p:nvSpPr>
              <p:cNvPr id="9913" name="Google Shape;9913;g2975d56d0dc_2_772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14" name="Google Shape;9914;g2975d56d0dc_2_7728"/>
              <p:cNvGrpSpPr/>
              <p:nvPr/>
            </p:nvGrpSpPr>
            <p:grpSpPr>
              <a:xfrm>
                <a:off x="1507666" y="1681380"/>
                <a:ext cx="272858" cy="310517"/>
                <a:chOff x="1507666" y="1681380"/>
                <a:chExt cx="272858" cy="310517"/>
              </a:xfrm>
            </p:grpSpPr>
            <p:grpSp>
              <p:nvGrpSpPr>
                <p:cNvPr id="9915" name="Google Shape;9915;g2975d56d0dc_2_7728"/>
                <p:cNvGrpSpPr/>
                <p:nvPr/>
              </p:nvGrpSpPr>
              <p:grpSpPr>
                <a:xfrm>
                  <a:off x="1507666" y="1700120"/>
                  <a:ext cx="166395" cy="272984"/>
                  <a:chOff x="1507666" y="1700120"/>
                  <a:chExt cx="166395" cy="272984"/>
                </a:xfrm>
              </p:grpSpPr>
              <p:sp>
                <p:nvSpPr>
                  <p:cNvPr id="9916" name="Google Shape;9916;g2975d56d0dc_2_772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7" name="Google Shape;9917;g2975d56d0dc_2_772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8" name="Google Shape;9918;g2975d56d0dc_2_772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9" name="Google Shape;9919;g2975d56d0dc_2_772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0" name="Google Shape;9920;g2975d56d0dc_2_772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1" name="Google Shape;9921;g2975d56d0dc_2_772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2" name="Google Shape;9922;g2975d56d0dc_2_772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23" name="Google Shape;9923;g2975d56d0dc_2_772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4" name="Google Shape;9924;g2975d56d0dc_2_772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925" name="Google Shape;9925;g2975d56d0dc_2_7728"/>
          <p:cNvGrpSpPr/>
          <p:nvPr/>
        </p:nvGrpSpPr>
        <p:grpSpPr>
          <a:xfrm>
            <a:off x="6815339" y="2324267"/>
            <a:ext cx="1622269" cy="552443"/>
            <a:chOff x="6894650" y="2574740"/>
            <a:chExt cx="1445100" cy="492111"/>
          </a:xfrm>
        </p:grpSpPr>
        <p:sp>
          <p:nvSpPr>
            <p:cNvPr id="9926" name="Google Shape;9926;g2975d56d0dc_2_772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7" name="Google Shape;9927;g2975d56d0dc_2_772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8" name="Google Shape;9928;g2975d56d0dc_2_772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9" name="Google Shape;9929;g2975d56d0dc_2_772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0" name="Google Shape;9930;g2975d56d0dc_2_772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931" name="Google Shape;9931;g2975d56d0dc_2_7728"/>
            <p:cNvCxnSpPr/>
            <p:nvPr/>
          </p:nvCxnSpPr>
          <p:spPr>
            <a:xfrm>
              <a:off x="6894650" y="2821921"/>
              <a:ext cx="1445100" cy="0"/>
            </a:xfrm>
            <a:prstGeom prst="straightConnector1">
              <a:avLst/>
            </a:prstGeom>
            <a:noFill/>
            <a:ln cap="flat" cmpd="sng" w="9525">
              <a:solidFill>
                <a:srgbClr val="869FB2"/>
              </a:solidFill>
              <a:prstDash val="solid"/>
              <a:round/>
              <a:headEnd len="sm" w="sm" type="none"/>
              <a:tailEnd len="sm" w="sm" type="none"/>
            </a:ln>
          </p:spPr>
        </p:cxnSp>
      </p:grpSp>
      <p:grpSp>
        <p:nvGrpSpPr>
          <p:cNvPr id="9932" name="Google Shape;9932;g2975d56d0dc_2_7728"/>
          <p:cNvGrpSpPr/>
          <p:nvPr/>
        </p:nvGrpSpPr>
        <p:grpSpPr>
          <a:xfrm>
            <a:off x="6834882" y="3698522"/>
            <a:ext cx="1583206" cy="475705"/>
            <a:chOff x="6953919" y="3907920"/>
            <a:chExt cx="1377300" cy="475705"/>
          </a:xfrm>
        </p:grpSpPr>
        <p:cxnSp>
          <p:nvCxnSpPr>
            <p:cNvPr id="9933" name="Google Shape;9933;g2975d56d0dc_2_7728"/>
            <p:cNvCxnSpPr/>
            <p:nvPr/>
          </p:nvCxnSpPr>
          <p:spPr>
            <a:xfrm rot="10800000">
              <a:off x="7118546" y="4100689"/>
              <a:ext cx="0" cy="185100"/>
            </a:xfrm>
            <a:prstGeom prst="straightConnector1">
              <a:avLst/>
            </a:prstGeom>
            <a:noFill/>
            <a:ln cap="flat" cmpd="sng" w="19050">
              <a:solidFill>
                <a:srgbClr val="5F7D95"/>
              </a:solidFill>
              <a:prstDash val="solid"/>
              <a:round/>
              <a:headEnd len="sm" w="sm" type="none"/>
              <a:tailEnd len="sm" w="sm" type="none"/>
            </a:ln>
          </p:spPr>
        </p:cxnSp>
        <p:cxnSp>
          <p:nvCxnSpPr>
            <p:cNvPr id="9934" name="Google Shape;9934;g2975d56d0dc_2_7728"/>
            <p:cNvCxnSpPr/>
            <p:nvPr/>
          </p:nvCxnSpPr>
          <p:spPr>
            <a:xfrm>
              <a:off x="7480500" y="4197025"/>
              <a:ext cx="0" cy="186600"/>
            </a:xfrm>
            <a:prstGeom prst="straightConnector1">
              <a:avLst/>
            </a:prstGeom>
            <a:noFill/>
            <a:ln cap="flat" cmpd="sng" w="19050">
              <a:solidFill>
                <a:srgbClr val="5F7D95"/>
              </a:solidFill>
              <a:prstDash val="solid"/>
              <a:round/>
              <a:headEnd len="sm" w="sm" type="none"/>
              <a:tailEnd len="sm" w="sm" type="none"/>
            </a:ln>
          </p:spPr>
        </p:cxnSp>
        <p:cxnSp>
          <p:nvCxnSpPr>
            <p:cNvPr id="9935" name="Google Shape;9935;g2975d56d0dc_2_7728"/>
            <p:cNvCxnSpPr/>
            <p:nvPr/>
          </p:nvCxnSpPr>
          <p:spPr>
            <a:xfrm rot="10800000">
              <a:off x="7848574" y="3907920"/>
              <a:ext cx="0" cy="185100"/>
            </a:xfrm>
            <a:prstGeom prst="straightConnector1">
              <a:avLst/>
            </a:prstGeom>
            <a:noFill/>
            <a:ln cap="flat" cmpd="sng" w="19050">
              <a:solidFill>
                <a:srgbClr val="5F7D95"/>
              </a:solidFill>
              <a:prstDash val="solid"/>
              <a:round/>
              <a:headEnd len="sm" w="sm" type="none"/>
              <a:tailEnd len="sm" w="sm" type="none"/>
            </a:ln>
          </p:spPr>
        </p:cxnSp>
        <p:cxnSp>
          <p:nvCxnSpPr>
            <p:cNvPr id="9936" name="Google Shape;9936;g2975d56d0dc_2_7728"/>
            <p:cNvCxnSpPr/>
            <p:nvPr/>
          </p:nvCxnSpPr>
          <p:spPr>
            <a:xfrm>
              <a:off x="8218032" y="3997243"/>
              <a:ext cx="0" cy="197100"/>
            </a:xfrm>
            <a:prstGeom prst="straightConnector1">
              <a:avLst/>
            </a:prstGeom>
            <a:noFill/>
            <a:ln cap="flat" cmpd="sng" w="19050">
              <a:solidFill>
                <a:srgbClr val="5F7D95"/>
              </a:solidFill>
              <a:prstDash val="solid"/>
              <a:round/>
              <a:headEnd len="sm" w="sm" type="none"/>
              <a:tailEnd len="sm" w="sm" type="none"/>
            </a:ln>
          </p:spPr>
        </p:cxnSp>
        <p:cxnSp>
          <p:nvCxnSpPr>
            <p:cNvPr id="9937" name="Google Shape;9937;g2975d56d0dc_2_7728"/>
            <p:cNvCxnSpPr/>
            <p:nvPr/>
          </p:nvCxnSpPr>
          <p:spPr>
            <a:xfrm flipH="1">
              <a:off x="6953919" y="3961822"/>
              <a:ext cx="1377300" cy="376800"/>
            </a:xfrm>
            <a:prstGeom prst="straightConnector1">
              <a:avLst/>
            </a:prstGeom>
            <a:noFill/>
            <a:ln cap="flat" cmpd="sng" w="19050">
              <a:solidFill>
                <a:srgbClr val="435D74"/>
              </a:solidFill>
              <a:prstDash val="solid"/>
              <a:round/>
              <a:headEnd len="sm" w="sm" type="none"/>
              <a:tailEnd len="sm" w="sm" type="none"/>
            </a:ln>
          </p:spPr>
        </p:cxnSp>
      </p:grpSp>
      <p:grpSp>
        <p:nvGrpSpPr>
          <p:cNvPr id="9938" name="Google Shape;9938;g2975d56d0dc_2_7728"/>
          <p:cNvGrpSpPr/>
          <p:nvPr/>
        </p:nvGrpSpPr>
        <p:grpSpPr>
          <a:xfrm>
            <a:off x="2338470" y="2459668"/>
            <a:ext cx="836286" cy="824529"/>
            <a:chOff x="2389399" y="2595741"/>
            <a:chExt cx="812796" cy="801369"/>
          </a:xfrm>
        </p:grpSpPr>
        <p:grpSp>
          <p:nvGrpSpPr>
            <p:cNvPr id="9939" name="Google Shape;9939;g2975d56d0dc_2_7728"/>
            <p:cNvGrpSpPr/>
            <p:nvPr/>
          </p:nvGrpSpPr>
          <p:grpSpPr>
            <a:xfrm>
              <a:off x="2492145" y="2881565"/>
              <a:ext cx="607299" cy="229751"/>
              <a:chOff x="2492145" y="2881565"/>
              <a:chExt cx="607299" cy="229751"/>
            </a:xfrm>
          </p:grpSpPr>
          <p:sp>
            <p:nvSpPr>
              <p:cNvPr id="9940" name="Google Shape;9940;g2975d56d0dc_2_772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1" name="Google Shape;9941;g2975d56d0dc_2_772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2" name="Google Shape;9942;g2975d56d0dc_2_772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43" name="Google Shape;9943;g2975d56d0dc_2_7728"/>
            <p:cNvGrpSpPr/>
            <p:nvPr/>
          </p:nvGrpSpPr>
          <p:grpSpPr>
            <a:xfrm>
              <a:off x="2389399" y="2595741"/>
              <a:ext cx="812796" cy="296825"/>
              <a:chOff x="2389399" y="2595741"/>
              <a:chExt cx="812796" cy="296825"/>
            </a:xfrm>
          </p:grpSpPr>
          <p:grpSp>
            <p:nvGrpSpPr>
              <p:cNvPr id="9944" name="Google Shape;9944;g2975d56d0dc_2_7728"/>
              <p:cNvGrpSpPr/>
              <p:nvPr/>
            </p:nvGrpSpPr>
            <p:grpSpPr>
              <a:xfrm>
                <a:off x="2389399" y="2595741"/>
                <a:ext cx="363638" cy="296825"/>
                <a:chOff x="2389399" y="2595741"/>
                <a:chExt cx="363638" cy="296825"/>
              </a:xfrm>
            </p:grpSpPr>
            <p:grpSp>
              <p:nvGrpSpPr>
                <p:cNvPr id="9945" name="Google Shape;9945;g2975d56d0dc_2_7728"/>
                <p:cNvGrpSpPr/>
                <p:nvPr/>
              </p:nvGrpSpPr>
              <p:grpSpPr>
                <a:xfrm>
                  <a:off x="2493852" y="2794333"/>
                  <a:ext cx="259185" cy="98233"/>
                  <a:chOff x="2493852" y="2794333"/>
                  <a:chExt cx="259185" cy="98233"/>
                </a:xfrm>
              </p:grpSpPr>
              <p:sp>
                <p:nvSpPr>
                  <p:cNvPr id="9946" name="Google Shape;9946;g2975d56d0dc_2_772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7" name="Google Shape;9947;g2975d56d0dc_2_772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8" name="Google Shape;9948;g2975d56d0dc_2_772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49" name="Google Shape;9949;g2975d56d0dc_2_7728"/>
                <p:cNvGrpSpPr/>
                <p:nvPr/>
              </p:nvGrpSpPr>
              <p:grpSpPr>
                <a:xfrm>
                  <a:off x="2389399" y="2595741"/>
                  <a:ext cx="224343" cy="182054"/>
                  <a:chOff x="2389399" y="2595741"/>
                  <a:chExt cx="224343" cy="182054"/>
                </a:xfrm>
              </p:grpSpPr>
              <p:sp>
                <p:nvSpPr>
                  <p:cNvPr id="9950" name="Google Shape;9950;g2975d56d0dc_2_772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1" name="Google Shape;9951;g2975d56d0dc_2_772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952" name="Google Shape;9952;g2975d56d0dc_2_7728"/>
              <p:cNvGrpSpPr/>
              <p:nvPr/>
            </p:nvGrpSpPr>
            <p:grpSpPr>
              <a:xfrm>
                <a:off x="2683630" y="2595741"/>
                <a:ext cx="224334" cy="296825"/>
                <a:chOff x="2683630" y="2595741"/>
                <a:chExt cx="224334" cy="296825"/>
              </a:xfrm>
            </p:grpSpPr>
            <p:grpSp>
              <p:nvGrpSpPr>
                <p:cNvPr id="9953" name="Google Shape;9953;g2975d56d0dc_2_7728"/>
                <p:cNvGrpSpPr/>
                <p:nvPr/>
              </p:nvGrpSpPr>
              <p:grpSpPr>
                <a:xfrm>
                  <a:off x="2788083" y="2794333"/>
                  <a:ext cx="15356" cy="98233"/>
                  <a:chOff x="2788083" y="2794333"/>
                  <a:chExt cx="15356" cy="98233"/>
                </a:xfrm>
              </p:grpSpPr>
              <p:sp>
                <p:nvSpPr>
                  <p:cNvPr id="9954" name="Google Shape;9954;g2975d56d0dc_2_772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5" name="Google Shape;9955;g2975d56d0dc_2_772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6" name="Google Shape;9956;g2975d56d0dc_2_772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57" name="Google Shape;9957;g2975d56d0dc_2_7728"/>
                <p:cNvGrpSpPr/>
                <p:nvPr/>
              </p:nvGrpSpPr>
              <p:grpSpPr>
                <a:xfrm>
                  <a:off x="2683630" y="2595741"/>
                  <a:ext cx="224334" cy="182054"/>
                  <a:chOff x="2683630" y="2595741"/>
                  <a:chExt cx="224334" cy="182054"/>
                </a:xfrm>
              </p:grpSpPr>
              <p:sp>
                <p:nvSpPr>
                  <p:cNvPr id="9958" name="Google Shape;9958;g2975d56d0dc_2_772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9" name="Google Shape;9959;g2975d56d0dc_2_772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960" name="Google Shape;9960;g2975d56d0dc_2_7728"/>
              <p:cNvGrpSpPr/>
              <p:nvPr/>
            </p:nvGrpSpPr>
            <p:grpSpPr>
              <a:xfrm>
                <a:off x="2838475" y="2595741"/>
                <a:ext cx="363720" cy="296825"/>
                <a:chOff x="2838475" y="2595741"/>
                <a:chExt cx="363720" cy="296825"/>
              </a:xfrm>
            </p:grpSpPr>
            <p:grpSp>
              <p:nvGrpSpPr>
                <p:cNvPr id="9961" name="Google Shape;9961;g2975d56d0dc_2_7728"/>
                <p:cNvGrpSpPr/>
                <p:nvPr/>
              </p:nvGrpSpPr>
              <p:grpSpPr>
                <a:xfrm>
                  <a:off x="2838475" y="2794333"/>
                  <a:ext cx="259186" cy="98233"/>
                  <a:chOff x="2838475" y="2794333"/>
                  <a:chExt cx="259186" cy="98233"/>
                </a:xfrm>
              </p:grpSpPr>
              <p:sp>
                <p:nvSpPr>
                  <p:cNvPr id="9962" name="Google Shape;9962;g2975d56d0dc_2_772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3" name="Google Shape;9963;g2975d56d0dc_2_772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4" name="Google Shape;9964;g2975d56d0dc_2_772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65" name="Google Shape;9965;g2975d56d0dc_2_7728"/>
                <p:cNvGrpSpPr/>
                <p:nvPr/>
              </p:nvGrpSpPr>
              <p:grpSpPr>
                <a:xfrm>
                  <a:off x="2977852" y="2595741"/>
                  <a:ext cx="224343" cy="182054"/>
                  <a:chOff x="2977852" y="2595741"/>
                  <a:chExt cx="224343" cy="182054"/>
                </a:xfrm>
              </p:grpSpPr>
              <p:sp>
                <p:nvSpPr>
                  <p:cNvPr id="9966" name="Google Shape;9966;g2975d56d0dc_2_772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7" name="Google Shape;9967;g2975d56d0dc_2_772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968" name="Google Shape;9968;g2975d56d0dc_2_7728"/>
            <p:cNvGrpSpPr/>
            <p:nvPr/>
          </p:nvGrpSpPr>
          <p:grpSpPr>
            <a:xfrm>
              <a:off x="2389399" y="3100241"/>
              <a:ext cx="812796" cy="296869"/>
              <a:chOff x="2389399" y="3100241"/>
              <a:chExt cx="812796" cy="296869"/>
            </a:xfrm>
          </p:grpSpPr>
          <p:grpSp>
            <p:nvGrpSpPr>
              <p:cNvPr id="9969" name="Google Shape;9969;g2975d56d0dc_2_7728"/>
              <p:cNvGrpSpPr/>
              <p:nvPr/>
            </p:nvGrpSpPr>
            <p:grpSpPr>
              <a:xfrm>
                <a:off x="2683630" y="3100241"/>
                <a:ext cx="224334" cy="296869"/>
                <a:chOff x="2683630" y="3100241"/>
                <a:chExt cx="224334" cy="296869"/>
              </a:xfrm>
            </p:grpSpPr>
            <p:grpSp>
              <p:nvGrpSpPr>
                <p:cNvPr id="9970" name="Google Shape;9970;g2975d56d0dc_2_7728"/>
                <p:cNvGrpSpPr/>
                <p:nvPr/>
              </p:nvGrpSpPr>
              <p:grpSpPr>
                <a:xfrm>
                  <a:off x="2788083" y="3100241"/>
                  <a:ext cx="15356" cy="98236"/>
                  <a:chOff x="2788083" y="3100241"/>
                  <a:chExt cx="15356" cy="98236"/>
                </a:xfrm>
              </p:grpSpPr>
              <p:sp>
                <p:nvSpPr>
                  <p:cNvPr id="9971" name="Google Shape;9971;g2975d56d0dc_2_772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2" name="Google Shape;9972;g2975d56d0dc_2_772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3" name="Google Shape;9973;g2975d56d0dc_2_772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74" name="Google Shape;9974;g2975d56d0dc_2_7728"/>
                <p:cNvGrpSpPr/>
                <p:nvPr/>
              </p:nvGrpSpPr>
              <p:grpSpPr>
                <a:xfrm>
                  <a:off x="2683630" y="3215065"/>
                  <a:ext cx="224334" cy="182045"/>
                  <a:chOff x="2683630" y="3215065"/>
                  <a:chExt cx="224334" cy="182045"/>
                </a:xfrm>
              </p:grpSpPr>
              <p:sp>
                <p:nvSpPr>
                  <p:cNvPr id="9975" name="Google Shape;9975;g2975d56d0dc_2_772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6" name="Google Shape;9976;g2975d56d0dc_2_772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977" name="Google Shape;9977;g2975d56d0dc_2_7728"/>
              <p:cNvGrpSpPr/>
              <p:nvPr/>
            </p:nvGrpSpPr>
            <p:grpSpPr>
              <a:xfrm>
                <a:off x="2389399" y="3100241"/>
                <a:ext cx="363638" cy="296869"/>
                <a:chOff x="2389399" y="3100241"/>
                <a:chExt cx="363638" cy="296869"/>
              </a:xfrm>
            </p:grpSpPr>
            <p:grpSp>
              <p:nvGrpSpPr>
                <p:cNvPr id="9978" name="Google Shape;9978;g2975d56d0dc_2_7728"/>
                <p:cNvGrpSpPr/>
                <p:nvPr/>
              </p:nvGrpSpPr>
              <p:grpSpPr>
                <a:xfrm>
                  <a:off x="2493852" y="3100241"/>
                  <a:ext cx="259185" cy="98236"/>
                  <a:chOff x="2493852" y="3100241"/>
                  <a:chExt cx="259185" cy="98236"/>
                </a:xfrm>
              </p:grpSpPr>
              <p:sp>
                <p:nvSpPr>
                  <p:cNvPr id="9979" name="Google Shape;9979;g2975d56d0dc_2_772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0" name="Google Shape;9980;g2975d56d0dc_2_772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1" name="Google Shape;9981;g2975d56d0dc_2_772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2" name="Google Shape;9982;g2975d56d0dc_2_7728"/>
                <p:cNvGrpSpPr/>
                <p:nvPr/>
              </p:nvGrpSpPr>
              <p:grpSpPr>
                <a:xfrm>
                  <a:off x="2389399" y="3215065"/>
                  <a:ext cx="224343" cy="182045"/>
                  <a:chOff x="2389399" y="3215065"/>
                  <a:chExt cx="224343" cy="182045"/>
                </a:xfrm>
              </p:grpSpPr>
              <p:sp>
                <p:nvSpPr>
                  <p:cNvPr id="9983" name="Google Shape;9983;g2975d56d0dc_2_772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4" name="Google Shape;9984;g2975d56d0dc_2_772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985" name="Google Shape;9985;g2975d56d0dc_2_7728"/>
              <p:cNvGrpSpPr/>
              <p:nvPr/>
            </p:nvGrpSpPr>
            <p:grpSpPr>
              <a:xfrm>
                <a:off x="2838475" y="3100241"/>
                <a:ext cx="363720" cy="296869"/>
                <a:chOff x="2838475" y="3100241"/>
                <a:chExt cx="363720" cy="296869"/>
              </a:xfrm>
            </p:grpSpPr>
            <p:grpSp>
              <p:nvGrpSpPr>
                <p:cNvPr id="9986" name="Google Shape;9986;g2975d56d0dc_2_7728"/>
                <p:cNvGrpSpPr/>
                <p:nvPr/>
              </p:nvGrpSpPr>
              <p:grpSpPr>
                <a:xfrm>
                  <a:off x="2838475" y="3100241"/>
                  <a:ext cx="259186" cy="98236"/>
                  <a:chOff x="2838475" y="3100241"/>
                  <a:chExt cx="259186" cy="98236"/>
                </a:xfrm>
              </p:grpSpPr>
              <p:sp>
                <p:nvSpPr>
                  <p:cNvPr id="9987" name="Google Shape;9987;g2975d56d0dc_2_772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8" name="Google Shape;9988;g2975d56d0dc_2_772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9" name="Google Shape;9989;g2975d56d0dc_2_772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90" name="Google Shape;9990;g2975d56d0dc_2_7728"/>
                <p:cNvGrpSpPr/>
                <p:nvPr/>
              </p:nvGrpSpPr>
              <p:grpSpPr>
                <a:xfrm>
                  <a:off x="2977852" y="3215065"/>
                  <a:ext cx="224343" cy="182045"/>
                  <a:chOff x="2977852" y="3215065"/>
                  <a:chExt cx="224343" cy="182045"/>
                </a:xfrm>
              </p:grpSpPr>
              <p:sp>
                <p:nvSpPr>
                  <p:cNvPr id="9991" name="Google Shape;9991;g2975d56d0dc_2_772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2" name="Google Shape;9992;g2975d56d0dc_2_772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6" name="Shape 9996"/>
        <p:cNvGrpSpPr/>
        <p:nvPr/>
      </p:nvGrpSpPr>
      <p:grpSpPr>
        <a:xfrm>
          <a:off x="0" y="0"/>
          <a:ext cx="0" cy="0"/>
          <a:chOff x="0" y="0"/>
          <a:chExt cx="0" cy="0"/>
        </a:xfrm>
      </p:grpSpPr>
      <p:grpSp>
        <p:nvGrpSpPr>
          <p:cNvPr id="9997" name="Google Shape;9997;g2975d56d0dc_2_8154"/>
          <p:cNvGrpSpPr/>
          <p:nvPr/>
        </p:nvGrpSpPr>
        <p:grpSpPr>
          <a:xfrm>
            <a:off x="702088" y="3155922"/>
            <a:ext cx="2390414" cy="1024800"/>
            <a:chOff x="728925" y="3296613"/>
            <a:chExt cx="2390414" cy="1024800"/>
          </a:xfrm>
        </p:grpSpPr>
        <p:grpSp>
          <p:nvGrpSpPr>
            <p:cNvPr id="9998" name="Google Shape;9998;g2975d56d0dc_2_8154"/>
            <p:cNvGrpSpPr/>
            <p:nvPr/>
          </p:nvGrpSpPr>
          <p:grpSpPr>
            <a:xfrm>
              <a:off x="728925" y="3619800"/>
              <a:ext cx="2390414" cy="500893"/>
              <a:chOff x="728925" y="3619800"/>
              <a:chExt cx="2390414" cy="500893"/>
            </a:xfrm>
          </p:grpSpPr>
          <p:sp>
            <p:nvSpPr>
              <p:cNvPr id="9999" name="Google Shape;9999;g2975d56d0dc_2_815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10000" name="Google Shape;10000;g2975d56d0dc_2_815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10001" name="Google Shape;10001;g2975d56d0dc_2_8154"/>
            <p:cNvGrpSpPr/>
            <p:nvPr/>
          </p:nvGrpSpPr>
          <p:grpSpPr>
            <a:xfrm>
              <a:off x="1348050" y="3296613"/>
              <a:ext cx="1706152" cy="1024800"/>
              <a:chOff x="1348050" y="3296613"/>
              <a:chExt cx="1706152" cy="1024800"/>
            </a:xfrm>
          </p:grpSpPr>
          <p:sp>
            <p:nvSpPr>
              <p:cNvPr id="10002" name="Google Shape;10002;g2975d56d0dc_2_815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10003" name="Google Shape;10003;g2975d56d0dc_2_815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10004" name="Google Shape;10004;g2975d56d0dc_2_815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10005" name="Google Shape;10005;g2975d56d0dc_2_815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10006" name="Google Shape;10006;g2975d56d0dc_2_815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10007" name="Google Shape;10007;g2975d56d0dc_2_8154"/>
            <p:cNvGrpSpPr/>
            <p:nvPr/>
          </p:nvGrpSpPr>
          <p:grpSpPr>
            <a:xfrm>
              <a:off x="1455707" y="3654858"/>
              <a:ext cx="1491149" cy="417657"/>
              <a:chOff x="1455707" y="3654858"/>
              <a:chExt cx="1491149" cy="417657"/>
            </a:xfrm>
          </p:grpSpPr>
          <p:sp>
            <p:nvSpPr>
              <p:cNvPr id="10008" name="Google Shape;10008;g2975d56d0dc_2_815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9" name="Google Shape;10009;g2975d56d0dc_2_815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0" name="Google Shape;10010;g2975d56d0dc_2_815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1" name="Google Shape;10011;g2975d56d0dc_2_815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2" name="Google Shape;10012;g2975d56d0dc_2_815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3" name="Google Shape;10013;g2975d56d0dc_2_815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4" name="Google Shape;10014;g2975d56d0dc_2_815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5" name="Google Shape;10015;g2975d56d0dc_2_815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6" name="Google Shape;10016;g2975d56d0dc_2_815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7" name="Google Shape;10017;g2975d56d0dc_2_815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8" name="Google Shape;10018;g2975d56d0dc_2_815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9" name="Google Shape;10019;g2975d56d0dc_2_815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0" name="Google Shape;10020;g2975d56d0dc_2_815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1" name="Google Shape;10021;g2975d56d0dc_2_815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2" name="Google Shape;10022;g2975d56d0dc_2_815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3" name="Google Shape;10023;g2975d56d0dc_2_815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4" name="Google Shape;10024;g2975d56d0dc_2_815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5" name="Google Shape;10025;g2975d56d0dc_2_815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6" name="Google Shape;10026;g2975d56d0dc_2_815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7" name="Google Shape;10027;g2975d56d0dc_2_815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10028" name="Google Shape;10028;g2975d56d0dc_2_8154"/>
          <p:cNvGraphicFramePr/>
          <p:nvPr/>
        </p:nvGraphicFramePr>
        <p:xfrm>
          <a:off x="5937787" y="2153834"/>
          <a:ext cx="3000000" cy="3000000"/>
        </p:xfrm>
        <a:graphic>
          <a:graphicData uri="http://schemas.openxmlformats.org/drawingml/2006/table">
            <a:tbl>
              <a:tblPr>
                <a:noFill/>
                <a:tableStyleId>{CA439BA7-F0D7-459F-B904-4AD791DA4FB8}</a:tableStyleId>
              </a:tblPr>
              <a:tblGrid>
                <a:gridCol w="626025"/>
                <a:gridCol w="626025"/>
                <a:gridCol w="626025"/>
                <a:gridCol w="626025"/>
              </a:tblGrid>
              <a:tr h="10000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5"/>
                      </a:srgbClr>
                    </a:solidFill>
                  </a:tcPr>
                </a:tc>
              </a:tr>
            </a:tbl>
          </a:graphicData>
        </a:graphic>
      </p:graphicFrame>
      <p:grpSp>
        <p:nvGrpSpPr>
          <p:cNvPr id="10029" name="Google Shape;10029;g2975d56d0dc_2_8154"/>
          <p:cNvGrpSpPr/>
          <p:nvPr/>
        </p:nvGrpSpPr>
        <p:grpSpPr>
          <a:xfrm>
            <a:off x="710464" y="981599"/>
            <a:ext cx="2396505" cy="976502"/>
            <a:chOff x="749309" y="1112739"/>
            <a:chExt cx="2371603" cy="976502"/>
          </a:xfrm>
        </p:grpSpPr>
        <p:grpSp>
          <p:nvGrpSpPr>
            <p:cNvPr id="10030" name="Google Shape;10030;g2975d56d0dc_2_8154"/>
            <p:cNvGrpSpPr/>
            <p:nvPr/>
          </p:nvGrpSpPr>
          <p:grpSpPr>
            <a:xfrm>
              <a:off x="1092126" y="1112739"/>
              <a:ext cx="2028786" cy="975465"/>
              <a:chOff x="1092126" y="1112739"/>
              <a:chExt cx="2028786" cy="975465"/>
            </a:xfrm>
          </p:grpSpPr>
          <p:sp>
            <p:nvSpPr>
              <p:cNvPr id="10031" name="Google Shape;10031;g2975d56d0dc_2_815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2" name="Google Shape;10032;g2975d56d0dc_2_815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3" name="Google Shape;10033;g2975d56d0dc_2_815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4" name="Google Shape;10034;g2975d56d0dc_2_815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5" name="Google Shape;10035;g2975d56d0dc_2_815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6" name="Google Shape;10036;g2975d56d0dc_2_815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7" name="Google Shape;10037;g2975d56d0dc_2_815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8" name="Google Shape;10038;g2975d56d0dc_2_815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9" name="Google Shape;10039;g2975d56d0dc_2_815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0" name="Google Shape;10040;g2975d56d0dc_2_815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1" name="Google Shape;10041;g2975d56d0dc_2_815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2" name="Google Shape;10042;g2975d56d0dc_2_815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3" name="Google Shape;10043;g2975d56d0dc_2_815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4" name="Google Shape;10044;g2975d56d0dc_2_815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5" name="Google Shape;10045;g2975d56d0dc_2_815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6" name="Google Shape;10046;g2975d56d0dc_2_815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7" name="Google Shape;10047;g2975d56d0dc_2_815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8" name="Google Shape;10048;g2975d56d0dc_2_815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9" name="Google Shape;10049;g2975d56d0dc_2_815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0" name="Google Shape;10050;g2975d56d0dc_2_815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1" name="Google Shape;10051;g2975d56d0dc_2_815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2" name="Google Shape;10052;g2975d56d0dc_2_815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3" name="Google Shape;10053;g2975d56d0dc_2_815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4" name="Google Shape;10054;g2975d56d0dc_2_815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55" name="Google Shape;10055;g2975d56d0dc_2_8154"/>
            <p:cNvGrpSpPr/>
            <p:nvPr/>
          </p:nvGrpSpPr>
          <p:grpSpPr>
            <a:xfrm>
              <a:off x="749309" y="1112739"/>
              <a:ext cx="314700" cy="975465"/>
              <a:chOff x="749309" y="1112739"/>
              <a:chExt cx="314700" cy="975465"/>
            </a:xfrm>
          </p:grpSpPr>
          <p:sp>
            <p:nvSpPr>
              <p:cNvPr id="10056" name="Google Shape;10056;g2975d56d0dc_2_815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7" name="Google Shape;10057;g2975d56d0dc_2_815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8" name="Google Shape;10058;g2975d56d0dc_2_815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9" name="Google Shape;10059;g2975d56d0dc_2_815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060" name="Google Shape;10060;g2975d56d0dc_2_815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1" name="Google Shape;10061;g2975d56d0dc_2_815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2" name="Google Shape;10062;g2975d56d0dc_2_815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3" name="Google Shape;10063;g2975d56d0dc_2_815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10064" name="Google Shape;10064;g2975d56d0dc_2_8154"/>
          <p:cNvGraphicFramePr/>
          <p:nvPr/>
        </p:nvGraphicFramePr>
        <p:xfrm>
          <a:off x="5937812" y="981584"/>
          <a:ext cx="3000000" cy="3000000"/>
        </p:xfrm>
        <a:graphic>
          <a:graphicData uri="http://schemas.openxmlformats.org/drawingml/2006/table">
            <a:tbl>
              <a:tblPr>
                <a:noFill/>
                <a:tableStyleId>{CA439BA7-F0D7-459F-B904-4AD791DA4FB8}</a:tableStyleId>
              </a:tblPr>
              <a:tblGrid>
                <a:gridCol w="626025"/>
                <a:gridCol w="626025"/>
                <a:gridCol w="626025"/>
                <a:gridCol w="626025"/>
              </a:tblGrid>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0065" name="Google Shape;10065;g2975d56d0dc_2_8154"/>
          <p:cNvGraphicFramePr/>
          <p:nvPr/>
        </p:nvGraphicFramePr>
        <p:xfrm>
          <a:off x="3358675" y="2153834"/>
          <a:ext cx="3000000" cy="3000000"/>
        </p:xfrm>
        <a:graphic>
          <a:graphicData uri="http://schemas.openxmlformats.org/drawingml/2006/table">
            <a:tbl>
              <a:tblPr>
                <a:noFill/>
                <a:tableStyleId>{CA439BA7-F0D7-459F-B904-4AD791DA4FB8}</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0066" name="Google Shape;10066;g2975d56d0dc_2_8154"/>
          <p:cNvGrpSpPr/>
          <p:nvPr/>
        </p:nvGrpSpPr>
        <p:grpSpPr>
          <a:xfrm>
            <a:off x="3360661" y="3144795"/>
            <a:ext cx="2363377" cy="1047062"/>
            <a:chOff x="3358399" y="3285485"/>
            <a:chExt cx="2363377" cy="1047062"/>
          </a:xfrm>
        </p:grpSpPr>
        <p:grpSp>
          <p:nvGrpSpPr>
            <p:cNvPr id="10067" name="Google Shape;10067;g2975d56d0dc_2_8154"/>
            <p:cNvGrpSpPr/>
            <p:nvPr/>
          </p:nvGrpSpPr>
          <p:grpSpPr>
            <a:xfrm>
              <a:off x="3358412" y="3285485"/>
              <a:ext cx="2363244" cy="139500"/>
              <a:chOff x="3358412" y="3285485"/>
              <a:chExt cx="2363244" cy="139500"/>
            </a:xfrm>
          </p:grpSpPr>
          <p:sp>
            <p:nvSpPr>
              <p:cNvPr id="10068" name="Google Shape;10068;g2975d56d0dc_2_815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9" name="Google Shape;10069;g2975d56d0dc_2_815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0" name="Google Shape;10070;g2975d56d0dc_2_815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1" name="Google Shape;10071;g2975d56d0dc_2_815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2" name="Google Shape;10072;g2975d56d0dc_2_815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3" name="Google Shape;10073;g2975d56d0dc_2_8154"/>
            <p:cNvGrpSpPr/>
            <p:nvPr/>
          </p:nvGrpSpPr>
          <p:grpSpPr>
            <a:xfrm>
              <a:off x="3358412" y="3466996"/>
              <a:ext cx="2363244" cy="139500"/>
              <a:chOff x="3358412" y="3466996"/>
              <a:chExt cx="2363244" cy="139500"/>
            </a:xfrm>
          </p:grpSpPr>
          <p:sp>
            <p:nvSpPr>
              <p:cNvPr id="10074" name="Google Shape;10074;g2975d56d0dc_2_815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5" name="Google Shape;10075;g2975d56d0dc_2_815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6" name="Google Shape;10076;g2975d56d0dc_2_815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7" name="Google Shape;10077;g2975d56d0dc_2_815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8" name="Google Shape;10078;g2975d56d0dc_2_815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9" name="Google Shape;10079;g2975d56d0dc_2_8154"/>
            <p:cNvGrpSpPr/>
            <p:nvPr/>
          </p:nvGrpSpPr>
          <p:grpSpPr>
            <a:xfrm>
              <a:off x="3358412" y="3648507"/>
              <a:ext cx="2363244" cy="139500"/>
              <a:chOff x="3358412" y="3648507"/>
              <a:chExt cx="2363244" cy="139500"/>
            </a:xfrm>
          </p:grpSpPr>
          <p:sp>
            <p:nvSpPr>
              <p:cNvPr id="10080" name="Google Shape;10080;g2975d56d0dc_2_815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1" name="Google Shape;10081;g2975d56d0dc_2_815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2" name="Google Shape;10082;g2975d56d0dc_2_815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3" name="Google Shape;10083;g2975d56d0dc_2_815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4" name="Google Shape;10084;g2975d56d0dc_2_815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85" name="Google Shape;10085;g2975d56d0dc_2_8154"/>
            <p:cNvGrpSpPr/>
            <p:nvPr/>
          </p:nvGrpSpPr>
          <p:grpSpPr>
            <a:xfrm>
              <a:off x="3358412" y="3830018"/>
              <a:ext cx="2363244" cy="139500"/>
              <a:chOff x="3358412" y="3830018"/>
              <a:chExt cx="2363244" cy="139500"/>
            </a:xfrm>
          </p:grpSpPr>
          <p:sp>
            <p:nvSpPr>
              <p:cNvPr id="10086" name="Google Shape;10086;g2975d56d0dc_2_815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7" name="Google Shape;10087;g2975d56d0dc_2_815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8" name="Google Shape;10088;g2975d56d0dc_2_815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9" name="Google Shape;10089;g2975d56d0dc_2_815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0" name="Google Shape;10090;g2975d56d0dc_2_815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91" name="Google Shape;10091;g2975d56d0dc_2_8154"/>
            <p:cNvGrpSpPr/>
            <p:nvPr/>
          </p:nvGrpSpPr>
          <p:grpSpPr>
            <a:xfrm>
              <a:off x="3358399" y="4011514"/>
              <a:ext cx="2363377" cy="139537"/>
              <a:chOff x="3294800" y="4134603"/>
              <a:chExt cx="2638876" cy="152400"/>
            </a:xfrm>
          </p:grpSpPr>
          <p:sp>
            <p:nvSpPr>
              <p:cNvPr id="10092" name="Google Shape;10092;g2975d56d0dc_2_815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3" name="Google Shape;10093;g2975d56d0dc_2_815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4" name="Google Shape;10094;g2975d56d0dc_2_815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5" name="Google Shape;10095;g2975d56d0dc_2_815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6" name="Google Shape;10096;g2975d56d0dc_2_815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97" name="Google Shape;10097;g2975d56d0dc_2_8154"/>
            <p:cNvGrpSpPr/>
            <p:nvPr/>
          </p:nvGrpSpPr>
          <p:grpSpPr>
            <a:xfrm>
              <a:off x="3358399" y="4193010"/>
              <a:ext cx="2363377" cy="139537"/>
              <a:chOff x="3294800" y="4134603"/>
              <a:chExt cx="2638876" cy="152400"/>
            </a:xfrm>
          </p:grpSpPr>
          <p:sp>
            <p:nvSpPr>
              <p:cNvPr id="10098" name="Google Shape;10098;g2975d56d0dc_2_815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9" name="Google Shape;10099;g2975d56d0dc_2_815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0" name="Google Shape;10100;g2975d56d0dc_2_815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1" name="Google Shape;10101;g2975d56d0dc_2_815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2" name="Google Shape;10102;g2975d56d0dc_2_815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10103" name="Google Shape;10103;g2975d56d0dc_2_8154"/>
          <p:cNvGraphicFramePr/>
          <p:nvPr/>
        </p:nvGraphicFramePr>
        <p:xfrm>
          <a:off x="711463" y="2153834"/>
          <a:ext cx="3000000" cy="3000000"/>
        </p:xfrm>
        <a:graphic>
          <a:graphicData uri="http://schemas.openxmlformats.org/drawingml/2006/table">
            <a:tbl>
              <a:tblPr>
                <a:noFill/>
                <a:tableStyleId>{CA439BA7-F0D7-459F-B904-4AD791DA4FB8}</a:tableStyleId>
              </a:tblPr>
              <a:tblGrid>
                <a:gridCol w="592450"/>
                <a:gridCol w="592450"/>
                <a:gridCol w="592450"/>
                <a:gridCol w="592450"/>
              </a:tblGrid>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0104" name="Google Shape;10104;g2975d56d0dc_2_8154"/>
          <p:cNvGrpSpPr/>
          <p:nvPr/>
        </p:nvGrpSpPr>
        <p:grpSpPr>
          <a:xfrm>
            <a:off x="4161132" y="2557649"/>
            <a:ext cx="1302095" cy="60959"/>
            <a:chOff x="3558802" y="4011427"/>
            <a:chExt cx="1866000" cy="111300"/>
          </a:xfrm>
        </p:grpSpPr>
        <p:sp>
          <p:nvSpPr>
            <p:cNvPr id="10105" name="Google Shape;10105;g2975d56d0dc_2_815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6" name="Google Shape;10106;g2975d56d0dc_2_815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07" name="Google Shape;10107;g2975d56d0dc_2_8154"/>
          <p:cNvGrpSpPr/>
          <p:nvPr/>
        </p:nvGrpSpPr>
        <p:grpSpPr>
          <a:xfrm>
            <a:off x="4706620" y="2839808"/>
            <a:ext cx="914340" cy="60959"/>
            <a:chOff x="3558802" y="4011427"/>
            <a:chExt cx="1866000" cy="111300"/>
          </a:xfrm>
        </p:grpSpPr>
        <p:sp>
          <p:nvSpPr>
            <p:cNvPr id="10108" name="Google Shape;10108;g2975d56d0dc_2_815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9" name="Google Shape;10109;g2975d56d0dc_2_815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10" name="Google Shape;10110;g2975d56d0dc_2_8154"/>
          <p:cNvGrpSpPr/>
          <p:nvPr/>
        </p:nvGrpSpPr>
        <p:grpSpPr>
          <a:xfrm>
            <a:off x="5871419" y="3167606"/>
            <a:ext cx="2522867" cy="1001454"/>
            <a:chOff x="1904318" y="789980"/>
            <a:chExt cx="1489472" cy="606868"/>
          </a:xfrm>
        </p:grpSpPr>
        <p:cxnSp>
          <p:nvCxnSpPr>
            <p:cNvPr id="10111" name="Google Shape;10111;g2975d56d0dc_2_8154"/>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10112" name="Google Shape;10112;g2975d56d0dc_2_8154"/>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10113" name="Google Shape;10113;g2975d56d0dc_2_8154"/>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10114" name="Google Shape;10114;g2975d56d0dc_2_8154"/>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JANUARY</a:t>
              </a:r>
              <a:endParaRPr b="0" i="0" sz="400" u="none" cap="none" strike="noStrike">
                <a:solidFill>
                  <a:srgbClr val="E3E9ED"/>
                </a:solidFill>
                <a:latin typeface="Arial"/>
                <a:ea typeface="Arial"/>
                <a:cs typeface="Arial"/>
                <a:sym typeface="Arial"/>
              </a:endParaRPr>
            </a:p>
          </p:txBody>
        </p:sp>
        <p:sp>
          <p:nvSpPr>
            <p:cNvPr id="10115" name="Google Shape;10115;g2975d56d0dc_2_8154"/>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FEBRUARY</a:t>
              </a:r>
              <a:endParaRPr b="0" i="0" sz="400" u="none" cap="none" strike="noStrike">
                <a:solidFill>
                  <a:srgbClr val="E3E9ED"/>
                </a:solidFill>
                <a:latin typeface="Arial"/>
                <a:ea typeface="Arial"/>
                <a:cs typeface="Arial"/>
                <a:sym typeface="Arial"/>
              </a:endParaRPr>
            </a:p>
          </p:txBody>
        </p:sp>
        <p:sp>
          <p:nvSpPr>
            <p:cNvPr id="10116" name="Google Shape;10116;g2975d56d0dc_2_8154"/>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MARCH</a:t>
              </a:r>
              <a:endParaRPr b="0" i="0" sz="400" u="none" cap="none" strike="noStrike">
                <a:solidFill>
                  <a:srgbClr val="E3E9ED"/>
                </a:solidFill>
                <a:latin typeface="Arial"/>
                <a:ea typeface="Arial"/>
                <a:cs typeface="Arial"/>
                <a:sym typeface="Arial"/>
              </a:endParaRPr>
            </a:p>
          </p:txBody>
        </p:sp>
        <p:sp>
          <p:nvSpPr>
            <p:cNvPr id="10117" name="Google Shape;10117;g2975d56d0dc_2_8154"/>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APRIL</a:t>
              </a:r>
              <a:endParaRPr b="0" i="0" sz="400" u="none" cap="none" strike="noStrike">
                <a:solidFill>
                  <a:srgbClr val="E3E9ED"/>
                </a:solidFill>
                <a:latin typeface="Arial"/>
                <a:ea typeface="Arial"/>
                <a:cs typeface="Arial"/>
                <a:sym typeface="Arial"/>
              </a:endParaRPr>
            </a:p>
          </p:txBody>
        </p:sp>
        <p:sp>
          <p:nvSpPr>
            <p:cNvPr id="10118" name="Google Shape;10118;g2975d56d0dc_2_815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9" name="Google Shape;10119;g2975d56d0dc_2_815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0" name="Google Shape;10120;g2975d56d0dc_2_815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1" name="Google Shape;10121;g2975d56d0dc_2_815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2" name="Google Shape;10122;g2975d56d0dc_2_815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3" name="Google Shape;10123;g2975d56d0dc_2_815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4" name="Google Shape;10124;g2975d56d0dc_2_8154"/>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marR="0" rtl="0" algn="l">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PHASE 1</a:t>
              </a:r>
              <a:endParaRPr b="0" i="0" sz="400" u="none" cap="none" strike="noStrike">
                <a:solidFill>
                  <a:srgbClr val="E3E9ED"/>
                </a:solidFill>
                <a:latin typeface="Arial"/>
                <a:ea typeface="Arial"/>
                <a:cs typeface="Arial"/>
                <a:sym typeface="Arial"/>
              </a:endParaRPr>
            </a:p>
          </p:txBody>
        </p:sp>
        <p:sp>
          <p:nvSpPr>
            <p:cNvPr id="10125" name="Google Shape;10125;g2975d56d0dc_2_8154"/>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Task 1</a:t>
              </a:r>
              <a:endParaRPr b="0" i="0" sz="400" u="none" cap="none" strike="noStrike">
                <a:solidFill>
                  <a:srgbClr val="E3E9ED"/>
                </a:solidFill>
                <a:latin typeface="Arial"/>
                <a:ea typeface="Arial"/>
                <a:cs typeface="Arial"/>
                <a:sym typeface="Arial"/>
              </a:endParaRPr>
            </a:p>
          </p:txBody>
        </p:sp>
        <p:sp>
          <p:nvSpPr>
            <p:cNvPr id="10126" name="Google Shape;10126;g2975d56d0dc_2_8154"/>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Task 2</a:t>
              </a:r>
              <a:endParaRPr b="0" i="0" sz="400" u="none" cap="none" strike="noStrike">
                <a:solidFill>
                  <a:srgbClr val="E3E9ED"/>
                </a:solidFill>
                <a:latin typeface="Arial"/>
                <a:ea typeface="Arial"/>
                <a:cs typeface="Arial"/>
                <a:sym typeface="Arial"/>
              </a:endParaRPr>
            </a:p>
          </p:txBody>
        </p:sp>
        <p:sp>
          <p:nvSpPr>
            <p:cNvPr id="10127" name="Google Shape;10127;g2975d56d0dc_2_815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28" name="Google Shape;10128;g2975d56d0dc_2_8154"/>
          <p:cNvGrpSpPr/>
          <p:nvPr/>
        </p:nvGrpSpPr>
        <p:grpSpPr>
          <a:xfrm>
            <a:off x="3355824" y="951642"/>
            <a:ext cx="2363393" cy="1005865"/>
            <a:chOff x="3292400" y="1193188"/>
            <a:chExt cx="2615240" cy="1131075"/>
          </a:xfrm>
        </p:grpSpPr>
        <p:sp>
          <p:nvSpPr>
            <p:cNvPr id="10129" name="Google Shape;10129;g2975d56d0dc_2_815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30" name="Google Shape;10130;g2975d56d0dc_2_815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31" name="Google Shape;10131;g2975d56d0dc_2_815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JANUARY</a:t>
              </a:r>
              <a:endParaRPr b="0" i="0" sz="400" u="none" cap="none" strike="noStrike">
                <a:solidFill>
                  <a:srgbClr val="FFFFFF"/>
                </a:solidFill>
                <a:latin typeface="Arial"/>
                <a:ea typeface="Arial"/>
                <a:cs typeface="Arial"/>
                <a:sym typeface="Arial"/>
              </a:endParaRPr>
            </a:p>
          </p:txBody>
        </p:sp>
        <p:sp>
          <p:nvSpPr>
            <p:cNvPr id="10132" name="Google Shape;10132;g2975d56d0dc_2_815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FEBRUARY</a:t>
              </a:r>
              <a:endParaRPr b="0" i="0" sz="400" u="none" cap="none" strike="noStrike">
                <a:solidFill>
                  <a:srgbClr val="FFFFFF"/>
                </a:solidFill>
                <a:latin typeface="Arial"/>
                <a:ea typeface="Arial"/>
                <a:cs typeface="Arial"/>
                <a:sym typeface="Arial"/>
              </a:endParaRPr>
            </a:p>
          </p:txBody>
        </p:sp>
        <p:sp>
          <p:nvSpPr>
            <p:cNvPr id="10133" name="Google Shape;10133;g2975d56d0dc_2_815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MARCH</a:t>
              </a:r>
              <a:endParaRPr b="0" i="0" sz="400" u="none" cap="none" strike="noStrike">
                <a:solidFill>
                  <a:srgbClr val="FFFFFF"/>
                </a:solidFill>
                <a:latin typeface="Arial"/>
                <a:ea typeface="Arial"/>
                <a:cs typeface="Arial"/>
                <a:sym typeface="Arial"/>
              </a:endParaRPr>
            </a:p>
          </p:txBody>
        </p:sp>
        <p:sp>
          <p:nvSpPr>
            <p:cNvPr id="10134" name="Google Shape;10134;g2975d56d0dc_2_815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APRIL</a:t>
              </a:r>
              <a:endParaRPr b="0" i="0" sz="400" u="none" cap="none" strike="noStrike">
                <a:solidFill>
                  <a:srgbClr val="FFFFFF"/>
                </a:solidFill>
                <a:latin typeface="Arial"/>
                <a:ea typeface="Arial"/>
                <a:cs typeface="Arial"/>
                <a:sym typeface="Arial"/>
              </a:endParaRPr>
            </a:p>
          </p:txBody>
        </p:sp>
        <p:sp>
          <p:nvSpPr>
            <p:cNvPr id="10135" name="Google Shape;10135;g2975d56d0dc_2_815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MAY</a:t>
              </a:r>
              <a:endParaRPr b="0" i="0" sz="400" u="none" cap="none" strike="noStrike">
                <a:solidFill>
                  <a:srgbClr val="FFFFFF"/>
                </a:solidFill>
                <a:latin typeface="Arial"/>
                <a:ea typeface="Arial"/>
                <a:cs typeface="Arial"/>
                <a:sym typeface="Arial"/>
              </a:endParaRPr>
            </a:p>
          </p:txBody>
        </p:sp>
        <p:sp>
          <p:nvSpPr>
            <p:cNvPr id="10136" name="Google Shape;10136;g2975d56d0dc_2_815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JUNE</a:t>
              </a:r>
              <a:endParaRPr b="0" i="0" sz="400" u="none" cap="none" strike="noStrike">
                <a:solidFill>
                  <a:srgbClr val="FFFFFF"/>
                </a:solidFill>
                <a:latin typeface="Arial"/>
                <a:ea typeface="Arial"/>
                <a:cs typeface="Arial"/>
                <a:sym typeface="Arial"/>
              </a:endParaRPr>
            </a:p>
          </p:txBody>
        </p:sp>
        <p:sp>
          <p:nvSpPr>
            <p:cNvPr id="10137" name="Google Shape;10137;g2975d56d0dc_2_815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PHASE 1</a:t>
              </a:r>
              <a:endParaRPr b="0" i="0" sz="400" u="none" cap="none" strike="noStrike">
                <a:solidFill>
                  <a:srgbClr val="FFFFFF"/>
                </a:solidFill>
                <a:latin typeface="Arial"/>
                <a:ea typeface="Arial"/>
                <a:cs typeface="Arial"/>
                <a:sym typeface="Arial"/>
              </a:endParaRPr>
            </a:p>
          </p:txBody>
        </p:sp>
        <p:sp>
          <p:nvSpPr>
            <p:cNvPr id="10138" name="Google Shape;10138;g2975d56d0dc_2_815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PHASE 2</a:t>
              </a:r>
              <a:endParaRPr b="0" i="0" sz="400" u="none" cap="none" strike="noStrike">
                <a:solidFill>
                  <a:srgbClr val="FFFFFF"/>
                </a:solidFill>
                <a:latin typeface="Arial"/>
                <a:ea typeface="Arial"/>
                <a:cs typeface="Arial"/>
                <a:sym typeface="Arial"/>
              </a:endParaRPr>
            </a:p>
          </p:txBody>
        </p:sp>
        <p:sp>
          <p:nvSpPr>
            <p:cNvPr id="10139" name="Google Shape;10139;g2975d56d0dc_2_815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10140" name="Google Shape;10140;g2975d56d0dc_2_815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sp>
          <p:nvSpPr>
            <p:cNvPr id="10141" name="Google Shape;10141;g2975d56d0dc_2_815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10142" name="Google Shape;10142;g2975d56d0dc_2_815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grpSp>
          <p:nvGrpSpPr>
            <p:cNvPr id="10143" name="Google Shape;10143;g2975d56d0dc_2_8154"/>
            <p:cNvGrpSpPr/>
            <p:nvPr/>
          </p:nvGrpSpPr>
          <p:grpSpPr>
            <a:xfrm>
              <a:off x="3748438" y="1378608"/>
              <a:ext cx="2159202" cy="903971"/>
              <a:chOff x="1683525" y="2179850"/>
              <a:chExt cx="4519050" cy="2134525"/>
            </a:xfrm>
          </p:grpSpPr>
          <p:sp>
            <p:nvSpPr>
              <p:cNvPr id="10144" name="Google Shape;10144;g2975d56d0dc_2_815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45" name="Google Shape;10145;g2975d56d0dc_2_815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46" name="Google Shape;10146;g2975d56d0dc_2_815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47" name="Google Shape;10147;g2975d56d0dc_2_815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48" name="Google Shape;10148;g2975d56d0dc_2_815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49" name="Google Shape;10149;g2975d56d0dc_2_815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50" name="Google Shape;10150;g2975d56d0dc_2_815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51" name="Google Shape;10151;g2975d56d0dc_2_815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52" name="Google Shape;10152;g2975d56d0dc_2_815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53" name="Google Shape;10153;g2975d56d0dc_2_815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54" name="Google Shape;10154;g2975d56d0dc_2_815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10155" name="Google Shape;10155;g2975d56d0dc_2_815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gr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9" name="Shape 10159"/>
        <p:cNvGrpSpPr/>
        <p:nvPr/>
      </p:nvGrpSpPr>
      <p:grpSpPr>
        <a:xfrm>
          <a:off x="0" y="0"/>
          <a:ext cx="0" cy="0"/>
          <a:chOff x="0" y="0"/>
          <a:chExt cx="0" cy="0"/>
        </a:xfrm>
      </p:grpSpPr>
      <p:grpSp>
        <p:nvGrpSpPr>
          <p:cNvPr id="10160" name="Google Shape;10160;g2975d56d0dc_2_8316"/>
          <p:cNvGrpSpPr/>
          <p:nvPr/>
        </p:nvGrpSpPr>
        <p:grpSpPr>
          <a:xfrm>
            <a:off x="4796690" y="970936"/>
            <a:ext cx="745431" cy="718863"/>
            <a:chOff x="4249973" y="1201875"/>
            <a:chExt cx="1958567" cy="1888763"/>
          </a:xfrm>
        </p:grpSpPr>
        <p:sp>
          <p:nvSpPr>
            <p:cNvPr id="10161" name="Google Shape;10161;g2975d56d0dc_2_831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162" name="Google Shape;10162;g2975d56d0dc_2_8316"/>
            <p:cNvGrpSpPr/>
            <p:nvPr/>
          </p:nvGrpSpPr>
          <p:grpSpPr>
            <a:xfrm>
              <a:off x="5853086" y="1789142"/>
              <a:ext cx="355454" cy="1047937"/>
              <a:chOff x="5576108" y="2016725"/>
              <a:chExt cx="565200" cy="1666302"/>
            </a:xfrm>
          </p:grpSpPr>
          <p:sp>
            <p:nvSpPr>
              <p:cNvPr id="10163" name="Google Shape;10163;g2975d56d0dc_2_831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10164" name="Google Shape;10164;g2975d56d0dc_2_831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5" name="Google Shape;10165;g2975d56d0dc_2_8316"/>
            <p:cNvGrpSpPr/>
            <p:nvPr/>
          </p:nvGrpSpPr>
          <p:grpSpPr>
            <a:xfrm>
              <a:off x="4869725" y="2691676"/>
              <a:ext cx="1013627" cy="398962"/>
              <a:chOff x="4012487" y="3451825"/>
              <a:chExt cx="1611746" cy="634381"/>
            </a:xfrm>
          </p:grpSpPr>
          <p:sp>
            <p:nvSpPr>
              <p:cNvPr id="10166" name="Google Shape;10166;g2975d56d0dc_2_831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10167" name="Google Shape;10167;g2975d56d0dc_2_831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8" name="Google Shape;10168;g2975d56d0dc_2_8316"/>
            <p:cNvGrpSpPr/>
            <p:nvPr/>
          </p:nvGrpSpPr>
          <p:grpSpPr>
            <a:xfrm>
              <a:off x="4276993" y="2155787"/>
              <a:ext cx="651909" cy="891532"/>
              <a:chOff x="3069997" y="2599721"/>
              <a:chExt cx="1036586" cy="1417604"/>
            </a:xfrm>
          </p:grpSpPr>
          <p:sp>
            <p:nvSpPr>
              <p:cNvPr id="10169" name="Google Shape;10169;g2975d56d0dc_2_831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10170" name="Google Shape;10170;g2975d56d0dc_2_831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71" name="Google Shape;10171;g2975d56d0dc_2_8316"/>
            <p:cNvGrpSpPr/>
            <p:nvPr/>
          </p:nvGrpSpPr>
          <p:grpSpPr>
            <a:xfrm>
              <a:off x="5054918" y="1201875"/>
              <a:ext cx="999521" cy="602731"/>
              <a:chOff x="4306958" y="1082925"/>
              <a:chExt cx="1589315" cy="958389"/>
            </a:xfrm>
          </p:grpSpPr>
          <p:sp>
            <p:nvSpPr>
              <p:cNvPr id="10172" name="Google Shape;10172;g2975d56d0dc_2_831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10173" name="Google Shape;10173;g2975d56d0dc_2_831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74" name="Google Shape;10174;g2975d56d0dc_2_8316"/>
            <p:cNvGrpSpPr/>
            <p:nvPr/>
          </p:nvGrpSpPr>
          <p:grpSpPr>
            <a:xfrm>
              <a:off x="4249973" y="1303601"/>
              <a:ext cx="799524" cy="841184"/>
              <a:chOff x="3027033" y="1244677"/>
              <a:chExt cx="1271307" cy="1337548"/>
            </a:xfrm>
          </p:grpSpPr>
          <p:sp>
            <p:nvSpPr>
              <p:cNvPr id="10175" name="Google Shape;10175;g2975d56d0dc_2_831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10176" name="Google Shape;10176;g2975d56d0dc_2_831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177" name="Google Shape;10177;g2975d56d0dc_2_8316"/>
          <p:cNvGrpSpPr/>
          <p:nvPr/>
        </p:nvGrpSpPr>
        <p:grpSpPr>
          <a:xfrm>
            <a:off x="713063" y="1849386"/>
            <a:ext cx="761767" cy="729896"/>
            <a:chOff x="2657744" y="2337745"/>
            <a:chExt cx="832987" cy="798137"/>
          </a:xfrm>
        </p:grpSpPr>
        <p:sp>
          <p:nvSpPr>
            <p:cNvPr id="10178" name="Google Shape;10178;g2975d56d0dc_2_831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9" name="Google Shape;10179;g2975d56d0dc_2_831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0" name="Google Shape;10180;g2975d56d0dc_2_831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1" name="Google Shape;10181;g2975d56d0dc_2_831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2" name="Google Shape;10182;g2975d56d0dc_2_831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3" name="Google Shape;10183;g2975d56d0dc_2_831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84" name="Google Shape;10184;g2975d56d0dc_2_8316"/>
          <p:cNvGrpSpPr/>
          <p:nvPr/>
        </p:nvGrpSpPr>
        <p:grpSpPr>
          <a:xfrm>
            <a:off x="3224027" y="1852592"/>
            <a:ext cx="685569" cy="723586"/>
            <a:chOff x="3398134" y="2057755"/>
            <a:chExt cx="704087" cy="743130"/>
          </a:xfrm>
        </p:grpSpPr>
        <p:grpSp>
          <p:nvGrpSpPr>
            <p:cNvPr id="10185" name="Google Shape;10185;g2975d56d0dc_2_8316"/>
            <p:cNvGrpSpPr/>
            <p:nvPr/>
          </p:nvGrpSpPr>
          <p:grpSpPr>
            <a:xfrm>
              <a:off x="3398134" y="2290183"/>
              <a:ext cx="315300" cy="219900"/>
              <a:chOff x="3398134" y="2290183"/>
              <a:chExt cx="315300" cy="219900"/>
            </a:xfrm>
          </p:grpSpPr>
          <p:sp>
            <p:nvSpPr>
              <p:cNvPr id="10186" name="Google Shape;10186;g2975d56d0dc_2_831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10187" name="Google Shape;10187;g2975d56d0dc_2_8316"/>
              <p:cNvCxnSpPr>
                <a:stCxn id="10186" idx="2"/>
              </p:cNvCxnSpPr>
              <p:nvPr/>
            </p:nvCxnSpPr>
            <p:spPr>
              <a:xfrm rot="10800000">
                <a:off x="3398134" y="2400133"/>
                <a:ext cx="95400" cy="0"/>
              </a:xfrm>
              <a:prstGeom prst="straightConnector1">
                <a:avLst/>
              </a:prstGeom>
              <a:noFill/>
              <a:ln cap="flat" cmpd="sng" w="9525">
                <a:solidFill>
                  <a:srgbClr val="435D74"/>
                </a:solidFill>
                <a:prstDash val="solid"/>
                <a:round/>
                <a:headEnd len="sm" w="sm" type="none"/>
                <a:tailEnd len="sm" w="sm" type="none"/>
              </a:ln>
            </p:spPr>
          </p:cxnSp>
        </p:grpSp>
        <p:grpSp>
          <p:nvGrpSpPr>
            <p:cNvPr id="10188" name="Google Shape;10188;g2975d56d0dc_2_8316"/>
            <p:cNvGrpSpPr/>
            <p:nvPr/>
          </p:nvGrpSpPr>
          <p:grpSpPr>
            <a:xfrm>
              <a:off x="3547823" y="2467358"/>
              <a:ext cx="219900" cy="333527"/>
              <a:chOff x="3547823" y="2467358"/>
              <a:chExt cx="219900" cy="333527"/>
            </a:xfrm>
          </p:grpSpPr>
          <p:sp>
            <p:nvSpPr>
              <p:cNvPr id="10189" name="Google Shape;10189;g2975d56d0dc_2_831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10190" name="Google Shape;10190;g2975d56d0dc_2_8316"/>
              <p:cNvCxnSpPr/>
              <p:nvPr/>
            </p:nvCxnSpPr>
            <p:spPr>
              <a:xfrm rot="10800000">
                <a:off x="3657701" y="2687185"/>
                <a:ext cx="0" cy="113700"/>
              </a:xfrm>
              <a:prstGeom prst="straightConnector1">
                <a:avLst/>
              </a:prstGeom>
              <a:noFill/>
              <a:ln cap="flat" cmpd="sng" w="9525">
                <a:solidFill>
                  <a:srgbClr val="5F7D95"/>
                </a:solidFill>
                <a:prstDash val="solid"/>
                <a:round/>
                <a:headEnd len="sm" w="sm" type="none"/>
                <a:tailEnd len="sm" w="sm" type="none"/>
              </a:ln>
            </p:spPr>
          </p:cxnSp>
        </p:grpSp>
        <p:grpSp>
          <p:nvGrpSpPr>
            <p:cNvPr id="10191" name="Google Shape;10191;g2975d56d0dc_2_8316"/>
            <p:cNvGrpSpPr/>
            <p:nvPr/>
          </p:nvGrpSpPr>
          <p:grpSpPr>
            <a:xfrm>
              <a:off x="3734138" y="2467358"/>
              <a:ext cx="219900" cy="333527"/>
              <a:chOff x="3734138" y="2467358"/>
              <a:chExt cx="219900" cy="333527"/>
            </a:xfrm>
          </p:grpSpPr>
          <p:sp>
            <p:nvSpPr>
              <p:cNvPr id="10192" name="Google Shape;10192;g2975d56d0dc_2_831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10193" name="Google Shape;10193;g2975d56d0dc_2_8316"/>
              <p:cNvCxnSpPr/>
              <p:nvPr/>
            </p:nvCxnSpPr>
            <p:spPr>
              <a:xfrm rot="10800000">
                <a:off x="3844020" y="2687185"/>
                <a:ext cx="0" cy="113700"/>
              </a:xfrm>
              <a:prstGeom prst="straightConnector1">
                <a:avLst/>
              </a:prstGeom>
              <a:noFill/>
              <a:ln cap="flat" cmpd="sng" w="9525">
                <a:solidFill>
                  <a:srgbClr val="869FB2"/>
                </a:solidFill>
                <a:prstDash val="solid"/>
                <a:round/>
                <a:headEnd len="sm" w="sm" type="none"/>
                <a:tailEnd len="sm" w="sm" type="none"/>
              </a:ln>
            </p:spPr>
          </p:cxnSp>
        </p:grpSp>
        <p:grpSp>
          <p:nvGrpSpPr>
            <p:cNvPr id="10194" name="Google Shape;10194;g2975d56d0dc_2_8316"/>
            <p:cNvGrpSpPr/>
            <p:nvPr/>
          </p:nvGrpSpPr>
          <p:grpSpPr>
            <a:xfrm>
              <a:off x="3787560" y="2288011"/>
              <a:ext cx="314661" cy="219900"/>
              <a:chOff x="3787560" y="2288011"/>
              <a:chExt cx="314661" cy="219900"/>
            </a:xfrm>
          </p:grpSpPr>
          <p:sp>
            <p:nvSpPr>
              <p:cNvPr id="10195" name="Google Shape;10195;g2975d56d0dc_2_831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10196" name="Google Shape;10196;g2975d56d0dc_2_8316"/>
              <p:cNvCxnSpPr/>
              <p:nvPr/>
            </p:nvCxnSpPr>
            <p:spPr>
              <a:xfrm rot="10800000">
                <a:off x="4007421" y="2400064"/>
                <a:ext cx="94800" cy="0"/>
              </a:xfrm>
              <a:prstGeom prst="straightConnector1">
                <a:avLst/>
              </a:prstGeom>
              <a:noFill/>
              <a:ln cap="flat" cmpd="sng" w="9525">
                <a:solidFill>
                  <a:srgbClr val="A5B7C6"/>
                </a:solidFill>
                <a:prstDash val="solid"/>
                <a:round/>
                <a:headEnd len="sm" w="sm" type="none"/>
                <a:tailEnd len="sm" w="sm" type="none"/>
              </a:ln>
            </p:spPr>
          </p:cxnSp>
        </p:grpSp>
        <p:grpSp>
          <p:nvGrpSpPr>
            <p:cNvPr id="10197" name="Google Shape;10197;g2975d56d0dc_2_8316"/>
            <p:cNvGrpSpPr/>
            <p:nvPr/>
          </p:nvGrpSpPr>
          <p:grpSpPr>
            <a:xfrm>
              <a:off x="3637290" y="2057755"/>
              <a:ext cx="219900" cy="335499"/>
              <a:chOff x="3637290" y="2057755"/>
              <a:chExt cx="219900" cy="335499"/>
            </a:xfrm>
          </p:grpSpPr>
          <p:sp>
            <p:nvSpPr>
              <p:cNvPr id="10198" name="Google Shape;10198;g2975d56d0dc_2_831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10199" name="Google Shape;10199;g2975d56d0dc_2_8316"/>
              <p:cNvCxnSpPr/>
              <p:nvPr/>
            </p:nvCxnSpPr>
            <p:spPr>
              <a:xfrm rot="10800000">
                <a:off x="3747169" y="2057755"/>
                <a:ext cx="0" cy="113700"/>
              </a:xfrm>
              <a:prstGeom prst="straightConnector1">
                <a:avLst/>
              </a:prstGeom>
              <a:noFill/>
              <a:ln cap="flat" cmpd="sng" w="9525">
                <a:solidFill>
                  <a:srgbClr val="BAC8D3"/>
                </a:solidFill>
                <a:prstDash val="solid"/>
                <a:round/>
                <a:headEnd len="sm" w="sm" type="none"/>
                <a:tailEnd len="sm" w="sm" type="none"/>
              </a:ln>
            </p:spPr>
          </p:cxnSp>
        </p:grpSp>
      </p:grpSp>
      <p:grpSp>
        <p:nvGrpSpPr>
          <p:cNvPr id="10200" name="Google Shape;10200;g2975d56d0dc_2_8316"/>
          <p:cNvGrpSpPr/>
          <p:nvPr/>
        </p:nvGrpSpPr>
        <p:grpSpPr>
          <a:xfrm>
            <a:off x="4899249" y="1859288"/>
            <a:ext cx="710153" cy="710153"/>
            <a:chOff x="5007123" y="2079403"/>
            <a:chExt cx="687600" cy="687600"/>
          </a:xfrm>
        </p:grpSpPr>
        <p:sp>
          <p:nvSpPr>
            <p:cNvPr id="10201" name="Google Shape;10201;g2975d56d0dc_2_831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2" name="Google Shape;10202;g2975d56d0dc_2_831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3" name="Google Shape;10203;g2975d56d0dc_2_831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4" name="Google Shape;10204;g2975d56d0dc_2_831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5" name="Google Shape;10205;g2975d56d0dc_2_8316"/>
          <p:cNvGrpSpPr/>
          <p:nvPr/>
        </p:nvGrpSpPr>
        <p:grpSpPr>
          <a:xfrm>
            <a:off x="5708687" y="1853794"/>
            <a:ext cx="720998" cy="721183"/>
            <a:chOff x="5797446" y="2063053"/>
            <a:chExt cx="698100" cy="698280"/>
          </a:xfrm>
        </p:grpSpPr>
        <p:sp>
          <p:nvSpPr>
            <p:cNvPr id="10206" name="Google Shape;10206;g2975d56d0dc_2_831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7" name="Google Shape;10207;g2975d56d0dc_2_831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8" name="Google Shape;10208;g2975d56d0dc_2_831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9" name="Google Shape;10209;g2975d56d0dc_2_831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10" name="Google Shape;10210;g2975d56d0dc_2_8316"/>
          <p:cNvGrpSpPr/>
          <p:nvPr/>
        </p:nvGrpSpPr>
        <p:grpSpPr>
          <a:xfrm>
            <a:off x="8153834" y="3499399"/>
            <a:ext cx="280585" cy="673164"/>
            <a:chOff x="8075075" y="3754290"/>
            <a:chExt cx="255612" cy="613194"/>
          </a:xfrm>
        </p:grpSpPr>
        <p:grpSp>
          <p:nvGrpSpPr>
            <p:cNvPr id="10211" name="Google Shape;10211;g2975d56d0dc_2_8316"/>
            <p:cNvGrpSpPr/>
            <p:nvPr/>
          </p:nvGrpSpPr>
          <p:grpSpPr>
            <a:xfrm>
              <a:off x="8075075" y="3754290"/>
              <a:ext cx="255612" cy="613194"/>
              <a:chOff x="8075075" y="3754290"/>
              <a:chExt cx="255612" cy="613194"/>
            </a:xfrm>
          </p:grpSpPr>
          <p:sp>
            <p:nvSpPr>
              <p:cNvPr id="10212" name="Google Shape;10212;g2975d56d0dc_2_831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3" name="Google Shape;10213;g2975d56d0dc_2_831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14" name="Google Shape;10214;g2975d56d0dc_2_831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15" name="Google Shape;10215;g2975d56d0dc_2_8316"/>
          <p:cNvGrpSpPr/>
          <p:nvPr/>
        </p:nvGrpSpPr>
        <p:grpSpPr>
          <a:xfrm>
            <a:off x="5270892" y="3488196"/>
            <a:ext cx="470352" cy="683745"/>
            <a:chOff x="1697726" y="3244179"/>
            <a:chExt cx="788124" cy="1146069"/>
          </a:xfrm>
        </p:grpSpPr>
        <p:sp>
          <p:nvSpPr>
            <p:cNvPr id="10216" name="Google Shape;10216;g2975d56d0dc_2_831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7" name="Google Shape;10217;g2975d56d0dc_2_831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18" name="Google Shape;10218;g2975d56d0dc_2_8316"/>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19" name="Google Shape;10219;g2975d56d0dc_2_8316"/>
          <p:cNvGrpSpPr/>
          <p:nvPr/>
        </p:nvGrpSpPr>
        <p:grpSpPr>
          <a:xfrm>
            <a:off x="5892043" y="3499398"/>
            <a:ext cx="293891" cy="293845"/>
            <a:chOff x="6134814" y="3754290"/>
            <a:chExt cx="293891" cy="293845"/>
          </a:xfrm>
        </p:grpSpPr>
        <p:sp>
          <p:nvSpPr>
            <p:cNvPr id="10220" name="Google Shape;10220;g2975d56d0dc_2_831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1" name="Google Shape;10221;g2975d56d0dc_2_831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22" name="Google Shape;10222;g2975d56d0dc_2_8316"/>
          <p:cNvGrpSpPr/>
          <p:nvPr/>
        </p:nvGrpSpPr>
        <p:grpSpPr>
          <a:xfrm>
            <a:off x="5892043" y="3878069"/>
            <a:ext cx="293891" cy="293891"/>
            <a:chOff x="6134814" y="4086186"/>
            <a:chExt cx="293891" cy="293891"/>
          </a:xfrm>
        </p:grpSpPr>
        <p:sp>
          <p:nvSpPr>
            <p:cNvPr id="10223" name="Google Shape;10223;g2975d56d0dc_2_831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4" name="Google Shape;10224;g2975d56d0dc_2_831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25" name="Google Shape;10225;g2975d56d0dc_2_8316"/>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6" name="Google Shape;10226;g2975d56d0dc_2_8316"/>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27" name="Google Shape;10227;g2975d56d0dc_2_8316"/>
          <p:cNvGrpSpPr/>
          <p:nvPr/>
        </p:nvGrpSpPr>
        <p:grpSpPr>
          <a:xfrm>
            <a:off x="7817018" y="2706762"/>
            <a:ext cx="622883" cy="621944"/>
            <a:chOff x="1187048" y="238125"/>
            <a:chExt cx="5256397" cy="5248476"/>
          </a:xfrm>
        </p:grpSpPr>
        <p:sp>
          <p:nvSpPr>
            <p:cNvPr id="10228" name="Google Shape;10228;g2975d56d0dc_2_831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9" name="Google Shape;10229;g2975d56d0dc_2_831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0" name="Google Shape;10230;g2975d56d0dc_2_831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1" name="Google Shape;10231;g2975d56d0dc_2_831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32" name="Google Shape;10232;g2975d56d0dc_2_8316"/>
          <p:cNvGrpSpPr/>
          <p:nvPr/>
        </p:nvGrpSpPr>
        <p:grpSpPr>
          <a:xfrm>
            <a:off x="2274123" y="2716370"/>
            <a:ext cx="1310987" cy="612407"/>
            <a:chOff x="238125" y="1188750"/>
            <a:chExt cx="7140450" cy="3335550"/>
          </a:xfrm>
        </p:grpSpPr>
        <p:sp>
          <p:nvSpPr>
            <p:cNvPr id="10233" name="Google Shape;10233;g2975d56d0dc_2_831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4" name="Google Shape;10234;g2975d56d0dc_2_831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5" name="Google Shape;10235;g2975d56d0dc_2_831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6" name="Google Shape;10236;g2975d56d0dc_2_831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7" name="Google Shape;10237;g2975d56d0dc_2_831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38" name="Google Shape;10238;g2975d56d0dc_2_8316"/>
          <p:cNvGrpSpPr/>
          <p:nvPr/>
        </p:nvGrpSpPr>
        <p:grpSpPr>
          <a:xfrm>
            <a:off x="6599995" y="2706925"/>
            <a:ext cx="1110299" cy="621702"/>
            <a:chOff x="238125" y="1335475"/>
            <a:chExt cx="5418735" cy="3034175"/>
          </a:xfrm>
        </p:grpSpPr>
        <p:sp>
          <p:nvSpPr>
            <p:cNvPr id="10239" name="Google Shape;10239;g2975d56d0dc_2_831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0" name="Google Shape;10240;g2975d56d0dc_2_831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1" name="Google Shape;10241;g2975d56d0dc_2_831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42" name="Google Shape;10242;g2975d56d0dc_2_8316"/>
          <p:cNvGrpSpPr/>
          <p:nvPr/>
        </p:nvGrpSpPr>
        <p:grpSpPr>
          <a:xfrm>
            <a:off x="5417655" y="2703822"/>
            <a:ext cx="1074451" cy="627181"/>
            <a:chOff x="5359127" y="2910889"/>
            <a:chExt cx="1097723" cy="640831"/>
          </a:xfrm>
        </p:grpSpPr>
        <p:grpSp>
          <p:nvGrpSpPr>
            <p:cNvPr id="10243" name="Google Shape;10243;g2975d56d0dc_2_8316"/>
            <p:cNvGrpSpPr/>
            <p:nvPr/>
          </p:nvGrpSpPr>
          <p:grpSpPr>
            <a:xfrm>
              <a:off x="5929791" y="3263088"/>
              <a:ext cx="527059" cy="287098"/>
              <a:chOff x="5929791" y="3263088"/>
              <a:chExt cx="527059" cy="287098"/>
            </a:xfrm>
          </p:grpSpPr>
          <p:sp>
            <p:nvSpPr>
              <p:cNvPr id="10244" name="Google Shape;10244;g2975d56d0dc_2_831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10245" name="Google Shape;10245;g2975d56d0dc_2_831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10246" name="Google Shape;10246;g2975d56d0dc_2_8316"/>
            <p:cNvGrpSpPr/>
            <p:nvPr/>
          </p:nvGrpSpPr>
          <p:grpSpPr>
            <a:xfrm>
              <a:off x="5359127" y="3263089"/>
              <a:ext cx="526428" cy="288631"/>
              <a:chOff x="5359127" y="3263089"/>
              <a:chExt cx="526428" cy="288631"/>
            </a:xfrm>
          </p:grpSpPr>
          <p:sp>
            <p:nvSpPr>
              <p:cNvPr id="10247" name="Google Shape;10247;g2975d56d0dc_2_831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10248" name="Google Shape;10248;g2975d56d0dc_2_831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10249" name="Google Shape;10249;g2975d56d0dc_2_8316"/>
            <p:cNvGrpSpPr/>
            <p:nvPr/>
          </p:nvGrpSpPr>
          <p:grpSpPr>
            <a:xfrm>
              <a:off x="5551525" y="2910889"/>
              <a:ext cx="520902" cy="610282"/>
              <a:chOff x="5551525" y="2910889"/>
              <a:chExt cx="520902" cy="610282"/>
            </a:xfrm>
          </p:grpSpPr>
          <p:sp>
            <p:nvSpPr>
              <p:cNvPr id="10250" name="Google Shape;10250;g2975d56d0dc_2_831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10251" name="Google Shape;10251;g2975d56d0dc_2_831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10252" name="Google Shape;10252;g2975d56d0dc_2_8316"/>
            <p:cNvGrpSpPr/>
            <p:nvPr/>
          </p:nvGrpSpPr>
          <p:grpSpPr>
            <a:xfrm>
              <a:off x="5743962" y="2919100"/>
              <a:ext cx="623673" cy="284502"/>
              <a:chOff x="5743962" y="2919100"/>
              <a:chExt cx="623673" cy="284502"/>
            </a:xfrm>
          </p:grpSpPr>
          <p:sp>
            <p:nvSpPr>
              <p:cNvPr id="10253" name="Google Shape;10253;g2975d56d0dc_2_831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10254" name="Google Shape;10254;g2975d56d0dc_2_831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10255" name="Google Shape;10255;g2975d56d0dc_2_8316"/>
          <p:cNvGrpSpPr/>
          <p:nvPr/>
        </p:nvGrpSpPr>
        <p:grpSpPr>
          <a:xfrm>
            <a:off x="7568868" y="1854534"/>
            <a:ext cx="874977" cy="719600"/>
            <a:chOff x="7608988" y="2093194"/>
            <a:chExt cx="817277" cy="672147"/>
          </a:xfrm>
        </p:grpSpPr>
        <p:cxnSp>
          <p:nvCxnSpPr>
            <p:cNvPr id="10256" name="Google Shape;10256;g2975d56d0dc_2_8316"/>
            <p:cNvCxnSpPr/>
            <p:nvPr/>
          </p:nvCxnSpPr>
          <p:spPr>
            <a:xfrm flipH="1" rot="5400000">
              <a:off x="7620257" y="2136491"/>
              <a:ext cx="129900" cy="111300"/>
            </a:xfrm>
            <a:prstGeom prst="bentConnector3">
              <a:avLst>
                <a:gd fmla="val -116587" name="adj1"/>
              </a:avLst>
            </a:prstGeom>
            <a:noFill/>
            <a:ln cap="flat" cmpd="sng" w="9525">
              <a:solidFill>
                <a:srgbClr val="667E92"/>
              </a:solidFill>
              <a:prstDash val="solid"/>
              <a:round/>
              <a:headEnd len="sm" w="sm" type="none"/>
              <a:tailEnd len="sm" w="sm" type="none"/>
            </a:ln>
          </p:spPr>
        </p:cxnSp>
        <p:cxnSp>
          <p:nvCxnSpPr>
            <p:cNvPr id="10257" name="Google Shape;10257;g2975d56d0dc_2_8316"/>
            <p:cNvCxnSpPr/>
            <p:nvPr/>
          </p:nvCxnSpPr>
          <p:spPr>
            <a:xfrm rot="-5400000">
              <a:off x="8285120" y="2136491"/>
              <a:ext cx="129900" cy="111300"/>
            </a:xfrm>
            <a:prstGeom prst="bentConnector3">
              <a:avLst>
                <a:gd fmla="val -116587" name="adj1"/>
              </a:avLst>
            </a:prstGeom>
            <a:noFill/>
            <a:ln cap="flat" cmpd="sng" w="9525">
              <a:solidFill>
                <a:srgbClr val="667E92"/>
              </a:solidFill>
              <a:prstDash val="solid"/>
              <a:round/>
              <a:headEnd len="sm" w="sm" type="none"/>
              <a:tailEnd len="sm" w="sm" type="none"/>
            </a:ln>
          </p:spPr>
        </p:cxnSp>
        <p:cxnSp>
          <p:nvCxnSpPr>
            <p:cNvPr id="10258" name="Google Shape;10258;g2975d56d0dc_2_8316"/>
            <p:cNvCxnSpPr/>
            <p:nvPr/>
          </p:nvCxnSpPr>
          <p:spPr>
            <a:xfrm rot="5400000">
              <a:off x="7620257" y="2644741"/>
              <a:ext cx="129900" cy="111300"/>
            </a:xfrm>
            <a:prstGeom prst="bentConnector3">
              <a:avLst>
                <a:gd fmla="val 190786" name="adj1"/>
              </a:avLst>
            </a:prstGeom>
            <a:noFill/>
            <a:ln cap="flat" cmpd="sng" w="9525">
              <a:solidFill>
                <a:srgbClr val="667E92"/>
              </a:solidFill>
              <a:prstDash val="solid"/>
              <a:round/>
              <a:headEnd len="sm" w="sm" type="none"/>
              <a:tailEnd len="sm" w="sm" type="none"/>
            </a:ln>
          </p:spPr>
        </p:cxnSp>
        <p:cxnSp>
          <p:nvCxnSpPr>
            <p:cNvPr id="10259" name="Google Shape;10259;g2975d56d0dc_2_8316"/>
            <p:cNvCxnSpPr/>
            <p:nvPr/>
          </p:nvCxnSpPr>
          <p:spPr>
            <a:xfrm flipH="1" rot="-5400000">
              <a:off x="8285120" y="2644741"/>
              <a:ext cx="129900" cy="111300"/>
            </a:xfrm>
            <a:prstGeom prst="bentConnector3">
              <a:avLst>
                <a:gd fmla="val 190786" name="adj1"/>
              </a:avLst>
            </a:prstGeom>
            <a:noFill/>
            <a:ln cap="flat" cmpd="sng" w="9525">
              <a:solidFill>
                <a:srgbClr val="667E92"/>
              </a:solidFill>
              <a:prstDash val="solid"/>
              <a:round/>
              <a:headEnd len="sm" w="sm" type="none"/>
              <a:tailEnd len="sm" w="sm" type="none"/>
            </a:ln>
          </p:spPr>
        </p:cxnSp>
        <p:cxnSp>
          <p:nvCxnSpPr>
            <p:cNvPr id="10260" name="Google Shape;10260;g2975d56d0dc_2_8316"/>
            <p:cNvCxnSpPr/>
            <p:nvPr/>
          </p:nvCxnSpPr>
          <p:spPr>
            <a:xfrm rot="10800000">
              <a:off x="7608988" y="2425132"/>
              <a:ext cx="83400" cy="0"/>
            </a:xfrm>
            <a:prstGeom prst="straightConnector1">
              <a:avLst/>
            </a:prstGeom>
            <a:noFill/>
            <a:ln cap="flat" cmpd="sng" w="9525">
              <a:solidFill>
                <a:srgbClr val="667E92"/>
              </a:solidFill>
              <a:prstDash val="solid"/>
              <a:round/>
              <a:headEnd len="sm" w="sm" type="none"/>
              <a:tailEnd len="sm" w="sm" type="none"/>
            </a:ln>
          </p:spPr>
        </p:cxnSp>
        <p:cxnSp>
          <p:nvCxnSpPr>
            <p:cNvPr id="10261" name="Google Shape;10261;g2975d56d0dc_2_8316"/>
            <p:cNvCxnSpPr/>
            <p:nvPr/>
          </p:nvCxnSpPr>
          <p:spPr>
            <a:xfrm rot="10800000">
              <a:off x="8342865" y="2425132"/>
              <a:ext cx="83400" cy="0"/>
            </a:xfrm>
            <a:prstGeom prst="straightConnector1">
              <a:avLst/>
            </a:prstGeom>
            <a:noFill/>
            <a:ln cap="flat" cmpd="sng" w="9525">
              <a:solidFill>
                <a:srgbClr val="667E92"/>
              </a:solidFill>
              <a:prstDash val="solid"/>
              <a:round/>
              <a:headEnd len="sm" w="sm" type="none"/>
              <a:tailEnd len="sm" w="sm" type="none"/>
            </a:ln>
          </p:spPr>
        </p:cxnSp>
        <p:grpSp>
          <p:nvGrpSpPr>
            <p:cNvPr id="10262" name="Google Shape;10262;g2975d56d0dc_2_8316"/>
            <p:cNvGrpSpPr/>
            <p:nvPr/>
          </p:nvGrpSpPr>
          <p:grpSpPr>
            <a:xfrm>
              <a:off x="7721175" y="2093194"/>
              <a:ext cx="599587" cy="623846"/>
              <a:chOff x="7721175" y="2093194"/>
              <a:chExt cx="599587" cy="623846"/>
            </a:xfrm>
          </p:grpSpPr>
          <p:grpSp>
            <p:nvGrpSpPr>
              <p:cNvPr id="10263" name="Google Shape;10263;g2975d56d0dc_2_8316"/>
              <p:cNvGrpSpPr/>
              <p:nvPr/>
            </p:nvGrpSpPr>
            <p:grpSpPr>
              <a:xfrm>
                <a:off x="7721175" y="2093194"/>
                <a:ext cx="291605" cy="623846"/>
                <a:chOff x="9405575" y="2061418"/>
                <a:chExt cx="291605" cy="623846"/>
              </a:xfrm>
            </p:grpSpPr>
            <p:sp>
              <p:nvSpPr>
                <p:cNvPr id="10264" name="Google Shape;10264;g2975d56d0dc_2_831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5" name="Google Shape;10265;g2975d56d0dc_2_831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6" name="Google Shape;10266;g2975d56d0dc_2_831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7" name="Google Shape;10267;g2975d56d0dc_2_831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8" name="Google Shape;10268;g2975d56d0dc_2_831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9" name="Google Shape;10269;g2975d56d0dc_2_831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0" name="Google Shape;10270;g2975d56d0dc_2_831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71" name="Google Shape;10271;g2975d56d0dc_2_8316"/>
              <p:cNvGrpSpPr/>
              <p:nvPr/>
            </p:nvGrpSpPr>
            <p:grpSpPr>
              <a:xfrm flipH="1">
                <a:off x="8029157" y="2093194"/>
                <a:ext cx="291605" cy="623846"/>
                <a:chOff x="9405575" y="2061418"/>
                <a:chExt cx="291605" cy="623846"/>
              </a:xfrm>
            </p:grpSpPr>
            <p:sp>
              <p:nvSpPr>
                <p:cNvPr id="10272" name="Google Shape;10272;g2975d56d0dc_2_831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3" name="Google Shape;10273;g2975d56d0dc_2_831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4" name="Google Shape;10274;g2975d56d0dc_2_831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5" name="Google Shape;10275;g2975d56d0dc_2_831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6" name="Google Shape;10276;g2975d56d0dc_2_831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7" name="Google Shape;10277;g2975d56d0dc_2_831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8" name="Google Shape;10278;g2975d56d0dc_2_831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10279" name="Google Shape;10279;g2975d56d0dc_2_8316"/>
          <p:cNvGrpSpPr/>
          <p:nvPr/>
        </p:nvGrpSpPr>
        <p:grpSpPr>
          <a:xfrm>
            <a:off x="4013304" y="970936"/>
            <a:ext cx="712556" cy="785901"/>
            <a:chOff x="4206459" y="1191441"/>
            <a:chExt cx="712556" cy="785901"/>
          </a:xfrm>
        </p:grpSpPr>
        <p:sp>
          <p:nvSpPr>
            <p:cNvPr id="10280" name="Google Shape;10280;g2975d56d0dc_2_831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1" name="Google Shape;10281;g2975d56d0dc_2_831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2" name="Google Shape;10282;g2975d56d0dc_2_831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3" name="Google Shape;10283;g2975d56d0dc_2_831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84" name="Google Shape;10284;g2975d56d0dc_2_8316"/>
            <p:cNvGrpSpPr/>
            <p:nvPr/>
          </p:nvGrpSpPr>
          <p:grpSpPr>
            <a:xfrm>
              <a:off x="4644280" y="1290523"/>
              <a:ext cx="143716" cy="29462"/>
              <a:chOff x="4644280" y="1290523"/>
              <a:chExt cx="143716" cy="29462"/>
            </a:xfrm>
          </p:grpSpPr>
          <p:sp>
            <p:nvSpPr>
              <p:cNvPr id="10285" name="Google Shape;10285;g2975d56d0dc_2_831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6" name="Google Shape;10286;g2975d56d0dc_2_831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7" name="Google Shape;10287;g2975d56d0dc_2_831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8" name="Google Shape;10288;g2975d56d0dc_2_831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89" name="Google Shape;10289;g2975d56d0dc_2_8316"/>
            <p:cNvGrpSpPr/>
            <p:nvPr/>
          </p:nvGrpSpPr>
          <p:grpSpPr>
            <a:xfrm>
              <a:off x="4356567" y="1191441"/>
              <a:ext cx="143691" cy="29488"/>
              <a:chOff x="4356567" y="1191441"/>
              <a:chExt cx="143691" cy="29488"/>
            </a:xfrm>
          </p:grpSpPr>
          <p:sp>
            <p:nvSpPr>
              <p:cNvPr id="10290" name="Google Shape;10290;g2975d56d0dc_2_831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1" name="Google Shape;10291;g2975d56d0dc_2_831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2" name="Google Shape;10292;g2975d56d0dc_2_831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3" name="Google Shape;10293;g2975d56d0dc_2_831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94" name="Google Shape;10294;g2975d56d0dc_2_8316"/>
            <p:cNvGrpSpPr/>
            <p:nvPr/>
          </p:nvGrpSpPr>
          <p:grpSpPr>
            <a:xfrm>
              <a:off x="4339009" y="1863727"/>
              <a:ext cx="143704" cy="29476"/>
              <a:chOff x="4339009" y="1863727"/>
              <a:chExt cx="143704" cy="29476"/>
            </a:xfrm>
          </p:grpSpPr>
          <p:sp>
            <p:nvSpPr>
              <p:cNvPr id="10295" name="Google Shape;10295;g2975d56d0dc_2_831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6" name="Google Shape;10296;g2975d56d0dc_2_831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7" name="Google Shape;10297;g2975d56d0dc_2_831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8" name="Google Shape;10298;g2975d56d0dc_2_831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99" name="Google Shape;10299;g2975d56d0dc_2_8316"/>
            <p:cNvGrpSpPr/>
            <p:nvPr/>
          </p:nvGrpSpPr>
          <p:grpSpPr>
            <a:xfrm>
              <a:off x="4206459" y="1607315"/>
              <a:ext cx="29539" cy="142899"/>
              <a:chOff x="4206459" y="1607315"/>
              <a:chExt cx="29539" cy="142899"/>
            </a:xfrm>
          </p:grpSpPr>
          <p:sp>
            <p:nvSpPr>
              <p:cNvPr id="10300" name="Google Shape;10300;g2975d56d0dc_2_831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1" name="Google Shape;10301;g2975d56d0dc_2_831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2" name="Google Shape;10302;g2975d56d0dc_2_831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3" name="Google Shape;10303;g2975d56d0dc_2_831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304" name="Google Shape;10304;g2975d56d0dc_2_831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5" name="Google Shape;10305;g2975d56d0dc_2_831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6" name="Google Shape;10306;g2975d56d0dc_2_831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7" name="Google Shape;10307;g2975d56d0dc_2_831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08" name="Google Shape;10308;g2975d56d0dc_2_8316"/>
            <p:cNvGrpSpPr/>
            <p:nvPr/>
          </p:nvGrpSpPr>
          <p:grpSpPr>
            <a:xfrm>
              <a:off x="4889463" y="1423737"/>
              <a:ext cx="29552" cy="142899"/>
              <a:chOff x="4889463" y="1423737"/>
              <a:chExt cx="29552" cy="142899"/>
            </a:xfrm>
          </p:grpSpPr>
          <p:sp>
            <p:nvSpPr>
              <p:cNvPr id="10309" name="Google Shape;10309;g2975d56d0dc_2_831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0" name="Google Shape;10310;g2975d56d0dc_2_831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1" name="Google Shape;10311;g2975d56d0dc_2_831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2" name="Google Shape;10312;g2975d56d0dc_2_831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13" name="Google Shape;10313;g2975d56d0dc_2_8316"/>
            <p:cNvGrpSpPr/>
            <p:nvPr/>
          </p:nvGrpSpPr>
          <p:grpSpPr>
            <a:xfrm>
              <a:off x="4771663" y="1876896"/>
              <a:ext cx="108651" cy="100446"/>
              <a:chOff x="4771663" y="1876896"/>
              <a:chExt cx="108651" cy="100446"/>
            </a:xfrm>
          </p:grpSpPr>
          <p:sp>
            <p:nvSpPr>
              <p:cNvPr id="10314" name="Google Shape;10314;g2975d56d0dc_2_831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5" name="Google Shape;10315;g2975d56d0dc_2_831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6" name="Google Shape;10316;g2975d56d0dc_2_831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7" name="Google Shape;10317;g2975d56d0dc_2_831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318" name="Google Shape;10318;g2975d56d0dc_2_8316"/>
          <p:cNvGrpSpPr/>
          <p:nvPr/>
        </p:nvGrpSpPr>
        <p:grpSpPr>
          <a:xfrm>
            <a:off x="4008780" y="1854159"/>
            <a:ext cx="791287" cy="720350"/>
            <a:chOff x="267375" y="1071875"/>
            <a:chExt cx="470500" cy="428550"/>
          </a:xfrm>
        </p:grpSpPr>
        <p:sp>
          <p:nvSpPr>
            <p:cNvPr id="10319" name="Google Shape;10319;g2975d56d0dc_2_831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0" name="Google Shape;10320;g2975d56d0dc_2_831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1" name="Google Shape;10321;g2975d56d0dc_2_831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2" name="Google Shape;10322;g2975d56d0dc_2_831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3" name="Google Shape;10323;g2975d56d0dc_2_831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4" name="Google Shape;10324;g2975d56d0dc_2_831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5" name="Google Shape;10325;g2975d56d0dc_2_831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6" name="Google Shape;10326;g2975d56d0dc_2_831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27" name="Google Shape;10327;g2975d56d0dc_2_8316"/>
          <p:cNvGrpSpPr/>
          <p:nvPr/>
        </p:nvGrpSpPr>
        <p:grpSpPr>
          <a:xfrm>
            <a:off x="709275" y="3498789"/>
            <a:ext cx="1408445" cy="673166"/>
            <a:chOff x="712664" y="3693287"/>
            <a:chExt cx="1460739" cy="698160"/>
          </a:xfrm>
        </p:grpSpPr>
        <p:grpSp>
          <p:nvGrpSpPr>
            <p:cNvPr id="10328" name="Google Shape;10328;g2975d56d0dc_2_8316"/>
            <p:cNvGrpSpPr/>
            <p:nvPr/>
          </p:nvGrpSpPr>
          <p:grpSpPr>
            <a:xfrm>
              <a:off x="1380079" y="4133090"/>
              <a:ext cx="234047" cy="258099"/>
              <a:chOff x="1380079" y="4133090"/>
              <a:chExt cx="234047" cy="258099"/>
            </a:xfrm>
          </p:grpSpPr>
          <p:sp>
            <p:nvSpPr>
              <p:cNvPr id="10329" name="Google Shape;10329;g2975d56d0dc_2_831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0" name="Google Shape;10330;g2975d56d0dc_2_831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1" name="Google Shape;10331;g2975d56d0dc_2_831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2" name="Google Shape;10332;g2975d56d0dc_2_8316"/>
            <p:cNvGrpSpPr/>
            <p:nvPr/>
          </p:nvGrpSpPr>
          <p:grpSpPr>
            <a:xfrm>
              <a:off x="884610" y="3864082"/>
              <a:ext cx="1118565" cy="527275"/>
              <a:chOff x="890961" y="3865463"/>
              <a:chExt cx="1115220" cy="525698"/>
            </a:xfrm>
          </p:grpSpPr>
          <p:sp>
            <p:nvSpPr>
              <p:cNvPr id="10333" name="Google Shape;10333;g2975d56d0dc_2_831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4" name="Google Shape;10334;g2975d56d0dc_2_831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5" name="Google Shape;10335;g2975d56d0dc_2_831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6" name="Google Shape;10336;g2975d56d0dc_2_8316"/>
            <p:cNvGrpSpPr/>
            <p:nvPr/>
          </p:nvGrpSpPr>
          <p:grpSpPr>
            <a:xfrm>
              <a:off x="712664" y="3693287"/>
              <a:ext cx="1460739" cy="698160"/>
              <a:chOff x="712664" y="3693025"/>
              <a:chExt cx="1460739" cy="698160"/>
            </a:xfrm>
          </p:grpSpPr>
          <p:sp>
            <p:nvSpPr>
              <p:cNvPr id="10337" name="Google Shape;10337;g2975d56d0dc_2_831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8" name="Google Shape;10338;g2975d56d0dc_2_831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9" name="Google Shape;10339;g2975d56d0dc_2_831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0" name="Google Shape;10340;g2975d56d0dc_2_831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1" name="Google Shape;10341;g2975d56d0dc_2_831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2" name="Google Shape;10342;g2975d56d0dc_2_831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343" name="Google Shape;10343;g2975d56d0dc_2_8316"/>
          <p:cNvGrpSpPr/>
          <p:nvPr/>
        </p:nvGrpSpPr>
        <p:grpSpPr>
          <a:xfrm>
            <a:off x="3146990" y="970936"/>
            <a:ext cx="795485" cy="738831"/>
            <a:chOff x="3348603" y="1236445"/>
            <a:chExt cx="749256" cy="695894"/>
          </a:xfrm>
        </p:grpSpPr>
        <p:grpSp>
          <p:nvGrpSpPr>
            <p:cNvPr id="10344" name="Google Shape;10344;g2975d56d0dc_2_8316"/>
            <p:cNvGrpSpPr/>
            <p:nvPr/>
          </p:nvGrpSpPr>
          <p:grpSpPr>
            <a:xfrm>
              <a:off x="3583779" y="1236445"/>
              <a:ext cx="293795" cy="285811"/>
              <a:chOff x="3750225" y="1774000"/>
              <a:chExt cx="149575" cy="145525"/>
            </a:xfrm>
          </p:grpSpPr>
          <p:sp>
            <p:nvSpPr>
              <p:cNvPr id="10345" name="Google Shape;10345;g2975d56d0dc_2_831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6" name="Google Shape;10346;g2975d56d0dc_2_831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47" name="Google Shape;10347;g2975d56d0dc_2_8316"/>
            <p:cNvGrpSpPr/>
            <p:nvPr/>
          </p:nvGrpSpPr>
          <p:grpSpPr>
            <a:xfrm>
              <a:off x="3775534" y="1462599"/>
              <a:ext cx="322325" cy="285958"/>
              <a:chOff x="3847850" y="1889150"/>
              <a:chExt cx="164100" cy="145600"/>
            </a:xfrm>
          </p:grpSpPr>
          <p:sp>
            <p:nvSpPr>
              <p:cNvPr id="10348" name="Google Shape;10348;g2975d56d0dc_2_831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9" name="Google Shape;10349;g2975d56d0dc_2_831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0" name="Google Shape;10350;g2975d56d0dc_2_8316"/>
            <p:cNvGrpSpPr/>
            <p:nvPr/>
          </p:nvGrpSpPr>
          <p:grpSpPr>
            <a:xfrm>
              <a:off x="3545329" y="1646528"/>
              <a:ext cx="293746" cy="285811"/>
              <a:chOff x="3730650" y="1982800"/>
              <a:chExt cx="149550" cy="145525"/>
            </a:xfrm>
          </p:grpSpPr>
          <p:sp>
            <p:nvSpPr>
              <p:cNvPr id="10351" name="Google Shape;10351;g2975d56d0dc_2_831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2" name="Google Shape;10352;g2975d56d0dc_2_831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3" name="Google Shape;10353;g2975d56d0dc_2_8316"/>
            <p:cNvGrpSpPr/>
            <p:nvPr/>
          </p:nvGrpSpPr>
          <p:grpSpPr>
            <a:xfrm>
              <a:off x="3348603" y="1415046"/>
              <a:ext cx="294384" cy="284387"/>
              <a:chOff x="3630494" y="1864938"/>
              <a:chExt cx="149875" cy="144800"/>
            </a:xfrm>
          </p:grpSpPr>
          <p:sp>
            <p:nvSpPr>
              <p:cNvPr id="10354" name="Google Shape;10354;g2975d56d0dc_2_831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5" name="Google Shape;10355;g2975d56d0dc_2_831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356" name="Google Shape;10356;g2975d56d0dc_2_8316"/>
          <p:cNvGrpSpPr/>
          <p:nvPr/>
        </p:nvGrpSpPr>
        <p:grpSpPr>
          <a:xfrm>
            <a:off x="2268517" y="3493832"/>
            <a:ext cx="1324924" cy="678083"/>
            <a:chOff x="2413923" y="3711366"/>
            <a:chExt cx="1374117" cy="703260"/>
          </a:xfrm>
        </p:grpSpPr>
        <p:grpSp>
          <p:nvGrpSpPr>
            <p:cNvPr id="10357" name="Google Shape;10357;g2975d56d0dc_2_8316"/>
            <p:cNvGrpSpPr/>
            <p:nvPr/>
          </p:nvGrpSpPr>
          <p:grpSpPr>
            <a:xfrm>
              <a:off x="2413923" y="3711366"/>
              <a:ext cx="1374117" cy="703260"/>
              <a:chOff x="2413923" y="3711366"/>
              <a:chExt cx="1374117" cy="703260"/>
            </a:xfrm>
          </p:grpSpPr>
          <p:sp>
            <p:nvSpPr>
              <p:cNvPr id="10358" name="Google Shape;10358;g2975d56d0dc_2_831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59" name="Google Shape;10359;g2975d56d0dc_2_8316"/>
              <p:cNvGrpSpPr/>
              <p:nvPr/>
            </p:nvGrpSpPr>
            <p:grpSpPr>
              <a:xfrm>
                <a:off x="2600284" y="3808654"/>
                <a:ext cx="234506" cy="138010"/>
                <a:chOff x="2600284" y="3808654"/>
                <a:chExt cx="234506" cy="138010"/>
              </a:xfrm>
            </p:grpSpPr>
            <p:sp>
              <p:nvSpPr>
                <p:cNvPr id="10360" name="Google Shape;10360;g2975d56d0dc_2_831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61" name="Google Shape;10361;g2975d56d0dc_2_831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10362" name="Google Shape;10362;g2975d56d0dc_2_8316"/>
              <p:cNvGrpSpPr/>
              <p:nvPr/>
            </p:nvGrpSpPr>
            <p:grpSpPr>
              <a:xfrm>
                <a:off x="3359659" y="3805664"/>
                <a:ext cx="232294" cy="141000"/>
                <a:chOff x="3359659" y="3805664"/>
                <a:chExt cx="232294" cy="141000"/>
              </a:xfrm>
            </p:grpSpPr>
            <p:sp>
              <p:nvSpPr>
                <p:cNvPr id="10363" name="Google Shape;10363;g2975d56d0dc_2_831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64" name="Google Shape;10364;g2975d56d0dc_2_831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10365" name="Google Shape;10365;g2975d56d0dc_2_8316"/>
              <p:cNvGrpSpPr/>
              <p:nvPr/>
            </p:nvGrpSpPr>
            <p:grpSpPr>
              <a:xfrm>
                <a:off x="3067316" y="3711366"/>
                <a:ext cx="66900" cy="166810"/>
                <a:chOff x="3067316" y="3711366"/>
                <a:chExt cx="66900" cy="166810"/>
              </a:xfrm>
            </p:grpSpPr>
            <p:sp>
              <p:nvSpPr>
                <p:cNvPr id="10366" name="Google Shape;10366;g2975d56d0dc_2_831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67" name="Google Shape;10367;g2975d56d0dc_2_831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10368" name="Google Shape;10368;g2975d56d0dc_2_8316"/>
              <p:cNvGrpSpPr/>
              <p:nvPr/>
            </p:nvGrpSpPr>
            <p:grpSpPr>
              <a:xfrm>
                <a:off x="2413923" y="4058666"/>
                <a:ext cx="224119" cy="66900"/>
                <a:chOff x="2413923" y="4058666"/>
                <a:chExt cx="224119" cy="66900"/>
              </a:xfrm>
            </p:grpSpPr>
            <p:sp>
              <p:nvSpPr>
                <p:cNvPr id="10369" name="Google Shape;10369;g2975d56d0dc_2_831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70" name="Google Shape;10370;g2975d56d0dc_2_831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10371" name="Google Shape;10371;g2975d56d0dc_2_8316"/>
              <p:cNvGrpSpPr/>
              <p:nvPr/>
            </p:nvGrpSpPr>
            <p:grpSpPr>
              <a:xfrm>
                <a:off x="3564643" y="4058666"/>
                <a:ext cx="223397" cy="66900"/>
                <a:chOff x="3564643" y="4058666"/>
                <a:chExt cx="223397" cy="66900"/>
              </a:xfrm>
            </p:grpSpPr>
            <p:sp>
              <p:nvSpPr>
                <p:cNvPr id="10372" name="Google Shape;10372;g2975d56d0dc_2_831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373" name="Google Shape;10373;g2975d56d0dc_2_831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grpSp>
          <p:nvGrpSpPr>
            <p:cNvPr id="10374" name="Google Shape;10374;g2975d56d0dc_2_8316"/>
            <p:cNvGrpSpPr/>
            <p:nvPr/>
          </p:nvGrpSpPr>
          <p:grpSpPr>
            <a:xfrm>
              <a:off x="2633353" y="3965763"/>
              <a:ext cx="933975" cy="445687"/>
              <a:chOff x="2633353" y="3965763"/>
              <a:chExt cx="933975" cy="445687"/>
            </a:xfrm>
          </p:grpSpPr>
          <p:sp>
            <p:nvSpPr>
              <p:cNvPr id="10375" name="Google Shape;10375;g2975d56d0dc_2_831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6" name="Google Shape;10376;g2975d56d0dc_2_831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377" name="Google Shape;10377;g2975d56d0dc_2_8316"/>
          <p:cNvGrpSpPr/>
          <p:nvPr/>
        </p:nvGrpSpPr>
        <p:grpSpPr>
          <a:xfrm>
            <a:off x="6392789" y="1044380"/>
            <a:ext cx="1131087" cy="587383"/>
            <a:chOff x="238125" y="999450"/>
            <a:chExt cx="7140700" cy="3708225"/>
          </a:xfrm>
        </p:grpSpPr>
        <p:sp>
          <p:nvSpPr>
            <p:cNvPr id="10378" name="Google Shape;10378;g2975d56d0dc_2_831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9" name="Google Shape;10379;g2975d56d0dc_2_831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0" name="Google Shape;10380;g2975d56d0dc_2_831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1" name="Google Shape;10381;g2975d56d0dc_2_831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2" name="Google Shape;10382;g2975d56d0dc_2_831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3" name="Google Shape;10383;g2975d56d0dc_2_831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4" name="Google Shape;10384;g2975d56d0dc_2_831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5" name="Google Shape;10385;g2975d56d0dc_2_831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6" name="Google Shape;10386;g2975d56d0dc_2_831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87" name="Google Shape;10387;g2975d56d0dc_2_8316"/>
          <p:cNvGrpSpPr/>
          <p:nvPr/>
        </p:nvGrpSpPr>
        <p:grpSpPr>
          <a:xfrm>
            <a:off x="3744240" y="3493874"/>
            <a:ext cx="1375853" cy="678131"/>
            <a:chOff x="3913765" y="3641905"/>
            <a:chExt cx="1522804" cy="750560"/>
          </a:xfrm>
        </p:grpSpPr>
        <p:grpSp>
          <p:nvGrpSpPr>
            <p:cNvPr id="10388" name="Google Shape;10388;g2975d56d0dc_2_8316"/>
            <p:cNvGrpSpPr/>
            <p:nvPr/>
          </p:nvGrpSpPr>
          <p:grpSpPr>
            <a:xfrm>
              <a:off x="3913765" y="3997002"/>
              <a:ext cx="1522804" cy="395463"/>
              <a:chOff x="3913765" y="3997002"/>
              <a:chExt cx="1522804" cy="395463"/>
            </a:xfrm>
          </p:grpSpPr>
          <p:grpSp>
            <p:nvGrpSpPr>
              <p:cNvPr id="10389" name="Google Shape;10389;g2975d56d0dc_2_8316"/>
              <p:cNvGrpSpPr/>
              <p:nvPr/>
            </p:nvGrpSpPr>
            <p:grpSpPr>
              <a:xfrm>
                <a:off x="3913765" y="4138659"/>
                <a:ext cx="507602" cy="253806"/>
                <a:chOff x="3913765" y="4138659"/>
                <a:chExt cx="507602" cy="253806"/>
              </a:xfrm>
            </p:grpSpPr>
            <p:sp>
              <p:nvSpPr>
                <p:cNvPr id="10390" name="Google Shape;10390;g2975d56d0dc_2_831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1" name="Google Shape;10391;g2975d56d0dc_2_831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rgbClr val="000000"/>
                      </a:solidFill>
                      <a:latin typeface="Arial"/>
                      <a:ea typeface="Arial"/>
                      <a:cs typeface="Arial"/>
                      <a:sym typeface="Arial"/>
                    </a:rPr>
                    <a:t>     </a:t>
                  </a:r>
                  <a:endParaRPr b="0" i="0" sz="1400" u="none" cap="none" strike="noStrike">
                    <a:solidFill>
                      <a:srgbClr val="000000"/>
                    </a:solidFill>
                    <a:latin typeface="Arial"/>
                    <a:ea typeface="Arial"/>
                    <a:cs typeface="Arial"/>
                    <a:sym typeface="Arial"/>
                  </a:endParaRPr>
                </a:p>
              </p:txBody>
            </p:sp>
          </p:grpSp>
          <p:grpSp>
            <p:nvGrpSpPr>
              <p:cNvPr id="10392" name="Google Shape;10392;g2975d56d0dc_2_8316"/>
              <p:cNvGrpSpPr/>
              <p:nvPr/>
            </p:nvGrpSpPr>
            <p:grpSpPr>
              <a:xfrm>
                <a:off x="4421361" y="3997002"/>
                <a:ext cx="507618" cy="395463"/>
                <a:chOff x="4421361" y="3997002"/>
                <a:chExt cx="507618" cy="395463"/>
              </a:xfrm>
            </p:grpSpPr>
            <p:sp>
              <p:nvSpPr>
                <p:cNvPr id="10393" name="Google Shape;10393;g2975d56d0dc_2_831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4" name="Google Shape;10394;g2975d56d0dc_2_831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95" name="Google Shape;10395;g2975d56d0dc_2_8316"/>
              <p:cNvGrpSpPr/>
              <p:nvPr/>
            </p:nvGrpSpPr>
            <p:grpSpPr>
              <a:xfrm>
                <a:off x="4928973" y="4189418"/>
                <a:ext cx="507596" cy="203047"/>
                <a:chOff x="4928973" y="4189418"/>
                <a:chExt cx="507596" cy="203047"/>
              </a:xfrm>
            </p:grpSpPr>
            <p:sp>
              <p:nvSpPr>
                <p:cNvPr id="10396" name="Google Shape;10396;g2975d56d0dc_2_831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7" name="Google Shape;10397;g2975d56d0dc_2_831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398" name="Google Shape;10398;g2975d56d0dc_2_8316"/>
            <p:cNvGrpSpPr/>
            <p:nvPr/>
          </p:nvGrpSpPr>
          <p:grpSpPr>
            <a:xfrm>
              <a:off x="4482186" y="3641905"/>
              <a:ext cx="397605" cy="349784"/>
              <a:chOff x="2906375" y="1159725"/>
              <a:chExt cx="1860575" cy="1636800"/>
            </a:xfrm>
          </p:grpSpPr>
          <p:sp>
            <p:nvSpPr>
              <p:cNvPr id="10399" name="Google Shape;10399;g2975d56d0dc_2_831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0" name="Google Shape;10400;g2975d56d0dc_2_831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1" name="Google Shape;10401;g2975d56d0dc_2_831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2" name="Google Shape;10402;g2975d56d0dc_2_831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403" name="Google Shape;10403;g2975d56d0dc_2_8316"/>
          <p:cNvGrpSpPr/>
          <p:nvPr/>
        </p:nvGrpSpPr>
        <p:grpSpPr>
          <a:xfrm>
            <a:off x="6528949" y="1853801"/>
            <a:ext cx="940737" cy="721067"/>
            <a:chOff x="6599718" y="2068734"/>
            <a:chExt cx="940737" cy="721067"/>
          </a:xfrm>
        </p:grpSpPr>
        <p:sp>
          <p:nvSpPr>
            <p:cNvPr id="10404" name="Google Shape;10404;g2975d56d0dc_2_831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5" name="Google Shape;10405;g2975d56d0dc_2_831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6" name="Google Shape;10406;g2975d56d0dc_2_831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7" name="Google Shape;10407;g2975d56d0dc_2_831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8" name="Google Shape;10408;g2975d56d0dc_2_831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9" name="Google Shape;10409;g2975d56d0dc_2_831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10" name="Google Shape;10410;g2975d56d0dc_2_8316"/>
            <p:cNvGrpSpPr/>
            <p:nvPr/>
          </p:nvGrpSpPr>
          <p:grpSpPr>
            <a:xfrm>
              <a:off x="6836957" y="2068734"/>
              <a:ext cx="461892" cy="721067"/>
              <a:chOff x="6836957" y="2068734"/>
              <a:chExt cx="461892" cy="721067"/>
            </a:xfrm>
          </p:grpSpPr>
          <p:sp>
            <p:nvSpPr>
              <p:cNvPr id="10411" name="Google Shape;10411;g2975d56d0dc_2_831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2" name="Google Shape;10412;g2975d56d0dc_2_831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3" name="Google Shape;10413;g2975d56d0dc_2_831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4" name="Google Shape;10414;g2975d56d0dc_2_831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5" name="Google Shape;10415;g2975d56d0dc_2_831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6" name="Google Shape;10416;g2975d56d0dc_2_831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17" name="Google Shape;10417;g2975d56d0dc_2_8316"/>
              <p:cNvGrpSpPr/>
              <p:nvPr/>
            </p:nvGrpSpPr>
            <p:grpSpPr>
              <a:xfrm>
                <a:off x="6836957" y="2068734"/>
                <a:ext cx="461892" cy="721067"/>
                <a:chOff x="6836957" y="2068734"/>
                <a:chExt cx="461892" cy="721067"/>
              </a:xfrm>
            </p:grpSpPr>
            <p:sp>
              <p:nvSpPr>
                <p:cNvPr id="10418" name="Google Shape;10418;g2975d56d0dc_2_831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9" name="Google Shape;10419;g2975d56d0dc_2_831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0" name="Google Shape;10420;g2975d56d0dc_2_831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1" name="Google Shape;10421;g2975d56d0dc_2_831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2" name="Google Shape;10422;g2975d56d0dc_2_831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3" name="Google Shape;10423;g2975d56d0dc_2_831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4" name="Google Shape;10424;g2975d56d0dc_2_831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10425" name="Google Shape;10425;g2975d56d0dc_2_8316"/>
          <p:cNvGrpSpPr/>
          <p:nvPr/>
        </p:nvGrpSpPr>
        <p:grpSpPr>
          <a:xfrm>
            <a:off x="2412267" y="1858147"/>
            <a:ext cx="712576" cy="712375"/>
            <a:chOff x="2559249" y="2069323"/>
            <a:chExt cx="685565" cy="685635"/>
          </a:xfrm>
        </p:grpSpPr>
        <p:sp>
          <p:nvSpPr>
            <p:cNvPr id="10426" name="Google Shape;10426;g2975d56d0dc_2_831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7" name="Google Shape;10427;g2975d56d0dc_2_831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8" name="Google Shape;10428;g2975d56d0dc_2_831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9" name="Google Shape;10429;g2975d56d0dc_2_831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0" name="Google Shape;10430;g2975d56d0dc_2_831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1" name="Google Shape;10431;g2975d56d0dc_2_831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2" name="Google Shape;10432;g2975d56d0dc_2_831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3" name="Google Shape;10433;g2975d56d0dc_2_831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4" name="Google Shape;10434;g2975d56d0dc_2_831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5" name="Google Shape;10435;g2975d56d0dc_2_831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6" name="Google Shape;10436;g2975d56d0dc_2_831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7" name="Google Shape;10437;g2975d56d0dc_2_831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8" name="Google Shape;10438;g2975d56d0dc_2_831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39" name="Google Shape;10439;g2975d56d0dc_2_8316"/>
          <p:cNvGrpSpPr/>
          <p:nvPr/>
        </p:nvGrpSpPr>
        <p:grpSpPr>
          <a:xfrm>
            <a:off x="7594705" y="970936"/>
            <a:ext cx="845645" cy="711911"/>
            <a:chOff x="951975" y="315800"/>
            <a:chExt cx="5860325" cy="4933550"/>
          </a:xfrm>
        </p:grpSpPr>
        <p:sp>
          <p:nvSpPr>
            <p:cNvPr id="10440" name="Google Shape;10440;g2975d56d0dc_2_831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1" name="Google Shape;10441;g2975d56d0dc_2_831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2" name="Google Shape;10442;g2975d56d0dc_2_831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3" name="Google Shape;10443;g2975d56d0dc_2_831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4" name="Google Shape;10444;g2975d56d0dc_2_831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5" name="Google Shape;10445;g2975d56d0dc_2_831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6" name="Google Shape;10446;g2975d56d0dc_2_831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7" name="Google Shape;10447;g2975d56d0dc_2_831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48" name="Google Shape;10448;g2975d56d0dc_2_8316"/>
          <p:cNvGrpSpPr/>
          <p:nvPr/>
        </p:nvGrpSpPr>
        <p:grpSpPr>
          <a:xfrm>
            <a:off x="3691834" y="2707045"/>
            <a:ext cx="1617932" cy="621724"/>
            <a:chOff x="3862800" y="3038525"/>
            <a:chExt cx="1329006" cy="510698"/>
          </a:xfrm>
        </p:grpSpPr>
        <p:sp>
          <p:nvSpPr>
            <p:cNvPr id="10449" name="Google Shape;10449;g2975d56d0dc_2_831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0" name="Google Shape;10450;g2975d56d0dc_2_831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51" name="Google Shape;10451;g2975d56d0dc_2_8316"/>
            <p:cNvGrpSpPr/>
            <p:nvPr/>
          </p:nvGrpSpPr>
          <p:grpSpPr>
            <a:xfrm>
              <a:off x="3967075" y="3040337"/>
              <a:ext cx="1019927" cy="402126"/>
              <a:chOff x="3967075" y="3040337"/>
              <a:chExt cx="1019927" cy="402126"/>
            </a:xfrm>
          </p:grpSpPr>
          <p:sp>
            <p:nvSpPr>
              <p:cNvPr id="10452" name="Google Shape;10452;g2975d56d0dc_2_831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3" name="Google Shape;10453;g2975d56d0dc_2_831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54" name="Google Shape;10454;g2975d56d0dc_2_8316"/>
            <p:cNvGrpSpPr/>
            <p:nvPr/>
          </p:nvGrpSpPr>
          <p:grpSpPr>
            <a:xfrm>
              <a:off x="4186700" y="3040337"/>
              <a:ext cx="390475" cy="183289"/>
              <a:chOff x="4186700" y="3040337"/>
              <a:chExt cx="390475" cy="183289"/>
            </a:xfrm>
          </p:grpSpPr>
          <p:sp>
            <p:nvSpPr>
              <p:cNvPr id="10455" name="Google Shape;10455;g2975d56d0dc_2_831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6" name="Google Shape;10456;g2975d56d0dc_2_831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57" name="Google Shape;10457;g2975d56d0dc_2_8316"/>
            <p:cNvGrpSpPr/>
            <p:nvPr/>
          </p:nvGrpSpPr>
          <p:grpSpPr>
            <a:xfrm>
              <a:off x="4073727" y="3040337"/>
              <a:ext cx="697793" cy="296263"/>
              <a:chOff x="4073727" y="3040337"/>
              <a:chExt cx="697793" cy="296263"/>
            </a:xfrm>
          </p:grpSpPr>
          <p:sp>
            <p:nvSpPr>
              <p:cNvPr id="10458" name="Google Shape;10458;g2975d56d0dc_2_831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9" name="Google Shape;10459;g2975d56d0dc_2_831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60" name="Google Shape;10460;g2975d56d0dc_2_8316"/>
            <p:cNvGrpSpPr/>
            <p:nvPr/>
          </p:nvGrpSpPr>
          <p:grpSpPr>
            <a:xfrm>
              <a:off x="3862800" y="3038525"/>
              <a:ext cx="1329006" cy="510698"/>
              <a:chOff x="3862800" y="3038525"/>
              <a:chExt cx="1329006" cy="510698"/>
            </a:xfrm>
          </p:grpSpPr>
          <p:sp>
            <p:nvSpPr>
              <p:cNvPr id="10461" name="Google Shape;10461;g2975d56d0dc_2_831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2" name="Google Shape;10462;g2975d56d0dc_2_831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463" name="Google Shape;10463;g2975d56d0dc_2_8316"/>
          <p:cNvGrpSpPr/>
          <p:nvPr/>
        </p:nvGrpSpPr>
        <p:grpSpPr>
          <a:xfrm>
            <a:off x="700156" y="970936"/>
            <a:ext cx="883205" cy="775176"/>
            <a:chOff x="649648" y="271400"/>
            <a:chExt cx="6215377" cy="5455143"/>
          </a:xfrm>
        </p:grpSpPr>
        <p:sp>
          <p:nvSpPr>
            <p:cNvPr id="10464" name="Google Shape;10464;g2975d56d0dc_2_831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5" name="Google Shape;10465;g2975d56d0dc_2_831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6" name="Google Shape;10466;g2975d56d0dc_2_831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7" name="Google Shape;10467;g2975d56d0dc_2_831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8" name="Google Shape;10468;g2975d56d0dc_2_831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9" name="Google Shape;10469;g2975d56d0dc_2_831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0" name="Google Shape;10470;g2975d56d0dc_2_831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1" name="Google Shape;10471;g2975d56d0dc_2_831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2" name="Google Shape;10472;g2975d56d0dc_2_831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3" name="Google Shape;10473;g2975d56d0dc_2_831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4" name="Google Shape;10474;g2975d56d0dc_2_831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5" name="Google Shape;10475;g2975d56d0dc_2_831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76" name="Google Shape;10476;g2975d56d0dc_2_8316"/>
          <p:cNvGrpSpPr/>
          <p:nvPr/>
        </p:nvGrpSpPr>
        <p:grpSpPr>
          <a:xfrm>
            <a:off x="2308457" y="970936"/>
            <a:ext cx="767704" cy="815488"/>
            <a:chOff x="2499700" y="1135950"/>
            <a:chExt cx="732402" cy="777989"/>
          </a:xfrm>
        </p:grpSpPr>
        <p:grpSp>
          <p:nvGrpSpPr>
            <p:cNvPr id="10477" name="Google Shape;10477;g2975d56d0dc_2_8316"/>
            <p:cNvGrpSpPr/>
            <p:nvPr/>
          </p:nvGrpSpPr>
          <p:grpSpPr>
            <a:xfrm>
              <a:off x="2499700" y="1135950"/>
              <a:ext cx="732402" cy="694706"/>
              <a:chOff x="2499700" y="1135950"/>
              <a:chExt cx="732402" cy="694706"/>
            </a:xfrm>
          </p:grpSpPr>
          <p:sp>
            <p:nvSpPr>
              <p:cNvPr id="10478" name="Google Shape;10478;g2975d56d0dc_2_831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9" name="Google Shape;10479;g2975d56d0dc_2_831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0" name="Google Shape;10480;g2975d56d0dc_2_831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1" name="Google Shape;10481;g2975d56d0dc_2_831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2" name="Google Shape;10482;g2975d56d0dc_2_831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3" name="Google Shape;10483;g2975d56d0dc_2_831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4" name="Google Shape;10484;g2975d56d0dc_2_831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5" name="Google Shape;10485;g2975d56d0dc_2_831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6" name="Google Shape;10486;g2975d56d0dc_2_831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7" name="Google Shape;10487;g2975d56d0dc_2_831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8" name="Google Shape;10488;g2975d56d0dc_2_831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9" name="Google Shape;10489;g2975d56d0dc_2_831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0" name="Google Shape;10490;g2975d56d0dc_2_831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1" name="Google Shape;10491;g2975d56d0dc_2_831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2" name="Google Shape;10492;g2975d56d0dc_2_831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3" name="Google Shape;10493;g2975d56d0dc_2_831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4" name="Google Shape;10494;g2975d56d0dc_2_831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5" name="Google Shape;10495;g2975d56d0dc_2_831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6" name="Google Shape;10496;g2975d56d0dc_2_831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7" name="Google Shape;10497;g2975d56d0dc_2_831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8" name="Google Shape;10498;g2975d56d0dc_2_831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9" name="Google Shape;10499;g2975d56d0dc_2_831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0" name="Google Shape;10500;g2975d56d0dc_2_831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1" name="Google Shape;10501;g2975d56d0dc_2_831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2" name="Google Shape;10502;g2975d56d0dc_2_831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3" name="Google Shape;10503;g2975d56d0dc_2_831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4" name="Google Shape;10504;g2975d56d0dc_2_831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05" name="Google Shape;10505;g2975d56d0dc_2_8316"/>
            <p:cNvGrpSpPr/>
            <p:nvPr/>
          </p:nvGrpSpPr>
          <p:grpSpPr>
            <a:xfrm>
              <a:off x="2517909" y="1188726"/>
              <a:ext cx="702702" cy="725213"/>
              <a:chOff x="2517909" y="1188726"/>
              <a:chExt cx="702702" cy="725213"/>
            </a:xfrm>
          </p:grpSpPr>
          <p:sp>
            <p:nvSpPr>
              <p:cNvPr id="10506" name="Google Shape;10506;g2975d56d0dc_2_831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7" name="Google Shape;10507;g2975d56d0dc_2_831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8" name="Google Shape;10508;g2975d56d0dc_2_831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9" name="Google Shape;10509;g2975d56d0dc_2_831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0" name="Google Shape;10510;g2975d56d0dc_2_831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511" name="Google Shape;10511;g2975d56d0dc_2_8316"/>
          <p:cNvGrpSpPr/>
          <p:nvPr/>
        </p:nvGrpSpPr>
        <p:grpSpPr>
          <a:xfrm>
            <a:off x="1654189" y="970936"/>
            <a:ext cx="583439" cy="870229"/>
            <a:chOff x="1716825" y="1121550"/>
            <a:chExt cx="622800" cy="928938"/>
          </a:xfrm>
        </p:grpSpPr>
        <p:grpSp>
          <p:nvGrpSpPr>
            <p:cNvPr id="10512" name="Google Shape;10512;g2975d56d0dc_2_8316"/>
            <p:cNvGrpSpPr/>
            <p:nvPr/>
          </p:nvGrpSpPr>
          <p:grpSpPr>
            <a:xfrm>
              <a:off x="1716825" y="1121550"/>
              <a:ext cx="622800" cy="928938"/>
              <a:chOff x="1716825" y="1121550"/>
              <a:chExt cx="622800" cy="928938"/>
            </a:xfrm>
          </p:grpSpPr>
          <p:cxnSp>
            <p:nvCxnSpPr>
              <p:cNvPr id="10513" name="Google Shape;10513;g2975d56d0dc_2_8316"/>
              <p:cNvCxnSpPr/>
              <p:nvPr/>
            </p:nvCxnSpPr>
            <p:spPr>
              <a:xfrm>
                <a:off x="1954750" y="1738188"/>
                <a:ext cx="0" cy="312300"/>
              </a:xfrm>
              <a:prstGeom prst="straightConnector1">
                <a:avLst/>
              </a:prstGeom>
              <a:noFill/>
              <a:ln cap="flat" cmpd="sng" w="9525">
                <a:solidFill>
                  <a:srgbClr val="213B55"/>
                </a:solidFill>
                <a:prstDash val="solid"/>
                <a:round/>
                <a:headEnd len="sm" w="sm" type="none"/>
                <a:tailEnd len="sm" w="sm" type="none"/>
              </a:ln>
            </p:spPr>
          </p:cxnSp>
          <p:sp>
            <p:nvSpPr>
              <p:cNvPr id="10514" name="Google Shape;10514;g2975d56d0dc_2_831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15" name="Google Shape;10515;g2975d56d0dc_2_8316"/>
            <p:cNvGrpSpPr/>
            <p:nvPr/>
          </p:nvGrpSpPr>
          <p:grpSpPr>
            <a:xfrm>
              <a:off x="1768050" y="1172775"/>
              <a:ext cx="520200" cy="832000"/>
              <a:chOff x="1768050" y="1172775"/>
              <a:chExt cx="520200" cy="832000"/>
            </a:xfrm>
          </p:grpSpPr>
          <p:cxnSp>
            <p:nvCxnSpPr>
              <p:cNvPr id="10516" name="Google Shape;10516;g2975d56d0dc_2_8316"/>
              <p:cNvCxnSpPr/>
              <p:nvPr/>
            </p:nvCxnSpPr>
            <p:spPr>
              <a:xfrm>
                <a:off x="2003025" y="1692475"/>
                <a:ext cx="0" cy="312300"/>
              </a:xfrm>
              <a:prstGeom prst="straightConnector1">
                <a:avLst/>
              </a:prstGeom>
              <a:noFill/>
              <a:ln cap="flat" cmpd="sng" w="9525">
                <a:solidFill>
                  <a:srgbClr val="667E92"/>
                </a:solidFill>
                <a:prstDash val="solid"/>
                <a:round/>
                <a:headEnd len="sm" w="sm" type="none"/>
                <a:tailEnd len="sm" w="sm" type="none"/>
              </a:ln>
            </p:spPr>
          </p:cxnSp>
          <p:sp>
            <p:nvSpPr>
              <p:cNvPr id="10517" name="Google Shape;10517;g2975d56d0dc_2_831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18" name="Google Shape;10518;g2975d56d0dc_2_8316"/>
            <p:cNvGrpSpPr/>
            <p:nvPr/>
          </p:nvGrpSpPr>
          <p:grpSpPr>
            <a:xfrm>
              <a:off x="1820100" y="1225475"/>
              <a:ext cx="416400" cy="729575"/>
              <a:chOff x="1820100" y="1225475"/>
              <a:chExt cx="416400" cy="729575"/>
            </a:xfrm>
          </p:grpSpPr>
          <p:cxnSp>
            <p:nvCxnSpPr>
              <p:cNvPr id="10519" name="Google Shape;10519;g2975d56d0dc_2_8316"/>
              <p:cNvCxnSpPr/>
              <p:nvPr/>
            </p:nvCxnSpPr>
            <p:spPr>
              <a:xfrm>
                <a:off x="2051300" y="1642750"/>
                <a:ext cx="0" cy="312300"/>
              </a:xfrm>
              <a:prstGeom prst="straightConnector1">
                <a:avLst/>
              </a:prstGeom>
              <a:noFill/>
              <a:ln cap="flat" cmpd="sng" w="9525">
                <a:solidFill>
                  <a:srgbClr val="445D73"/>
                </a:solidFill>
                <a:prstDash val="solid"/>
                <a:round/>
                <a:headEnd len="sm" w="sm" type="none"/>
                <a:tailEnd len="sm" w="sm" type="none"/>
              </a:ln>
            </p:spPr>
          </p:cxnSp>
          <p:sp>
            <p:nvSpPr>
              <p:cNvPr id="10520" name="Google Shape;10520;g2975d56d0dc_2_831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21" name="Google Shape;10521;g2975d56d0dc_2_8316"/>
            <p:cNvGrpSpPr/>
            <p:nvPr/>
          </p:nvGrpSpPr>
          <p:grpSpPr>
            <a:xfrm>
              <a:off x="1874250" y="1278825"/>
              <a:ext cx="308100" cy="605275"/>
              <a:chOff x="1874250" y="1278825"/>
              <a:chExt cx="308100" cy="605275"/>
            </a:xfrm>
          </p:grpSpPr>
          <p:cxnSp>
            <p:nvCxnSpPr>
              <p:cNvPr id="10522" name="Google Shape;10522;g2975d56d0dc_2_8316"/>
              <p:cNvCxnSpPr/>
              <p:nvPr/>
            </p:nvCxnSpPr>
            <p:spPr>
              <a:xfrm>
                <a:off x="2099575" y="1571800"/>
                <a:ext cx="0" cy="312300"/>
              </a:xfrm>
              <a:prstGeom prst="straightConnector1">
                <a:avLst/>
              </a:prstGeom>
              <a:noFill/>
              <a:ln cap="flat" cmpd="sng" w="9525">
                <a:solidFill>
                  <a:srgbClr val="E3E9ED"/>
                </a:solidFill>
                <a:prstDash val="solid"/>
                <a:round/>
                <a:headEnd len="sm" w="sm" type="none"/>
                <a:tailEnd len="sm" w="sm" type="none"/>
              </a:ln>
            </p:spPr>
          </p:cxnSp>
          <p:sp>
            <p:nvSpPr>
              <p:cNvPr id="10523" name="Google Shape;10523;g2975d56d0dc_2_831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24" name="Google Shape;10524;g2975d56d0dc_2_831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25" name="Google Shape;10525;g2975d56d0dc_2_8316"/>
          <p:cNvGrpSpPr/>
          <p:nvPr/>
        </p:nvGrpSpPr>
        <p:grpSpPr>
          <a:xfrm>
            <a:off x="1574012" y="1857258"/>
            <a:ext cx="739072" cy="714152"/>
            <a:chOff x="4334725" y="1355875"/>
            <a:chExt cx="3106650" cy="3001900"/>
          </a:xfrm>
        </p:grpSpPr>
        <p:grpSp>
          <p:nvGrpSpPr>
            <p:cNvPr id="10526" name="Google Shape;10526;g2975d56d0dc_2_8316"/>
            <p:cNvGrpSpPr/>
            <p:nvPr/>
          </p:nvGrpSpPr>
          <p:grpSpPr>
            <a:xfrm>
              <a:off x="4516050" y="1724875"/>
              <a:ext cx="2693725" cy="2632900"/>
              <a:chOff x="4516050" y="1724875"/>
              <a:chExt cx="2693725" cy="2632900"/>
            </a:xfrm>
          </p:grpSpPr>
          <p:sp>
            <p:nvSpPr>
              <p:cNvPr id="10527" name="Google Shape;10527;g2975d56d0dc_2_831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8" name="Google Shape;10528;g2975d56d0dc_2_831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9" name="Google Shape;10529;g2975d56d0dc_2_831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30" name="Google Shape;10530;g2975d56d0dc_2_8316"/>
            <p:cNvGrpSpPr/>
            <p:nvPr/>
          </p:nvGrpSpPr>
          <p:grpSpPr>
            <a:xfrm>
              <a:off x="4334725" y="1355875"/>
              <a:ext cx="3106650" cy="2709650"/>
              <a:chOff x="4334725" y="1355875"/>
              <a:chExt cx="3106650" cy="2709650"/>
            </a:xfrm>
          </p:grpSpPr>
          <p:sp>
            <p:nvSpPr>
              <p:cNvPr id="10531" name="Google Shape;10531;g2975d56d0dc_2_831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2" name="Google Shape;10532;g2975d56d0dc_2_831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3" name="Google Shape;10533;g2975d56d0dc_2_831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534" name="Google Shape;10534;g2975d56d0dc_2_8316"/>
          <p:cNvGrpSpPr/>
          <p:nvPr/>
        </p:nvGrpSpPr>
        <p:grpSpPr>
          <a:xfrm>
            <a:off x="7690961" y="3488029"/>
            <a:ext cx="312074" cy="684173"/>
            <a:chOff x="7645573" y="3754300"/>
            <a:chExt cx="293855" cy="644170"/>
          </a:xfrm>
        </p:grpSpPr>
        <p:sp>
          <p:nvSpPr>
            <p:cNvPr id="10535" name="Google Shape;10535;g2975d56d0dc_2_831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6" name="Google Shape;10536;g2975d56d0dc_2_831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37" name="Google Shape;10537;g2975d56d0dc_2_8316"/>
          <p:cNvGrpSpPr/>
          <p:nvPr/>
        </p:nvGrpSpPr>
        <p:grpSpPr>
          <a:xfrm>
            <a:off x="5612949" y="970936"/>
            <a:ext cx="709011" cy="739359"/>
            <a:chOff x="5830645" y="1256617"/>
            <a:chExt cx="530340" cy="553040"/>
          </a:xfrm>
        </p:grpSpPr>
        <p:grpSp>
          <p:nvGrpSpPr>
            <p:cNvPr id="10538" name="Google Shape;10538;g2975d56d0dc_2_8316"/>
            <p:cNvGrpSpPr/>
            <p:nvPr/>
          </p:nvGrpSpPr>
          <p:grpSpPr>
            <a:xfrm>
              <a:off x="5830645" y="1256617"/>
              <a:ext cx="259743" cy="269908"/>
              <a:chOff x="5830645" y="1256617"/>
              <a:chExt cx="259743" cy="269908"/>
            </a:xfrm>
          </p:grpSpPr>
          <p:sp>
            <p:nvSpPr>
              <p:cNvPr id="10539" name="Google Shape;10539;g2975d56d0dc_2_831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0" name="Google Shape;10540;g2975d56d0dc_2_831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41" name="Google Shape;10541;g2975d56d0dc_2_8316"/>
            <p:cNvGrpSpPr/>
            <p:nvPr/>
          </p:nvGrpSpPr>
          <p:grpSpPr>
            <a:xfrm>
              <a:off x="6101293" y="1256617"/>
              <a:ext cx="259692" cy="269908"/>
              <a:chOff x="6101293" y="1256617"/>
              <a:chExt cx="259692" cy="269908"/>
            </a:xfrm>
          </p:grpSpPr>
          <p:sp>
            <p:nvSpPr>
              <p:cNvPr id="10542" name="Google Shape;10542;g2975d56d0dc_2_831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3" name="Google Shape;10543;g2975d56d0dc_2_831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44" name="Google Shape;10544;g2975d56d0dc_2_8316"/>
            <p:cNvGrpSpPr/>
            <p:nvPr/>
          </p:nvGrpSpPr>
          <p:grpSpPr>
            <a:xfrm>
              <a:off x="5830645" y="1539749"/>
              <a:ext cx="259692" cy="269908"/>
              <a:chOff x="5830645" y="1539749"/>
              <a:chExt cx="259692" cy="269908"/>
            </a:xfrm>
          </p:grpSpPr>
          <p:sp>
            <p:nvSpPr>
              <p:cNvPr id="10545" name="Google Shape;10545;g2975d56d0dc_2_831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6" name="Google Shape;10546;g2975d56d0dc_2_831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47" name="Google Shape;10547;g2975d56d0dc_2_8316"/>
            <p:cNvGrpSpPr/>
            <p:nvPr/>
          </p:nvGrpSpPr>
          <p:grpSpPr>
            <a:xfrm>
              <a:off x="6101293" y="1539749"/>
              <a:ext cx="259692" cy="269908"/>
              <a:chOff x="6101293" y="1539749"/>
              <a:chExt cx="259692" cy="269908"/>
            </a:xfrm>
          </p:grpSpPr>
          <p:sp>
            <p:nvSpPr>
              <p:cNvPr id="10548" name="Google Shape;10548;g2975d56d0dc_2_831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9" name="Google Shape;10549;g2975d56d0dc_2_831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50" name="Google Shape;10550;g2975d56d0dc_2_831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51" name="Google Shape;10551;g2975d56d0dc_2_8316"/>
          <p:cNvGrpSpPr/>
          <p:nvPr/>
        </p:nvGrpSpPr>
        <p:grpSpPr>
          <a:xfrm>
            <a:off x="714444" y="2707052"/>
            <a:ext cx="1452955" cy="621361"/>
            <a:chOff x="732422" y="2990152"/>
            <a:chExt cx="1337773" cy="572103"/>
          </a:xfrm>
        </p:grpSpPr>
        <p:sp>
          <p:nvSpPr>
            <p:cNvPr id="10552" name="Google Shape;10552;g2975d56d0dc_2_831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3" name="Google Shape;10553;g2975d56d0dc_2_831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4" name="Google Shape;10554;g2975d56d0dc_2_831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5" name="Google Shape;10555;g2975d56d0dc_2_831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6" name="Google Shape;10556;g2975d56d0dc_2_831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7" name="Google Shape;10557;g2975d56d0dc_2_831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61" name="Shape 10561"/>
        <p:cNvGrpSpPr/>
        <p:nvPr/>
      </p:nvGrpSpPr>
      <p:grpSpPr>
        <a:xfrm>
          <a:off x="0" y="0"/>
          <a:ext cx="0" cy="0"/>
          <a:chOff x="0" y="0"/>
          <a:chExt cx="0" cy="0"/>
        </a:xfrm>
      </p:grpSpPr>
      <p:grpSp>
        <p:nvGrpSpPr>
          <p:cNvPr id="10562" name="Google Shape;10562;g2975d56d0dc_2_8717"/>
          <p:cNvGrpSpPr/>
          <p:nvPr/>
        </p:nvGrpSpPr>
        <p:grpSpPr>
          <a:xfrm>
            <a:off x="708579" y="965872"/>
            <a:ext cx="1636117" cy="1526144"/>
            <a:chOff x="729238" y="1179665"/>
            <a:chExt cx="1636117" cy="1526144"/>
          </a:xfrm>
        </p:grpSpPr>
        <p:grpSp>
          <p:nvGrpSpPr>
            <p:cNvPr id="10563" name="Google Shape;10563;g2975d56d0dc_2_8717"/>
            <p:cNvGrpSpPr/>
            <p:nvPr/>
          </p:nvGrpSpPr>
          <p:grpSpPr>
            <a:xfrm>
              <a:off x="729238" y="1179665"/>
              <a:ext cx="80700" cy="1526144"/>
              <a:chOff x="729238" y="1179665"/>
              <a:chExt cx="80700" cy="1526144"/>
            </a:xfrm>
          </p:grpSpPr>
          <p:sp>
            <p:nvSpPr>
              <p:cNvPr id="10564" name="Google Shape;10564;g2975d56d0dc_2_871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5" name="Google Shape;10565;g2975d56d0dc_2_871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6" name="Google Shape;10566;g2975d56d0dc_2_871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7" name="Google Shape;10567;g2975d56d0dc_2_871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8" name="Google Shape;10568;g2975d56d0dc_2_871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9" name="Google Shape;10569;g2975d56d0dc_2_871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0" name="Google Shape;10570;g2975d56d0dc_2_871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1" name="Google Shape;10571;g2975d56d0dc_2_871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2" name="Google Shape;10572;g2975d56d0dc_2_871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3" name="Google Shape;10573;g2975d56d0dc_2_871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74" name="Google Shape;10574;g2975d56d0dc_2_8717"/>
            <p:cNvGrpSpPr/>
            <p:nvPr/>
          </p:nvGrpSpPr>
          <p:grpSpPr>
            <a:xfrm>
              <a:off x="903098" y="1179665"/>
              <a:ext cx="80700" cy="1526144"/>
              <a:chOff x="903098" y="1179665"/>
              <a:chExt cx="80700" cy="1526144"/>
            </a:xfrm>
          </p:grpSpPr>
          <p:sp>
            <p:nvSpPr>
              <p:cNvPr id="10575" name="Google Shape;10575;g2975d56d0dc_2_871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6" name="Google Shape;10576;g2975d56d0dc_2_871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7" name="Google Shape;10577;g2975d56d0dc_2_871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8" name="Google Shape;10578;g2975d56d0dc_2_871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9" name="Google Shape;10579;g2975d56d0dc_2_871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0" name="Google Shape;10580;g2975d56d0dc_2_871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1" name="Google Shape;10581;g2975d56d0dc_2_871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2" name="Google Shape;10582;g2975d56d0dc_2_871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3" name="Google Shape;10583;g2975d56d0dc_2_871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4" name="Google Shape;10584;g2975d56d0dc_2_871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85" name="Google Shape;10585;g2975d56d0dc_2_8717"/>
            <p:cNvGrpSpPr/>
            <p:nvPr/>
          </p:nvGrpSpPr>
          <p:grpSpPr>
            <a:xfrm>
              <a:off x="1076958" y="1179665"/>
              <a:ext cx="80700" cy="1526144"/>
              <a:chOff x="1076958" y="1179665"/>
              <a:chExt cx="80700" cy="1526144"/>
            </a:xfrm>
          </p:grpSpPr>
          <p:sp>
            <p:nvSpPr>
              <p:cNvPr id="10586" name="Google Shape;10586;g2975d56d0dc_2_871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7" name="Google Shape;10587;g2975d56d0dc_2_871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8" name="Google Shape;10588;g2975d56d0dc_2_871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9" name="Google Shape;10589;g2975d56d0dc_2_871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0" name="Google Shape;10590;g2975d56d0dc_2_871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1" name="Google Shape;10591;g2975d56d0dc_2_871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2" name="Google Shape;10592;g2975d56d0dc_2_871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3" name="Google Shape;10593;g2975d56d0dc_2_871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4" name="Google Shape;10594;g2975d56d0dc_2_871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5" name="Google Shape;10595;g2975d56d0dc_2_871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96" name="Google Shape;10596;g2975d56d0dc_2_8717"/>
            <p:cNvGrpSpPr/>
            <p:nvPr/>
          </p:nvGrpSpPr>
          <p:grpSpPr>
            <a:xfrm>
              <a:off x="1247707" y="1179665"/>
              <a:ext cx="80700" cy="1526144"/>
              <a:chOff x="1247707" y="1179665"/>
              <a:chExt cx="80700" cy="1526144"/>
            </a:xfrm>
          </p:grpSpPr>
          <p:sp>
            <p:nvSpPr>
              <p:cNvPr id="10597" name="Google Shape;10597;g2975d56d0dc_2_871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8" name="Google Shape;10598;g2975d56d0dc_2_871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9" name="Google Shape;10599;g2975d56d0dc_2_871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0" name="Google Shape;10600;g2975d56d0dc_2_871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1" name="Google Shape;10601;g2975d56d0dc_2_871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2" name="Google Shape;10602;g2975d56d0dc_2_871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3" name="Google Shape;10603;g2975d56d0dc_2_871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4" name="Google Shape;10604;g2975d56d0dc_2_871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5" name="Google Shape;10605;g2975d56d0dc_2_871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6" name="Google Shape;10606;g2975d56d0dc_2_871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07" name="Google Shape;10607;g2975d56d0dc_2_8717"/>
            <p:cNvGrpSpPr/>
            <p:nvPr/>
          </p:nvGrpSpPr>
          <p:grpSpPr>
            <a:xfrm>
              <a:off x="1421567" y="1179665"/>
              <a:ext cx="80700" cy="1526144"/>
              <a:chOff x="1421567" y="1179665"/>
              <a:chExt cx="80700" cy="1526144"/>
            </a:xfrm>
          </p:grpSpPr>
          <p:sp>
            <p:nvSpPr>
              <p:cNvPr id="10608" name="Google Shape;10608;g2975d56d0dc_2_871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9" name="Google Shape;10609;g2975d56d0dc_2_871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0" name="Google Shape;10610;g2975d56d0dc_2_871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1" name="Google Shape;10611;g2975d56d0dc_2_871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2" name="Google Shape;10612;g2975d56d0dc_2_871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3" name="Google Shape;10613;g2975d56d0dc_2_871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4" name="Google Shape;10614;g2975d56d0dc_2_871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5" name="Google Shape;10615;g2975d56d0dc_2_871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6" name="Google Shape;10616;g2975d56d0dc_2_871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7" name="Google Shape;10617;g2975d56d0dc_2_871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18" name="Google Shape;10618;g2975d56d0dc_2_8717"/>
            <p:cNvGrpSpPr/>
            <p:nvPr/>
          </p:nvGrpSpPr>
          <p:grpSpPr>
            <a:xfrm>
              <a:off x="1592327" y="1179665"/>
              <a:ext cx="80700" cy="1526144"/>
              <a:chOff x="1592327" y="1179665"/>
              <a:chExt cx="80700" cy="1526144"/>
            </a:xfrm>
          </p:grpSpPr>
          <p:sp>
            <p:nvSpPr>
              <p:cNvPr id="10619" name="Google Shape;10619;g2975d56d0dc_2_871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0" name="Google Shape;10620;g2975d56d0dc_2_871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1" name="Google Shape;10621;g2975d56d0dc_2_871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2" name="Google Shape;10622;g2975d56d0dc_2_871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3" name="Google Shape;10623;g2975d56d0dc_2_871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4" name="Google Shape;10624;g2975d56d0dc_2_871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5" name="Google Shape;10625;g2975d56d0dc_2_871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6" name="Google Shape;10626;g2975d56d0dc_2_871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7" name="Google Shape;10627;g2975d56d0dc_2_871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8" name="Google Shape;10628;g2975d56d0dc_2_871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29" name="Google Shape;10629;g2975d56d0dc_2_8717"/>
            <p:cNvGrpSpPr/>
            <p:nvPr/>
          </p:nvGrpSpPr>
          <p:grpSpPr>
            <a:xfrm>
              <a:off x="1766187" y="1179665"/>
              <a:ext cx="80700" cy="1526144"/>
              <a:chOff x="1766187" y="1179665"/>
              <a:chExt cx="80700" cy="1526144"/>
            </a:xfrm>
          </p:grpSpPr>
          <p:sp>
            <p:nvSpPr>
              <p:cNvPr id="10630" name="Google Shape;10630;g2975d56d0dc_2_871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1" name="Google Shape;10631;g2975d56d0dc_2_871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2" name="Google Shape;10632;g2975d56d0dc_2_871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3" name="Google Shape;10633;g2975d56d0dc_2_871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4" name="Google Shape;10634;g2975d56d0dc_2_871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5" name="Google Shape;10635;g2975d56d0dc_2_871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6" name="Google Shape;10636;g2975d56d0dc_2_871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7" name="Google Shape;10637;g2975d56d0dc_2_871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8" name="Google Shape;10638;g2975d56d0dc_2_871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9" name="Google Shape;10639;g2975d56d0dc_2_871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40" name="Google Shape;10640;g2975d56d0dc_2_8717"/>
            <p:cNvGrpSpPr/>
            <p:nvPr/>
          </p:nvGrpSpPr>
          <p:grpSpPr>
            <a:xfrm>
              <a:off x="1936935" y="1179665"/>
              <a:ext cx="80700" cy="1526144"/>
              <a:chOff x="1936935" y="1179665"/>
              <a:chExt cx="80700" cy="1526144"/>
            </a:xfrm>
          </p:grpSpPr>
          <p:sp>
            <p:nvSpPr>
              <p:cNvPr id="10641" name="Google Shape;10641;g2975d56d0dc_2_871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2" name="Google Shape;10642;g2975d56d0dc_2_871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3" name="Google Shape;10643;g2975d56d0dc_2_871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4" name="Google Shape;10644;g2975d56d0dc_2_871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5" name="Google Shape;10645;g2975d56d0dc_2_871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6" name="Google Shape;10646;g2975d56d0dc_2_871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7" name="Google Shape;10647;g2975d56d0dc_2_871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8" name="Google Shape;10648;g2975d56d0dc_2_871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9" name="Google Shape;10649;g2975d56d0dc_2_871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0" name="Google Shape;10650;g2975d56d0dc_2_871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51" name="Google Shape;10651;g2975d56d0dc_2_8717"/>
            <p:cNvGrpSpPr/>
            <p:nvPr/>
          </p:nvGrpSpPr>
          <p:grpSpPr>
            <a:xfrm>
              <a:off x="2110795" y="1179665"/>
              <a:ext cx="80700" cy="1526144"/>
              <a:chOff x="2110795" y="1179665"/>
              <a:chExt cx="80700" cy="1526144"/>
            </a:xfrm>
          </p:grpSpPr>
          <p:sp>
            <p:nvSpPr>
              <p:cNvPr id="10652" name="Google Shape;10652;g2975d56d0dc_2_871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3" name="Google Shape;10653;g2975d56d0dc_2_871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4" name="Google Shape;10654;g2975d56d0dc_2_871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5" name="Google Shape;10655;g2975d56d0dc_2_871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6" name="Google Shape;10656;g2975d56d0dc_2_871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7" name="Google Shape;10657;g2975d56d0dc_2_871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8" name="Google Shape;10658;g2975d56d0dc_2_871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9" name="Google Shape;10659;g2975d56d0dc_2_871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0" name="Google Shape;10660;g2975d56d0dc_2_871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1" name="Google Shape;10661;g2975d56d0dc_2_871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62" name="Google Shape;10662;g2975d56d0dc_2_8717"/>
            <p:cNvGrpSpPr/>
            <p:nvPr/>
          </p:nvGrpSpPr>
          <p:grpSpPr>
            <a:xfrm>
              <a:off x="2284655" y="1179665"/>
              <a:ext cx="80700" cy="1526144"/>
              <a:chOff x="2284655" y="1179665"/>
              <a:chExt cx="80700" cy="1526144"/>
            </a:xfrm>
          </p:grpSpPr>
          <p:sp>
            <p:nvSpPr>
              <p:cNvPr id="10663" name="Google Shape;10663;g2975d56d0dc_2_871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4" name="Google Shape;10664;g2975d56d0dc_2_871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5" name="Google Shape;10665;g2975d56d0dc_2_871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6" name="Google Shape;10666;g2975d56d0dc_2_871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7" name="Google Shape;10667;g2975d56d0dc_2_871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8" name="Google Shape;10668;g2975d56d0dc_2_871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9" name="Google Shape;10669;g2975d56d0dc_2_871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0" name="Google Shape;10670;g2975d56d0dc_2_871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1" name="Google Shape;10671;g2975d56d0dc_2_871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2" name="Google Shape;10672;g2975d56d0dc_2_871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673" name="Google Shape;10673;g2975d56d0dc_2_8717"/>
          <p:cNvGrpSpPr/>
          <p:nvPr/>
        </p:nvGrpSpPr>
        <p:grpSpPr>
          <a:xfrm>
            <a:off x="2603245" y="985011"/>
            <a:ext cx="1364248" cy="1102133"/>
            <a:chOff x="2623904" y="1198803"/>
            <a:chExt cx="1364248" cy="1102133"/>
          </a:xfrm>
        </p:grpSpPr>
        <p:grpSp>
          <p:nvGrpSpPr>
            <p:cNvPr id="10674" name="Google Shape;10674;g2975d56d0dc_2_8717"/>
            <p:cNvGrpSpPr/>
            <p:nvPr/>
          </p:nvGrpSpPr>
          <p:grpSpPr>
            <a:xfrm>
              <a:off x="2623907" y="1198803"/>
              <a:ext cx="1364245" cy="273000"/>
              <a:chOff x="2623907" y="1198803"/>
              <a:chExt cx="1364245" cy="273000"/>
            </a:xfrm>
          </p:grpSpPr>
          <p:sp>
            <p:nvSpPr>
              <p:cNvPr id="10675" name="Google Shape;10675;g2975d56d0dc_2_871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6" name="Google Shape;10676;g2975d56d0dc_2_871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7" name="Google Shape;10677;g2975d56d0dc_2_871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8" name="Google Shape;10678;g2975d56d0dc_2_871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9" name="Google Shape;10679;g2975d56d0dc_2_871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0" name="Google Shape;10680;g2975d56d0dc_2_8717"/>
            <p:cNvGrpSpPr/>
            <p:nvPr/>
          </p:nvGrpSpPr>
          <p:grpSpPr>
            <a:xfrm>
              <a:off x="2623904" y="1476964"/>
              <a:ext cx="1364245" cy="273000"/>
              <a:chOff x="2623904" y="1476964"/>
              <a:chExt cx="1364245" cy="273000"/>
            </a:xfrm>
          </p:grpSpPr>
          <p:sp>
            <p:nvSpPr>
              <p:cNvPr id="10681" name="Google Shape;10681;g2975d56d0dc_2_871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2" name="Google Shape;10682;g2975d56d0dc_2_871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3" name="Google Shape;10683;g2975d56d0dc_2_871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4" name="Google Shape;10684;g2975d56d0dc_2_871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5" name="Google Shape;10685;g2975d56d0dc_2_871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6" name="Google Shape;10686;g2975d56d0dc_2_8717"/>
            <p:cNvGrpSpPr/>
            <p:nvPr/>
          </p:nvGrpSpPr>
          <p:grpSpPr>
            <a:xfrm>
              <a:off x="2623907" y="1749775"/>
              <a:ext cx="1364245" cy="273000"/>
              <a:chOff x="2623907" y="1749775"/>
              <a:chExt cx="1364245" cy="273000"/>
            </a:xfrm>
          </p:grpSpPr>
          <p:sp>
            <p:nvSpPr>
              <p:cNvPr id="10687" name="Google Shape;10687;g2975d56d0dc_2_871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8" name="Google Shape;10688;g2975d56d0dc_2_871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9" name="Google Shape;10689;g2975d56d0dc_2_871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0" name="Google Shape;10690;g2975d56d0dc_2_871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1" name="Google Shape;10691;g2975d56d0dc_2_871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92" name="Google Shape;10692;g2975d56d0dc_2_8717"/>
            <p:cNvGrpSpPr/>
            <p:nvPr/>
          </p:nvGrpSpPr>
          <p:grpSpPr>
            <a:xfrm>
              <a:off x="2623904" y="2027936"/>
              <a:ext cx="1364245" cy="273000"/>
              <a:chOff x="2623904" y="2027936"/>
              <a:chExt cx="1364245" cy="273000"/>
            </a:xfrm>
          </p:grpSpPr>
          <p:sp>
            <p:nvSpPr>
              <p:cNvPr id="10693" name="Google Shape;10693;g2975d56d0dc_2_871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4" name="Google Shape;10694;g2975d56d0dc_2_871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5" name="Google Shape;10695;g2975d56d0dc_2_871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6" name="Google Shape;10696;g2975d56d0dc_2_871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7" name="Google Shape;10697;g2975d56d0dc_2_871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698" name="Google Shape;10698;g2975d56d0dc_2_8717"/>
          <p:cNvGrpSpPr/>
          <p:nvPr/>
        </p:nvGrpSpPr>
        <p:grpSpPr>
          <a:xfrm>
            <a:off x="2592706" y="2444193"/>
            <a:ext cx="1387540" cy="159124"/>
            <a:chOff x="3200660" y="2180272"/>
            <a:chExt cx="2563823" cy="378237"/>
          </a:xfrm>
        </p:grpSpPr>
        <p:sp>
          <p:nvSpPr>
            <p:cNvPr id="10699" name="Google Shape;10699;g2975d56d0dc_2_871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0" name="Google Shape;10700;g2975d56d0dc_2_871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1" name="Google Shape;10701;g2975d56d0dc_2_871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2" name="Google Shape;10702;g2975d56d0dc_2_871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3" name="Google Shape;10703;g2975d56d0dc_2_871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4" name="Google Shape;10704;g2975d56d0dc_2_871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5" name="Google Shape;10705;g2975d56d0dc_2_871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6" name="Google Shape;10706;g2975d56d0dc_2_871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7" name="Google Shape;10707;g2975d56d0dc_2_871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8" name="Google Shape;10708;g2975d56d0dc_2_871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9" name="Google Shape;10709;g2975d56d0dc_2_871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0" name="Google Shape;10710;g2975d56d0dc_2_871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1" name="Google Shape;10711;g2975d56d0dc_2_871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2" name="Google Shape;10712;g2975d56d0dc_2_871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3" name="Google Shape;10713;g2975d56d0dc_2_871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4" name="Google Shape;10714;g2975d56d0dc_2_871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5" name="Google Shape;10715;g2975d56d0dc_2_871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6" name="Google Shape;10716;g2975d56d0dc_2_871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17" name="Google Shape;10717;g2975d56d0dc_2_8717"/>
          <p:cNvGrpSpPr/>
          <p:nvPr/>
        </p:nvGrpSpPr>
        <p:grpSpPr>
          <a:xfrm>
            <a:off x="2589231" y="2722018"/>
            <a:ext cx="1390502" cy="159625"/>
            <a:chOff x="3530150" y="2790075"/>
            <a:chExt cx="1962600" cy="225300"/>
          </a:xfrm>
        </p:grpSpPr>
        <p:sp>
          <p:nvSpPr>
            <p:cNvPr id="10718" name="Google Shape;10718;g2975d56d0dc_2_871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9" name="Google Shape;10719;g2975d56d0dc_2_871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20" name="Google Shape;10720;g2975d56d0dc_2_8717"/>
          <p:cNvGrpSpPr/>
          <p:nvPr/>
        </p:nvGrpSpPr>
        <p:grpSpPr>
          <a:xfrm>
            <a:off x="2589884" y="3000344"/>
            <a:ext cx="1411629" cy="153761"/>
            <a:chOff x="3558802" y="4011427"/>
            <a:chExt cx="1866000" cy="111300"/>
          </a:xfrm>
        </p:grpSpPr>
        <p:sp>
          <p:nvSpPr>
            <p:cNvPr id="10721" name="Google Shape;10721;g2975d56d0dc_2_871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2" name="Google Shape;10722;g2975d56d0dc_2_871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23" name="Google Shape;10723;g2975d56d0dc_2_8717"/>
          <p:cNvGrpSpPr/>
          <p:nvPr/>
        </p:nvGrpSpPr>
        <p:grpSpPr>
          <a:xfrm>
            <a:off x="2589576" y="2205744"/>
            <a:ext cx="1383504" cy="119749"/>
            <a:chOff x="3465975" y="2270276"/>
            <a:chExt cx="1986365" cy="171929"/>
          </a:xfrm>
        </p:grpSpPr>
        <p:sp>
          <p:nvSpPr>
            <p:cNvPr id="10724" name="Google Shape;10724;g2975d56d0dc_2_871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5" name="Google Shape;10725;g2975d56d0dc_2_871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6" name="Google Shape;10726;g2975d56d0dc_2_871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7" name="Google Shape;10727;g2975d56d0dc_2_871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8" name="Google Shape;10728;g2975d56d0dc_2_871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9" name="Google Shape;10729;g2975d56d0dc_2_871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0" name="Google Shape;10730;g2975d56d0dc_2_871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1" name="Google Shape;10731;g2975d56d0dc_2_871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32" name="Google Shape;10732;g2975d56d0dc_2_8717"/>
          <p:cNvGrpSpPr/>
          <p:nvPr/>
        </p:nvGrpSpPr>
        <p:grpSpPr>
          <a:xfrm>
            <a:off x="2600584" y="3569394"/>
            <a:ext cx="1369531" cy="195460"/>
            <a:chOff x="723300" y="4253549"/>
            <a:chExt cx="2276482" cy="324900"/>
          </a:xfrm>
        </p:grpSpPr>
        <p:sp>
          <p:nvSpPr>
            <p:cNvPr id="10733" name="Google Shape;10733;g2975d56d0dc_2_871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4" name="Google Shape;10734;g2975d56d0dc_2_871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5" name="Google Shape;10735;g2975d56d0dc_2_871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6" name="Google Shape;10736;g2975d56d0dc_2_871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7" name="Google Shape;10737;g2975d56d0dc_2_871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38" name="Google Shape;10738;g2975d56d0dc_2_8717"/>
          <p:cNvGrpSpPr/>
          <p:nvPr/>
        </p:nvGrpSpPr>
        <p:grpSpPr>
          <a:xfrm>
            <a:off x="2590145" y="3270574"/>
            <a:ext cx="1389065" cy="180119"/>
            <a:chOff x="705948" y="3788465"/>
            <a:chExt cx="2308952" cy="299400"/>
          </a:xfrm>
        </p:grpSpPr>
        <p:sp>
          <p:nvSpPr>
            <p:cNvPr id="10739" name="Google Shape;10739;g2975d56d0dc_2_871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0" name="Google Shape;10740;g2975d56d0dc_2_871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1" name="Google Shape;10741;g2975d56d0dc_2_871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2" name="Google Shape;10742;g2975d56d0dc_2_871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3" name="Google Shape;10743;g2975d56d0dc_2_871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4" name="Google Shape;10744;g2975d56d0dc_2_8717"/>
          <p:cNvGrpSpPr/>
          <p:nvPr/>
        </p:nvGrpSpPr>
        <p:grpSpPr>
          <a:xfrm>
            <a:off x="2638082" y="3883554"/>
            <a:ext cx="1304609" cy="294074"/>
            <a:chOff x="2658741" y="4097347"/>
            <a:chExt cx="1304609" cy="294074"/>
          </a:xfrm>
        </p:grpSpPr>
        <p:grpSp>
          <p:nvGrpSpPr>
            <p:cNvPr id="10745" name="Google Shape;10745;g2975d56d0dc_2_8717"/>
            <p:cNvGrpSpPr/>
            <p:nvPr/>
          </p:nvGrpSpPr>
          <p:grpSpPr>
            <a:xfrm>
              <a:off x="2658741" y="4097347"/>
              <a:ext cx="118572" cy="294074"/>
              <a:chOff x="3343310" y="4475555"/>
              <a:chExt cx="127717" cy="316753"/>
            </a:xfrm>
          </p:grpSpPr>
          <p:sp>
            <p:nvSpPr>
              <p:cNvPr id="10746" name="Google Shape;10746;g2975d56d0dc_2_871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7" name="Google Shape;10747;g2975d56d0dc_2_871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8" name="Google Shape;10748;g2975d56d0dc_2_8717"/>
            <p:cNvGrpSpPr/>
            <p:nvPr/>
          </p:nvGrpSpPr>
          <p:grpSpPr>
            <a:xfrm>
              <a:off x="3815519" y="4098388"/>
              <a:ext cx="147831" cy="291991"/>
              <a:chOff x="3527539" y="4476677"/>
              <a:chExt cx="159232" cy="314510"/>
            </a:xfrm>
          </p:grpSpPr>
          <p:sp>
            <p:nvSpPr>
              <p:cNvPr id="10749" name="Google Shape;10749;g2975d56d0dc_2_871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0" name="Google Shape;10750;g2975d56d0dc_2_871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51" name="Google Shape;10751;g2975d56d0dc_2_8717"/>
            <p:cNvGrpSpPr/>
            <p:nvPr/>
          </p:nvGrpSpPr>
          <p:grpSpPr>
            <a:xfrm>
              <a:off x="3511696" y="4098388"/>
              <a:ext cx="147831" cy="291991"/>
              <a:chOff x="3527539" y="4476677"/>
              <a:chExt cx="159232" cy="314510"/>
            </a:xfrm>
          </p:grpSpPr>
          <p:sp>
            <p:nvSpPr>
              <p:cNvPr id="10752" name="Google Shape;10752;g2975d56d0dc_2_871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3" name="Google Shape;10753;g2975d56d0dc_2_871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54" name="Google Shape;10754;g2975d56d0dc_2_8717"/>
            <p:cNvGrpSpPr/>
            <p:nvPr/>
          </p:nvGrpSpPr>
          <p:grpSpPr>
            <a:xfrm>
              <a:off x="3207874" y="4098388"/>
              <a:ext cx="147831" cy="291991"/>
              <a:chOff x="3527539" y="4476677"/>
              <a:chExt cx="159232" cy="314510"/>
            </a:xfrm>
          </p:grpSpPr>
          <p:sp>
            <p:nvSpPr>
              <p:cNvPr id="10755" name="Google Shape;10755;g2975d56d0dc_2_871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6" name="Google Shape;10756;g2975d56d0dc_2_871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57" name="Google Shape;10757;g2975d56d0dc_2_8717"/>
            <p:cNvGrpSpPr/>
            <p:nvPr/>
          </p:nvGrpSpPr>
          <p:grpSpPr>
            <a:xfrm>
              <a:off x="2933305" y="4097347"/>
              <a:ext cx="118572" cy="294074"/>
              <a:chOff x="3343310" y="4475555"/>
              <a:chExt cx="127717" cy="316753"/>
            </a:xfrm>
          </p:grpSpPr>
          <p:sp>
            <p:nvSpPr>
              <p:cNvPr id="10758" name="Google Shape;10758;g2975d56d0dc_2_871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9" name="Google Shape;10759;g2975d56d0dc_2_871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760" name="Google Shape;10760;g2975d56d0dc_2_8717"/>
          <p:cNvGrpSpPr/>
          <p:nvPr/>
        </p:nvGrpSpPr>
        <p:grpSpPr>
          <a:xfrm>
            <a:off x="4256912" y="1866676"/>
            <a:ext cx="1433821" cy="191500"/>
            <a:chOff x="4273350" y="2080469"/>
            <a:chExt cx="1433821" cy="191500"/>
          </a:xfrm>
        </p:grpSpPr>
        <p:grpSp>
          <p:nvGrpSpPr>
            <p:cNvPr id="10761" name="Google Shape;10761;g2975d56d0dc_2_8717"/>
            <p:cNvGrpSpPr/>
            <p:nvPr/>
          </p:nvGrpSpPr>
          <p:grpSpPr>
            <a:xfrm>
              <a:off x="4273350" y="2080469"/>
              <a:ext cx="1433821" cy="0"/>
              <a:chOff x="5224975" y="2962250"/>
              <a:chExt cx="1544400" cy="0"/>
            </a:xfrm>
          </p:grpSpPr>
          <p:cxnSp>
            <p:nvCxnSpPr>
              <p:cNvPr id="10762" name="Google Shape;10762;g2975d56d0dc_2_8717"/>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10763" name="Google Shape;10763;g2975d56d0dc_2_8717"/>
              <p:cNvCxnSpPr/>
              <p:nvPr/>
            </p:nvCxnSpPr>
            <p:spPr>
              <a:xfrm>
                <a:off x="5225150" y="2962250"/>
                <a:ext cx="453300" cy="0"/>
              </a:xfrm>
              <a:prstGeom prst="straightConnector1">
                <a:avLst/>
              </a:prstGeom>
              <a:noFill/>
              <a:ln cap="flat" cmpd="sng" w="9525">
                <a:solidFill>
                  <a:srgbClr val="7994A9"/>
                </a:solidFill>
                <a:prstDash val="solid"/>
                <a:round/>
                <a:headEnd len="sm" w="sm" type="none"/>
                <a:tailEnd len="med" w="med" type="oval"/>
              </a:ln>
            </p:spPr>
          </p:cxnSp>
        </p:grpSp>
        <p:grpSp>
          <p:nvGrpSpPr>
            <p:cNvPr id="10764" name="Google Shape;10764;g2975d56d0dc_2_8717"/>
            <p:cNvGrpSpPr/>
            <p:nvPr/>
          </p:nvGrpSpPr>
          <p:grpSpPr>
            <a:xfrm>
              <a:off x="4273350" y="2271969"/>
              <a:ext cx="1433821" cy="0"/>
              <a:chOff x="5224975" y="2962250"/>
              <a:chExt cx="1544400" cy="0"/>
            </a:xfrm>
          </p:grpSpPr>
          <p:cxnSp>
            <p:nvCxnSpPr>
              <p:cNvPr id="10765" name="Google Shape;10765;g2975d56d0dc_2_8717"/>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10766" name="Google Shape;10766;g2975d56d0dc_2_8717"/>
              <p:cNvCxnSpPr/>
              <p:nvPr/>
            </p:nvCxnSpPr>
            <p:spPr>
              <a:xfrm>
                <a:off x="5225150" y="2962250"/>
                <a:ext cx="998700" cy="0"/>
              </a:xfrm>
              <a:prstGeom prst="straightConnector1">
                <a:avLst/>
              </a:prstGeom>
              <a:noFill/>
              <a:ln cap="flat" cmpd="sng" w="9525">
                <a:solidFill>
                  <a:srgbClr val="7994A9"/>
                </a:solidFill>
                <a:prstDash val="solid"/>
                <a:round/>
                <a:headEnd len="sm" w="sm" type="none"/>
                <a:tailEnd len="med" w="med" type="oval"/>
              </a:ln>
            </p:spPr>
          </p:cxnSp>
        </p:grpSp>
      </p:grpSp>
      <p:grpSp>
        <p:nvGrpSpPr>
          <p:cNvPr id="10767" name="Google Shape;10767;g2975d56d0dc_2_8717"/>
          <p:cNvGrpSpPr/>
          <p:nvPr/>
        </p:nvGrpSpPr>
        <p:grpSpPr>
          <a:xfrm>
            <a:off x="4258467" y="969244"/>
            <a:ext cx="1430711" cy="743389"/>
            <a:chOff x="5159450" y="1919950"/>
            <a:chExt cx="1541050" cy="862500"/>
          </a:xfrm>
        </p:grpSpPr>
        <p:sp>
          <p:nvSpPr>
            <p:cNvPr id="10768" name="Google Shape;10768;g2975d56d0dc_2_871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9" name="Google Shape;10769;g2975d56d0dc_2_8717"/>
            <p:cNvGrpSpPr/>
            <p:nvPr/>
          </p:nvGrpSpPr>
          <p:grpSpPr>
            <a:xfrm>
              <a:off x="5159450" y="1919950"/>
              <a:ext cx="1541050" cy="862500"/>
              <a:chOff x="5159450" y="1919950"/>
              <a:chExt cx="1541050" cy="862500"/>
            </a:xfrm>
          </p:grpSpPr>
          <p:cxnSp>
            <p:nvCxnSpPr>
              <p:cNvPr id="10770" name="Google Shape;10770;g2975d56d0dc_2_8717"/>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10771" name="Google Shape;10771;g2975d56d0dc_2_8717"/>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10772" name="Google Shape;10772;g2975d56d0dc_2_8717"/>
          <p:cNvGrpSpPr/>
          <p:nvPr/>
        </p:nvGrpSpPr>
        <p:grpSpPr>
          <a:xfrm>
            <a:off x="4248581" y="2192571"/>
            <a:ext cx="1450484" cy="1052087"/>
            <a:chOff x="5230575" y="1554475"/>
            <a:chExt cx="2137150" cy="1550150"/>
          </a:xfrm>
        </p:grpSpPr>
        <p:sp>
          <p:nvSpPr>
            <p:cNvPr id="10773" name="Google Shape;10773;g2975d56d0dc_2_871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4" name="Google Shape;10774;g2975d56d0dc_2_871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5" name="Google Shape;10775;g2975d56d0dc_2_871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6" name="Google Shape;10776;g2975d56d0dc_2_871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7" name="Google Shape;10777;g2975d56d0dc_2_871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8" name="Google Shape;10778;g2975d56d0dc_2_871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9" name="Google Shape;10779;g2975d56d0dc_2_871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0" name="Google Shape;10780;g2975d56d0dc_2_871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1" name="Google Shape;10781;g2975d56d0dc_2_871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2" name="Google Shape;10782;g2975d56d0dc_2_871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3" name="Google Shape;10783;g2975d56d0dc_2_871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4" name="Google Shape;10784;g2975d56d0dc_2_871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5" name="Google Shape;10785;g2975d56d0dc_2_871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86" name="Google Shape;10786;g2975d56d0dc_2_8717"/>
          <p:cNvGrpSpPr/>
          <p:nvPr/>
        </p:nvGrpSpPr>
        <p:grpSpPr>
          <a:xfrm rot="10800000">
            <a:off x="4265131" y="3284761"/>
            <a:ext cx="1417383" cy="887946"/>
            <a:chOff x="5645403" y="2920021"/>
            <a:chExt cx="2650800" cy="2180614"/>
          </a:xfrm>
        </p:grpSpPr>
        <p:sp>
          <p:nvSpPr>
            <p:cNvPr id="10787" name="Google Shape;10787;g2975d56d0dc_2_871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788" name="Google Shape;10788;g2975d56d0dc_2_8717"/>
            <p:cNvCxnSpPr>
              <a:stCxn id="10787" idx="1"/>
            </p:cNvCxnSpPr>
            <p:nvPr/>
          </p:nvCxnSpPr>
          <p:spPr>
            <a:xfrm rot="10800000">
              <a:off x="5645403" y="3154021"/>
              <a:ext cx="127500" cy="600"/>
            </a:xfrm>
            <a:prstGeom prst="straightConnector1">
              <a:avLst/>
            </a:prstGeom>
            <a:noFill/>
            <a:ln cap="flat" cmpd="sng" w="9525">
              <a:solidFill>
                <a:srgbClr val="435D74"/>
              </a:solidFill>
              <a:prstDash val="solid"/>
              <a:round/>
              <a:headEnd len="sm" w="sm" type="none"/>
              <a:tailEnd len="sm" w="sm" type="none"/>
            </a:ln>
          </p:spPr>
        </p:cxnSp>
        <p:sp>
          <p:nvSpPr>
            <p:cNvPr id="10789" name="Google Shape;10789;g2975d56d0dc_2_871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790" name="Google Shape;10790;g2975d56d0dc_2_8717"/>
            <p:cNvCxnSpPr>
              <a:endCxn id="10789" idx="3"/>
            </p:cNvCxnSpPr>
            <p:nvPr/>
          </p:nvCxnSpPr>
          <p:spPr>
            <a:xfrm rot="10800000">
              <a:off x="8059040" y="3735532"/>
              <a:ext cx="135300" cy="0"/>
            </a:xfrm>
            <a:prstGeom prst="straightConnector1">
              <a:avLst/>
            </a:prstGeom>
            <a:noFill/>
            <a:ln cap="flat" cmpd="sng" w="9525">
              <a:solidFill>
                <a:srgbClr val="5F7D95"/>
              </a:solidFill>
              <a:prstDash val="solid"/>
              <a:round/>
              <a:headEnd len="sm" w="sm" type="none"/>
              <a:tailEnd len="sm" w="sm" type="none"/>
            </a:ln>
          </p:spPr>
        </p:cxnSp>
        <p:sp>
          <p:nvSpPr>
            <p:cNvPr id="10791" name="Google Shape;10791;g2975d56d0dc_2_871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792" name="Google Shape;10792;g2975d56d0dc_2_8717"/>
            <p:cNvCxnSpPr>
              <a:stCxn id="10791" idx="1"/>
            </p:cNvCxnSpPr>
            <p:nvPr/>
          </p:nvCxnSpPr>
          <p:spPr>
            <a:xfrm rot="10800000">
              <a:off x="6175223" y="4300183"/>
              <a:ext cx="123900" cy="600"/>
            </a:xfrm>
            <a:prstGeom prst="straightConnector1">
              <a:avLst/>
            </a:prstGeom>
            <a:noFill/>
            <a:ln cap="flat" cmpd="sng" w="9525">
              <a:solidFill>
                <a:srgbClr val="869FB2"/>
              </a:solidFill>
              <a:prstDash val="solid"/>
              <a:round/>
              <a:headEnd len="sm" w="sm" type="none"/>
              <a:tailEnd len="sm" w="sm" type="none"/>
            </a:ln>
          </p:spPr>
        </p:cxnSp>
        <p:sp>
          <p:nvSpPr>
            <p:cNvPr id="10793" name="Google Shape;10793;g2975d56d0dc_2_871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794" name="Google Shape;10794;g2975d56d0dc_2_8717"/>
            <p:cNvCxnSpPr>
              <a:endCxn id="10793" idx="3"/>
            </p:cNvCxnSpPr>
            <p:nvPr/>
          </p:nvCxnSpPr>
          <p:spPr>
            <a:xfrm flipH="1">
              <a:off x="7439761" y="4864535"/>
              <a:ext cx="104400" cy="1500"/>
            </a:xfrm>
            <a:prstGeom prst="straightConnector1">
              <a:avLst/>
            </a:prstGeom>
            <a:noFill/>
            <a:ln cap="flat" cmpd="sng" w="9525">
              <a:solidFill>
                <a:srgbClr val="BAC8D3"/>
              </a:solidFill>
              <a:prstDash val="solid"/>
              <a:round/>
              <a:headEnd len="sm" w="sm" type="none"/>
              <a:tailEnd len="sm" w="sm" type="none"/>
            </a:ln>
          </p:spPr>
        </p:cxnSp>
      </p:grpSp>
      <p:grpSp>
        <p:nvGrpSpPr>
          <p:cNvPr id="10795" name="Google Shape;10795;g2975d56d0dc_2_8717"/>
          <p:cNvGrpSpPr/>
          <p:nvPr/>
        </p:nvGrpSpPr>
        <p:grpSpPr>
          <a:xfrm>
            <a:off x="7365491" y="2188116"/>
            <a:ext cx="1071743" cy="1021579"/>
            <a:chOff x="7189833" y="2022667"/>
            <a:chExt cx="1251159" cy="1192597"/>
          </a:xfrm>
        </p:grpSpPr>
        <p:sp>
          <p:nvSpPr>
            <p:cNvPr id="10796" name="Google Shape;10796;g2975d56d0dc_2_871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7" name="Google Shape;10797;g2975d56d0dc_2_871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8" name="Google Shape;10798;g2975d56d0dc_2_871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9" name="Google Shape;10799;g2975d56d0dc_2_871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0" name="Google Shape;10800;g2975d56d0dc_2_8717"/>
          <p:cNvGrpSpPr/>
          <p:nvPr/>
        </p:nvGrpSpPr>
        <p:grpSpPr>
          <a:xfrm>
            <a:off x="706762" y="2614523"/>
            <a:ext cx="1695374" cy="1560837"/>
            <a:chOff x="727421" y="2828315"/>
            <a:chExt cx="1695374" cy="1560837"/>
          </a:xfrm>
        </p:grpSpPr>
        <p:grpSp>
          <p:nvGrpSpPr>
            <p:cNvPr id="10801" name="Google Shape;10801;g2975d56d0dc_2_8717"/>
            <p:cNvGrpSpPr/>
            <p:nvPr/>
          </p:nvGrpSpPr>
          <p:grpSpPr>
            <a:xfrm>
              <a:off x="819108" y="2882501"/>
              <a:ext cx="103104" cy="1426186"/>
              <a:chOff x="4674013" y="3100904"/>
              <a:chExt cx="122758" cy="1698043"/>
            </a:xfrm>
          </p:grpSpPr>
          <p:sp>
            <p:nvSpPr>
              <p:cNvPr id="10802" name="Google Shape;10802;g2975d56d0dc_2_871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3" name="Google Shape;10803;g2975d56d0dc_2_871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4" name="Google Shape;10804;g2975d56d0dc_2_871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5" name="Google Shape;10805;g2975d56d0dc_2_871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6" name="Google Shape;10806;g2975d56d0dc_2_871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7" name="Google Shape;10807;g2975d56d0dc_2_871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8" name="Google Shape;10808;g2975d56d0dc_2_871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9" name="Google Shape;10809;g2975d56d0dc_2_8717"/>
            <p:cNvGrpSpPr/>
            <p:nvPr/>
          </p:nvGrpSpPr>
          <p:grpSpPr>
            <a:xfrm>
              <a:off x="1062475" y="2882501"/>
              <a:ext cx="103104" cy="1426186"/>
              <a:chOff x="4940438" y="3100904"/>
              <a:chExt cx="122758" cy="1698043"/>
            </a:xfrm>
          </p:grpSpPr>
          <p:sp>
            <p:nvSpPr>
              <p:cNvPr id="10810" name="Google Shape;10810;g2975d56d0dc_2_871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1" name="Google Shape;10811;g2975d56d0dc_2_871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2" name="Google Shape;10812;g2975d56d0dc_2_871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3" name="Google Shape;10813;g2975d56d0dc_2_871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4" name="Google Shape;10814;g2975d56d0dc_2_871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5" name="Google Shape;10815;g2975d56d0dc_2_871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6" name="Google Shape;10816;g2975d56d0dc_2_871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17" name="Google Shape;10817;g2975d56d0dc_2_8717"/>
            <p:cNvGrpSpPr/>
            <p:nvPr/>
          </p:nvGrpSpPr>
          <p:grpSpPr>
            <a:xfrm>
              <a:off x="1299324" y="2882501"/>
              <a:ext cx="103104" cy="1426186"/>
              <a:chOff x="5206863" y="3100904"/>
              <a:chExt cx="122758" cy="1698043"/>
            </a:xfrm>
          </p:grpSpPr>
          <p:sp>
            <p:nvSpPr>
              <p:cNvPr id="10818" name="Google Shape;10818;g2975d56d0dc_2_871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9" name="Google Shape;10819;g2975d56d0dc_2_871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0" name="Google Shape;10820;g2975d56d0dc_2_871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1" name="Google Shape;10821;g2975d56d0dc_2_871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2" name="Google Shape;10822;g2975d56d0dc_2_871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3" name="Google Shape;10823;g2975d56d0dc_2_871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4" name="Google Shape;10824;g2975d56d0dc_2_871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25" name="Google Shape;10825;g2975d56d0dc_2_8717"/>
            <p:cNvGrpSpPr/>
            <p:nvPr/>
          </p:nvGrpSpPr>
          <p:grpSpPr>
            <a:xfrm>
              <a:off x="1786057" y="2882501"/>
              <a:ext cx="103104" cy="1426186"/>
              <a:chOff x="6006138" y="3143629"/>
              <a:chExt cx="122758" cy="1698043"/>
            </a:xfrm>
          </p:grpSpPr>
          <p:sp>
            <p:nvSpPr>
              <p:cNvPr id="10826" name="Google Shape;10826;g2975d56d0dc_2_871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7" name="Google Shape;10827;g2975d56d0dc_2_871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8" name="Google Shape;10828;g2975d56d0dc_2_871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9" name="Google Shape;10829;g2975d56d0dc_2_871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0" name="Google Shape;10830;g2975d56d0dc_2_871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1" name="Google Shape;10831;g2975d56d0dc_2_871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2" name="Google Shape;10832;g2975d56d0dc_2_871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33" name="Google Shape;10833;g2975d56d0dc_2_8717"/>
            <p:cNvGrpSpPr/>
            <p:nvPr/>
          </p:nvGrpSpPr>
          <p:grpSpPr>
            <a:xfrm>
              <a:off x="2029422" y="2882501"/>
              <a:ext cx="103104" cy="1426186"/>
              <a:chOff x="6805413" y="3100904"/>
              <a:chExt cx="122758" cy="1698043"/>
            </a:xfrm>
          </p:grpSpPr>
          <p:sp>
            <p:nvSpPr>
              <p:cNvPr id="10834" name="Google Shape;10834;g2975d56d0dc_2_871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5" name="Google Shape;10835;g2975d56d0dc_2_871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6" name="Google Shape;10836;g2975d56d0dc_2_871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7" name="Google Shape;10837;g2975d56d0dc_2_871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8" name="Google Shape;10838;g2975d56d0dc_2_871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9" name="Google Shape;10839;g2975d56d0dc_2_871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0" name="Google Shape;10840;g2975d56d0dc_2_871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41" name="Google Shape;10841;g2975d56d0dc_2_8717"/>
            <p:cNvGrpSpPr/>
            <p:nvPr/>
          </p:nvGrpSpPr>
          <p:grpSpPr>
            <a:xfrm>
              <a:off x="727421" y="2828315"/>
              <a:ext cx="1695374" cy="1560837"/>
              <a:chOff x="734799" y="2782450"/>
              <a:chExt cx="1571100" cy="1577400"/>
            </a:xfrm>
          </p:grpSpPr>
          <p:cxnSp>
            <p:nvCxnSpPr>
              <p:cNvPr id="10842" name="Google Shape;10842;g2975d56d0dc_2_8717"/>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10843" name="Google Shape;10843;g2975d56d0dc_2_8717"/>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10844" name="Google Shape;10844;g2975d56d0dc_2_8717"/>
            <p:cNvGrpSpPr/>
            <p:nvPr/>
          </p:nvGrpSpPr>
          <p:grpSpPr>
            <a:xfrm>
              <a:off x="2272795" y="2882501"/>
              <a:ext cx="103104" cy="1426186"/>
              <a:chOff x="5206863" y="3100904"/>
              <a:chExt cx="122758" cy="1698043"/>
            </a:xfrm>
          </p:grpSpPr>
          <p:sp>
            <p:nvSpPr>
              <p:cNvPr id="10845" name="Google Shape;10845;g2975d56d0dc_2_871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6" name="Google Shape;10846;g2975d56d0dc_2_871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7" name="Google Shape;10847;g2975d56d0dc_2_871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8" name="Google Shape;10848;g2975d56d0dc_2_871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9" name="Google Shape;10849;g2975d56d0dc_2_871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0" name="Google Shape;10850;g2975d56d0dc_2_871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1" name="Google Shape;10851;g2975d56d0dc_2_871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52" name="Google Shape;10852;g2975d56d0dc_2_8717"/>
            <p:cNvGrpSpPr/>
            <p:nvPr/>
          </p:nvGrpSpPr>
          <p:grpSpPr>
            <a:xfrm>
              <a:off x="1542694" y="2882501"/>
              <a:ext cx="103104" cy="1426186"/>
              <a:chOff x="6006138" y="3143629"/>
              <a:chExt cx="122758" cy="1698043"/>
            </a:xfrm>
          </p:grpSpPr>
          <p:sp>
            <p:nvSpPr>
              <p:cNvPr id="10853" name="Google Shape;10853;g2975d56d0dc_2_871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4" name="Google Shape;10854;g2975d56d0dc_2_871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5" name="Google Shape;10855;g2975d56d0dc_2_871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6" name="Google Shape;10856;g2975d56d0dc_2_871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7" name="Google Shape;10857;g2975d56d0dc_2_871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8" name="Google Shape;10858;g2975d56d0dc_2_871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9" name="Google Shape;10859;g2975d56d0dc_2_871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860" name="Google Shape;10860;g2975d56d0dc_2_8717"/>
          <p:cNvGrpSpPr/>
          <p:nvPr/>
        </p:nvGrpSpPr>
        <p:grpSpPr>
          <a:xfrm>
            <a:off x="5915341" y="2192094"/>
            <a:ext cx="1248543" cy="1025319"/>
            <a:chOff x="5183758" y="1210600"/>
            <a:chExt cx="3605380" cy="2960783"/>
          </a:xfrm>
        </p:grpSpPr>
        <p:sp>
          <p:nvSpPr>
            <p:cNvPr id="10861" name="Google Shape;10861;g2975d56d0dc_2_871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2" name="Google Shape;10862;g2975d56d0dc_2_871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3" name="Google Shape;10863;g2975d56d0dc_2_871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4" name="Google Shape;10864;g2975d56d0dc_2_871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865" name="Google Shape;10865;g2975d56d0dc_2_871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sm" w="sm" type="none"/>
            </a:ln>
          </p:spPr>
        </p:cxnSp>
        <p:cxnSp>
          <p:nvCxnSpPr>
            <p:cNvPr id="10866" name="Google Shape;10866;g2975d56d0dc_2_871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sm" w="sm" type="none"/>
            </a:ln>
          </p:spPr>
        </p:cxnSp>
        <p:cxnSp>
          <p:nvCxnSpPr>
            <p:cNvPr id="10867" name="Google Shape;10867;g2975d56d0dc_2_871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sm" w="sm" type="none"/>
            </a:ln>
          </p:spPr>
        </p:cxnSp>
        <p:cxnSp>
          <p:nvCxnSpPr>
            <p:cNvPr id="10868" name="Google Shape;10868;g2975d56d0dc_2_871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sm" w="sm" type="none"/>
            </a:ln>
          </p:spPr>
        </p:cxnSp>
        <p:sp>
          <p:nvSpPr>
            <p:cNvPr id="10869" name="Google Shape;10869;g2975d56d0dc_2_871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0" name="Google Shape;10870;g2975d56d0dc_2_8717"/>
          <p:cNvGrpSpPr/>
          <p:nvPr/>
        </p:nvGrpSpPr>
        <p:grpSpPr>
          <a:xfrm>
            <a:off x="5772403" y="3330411"/>
            <a:ext cx="2664832" cy="843440"/>
            <a:chOff x="5916567" y="1099697"/>
            <a:chExt cx="2556684" cy="809211"/>
          </a:xfrm>
        </p:grpSpPr>
        <p:sp>
          <p:nvSpPr>
            <p:cNvPr id="10871" name="Google Shape;10871;g2975d56d0dc_2_871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2" name="Google Shape;10872;g2975d56d0dc_2_871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3" name="Google Shape;10873;g2975d56d0dc_2_871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4" name="Google Shape;10874;g2975d56d0dc_2_871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5" name="Google Shape;10875;g2975d56d0dc_2_8717"/>
            <p:cNvSpPr/>
            <p:nvPr/>
          </p:nvSpPr>
          <p:spPr>
            <a:xfrm>
              <a:off x="8279421" y="1099697"/>
              <a:ext cx="54" cy="0"/>
            </a:xfrm>
            <a:custGeom>
              <a:rect b="b" l="l" r="r" t="t"/>
              <a:pathLst>
                <a:path extrusionOk="0" h="12000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6" name="Google Shape;10876;g2975d56d0dc_2_871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7" name="Google Shape;10877;g2975d56d0dc_2_871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8" name="Google Shape;10878;g2975d56d0dc_2_871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9" name="Google Shape;10879;g2975d56d0dc_2_8717"/>
          <p:cNvGrpSpPr/>
          <p:nvPr/>
        </p:nvGrpSpPr>
        <p:grpSpPr>
          <a:xfrm>
            <a:off x="5879943" y="979270"/>
            <a:ext cx="1299850" cy="1023337"/>
            <a:chOff x="5900602" y="1193063"/>
            <a:chExt cx="1299850" cy="1023337"/>
          </a:xfrm>
        </p:grpSpPr>
        <p:grpSp>
          <p:nvGrpSpPr>
            <p:cNvPr id="10880" name="Google Shape;10880;g2975d56d0dc_2_8717"/>
            <p:cNvGrpSpPr/>
            <p:nvPr/>
          </p:nvGrpSpPr>
          <p:grpSpPr>
            <a:xfrm>
              <a:off x="6743564" y="1193063"/>
              <a:ext cx="456888" cy="700378"/>
              <a:chOff x="6743564" y="1193063"/>
              <a:chExt cx="456888" cy="700378"/>
            </a:xfrm>
          </p:grpSpPr>
          <p:grpSp>
            <p:nvGrpSpPr>
              <p:cNvPr id="10881" name="Google Shape;10881;g2975d56d0dc_2_8717"/>
              <p:cNvGrpSpPr/>
              <p:nvPr/>
            </p:nvGrpSpPr>
            <p:grpSpPr>
              <a:xfrm>
                <a:off x="6743564" y="1690732"/>
                <a:ext cx="214402" cy="202709"/>
                <a:chOff x="6743564" y="1690732"/>
                <a:chExt cx="214402" cy="202709"/>
              </a:xfrm>
            </p:grpSpPr>
            <p:sp>
              <p:nvSpPr>
                <p:cNvPr id="10882" name="Google Shape;10882;g2975d56d0dc_2_871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3" name="Google Shape;10883;g2975d56d0dc_2_871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84" name="Google Shape;10884;g2975d56d0dc_2_8717"/>
              <p:cNvGrpSpPr/>
              <p:nvPr/>
            </p:nvGrpSpPr>
            <p:grpSpPr>
              <a:xfrm>
                <a:off x="6915505" y="1193063"/>
                <a:ext cx="284947" cy="589637"/>
                <a:chOff x="6915505" y="1193063"/>
                <a:chExt cx="284947" cy="589637"/>
              </a:xfrm>
            </p:grpSpPr>
            <p:sp>
              <p:nvSpPr>
                <p:cNvPr id="10885" name="Google Shape;10885;g2975d56d0dc_2_871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886" name="Google Shape;10886;g2975d56d0dc_2_8717"/>
                <p:cNvCxnSpPr/>
                <p:nvPr/>
              </p:nvCxnSpPr>
              <p:spPr>
                <a:xfrm rot="10800000">
                  <a:off x="6938275" y="1279600"/>
                  <a:ext cx="0" cy="503100"/>
                </a:xfrm>
                <a:prstGeom prst="straightConnector1">
                  <a:avLst/>
                </a:prstGeom>
                <a:noFill/>
                <a:ln cap="flat" cmpd="sng" w="9525">
                  <a:solidFill>
                    <a:srgbClr val="CFD9E0"/>
                  </a:solidFill>
                  <a:prstDash val="solid"/>
                  <a:round/>
                  <a:headEnd len="sm" w="sm" type="none"/>
                  <a:tailEnd len="med" w="med" type="oval"/>
                </a:ln>
              </p:spPr>
            </p:cxnSp>
          </p:grpSp>
        </p:grpSp>
        <p:grpSp>
          <p:nvGrpSpPr>
            <p:cNvPr id="10887" name="Google Shape;10887;g2975d56d0dc_2_8717"/>
            <p:cNvGrpSpPr/>
            <p:nvPr/>
          </p:nvGrpSpPr>
          <p:grpSpPr>
            <a:xfrm>
              <a:off x="6520338" y="1193063"/>
              <a:ext cx="341813" cy="801589"/>
              <a:chOff x="6520338" y="1193063"/>
              <a:chExt cx="341813" cy="801589"/>
            </a:xfrm>
          </p:grpSpPr>
          <p:grpSp>
            <p:nvGrpSpPr>
              <p:cNvPr id="10888" name="Google Shape;10888;g2975d56d0dc_2_8717"/>
              <p:cNvGrpSpPr/>
              <p:nvPr/>
            </p:nvGrpSpPr>
            <p:grpSpPr>
              <a:xfrm>
                <a:off x="6520337" y="1589528"/>
                <a:ext cx="213949" cy="405124"/>
                <a:chOff x="6520338" y="1589528"/>
                <a:chExt cx="213949" cy="405124"/>
              </a:xfrm>
            </p:grpSpPr>
            <p:sp>
              <p:nvSpPr>
                <p:cNvPr id="10889" name="Google Shape;10889;g2975d56d0dc_2_871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0" name="Google Shape;10890;g2975d56d0dc_2_871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1" name="Google Shape;10891;g2975d56d0dc_2_8717"/>
              <p:cNvGrpSpPr/>
              <p:nvPr/>
            </p:nvGrpSpPr>
            <p:grpSpPr>
              <a:xfrm>
                <a:off x="6577204" y="1193063"/>
                <a:ext cx="284947" cy="453562"/>
                <a:chOff x="6577204" y="1193063"/>
                <a:chExt cx="284947" cy="453562"/>
              </a:xfrm>
            </p:grpSpPr>
            <p:sp>
              <p:nvSpPr>
                <p:cNvPr id="10892" name="Google Shape;10892;g2975d56d0dc_2_871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893" name="Google Shape;10893;g2975d56d0dc_2_8717"/>
                <p:cNvCxnSpPr/>
                <p:nvPr/>
              </p:nvCxnSpPr>
              <p:spPr>
                <a:xfrm rot="10800000">
                  <a:off x="6677825" y="1279425"/>
                  <a:ext cx="0" cy="367200"/>
                </a:xfrm>
                <a:prstGeom prst="straightConnector1">
                  <a:avLst/>
                </a:prstGeom>
                <a:noFill/>
                <a:ln cap="flat" cmpd="sng" w="9525">
                  <a:solidFill>
                    <a:srgbClr val="A5B7C6"/>
                  </a:solidFill>
                  <a:prstDash val="solid"/>
                  <a:round/>
                  <a:headEnd len="sm" w="sm" type="none"/>
                  <a:tailEnd len="med" w="med" type="oval"/>
                </a:ln>
              </p:spPr>
            </p:cxnSp>
          </p:grpSp>
        </p:grpSp>
        <p:grpSp>
          <p:nvGrpSpPr>
            <p:cNvPr id="10894" name="Google Shape;10894;g2975d56d0dc_2_8717"/>
            <p:cNvGrpSpPr/>
            <p:nvPr/>
          </p:nvGrpSpPr>
          <p:grpSpPr>
            <a:xfrm>
              <a:off x="6238903" y="1193063"/>
              <a:ext cx="300476" cy="901783"/>
              <a:chOff x="6238903" y="1193063"/>
              <a:chExt cx="300476" cy="901783"/>
            </a:xfrm>
          </p:grpSpPr>
          <p:grpSp>
            <p:nvGrpSpPr>
              <p:cNvPr id="10895" name="Google Shape;10895;g2975d56d0dc_2_8717"/>
              <p:cNvGrpSpPr/>
              <p:nvPr/>
            </p:nvGrpSpPr>
            <p:grpSpPr>
              <a:xfrm>
                <a:off x="6290865" y="1489315"/>
                <a:ext cx="248514" cy="605531"/>
                <a:chOff x="6290865" y="1489315"/>
                <a:chExt cx="248514" cy="605531"/>
              </a:xfrm>
            </p:grpSpPr>
            <p:sp>
              <p:nvSpPr>
                <p:cNvPr id="10896" name="Google Shape;10896;g2975d56d0dc_2_871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7" name="Google Shape;10897;g2975d56d0dc_2_871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8" name="Google Shape;10898;g2975d56d0dc_2_8717"/>
              <p:cNvGrpSpPr/>
              <p:nvPr/>
            </p:nvGrpSpPr>
            <p:grpSpPr>
              <a:xfrm>
                <a:off x="6238903" y="1193063"/>
                <a:ext cx="284947" cy="327512"/>
                <a:chOff x="6238903" y="1193063"/>
                <a:chExt cx="284947" cy="327512"/>
              </a:xfrm>
            </p:grpSpPr>
            <p:sp>
              <p:nvSpPr>
                <p:cNvPr id="10899" name="Google Shape;10899;g2975d56d0dc_2_871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900" name="Google Shape;10900;g2975d56d0dc_2_8717"/>
                <p:cNvCxnSpPr/>
                <p:nvPr/>
              </p:nvCxnSpPr>
              <p:spPr>
                <a:xfrm rot="10800000">
                  <a:off x="6431250" y="1279375"/>
                  <a:ext cx="0" cy="241200"/>
                </a:xfrm>
                <a:prstGeom prst="straightConnector1">
                  <a:avLst/>
                </a:prstGeom>
                <a:noFill/>
                <a:ln cap="flat" cmpd="sng" w="9525">
                  <a:solidFill>
                    <a:srgbClr val="869FB2"/>
                  </a:solidFill>
                  <a:prstDash val="solid"/>
                  <a:round/>
                  <a:headEnd len="sm" w="sm" type="none"/>
                  <a:tailEnd len="med" w="med" type="oval"/>
                </a:ln>
              </p:spPr>
            </p:cxnSp>
          </p:grpSp>
        </p:grpSp>
        <p:grpSp>
          <p:nvGrpSpPr>
            <p:cNvPr id="10901" name="Google Shape;10901;g2975d56d0dc_2_8717"/>
            <p:cNvGrpSpPr/>
            <p:nvPr/>
          </p:nvGrpSpPr>
          <p:grpSpPr>
            <a:xfrm>
              <a:off x="5900602" y="1193063"/>
              <a:ext cx="444346" cy="1023337"/>
              <a:chOff x="5900602" y="1193063"/>
              <a:chExt cx="444346" cy="1023337"/>
            </a:xfrm>
          </p:grpSpPr>
          <p:grpSp>
            <p:nvGrpSpPr>
              <p:cNvPr id="10902" name="Google Shape;10902;g2975d56d0dc_2_8717"/>
              <p:cNvGrpSpPr/>
              <p:nvPr/>
            </p:nvGrpSpPr>
            <p:grpSpPr>
              <a:xfrm>
                <a:off x="6046502" y="1367785"/>
                <a:ext cx="298446" cy="848616"/>
                <a:chOff x="6046502" y="1367784"/>
                <a:chExt cx="298446" cy="848616"/>
              </a:xfrm>
            </p:grpSpPr>
            <p:sp>
              <p:nvSpPr>
                <p:cNvPr id="10903" name="Google Shape;10903;g2975d56d0dc_2_871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4" name="Google Shape;10904;g2975d56d0dc_2_871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05" name="Google Shape;10905;g2975d56d0dc_2_8717"/>
              <p:cNvGrpSpPr/>
              <p:nvPr/>
            </p:nvGrpSpPr>
            <p:grpSpPr>
              <a:xfrm>
                <a:off x="5900602" y="1193063"/>
                <a:ext cx="284947" cy="182312"/>
                <a:chOff x="5900602" y="1193063"/>
                <a:chExt cx="284947" cy="182312"/>
              </a:xfrm>
            </p:grpSpPr>
            <p:sp>
              <p:nvSpPr>
                <p:cNvPr id="10906" name="Google Shape;10906;g2975d56d0dc_2_871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907" name="Google Shape;10907;g2975d56d0dc_2_8717"/>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grpSp>
        <p:nvGrpSpPr>
          <p:cNvPr id="10908" name="Google Shape;10908;g2975d56d0dc_2_8717"/>
          <p:cNvGrpSpPr/>
          <p:nvPr/>
        </p:nvGrpSpPr>
        <p:grpSpPr>
          <a:xfrm>
            <a:off x="7217825" y="979415"/>
            <a:ext cx="1219413" cy="1051365"/>
            <a:chOff x="7287122" y="1165658"/>
            <a:chExt cx="1219413" cy="1051365"/>
          </a:xfrm>
        </p:grpSpPr>
        <p:grpSp>
          <p:nvGrpSpPr>
            <p:cNvPr id="10909" name="Google Shape;10909;g2975d56d0dc_2_8717"/>
            <p:cNvGrpSpPr/>
            <p:nvPr/>
          </p:nvGrpSpPr>
          <p:grpSpPr>
            <a:xfrm>
              <a:off x="7287122" y="1969723"/>
              <a:ext cx="1219413" cy="247300"/>
              <a:chOff x="7287122" y="1969723"/>
              <a:chExt cx="1219413" cy="247300"/>
            </a:xfrm>
          </p:grpSpPr>
          <p:sp>
            <p:nvSpPr>
              <p:cNvPr id="10910" name="Google Shape;10910;g2975d56d0dc_2_871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11" name="Google Shape;10911;g2975d56d0dc_2_8717"/>
              <p:cNvGrpSpPr/>
              <p:nvPr/>
            </p:nvGrpSpPr>
            <p:grpSpPr>
              <a:xfrm>
                <a:off x="7287122" y="2063892"/>
                <a:ext cx="1151753" cy="73428"/>
                <a:chOff x="7287122" y="2063892"/>
                <a:chExt cx="1151753" cy="73428"/>
              </a:xfrm>
            </p:grpSpPr>
            <p:sp>
              <p:nvSpPr>
                <p:cNvPr id="10912" name="Google Shape;10912;g2975d56d0dc_2_871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913" name="Google Shape;10913;g2975d56d0dc_2_8717"/>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10914" name="Google Shape;10914;g2975d56d0dc_2_8717"/>
            <p:cNvGrpSpPr/>
            <p:nvPr/>
          </p:nvGrpSpPr>
          <p:grpSpPr>
            <a:xfrm>
              <a:off x="7287122" y="1712201"/>
              <a:ext cx="1219403" cy="246767"/>
              <a:chOff x="7287122" y="1712201"/>
              <a:chExt cx="1219403" cy="246767"/>
            </a:xfrm>
          </p:grpSpPr>
          <p:sp>
            <p:nvSpPr>
              <p:cNvPr id="10915" name="Google Shape;10915;g2975d56d0dc_2_871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16" name="Google Shape;10916;g2975d56d0dc_2_8717"/>
              <p:cNvGrpSpPr/>
              <p:nvPr/>
            </p:nvGrpSpPr>
            <p:grpSpPr>
              <a:xfrm>
                <a:off x="7287122" y="1842861"/>
                <a:ext cx="1005303" cy="73419"/>
                <a:chOff x="7287122" y="1842861"/>
                <a:chExt cx="1005303" cy="73419"/>
              </a:xfrm>
            </p:grpSpPr>
            <p:sp>
              <p:nvSpPr>
                <p:cNvPr id="10917" name="Google Shape;10917;g2975d56d0dc_2_871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918" name="Google Shape;10918;g2975d56d0dc_2_8717"/>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10919" name="Google Shape;10919;g2975d56d0dc_2_8717"/>
            <p:cNvGrpSpPr/>
            <p:nvPr/>
          </p:nvGrpSpPr>
          <p:grpSpPr>
            <a:xfrm>
              <a:off x="7287122" y="1447520"/>
              <a:ext cx="1219403" cy="286667"/>
              <a:chOff x="7287122" y="1447520"/>
              <a:chExt cx="1219403" cy="286667"/>
            </a:xfrm>
          </p:grpSpPr>
          <p:sp>
            <p:nvSpPr>
              <p:cNvPr id="10920" name="Google Shape;10920;g2975d56d0dc_2_871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21" name="Google Shape;10921;g2975d56d0dc_2_8717"/>
              <p:cNvGrpSpPr/>
              <p:nvPr/>
            </p:nvGrpSpPr>
            <p:grpSpPr>
              <a:xfrm>
                <a:off x="7287122" y="1581977"/>
                <a:ext cx="852803" cy="73428"/>
                <a:chOff x="7287122" y="1581977"/>
                <a:chExt cx="852803" cy="73428"/>
              </a:xfrm>
            </p:grpSpPr>
            <p:sp>
              <p:nvSpPr>
                <p:cNvPr id="10922" name="Google Shape;10922;g2975d56d0dc_2_871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923" name="Google Shape;10923;g2975d56d0dc_2_8717"/>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10924" name="Google Shape;10924;g2975d56d0dc_2_8717"/>
            <p:cNvGrpSpPr/>
            <p:nvPr/>
          </p:nvGrpSpPr>
          <p:grpSpPr>
            <a:xfrm>
              <a:off x="7287122" y="1165658"/>
              <a:ext cx="1219403" cy="344253"/>
              <a:chOff x="7287122" y="1165658"/>
              <a:chExt cx="1219403" cy="344253"/>
            </a:xfrm>
          </p:grpSpPr>
          <p:sp>
            <p:nvSpPr>
              <p:cNvPr id="10925" name="Google Shape;10925;g2975d56d0dc_2_871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26" name="Google Shape;10926;g2975d56d0dc_2_8717"/>
              <p:cNvGrpSpPr/>
              <p:nvPr/>
            </p:nvGrpSpPr>
            <p:grpSpPr>
              <a:xfrm>
                <a:off x="7287122" y="1341025"/>
                <a:ext cx="695703" cy="73419"/>
                <a:chOff x="7287122" y="1341025"/>
                <a:chExt cx="695703" cy="73419"/>
              </a:xfrm>
            </p:grpSpPr>
            <p:sp>
              <p:nvSpPr>
                <p:cNvPr id="10927" name="Google Shape;10927;g2975d56d0dc_2_871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928" name="Google Shape;10928;g2975d56d0dc_2_8717"/>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32" name="Shape 10932"/>
        <p:cNvGrpSpPr/>
        <p:nvPr/>
      </p:nvGrpSpPr>
      <p:grpSpPr>
        <a:xfrm>
          <a:off x="0" y="0"/>
          <a:ext cx="0" cy="0"/>
          <a:chOff x="0" y="0"/>
          <a:chExt cx="0" cy="0"/>
        </a:xfrm>
      </p:grpSpPr>
      <p:grpSp>
        <p:nvGrpSpPr>
          <p:cNvPr id="10933" name="Google Shape;10933;g2975d56d0dc_2_9087"/>
          <p:cNvGrpSpPr/>
          <p:nvPr/>
        </p:nvGrpSpPr>
        <p:grpSpPr>
          <a:xfrm>
            <a:off x="846551" y="2273217"/>
            <a:ext cx="415546" cy="355053"/>
            <a:chOff x="866243" y="2291587"/>
            <a:chExt cx="415546" cy="355053"/>
          </a:xfrm>
        </p:grpSpPr>
        <p:sp>
          <p:nvSpPr>
            <p:cNvPr id="10934" name="Google Shape;10934;g2975d56d0dc_2_908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5" name="Google Shape;10935;g2975d56d0dc_2_908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6" name="Google Shape;10936;g2975d56d0dc_2_908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7" name="Google Shape;10937;g2975d56d0dc_2_908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8" name="Google Shape;10938;g2975d56d0dc_2_908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39" name="Google Shape;10939;g2975d56d0dc_2_9087"/>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40" name="Google Shape;10940;g2975d56d0dc_2_9087"/>
          <p:cNvGrpSpPr/>
          <p:nvPr/>
        </p:nvGrpSpPr>
        <p:grpSpPr>
          <a:xfrm>
            <a:off x="1938828" y="2284205"/>
            <a:ext cx="359213" cy="327807"/>
            <a:chOff x="1958520" y="2302574"/>
            <a:chExt cx="359213" cy="327807"/>
          </a:xfrm>
        </p:grpSpPr>
        <p:sp>
          <p:nvSpPr>
            <p:cNvPr id="10941" name="Google Shape;10941;g2975d56d0dc_2_908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2" name="Google Shape;10942;g2975d56d0dc_2_908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3" name="Google Shape;10943;g2975d56d0dc_2_908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44" name="Google Shape;10944;g2975d56d0dc_2_9087"/>
          <p:cNvGrpSpPr/>
          <p:nvPr/>
        </p:nvGrpSpPr>
        <p:grpSpPr>
          <a:xfrm>
            <a:off x="2560190" y="2269057"/>
            <a:ext cx="207582" cy="359594"/>
            <a:chOff x="2656082" y="2287427"/>
            <a:chExt cx="207582" cy="359594"/>
          </a:xfrm>
        </p:grpSpPr>
        <p:sp>
          <p:nvSpPr>
            <p:cNvPr id="10945" name="Google Shape;10945;g2975d56d0dc_2_908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6" name="Google Shape;10946;g2975d56d0dc_2_908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7" name="Google Shape;10947;g2975d56d0dc_2_908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8" name="Google Shape;10948;g2975d56d0dc_2_908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49" name="Google Shape;10949;g2975d56d0dc_2_9087"/>
          <p:cNvGrpSpPr/>
          <p:nvPr/>
        </p:nvGrpSpPr>
        <p:grpSpPr>
          <a:xfrm>
            <a:off x="3029961" y="2303099"/>
            <a:ext cx="362992" cy="290018"/>
            <a:chOff x="3049653" y="2321468"/>
            <a:chExt cx="362992" cy="290018"/>
          </a:xfrm>
        </p:grpSpPr>
        <p:sp>
          <p:nvSpPr>
            <p:cNvPr id="10950" name="Google Shape;10950;g2975d56d0dc_2_908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1" name="Google Shape;10951;g2975d56d0dc_2_908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2" name="Google Shape;10952;g2975d56d0dc_2_908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3" name="Google Shape;10953;g2975d56d0dc_2_908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54" name="Google Shape;10954;g2975d56d0dc_2_9087"/>
          <p:cNvGrpSpPr/>
          <p:nvPr/>
        </p:nvGrpSpPr>
        <p:grpSpPr>
          <a:xfrm>
            <a:off x="3544551" y="2271534"/>
            <a:ext cx="422341" cy="355243"/>
            <a:chOff x="3564243" y="2289904"/>
            <a:chExt cx="422341" cy="355243"/>
          </a:xfrm>
        </p:grpSpPr>
        <p:sp>
          <p:nvSpPr>
            <p:cNvPr id="10955" name="Google Shape;10955;g2975d56d0dc_2_908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6" name="Google Shape;10956;g2975d56d0dc_2_908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7" name="Google Shape;10957;g2975d56d0dc_2_908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8" name="Google Shape;10958;g2975d56d0dc_2_908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9" name="Google Shape;10959;g2975d56d0dc_2_908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60" name="Google Shape;10960;g2975d56d0dc_2_9087"/>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61" name="Google Shape;10961;g2975d56d0dc_2_9087"/>
          <p:cNvGrpSpPr/>
          <p:nvPr/>
        </p:nvGrpSpPr>
        <p:grpSpPr>
          <a:xfrm>
            <a:off x="4668202" y="2271344"/>
            <a:ext cx="359594" cy="353909"/>
            <a:chOff x="4687894" y="2289713"/>
            <a:chExt cx="359594" cy="353909"/>
          </a:xfrm>
        </p:grpSpPr>
        <p:sp>
          <p:nvSpPr>
            <p:cNvPr id="10962" name="Google Shape;10962;g2975d56d0dc_2_908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3" name="Google Shape;10963;g2975d56d0dc_2_908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4" name="Google Shape;10964;g2975d56d0dc_2_908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65" name="Google Shape;10965;g2975d56d0dc_2_9087"/>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66" name="Google Shape;10966;g2975d56d0dc_2_9087"/>
          <p:cNvGrpSpPr/>
          <p:nvPr/>
        </p:nvGrpSpPr>
        <p:grpSpPr>
          <a:xfrm>
            <a:off x="6352932" y="2289857"/>
            <a:ext cx="263567" cy="317614"/>
            <a:chOff x="6421399" y="2308227"/>
            <a:chExt cx="263567" cy="317614"/>
          </a:xfrm>
        </p:grpSpPr>
        <p:sp>
          <p:nvSpPr>
            <p:cNvPr id="10967" name="Google Shape;10967;g2975d56d0dc_2_908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8" name="Google Shape;10968;g2975d56d0dc_2_908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9" name="Google Shape;10969;g2975d56d0dc_2_908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0" name="Google Shape;10970;g2975d56d0dc_2_908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1" name="Google Shape;10971;g2975d56d0dc_2_9087"/>
          <p:cNvGrpSpPr/>
          <p:nvPr/>
        </p:nvGrpSpPr>
        <p:grpSpPr>
          <a:xfrm>
            <a:off x="6850501" y="2277250"/>
            <a:ext cx="360356" cy="343462"/>
            <a:chOff x="6870193" y="2295620"/>
            <a:chExt cx="360356" cy="343462"/>
          </a:xfrm>
        </p:grpSpPr>
        <p:sp>
          <p:nvSpPr>
            <p:cNvPr id="10972" name="Google Shape;10972;g2975d56d0dc_2_908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3" name="Google Shape;10973;g2975d56d0dc_2_908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4" name="Google Shape;10974;g2975d56d0dc_2_9087"/>
          <p:cNvGrpSpPr/>
          <p:nvPr/>
        </p:nvGrpSpPr>
        <p:grpSpPr>
          <a:xfrm>
            <a:off x="7421773" y="2284490"/>
            <a:ext cx="342192" cy="327140"/>
            <a:chOff x="7441465" y="2302860"/>
            <a:chExt cx="342192" cy="327140"/>
          </a:xfrm>
        </p:grpSpPr>
        <p:sp>
          <p:nvSpPr>
            <p:cNvPr id="10975" name="Google Shape;10975;g2975d56d0dc_2_908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6" name="Google Shape;10976;g2975d56d0dc_2_908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7" name="Google Shape;10977;g2975d56d0dc_2_9087"/>
          <p:cNvGrpSpPr/>
          <p:nvPr/>
        </p:nvGrpSpPr>
        <p:grpSpPr>
          <a:xfrm>
            <a:off x="7969991" y="2331837"/>
            <a:ext cx="332761" cy="234066"/>
            <a:chOff x="7989683" y="2350207"/>
            <a:chExt cx="332761" cy="234066"/>
          </a:xfrm>
        </p:grpSpPr>
        <p:sp>
          <p:nvSpPr>
            <p:cNvPr id="10978" name="Google Shape;10978;g2975d56d0dc_2_908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9" name="Google Shape;10979;g2975d56d0dc_2_908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0" name="Google Shape;10980;g2975d56d0dc_2_908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1" name="Google Shape;10981;g2975d56d0dc_2_908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2" name="Google Shape;10982;g2975d56d0dc_2_908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3" name="Google Shape;10983;g2975d56d0dc_2_908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4" name="Google Shape;10984;g2975d56d0dc_2_9087"/>
          <p:cNvGrpSpPr/>
          <p:nvPr/>
        </p:nvGrpSpPr>
        <p:grpSpPr>
          <a:xfrm>
            <a:off x="5803602" y="2291381"/>
            <a:ext cx="315327" cy="314978"/>
            <a:chOff x="5823294" y="2309751"/>
            <a:chExt cx="315327" cy="314978"/>
          </a:xfrm>
        </p:grpSpPr>
        <p:sp>
          <p:nvSpPr>
            <p:cNvPr id="10985" name="Google Shape;10985;g2975d56d0dc_2_908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6" name="Google Shape;10986;g2975d56d0dc_2_908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7" name="Google Shape;10987;g2975d56d0dc_2_908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8" name="Google Shape;10988;g2975d56d0dc_2_908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9" name="Google Shape;10989;g2975d56d0dc_2_908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0" name="Google Shape;10990;g2975d56d0dc_2_908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1" name="Google Shape;10991;g2975d56d0dc_2_908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2" name="Google Shape;10992;g2975d56d0dc_2_908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3" name="Google Shape;10993;g2975d56d0dc_2_908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4" name="Google Shape;10994;g2975d56d0dc_2_908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5" name="Google Shape;10995;g2975d56d0dc_2_908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6" name="Google Shape;10996;g2975d56d0dc_2_908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7" name="Google Shape;10997;g2975d56d0dc_2_908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8" name="Google Shape;10998;g2975d56d0dc_2_908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9" name="Google Shape;10999;g2975d56d0dc_2_908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0" name="Google Shape;11000;g2975d56d0dc_2_908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1" name="Google Shape;11001;g2975d56d0dc_2_908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2" name="Google Shape;11002;g2975d56d0dc_2_9087"/>
          <p:cNvGrpSpPr/>
          <p:nvPr/>
        </p:nvGrpSpPr>
        <p:grpSpPr>
          <a:xfrm>
            <a:off x="2477583" y="2725790"/>
            <a:ext cx="370930" cy="370550"/>
            <a:chOff x="2497275" y="2744159"/>
            <a:chExt cx="370930" cy="370550"/>
          </a:xfrm>
        </p:grpSpPr>
        <p:sp>
          <p:nvSpPr>
            <p:cNvPr id="11003" name="Google Shape;11003;g2975d56d0dc_2_908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4" name="Google Shape;11004;g2975d56d0dc_2_908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5" name="Google Shape;11005;g2975d56d0dc_2_908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6" name="Google Shape;11006;g2975d56d0dc_2_908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7" name="Google Shape;11007;g2975d56d0dc_2_908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8" name="Google Shape;11008;g2975d56d0dc_2_908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9" name="Google Shape;11009;g2975d56d0dc_2_9087"/>
          <p:cNvGrpSpPr/>
          <p:nvPr/>
        </p:nvGrpSpPr>
        <p:grpSpPr>
          <a:xfrm>
            <a:off x="841248" y="2728108"/>
            <a:ext cx="371883" cy="365691"/>
            <a:chOff x="860940" y="2746477"/>
            <a:chExt cx="371883" cy="365691"/>
          </a:xfrm>
        </p:grpSpPr>
        <p:sp>
          <p:nvSpPr>
            <p:cNvPr id="11010" name="Google Shape;11010;g2975d56d0dc_2_908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1" name="Google Shape;11011;g2975d56d0dc_2_908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2" name="Google Shape;11012;g2975d56d0dc_2_908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3" name="Google Shape;11013;g2975d56d0dc_2_908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4" name="Google Shape;11014;g2975d56d0dc_2_908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5" name="Google Shape;11015;g2975d56d0dc_2_9087"/>
          <p:cNvGrpSpPr/>
          <p:nvPr/>
        </p:nvGrpSpPr>
        <p:grpSpPr>
          <a:xfrm>
            <a:off x="1431144" y="2747889"/>
            <a:ext cx="283985" cy="341080"/>
            <a:chOff x="1493849" y="2775533"/>
            <a:chExt cx="283985" cy="341080"/>
          </a:xfrm>
        </p:grpSpPr>
        <p:sp>
          <p:nvSpPr>
            <p:cNvPr id="11016" name="Google Shape;11016;g2975d56d0dc_2_908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7" name="Google Shape;11017;g2975d56d0dc_2_908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8" name="Google Shape;11018;g2975d56d0dc_2_9087"/>
          <p:cNvGrpSpPr/>
          <p:nvPr/>
        </p:nvGrpSpPr>
        <p:grpSpPr>
          <a:xfrm>
            <a:off x="1933144" y="2756052"/>
            <a:ext cx="372835" cy="342573"/>
            <a:chOff x="1952836" y="2774422"/>
            <a:chExt cx="372835" cy="342573"/>
          </a:xfrm>
        </p:grpSpPr>
        <p:sp>
          <p:nvSpPr>
            <p:cNvPr id="11019" name="Google Shape;11019;g2975d56d0dc_2_908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0" name="Google Shape;11020;g2975d56d0dc_2_908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1" name="Google Shape;11021;g2975d56d0dc_2_908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2" name="Google Shape;11022;g2975d56d0dc_2_9087"/>
          <p:cNvGrpSpPr/>
          <p:nvPr/>
        </p:nvGrpSpPr>
        <p:grpSpPr>
          <a:xfrm>
            <a:off x="3060224" y="2726107"/>
            <a:ext cx="332729" cy="372518"/>
            <a:chOff x="3079916" y="2744477"/>
            <a:chExt cx="332729" cy="372518"/>
          </a:xfrm>
        </p:grpSpPr>
        <p:sp>
          <p:nvSpPr>
            <p:cNvPr id="11023" name="Google Shape;11023;g2975d56d0dc_2_908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4" name="Google Shape;11024;g2975d56d0dc_2_908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5" name="Google Shape;11025;g2975d56d0dc_2_908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6" name="Google Shape;11026;g2975d56d0dc_2_9087"/>
          <p:cNvGrpSpPr/>
          <p:nvPr/>
        </p:nvGrpSpPr>
        <p:grpSpPr>
          <a:xfrm>
            <a:off x="3600884" y="2727155"/>
            <a:ext cx="336890" cy="355592"/>
            <a:chOff x="3620576" y="2745525"/>
            <a:chExt cx="336890" cy="355592"/>
          </a:xfrm>
        </p:grpSpPr>
        <p:sp>
          <p:nvSpPr>
            <p:cNvPr id="11027" name="Google Shape;11027;g2975d56d0dc_2_908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8" name="Google Shape;11028;g2975d56d0dc_2_908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9" name="Google Shape;11029;g2975d56d0dc_2_9087"/>
          <p:cNvGrpSpPr/>
          <p:nvPr/>
        </p:nvGrpSpPr>
        <p:grpSpPr>
          <a:xfrm>
            <a:off x="4107123" y="2742334"/>
            <a:ext cx="380393" cy="363118"/>
            <a:chOff x="4126815" y="2760704"/>
            <a:chExt cx="380393" cy="363118"/>
          </a:xfrm>
        </p:grpSpPr>
        <p:sp>
          <p:nvSpPr>
            <p:cNvPr id="11030" name="Google Shape;11030;g2975d56d0dc_2_908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1" name="Google Shape;11031;g2975d56d0dc_2_908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2" name="Google Shape;11032;g2975d56d0dc_2_908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3" name="Google Shape;11033;g2975d56d0dc_2_908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34" name="Google Shape;11034;g2975d56d0dc_2_9087"/>
          <p:cNvGrpSpPr/>
          <p:nvPr/>
        </p:nvGrpSpPr>
        <p:grpSpPr>
          <a:xfrm>
            <a:off x="4656294" y="2727314"/>
            <a:ext cx="381346" cy="368644"/>
            <a:chOff x="4675986" y="2745684"/>
            <a:chExt cx="381346" cy="368644"/>
          </a:xfrm>
        </p:grpSpPr>
        <p:sp>
          <p:nvSpPr>
            <p:cNvPr id="11035" name="Google Shape;11035;g2975d56d0dc_2_908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6" name="Google Shape;11036;g2975d56d0dc_2_908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37" name="Google Shape;11037;g2975d56d0dc_2_9087"/>
          <p:cNvGrpSpPr/>
          <p:nvPr/>
        </p:nvGrpSpPr>
        <p:grpSpPr>
          <a:xfrm>
            <a:off x="5200924" y="2772692"/>
            <a:ext cx="373185" cy="302466"/>
            <a:chOff x="5220616" y="2791061"/>
            <a:chExt cx="373185" cy="302466"/>
          </a:xfrm>
        </p:grpSpPr>
        <p:sp>
          <p:nvSpPr>
            <p:cNvPr id="11038" name="Google Shape;11038;g2975d56d0dc_2_908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9" name="Google Shape;11039;g2975d56d0dc_2_908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0" name="Google Shape;11040;g2975d56d0dc_2_908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1" name="Google Shape;11041;g2975d56d0dc_2_908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2" name="Google Shape;11042;g2975d56d0dc_2_908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3" name="Google Shape;11043;g2975d56d0dc_2_908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4" name="Google Shape;11044;g2975d56d0dc_2_908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5" name="Google Shape;11045;g2975d56d0dc_2_908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6" name="Google Shape;11046;g2975d56d0dc_2_908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7" name="Google Shape;11047;g2975d56d0dc_2_908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8" name="Google Shape;11048;g2975d56d0dc_2_908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9" name="Google Shape;11049;g2975d56d0dc_2_908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0" name="Google Shape;11050;g2975d56d0dc_2_908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1" name="Google Shape;11051;g2975d56d0dc_2_908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2" name="Google Shape;11052;g2975d56d0dc_2_908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3" name="Google Shape;11053;g2975d56d0dc_2_908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4" name="Google Shape;11054;g2975d56d0dc_2_908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5" name="Google Shape;11055;g2975d56d0dc_2_908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6" name="Google Shape;11056;g2975d56d0dc_2_9087"/>
          <p:cNvGrpSpPr/>
          <p:nvPr/>
        </p:nvGrpSpPr>
        <p:grpSpPr>
          <a:xfrm>
            <a:off x="5768969" y="2754147"/>
            <a:ext cx="284366" cy="344097"/>
            <a:chOff x="5864861" y="2772517"/>
            <a:chExt cx="284366" cy="344097"/>
          </a:xfrm>
        </p:grpSpPr>
        <p:sp>
          <p:nvSpPr>
            <p:cNvPr id="11057" name="Google Shape;11057;g2975d56d0dc_2_908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8" name="Google Shape;11058;g2975d56d0dc_2_908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9" name="Google Shape;11059;g2975d56d0dc_2_908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0" name="Google Shape;11060;g2975d56d0dc_2_908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1" name="Google Shape;11061;g2975d56d0dc_2_908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2" name="Google Shape;11062;g2975d56d0dc_2_908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63" name="Google Shape;11063;g2975d56d0dc_2_9087"/>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64" name="Google Shape;11064;g2975d56d0dc_2_9087"/>
          <p:cNvGrpSpPr/>
          <p:nvPr/>
        </p:nvGrpSpPr>
        <p:grpSpPr>
          <a:xfrm>
            <a:off x="6954467" y="2771168"/>
            <a:ext cx="255247" cy="327458"/>
            <a:chOff x="6974158" y="2789537"/>
            <a:chExt cx="255247" cy="327458"/>
          </a:xfrm>
        </p:grpSpPr>
        <p:sp>
          <p:nvSpPr>
            <p:cNvPr id="11065" name="Google Shape;11065;g2975d56d0dc_2_908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6" name="Google Shape;11066;g2975d56d0dc_2_908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7" name="Google Shape;11067;g2975d56d0dc_2_908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8" name="Google Shape;11068;g2975d56d0dc_2_908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9" name="Google Shape;11069;g2975d56d0dc_2_908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0" name="Google Shape;11070;g2975d56d0dc_2_908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1" name="Google Shape;11071;g2975d56d0dc_2_9087"/>
          <p:cNvGrpSpPr/>
          <p:nvPr/>
        </p:nvGrpSpPr>
        <p:grpSpPr>
          <a:xfrm>
            <a:off x="7511005" y="2771930"/>
            <a:ext cx="244291" cy="326314"/>
            <a:chOff x="7530697" y="2790299"/>
            <a:chExt cx="244291" cy="326314"/>
          </a:xfrm>
        </p:grpSpPr>
        <p:sp>
          <p:nvSpPr>
            <p:cNvPr id="11072" name="Google Shape;11072;g2975d56d0dc_2_908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3" name="Google Shape;11073;g2975d56d0dc_2_908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4" name="Google Shape;11074;g2975d56d0dc_2_908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5" name="Google Shape;11075;g2975d56d0dc_2_908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6" name="Google Shape;11076;g2975d56d0dc_2_908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7" name="Google Shape;11077;g2975d56d0dc_2_908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8" name="Google Shape;11078;g2975d56d0dc_2_9087"/>
          <p:cNvGrpSpPr/>
          <p:nvPr/>
        </p:nvGrpSpPr>
        <p:grpSpPr>
          <a:xfrm>
            <a:off x="7968499" y="2813878"/>
            <a:ext cx="332348" cy="283985"/>
            <a:chOff x="7988191" y="2832248"/>
            <a:chExt cx="332348" cy="283985"/>
          </a:xfrm>
        </p:grpSpPr>
        <p:sp>
          <p:nvSpPr>
            <p:cNvPr id="11079" name="Google Shape;11079;g2975d56d0dc_2_908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0" name="Google Shape;11080;g2975d56d0dc_2_908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1" name="Google Shape;11081;g2975d56d0dc_2_908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82" name="Google Shape;11082;g2975d56d0dc_2_9087"/>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83" name="Google Shape;11083;g2975d56d0dc_2_9087"/>
          <p:cNvGrpSpPr/>
          <p:nvPr/>
        </p:nvGrpSpPr>
        <p:grpSpPr>
          <a:xfrm>
            <a:off x="3568748" y="3239998"/>
            <a:ext cx="364484" cy="262423"/>
            <a:chOff x="3588440" y="3258368"/>
            <a:chExt cx="364484" cy="262423"/>
          </a:xfrm>
        </p:grpSpPr>
        <p:sp>
          <p:nvSpPr>
            <p:cNvPr id="11084" name="Google Shape;11084;g2975d56d0dc_2_908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5" name="Google Shape;11085;g2975d56d0dc_2_908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6" name="Google Shape;11086;g2975d56d0dc_2_908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7" name="Google Shape;11087;g2975d56d0dc_2_908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8" name="Google Shape;11088;g2975d56d0dc_2_908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9" name="Google Shape;11089;g2975d56d0dc_2_908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90" name="Google Shape;11090;g2975d56d0dc_2_9087"/>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91" name="Google Shape;11091;g2975d56d0dc_2_9087"/>
          <p:cNvGrpSpPr/>
          <p:nvPr/>
        </p:nvGrpSpPr>
        <p:grpSpPr>
          <a:xfrm>
            <a:off x="5746125" y="3209355"/>
            <a:ext cx="364865" cy="324822"/>
            <a:chOff x="5765817" y="3227724"/>
            <a:chExt cx="364865" cy="324822"/>
          </a:xfrm>
        </p:grpSpPr>
        <p:sp>
          <p:nvSpPr>
            <p:cNvPr id="11092" name="Google Shape;11092;g2975d56d0dc_2_908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3" name="Google Shape;11093;g2975d56d0dc_2_908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4" name="Google Shape;11094;g2975d56d0dc_2_908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5" name="Google Shape;11095;g2975d56d0dc_2_9087"/>
          <p:cNvGrpSpPr/>
          <p:nvPr/>
        </p:nvGrpSpPr>
        <p:grpSpPr>
          <a:xfrm>
            <a:off x="6208891" y="3219294"/>
            <a:ext cx="446539" cy="303895"/>
            <a:chOff x="6228583" y="3237664"/>
            <a:chExt cx="446539" cy="303895"/>
          </a:xfrm>
        </p:grpSpPr>
        <p:sp>
          <p:nvSpPr>
            <p:cNvPr id="11096" name="Google Shape;11096;g2975d56d0dc_2_908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7" name="Google Shape;11097;g2975d56d0dc_2_908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8" name="Google Shape;11098;g2975d56d0dc_2_908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9" name="Google Shape;11099;g2975d56d0dc_2_908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0" name="Google Shape;11100;g2975d56d0dc_2_908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1" name="Google Shape;11101;g2975d56d0dc_2_908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2" name="Google Shape;11102;g2975d56d0dc_2_908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3" name="Google Shape;11103;g2975d56d0dc_2_908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4" name="Google Shape;11104;g2975d56d0dc_2_908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5" name="Google Shape;11105;g2975d56d0dc_2_908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6" name="Google Shape;11106;g2975d56d0dc_2_908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7" name="Google Shape;11107;g2975d56d0dc_2_908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8" name="Google Shape;11108;g2975d56d0dc_2_908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9" name="Google Shape;11109;g2975d56d0dc_2_908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0" name="Google Shape;11110;g2975d56d0dc_2_908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1" name="Google Shape;11111;g2975d56d0dc_2_908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2" name="Google Shape;11112;g2975d56d0dc_2_908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13" name="Google Shape;11113;g2975d56d0dc_2_9087"/>
          <p:cNvGrpSpPr/>
          <p:nvPr/>
        </p:nvGrpSpPr>
        <p:grpSpPr>
          <a:xfrm>
            <a:off x="846170" y="3188936"/>
            <a:ext cx="364483" cy="364896"/>
            <a:chOff x="865862" y="3207306"/>
            <a:chExt cx="364483" cy="364896"/>
          </a:xfrm>
        </p:grpSpPr>
        <p:sp>
          <p:nvSpPr>
            <p:cNvPr id="11114" name="Google Shape;11114;g2975d56d0dc_2_908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5" name="Google Shape;11115;g2975d56d0dc_2_908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6" name="Google Shape;11116;g2975d56d0dc_2_908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7" name="Google Shape;11117;g2975d56d0dc_2_908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8" name="Google Shape;11118;g2975d56d0dc_2_908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9" name="Google Shape;11119;g2975d56d0dc_2_908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0" name="Google Shape;11120;g2975d56d0dc_2_908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1" name="Google Shape;11121;g2975d56d0dc_2_908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2" name="Google Shape;11122;g2975d56d0dc_2_908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3" name="Google Shape;11123;g2975d56d0dc_2_908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4" name="Google Shape;11124;g2975d56d0dc_2_908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5" name="Google Shape;11125;g2975d56d0dc_2_908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6" name="Google Shape;11126;g2975d56d0dc_2_908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7" name="Google Shape;11127;g2975d56d0dc_2_908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28" name="Google Shape;11128;g2975d56d0dc_2_9087"/>
          <p:cNvGrpSpPr/>
          <p:nvPr/>
        </p:nvGrpSpPr>
        <p:grpSpPr>
          <a:xfrm>
            <a:off x="1384925" y="3208593"/>
            <a:ext cx="370169" cy="325966"/>
            <a:chOff x="1404617" y="3226962"/>
            <a:chExt cx="370169" cy="325966"/>
          </a:xfrm>
        </p:grpSpPr>
        <p:sp>
          <p:nvSpPr>
            <p:cNvPr id="11129" name="Google Shape;11129;g2975d56d0dc_2_908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0" name="Google Shape;11130;g2975d56d0dc_2_908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1" name="Google Shape;11131;g2975d56d0dc_2_908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2" name="Google Shape;11132;g2975d56d0dc_2_908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3" name="Google Shape;11133;g2975d56d0dc_2_908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4" name="Google Shape;11134;g2975d56d0dc_2_908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5" name="Google Shape;11135;g2975d56d0dc_2_908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6" name="Google Shape;11136;g2975d56d0dc_2_908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7" name="Google Shape;11137;g2975d56d0dc_2_908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8" name="Google Shape;11138;g2975d56d0dc_2_9087"/>
          <p:cNvGrpSpPr/>
          <p:nvPr/>
        </p:nvGrpSpPr>
        <p:grpSpPr>
          <a:xfrm>
            <a:off x="1933711" y="3197724"/>
            <a:ext cx="366389" cy="354481"/>
            <a:chOff x="1954741" y="3212419"/>
            <a:chExt cx="366389" cy="354481"/>
          </a:xfrm>
        </p:grpSpPr>
        <p:sp>
          <p:nvSpPr>
            <p:cNvPr id="11139" name="Google Shape;11139;g2975d56d0dc_2_908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0" name="Google Shape;11140;g2975d56d0dc_2_908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1" name="Google Shape;11141;g2975d56d0dc_2_908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2" name="Google Shape;11142;g2975d56d0dc_2_908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3" name="Google Shape;11143;g2975d56d0dc_2_908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4" name="Google Shape;11144;g2975d56d0dc_2_908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5" name="Google Shape;11145;g2975d56d0dc_2_908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6" name="Google Shape;11146;g2975d56d0dc_2_9087"/>
          <p:cNvGrpSpPr/>
          <p:nvPr/>
        </p:nvGrpSpPr>
        <p:grpSpPr>
          <a:xfrm>
            <a:off x="3023547" y="3197256"/>
            <a:ext cx="366008" cy="348670"/>
            <a:chOff x="3043239" y="3215626"/>
            <a:chExt cx="366008" cy="348670"/>
          </a:xfrm>
        </p:grpSpPr>
        <p:sp>
          <p:nvSpPr>
            <p:cNvPr id="11147" name="Google Shape;11147;g2975d56d0dc_2_908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8" name="Google Shape;11148;g2975d56d0dc_2_908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9" name="Google Shape;11149;g2975d56d0dc_2_9087"/>
          <p:cNvGrpSpPr/>
          <p:nvPr/>
        </p:nvGrpSpPr>
        <p:grpSpPr>
          <a:xfrm>
            <a:off x="4198641" y="3166613"/>
            <a:ext cx="209107" cy="383441"/>
            <a:chOff x="4218333" y="3184982"/>
            <a:chExt cx="209107" cy="383441"/>
          </a:xfrm>
        </p:grpSpPr>
        <p:sp>
          <p:nvSpPr>
            <p:cNvPr id="11150" name="Google Shape;11150;g2975d56d0dc_2_908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1" name="Google Shape;11151;g2975d56d0dc_2_908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52" name="Google Shape;11152;g2975d56d0dc_2_9087"/>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53" name="Google Shape;11153;g2975d56d0dc_2_9087"/>
          <p:cNvGrpSpPr/>
          <p:nvPr/>
        </p:nvGrpSpPr>
        <p:grpSpPr>
          <a:xfrm>
            <a:off x="6876953" y="3197637"/>
            <a:ext cx="322917" cy="347876"/>
            <a:chOff x="6896644" y="3216007"/>
            <a:chExt cx="322917" cy="347876"/>
          </a:xfrm>
        </p:grpSpPr>
        <p:sp>
          <p:nvSpPr>
            <p:cNvPr id="11154" name="Google Shape;11154;g2975d56d0dc_2_908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5" name="Google Shape;11155;g2975d56d0dc_2_908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6" name="Google Shape;11156;g2975d56d0dc_2_908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7" name="Google Shape;11157;g2975d56d0dc_2_908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8" name="Google Shape;11158;g2975d56d0dc_2_908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9" name="Google Shape;11159;g2975d56d0dc_2_908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0" name="Google Shape;11160;g2975d56d0dc_2_908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61" name="Google Shape;11161;g2975d56d0dc_2_9087"/>
          <p:cNvGrpSpPr/>
          <p:nvPr/>
        </p:nvGrpSpPr>
        <p:grpSpPr>
          <a:xfrm>
            <a:off x="7409674" y="3204814"/>
            <a:ext cx="334634" cy="333904"/>
            <a:chOff x="7429366" y="3223183"/>
            <a:chExt cx="334634" cy="333904"/>
          </a:xfrm>
        </p:grpSpPr>
        <p:sp>
          <p:nvSpPr>
            <p:cNvPr id="11162" name="Google Shape;11162;g2975d56d0dc_2_908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3" name="Google Shape;11163;g2975d56d0dc_2_908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64" name="Google Shape;11164;g2975d56d0dc_2_9087"/>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65" name="Google Shape;11165;g2975d56d0dc_2_9087"/>
          <p:cNvGrpSpPr/>
          <p:nvPr/>
        </p:nvGrpSpPr>
        <p:grpSpPr>
          <a:xfrm>
            <a:off x="5196764" y="3707114"/>
            <a:ext cx="356195" cy="265631"/>
            <a:chOff x="5216456" y="3725484"/>
            <a:chExt cx="356195" cy="265631"/>
          </a:xfrm>
        </p:grpSpPr>
        <p:sp>
          <p:nvSpPr>
            <p:cNvPr id="11166" name="Google Shape;11166;g2975d56d0dc_2_908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7" name="Google Shape;11167;g2975d56d0dc_2_908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68" name="Google Shape;11168;g2975d56d0dc_2_9087"/>
          <p:cNvGrpSpPr/>
          <p:nvPr/>
        </p:nvGrpSpPr>
        <p:grpSpPr>
          <a:xfrm>
            <a:off x="6829701" y="3715625"/>
            <a:ext cx="355053" cy="248038"/>
            <a:chOff x="6849393" y="3733994"/>
            <a:chExt cx="355053" cy="248038"/>
          </a:xfrm>
        </p:grpSpPr>
        <p:sp>
          <p:nvSpPr>
            <p:cNvPr id="11169" name="Google Shape;11169;g2975d56d0dc_2_908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0" name="Google Shape;11170;g2975d56d0dc_2_908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1" name="Google Shape;11171;g2975d56d0dc_2_908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2" name="Google Shape;11172;g2975d56d0dc_2_908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3" name="Google Shape;11173;g2975d56d0dc_2_908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74" name="Google Shape;11174;g2975d56d0dc_2_9087"/>
          <p:cNvGrpSpPr/>
          <p:nvPr/>
        </p:nvGrpSpPr>
        <p:grpSpPr>
          <a:xfrm>
            <a:off x="7899305" y="3696318"/>
            <a:ext cx="392110" cy="280207"/>
            <a:chOff x="7918997" y="3714687"/>
            <a:chExt cx="392110" cy="280207"/>
          </a:xfrm>
        </p:grpSpPr>
        <p:sp>
          <p:nvSpPr>
            <p:cNvPr id="11175" name="Google Shape;11175;g2975d56d0dc_2_908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6" name="Google Shape;11176;g2975d56d0dc_2_908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7" name="Google Shape;11177;g2975d56d0dc_2_908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8" name="Google Shape;11178;g2975d56d0dc_2_908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9" name="Google Shape;11179;g2975d56d0dc_2_908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80" name="Google Shape;11180;g2975d56d0dc_2_9087"/>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81" name="Google Shape;11181;g2975d56d0dc_2_9087"/>
          <p:cNvGrpSpPr/>
          <p:nvPr/>
        </p:nvGrpSpPr>
        <p:grpSpPr>
          <a:xfrm>
            <a:off x="1389085" y="3662594"/>
            <a:ext cx="357720" cy="355147"/>
            <a:chOff x="1408777" y="3680964"/>
            <a:chExt cx="357720" cy="355147"/>
          </a:xfrm>
        </p:grpSpPr>
        <p:sp>
          <p:nvSpPr>
            <p:cNvPr id="11182" name="Google Shape;11182;g2975d56d0dc_2_908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3" name="Google Shape;11183;g2975d56d0dc_2_908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4" name="Google Shape;11184;g2975d56d0dc_2_908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5" name="Google Shape;11185;g2975d56d0dc_2_908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6" name="Google Shape;11186;g2975d56d0dc_2_908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87" name="Google Shape;11187;g2975d56d0dc_2_9087"/>
          <p:cNvGrpSpPr/>
          <p:nvPr/>
        </p:nvGrpSpPr>
        <p:grpSpPr>
          <a:xfrm>
            <a:off x="1933144" y="3662594"/>
            <a:ext cx="357719" cy="355147"/>
            <a:chOff x="1952836" y="3680964"/>
            <a:chExt cx="357719" cy="355147"/>
          </a:xfrm>
        </p:grpSpPr>
        <p:sp>
          <p:nvSpPr>
            <p:cNvPr id="11188" name="Google Shape;11188;g2975d56d0dc_2_908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9" name="Google Shape;11189;g2975d56d0dc_2_908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0" name="Google Shape;11190;g2975d56d0dc_2_908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1" name="Google Shape;11191;g2975d56d0dc_2_908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2" name="Google Shape;11192;g2975d56d0dc_2_908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3" name="Google Shape;11193;g2975d56d0dc_2_9087"/>
          <p:cNvGrpSpPr/>
          <p:nvPr/>
        </p:nvGrpSpPr>
        <p:grpSpPr>
          <a:xfrm>
            <a:off x="2477202" y="3662594"/>
            <a:ext cx="357720" cy="355147"/>
            <a:chOff x="2496894" y="3680964"/>
            <a:chExt cx="357720" cy="355147"/>
          </a:xfrm>
        </p:grpSpPr>
        <p:sp>
          <p:nvSpPr>
            <p:cNvPr id="11194" name="Google Shape;11194;g2975d56d0dc_2_908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5" name="Google Shape;11195;g2975d56d0dc_2_908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6" name="Google Shape;11196;g2975d56d0dc_2_908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7" name="Google Shape;11197;g2975d56d0dc_2_908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8" name="Google Shape;11198;g2975d56d0dc_2_908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9" name="Google Shape;11199;g2975d56d0dc_2_9087"/>
          <p:cNvGrpSpPr/>
          <p:nvPr/>
        </p:nvGrpSpPr>
        <p:grpSpPr>
          <a:xfrm>
            <a:off x="3021292" y="3662689"/>
            <a:ext cx="356164" cy="355815"/>
            <a:chOff x="3040984" y="3681059"/>
            <a:chExt cx="356164" cy="355815"/>
          </a:xfrm>
        </p:grpSpPr>
        <p:sp>
          <p:nvSpPr>
            <p:cNvPr id="11200" name="Google Shape;11200;g2975d56d0dc_2_908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1" name="Google Shape;11201;g2975d56d0dc_2_908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2" name="Google Shape;11202;g2975d56d0dc_2_908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03" name="Google Shape;11203;g2975d56d0dc_2_9087"/>
          <p:cNvGrpSpPr/>
          <p:nvPr/>
        </p:nvGrpSpPr>
        <p:grpSpPr>
          <a:xfrm>
            <a:off x="3564589" y="3680821"/>
            <a:ext cx="358069" cy="317995"/>
            <a:chOff x="3584280" y="3699191"/>
            <a:chExt cx="358069" cy="317995"/>
          </a:xfrm>
        </p:grpSpPr>
        <p:sp>
          <p:nvSpPr>
            <p:cNvPr id="11204" name="Google Shape;11204;g2975d56d0dc_2_908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5" name="Google Shape;11205;g2975d56d0dc_2_908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6" name="Google Shape;11206;g2975d56d0dc_2_908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7" name="Google Shape;11207;g2975d56d0dc_2_908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08" name="Google Shape;11208;g2975d56d0dc_2_9087"/>
          <p:cNvGrpSpPr/>
          <p:nvPr/>
        </p:nvGrpSpPr>
        <p:grpSpPr>
          <a:xfrm>
            <a:off x="4109790" y="3662689"/>
            <a:ext cx="355402" cy="354291"/>
            <a:chOff x="4129482" y="3681059"/>
            <a:chExt cx="355402" cy="354291"/>
          </a:xfrm>
        </p:grpSpPr>
        <p:sp>
          <p:nvSpPr>
            <p:cNvPr id="11209" name="Google Shape;11209;g2975d56d0dc_2_908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0" name="Google Shape;11210;g2975d56d0dc_2_908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1" name="Google Shape;11211;g2975d56d0dc_2_908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2" name="Google Shape;11212;g2975d56d0dc_2_908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3" name="Google Shape;11213;g2975d56d0dc_2_9087"/>
          <p:cNvGrpSpPr/>
          <p:nvPr/>
        </p:nvGrpSpPr>
        <p:grpSpPr>
          <a:xfrm>
            <a:off x="4653849" y="3661927"/>
            <a:ext cx="355434" cy="355815"/>
            <a:chOff x="4673540" y="3680297"/>
            <a:chExt cx="355434" cy="355815"/>
          </a:xfrm>
        </p:grpSpPr>
        <p:sp>
          <p:nvSpPr>
            <p:cNvPr id="11214" name="Google Shape;11214;g2975d56d0dc_2_908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5" name="Google Shape;11215;g2975d56d0dc_2_908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6" name="Google Shape;11216;g2975d56d0dc_2_908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7" name="Google Shape;11217;g2975d56d0dc_2_9087"/>
          <p:cNvGrpSpPr/>
          <p:nvPr/>
        </p:nvGrpSpPr>
        <p:grpSpPr>
          <a:xfrm>
            <a:off x="5759716" y="3680821"/>
            <a:ext cx="317645" cy="318757"/>
            <a:chOff x="5779408" y="3699191"/>
            <a:chExt cx="317645" cy="318757"/>
          </a:xfrm>
        </p:grpSpPr>
        <p:sp>
          <p:nvSpPr>
            <p:cNvPr id="11218" name="Google Shape;11218;g2975d56d0dc_2_908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9" name="Google Shape;11219;g2975d56d0dc_2_908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20" name="Google Shape;11220;g2975d56d0dc_2_9087"/>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21" name="Google Shape;11221;g2975d56d0dc_2_9087"/>
          <p:cNvGrpSpPr/>
          <p:nvPr/>
        </p:nvGrpSpPr>
        <p:grpSpPr>
          <a:xfrm>
            <a:off x="7370743" y="3662499"/>
            <a:ext cx="372073" cy="355244"/>
            <a:chOff x="7390435" y="3680868"/>
            <a:chExt cx="372073" cy="355244"/>
          </a:xfrm>
        </p:grpSpPr>
        <p:sp>
          <p:nvSpPr>
            <p:cNvPr id="11222" name="Google Shape;11222;g2975d56d0dc_2_908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3" name="Google Shape;11223;g2975d56d0dc_2_908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4" name="Google Shape;11224;g2975d56d0dc_2_908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5" name="Google Shape;11225;g2975d56d0dc_2_908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6" name="Google Shape;11226;g2975d56d0dc_2_908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7" name="Google Shape;11227;g2975d56d0dc_2_908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28" name="Google Shape;11228;g2975d56d0dc_2_9087"/>
          <p:cNvGrpSpPr/>
          <p:nvPr/>
        </p:nvGrpSpPr>
        <p:grpSpPr>
          <a:xfrm>
            <a:off x="1392301" y="4119346"/>
            <a:ext cx="374709" cy="374010"/>
            <a:chOff x="1421638" y="4125629"/>
            <a:chExt cx="374709" cy="374010"/>
          </a:xfrm>
        </p:grpSpPr>
        <p:sp>
          <p:nvSpPr>
            <p:cNvPr id="11229" name="Google Shape;11229;g2975d56d0dc_2_908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0" name="Google Shape;11230;g2975d56d0dc_2_908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31" name="Google Shape;11231;g2975d56d0dc_2_9087"/>
          <p:cNvGrpSpPr/>
          <p:nvPr/>
        </p:nvGrpSpPr>
        <p:grpSpPr>
          <a:xfrm>
            <a:off x="1943917" y="4135255"/>
            <a:ext cx="357720" cy="342192"/>
            <a:chOff x="1973254" y="4156304"/>
            <a:chExt cx="357720" cy="342192"/>
          </a:xfrm>
        </p:grpSpPr>
        <p:sp>
          <p:nvSpPr>
            <p:cNvPr id="11232" name="Google Shape;11232;g2975d56d0dc_2_908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3" name="Google Shape;11233;g2975d56d0dc_2_908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4" name="Google Shape;11234;g2975d56d0dc_2_908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5" name="Google Shape;11235;g2975d56d0dc_2_908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6" name="Google Shape;11236;g2975d56d0dc_2_908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7" name="Google Shape;11237;g2975d56d0dc_2_908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38" name="Google Shape;11238;g2975d56d0dc_2_9087"/>
          <p:cNvGrpSpPr/>
          <p:nvPr/>
        </p:nvGrpSpPr>
        <p:grpSpPr>
          <a:xfrm>
            <a:off x="2494422" y="4136192"/>
            <a:ext cx="341049" cy="340318"/>
            <a:chOff x="2523759" y="4135505"/>
            <a:chExt cx="341049" cy="340318"/>
          </a:xfrm>
        </p:grpSpPr>
        <p:sp>
          <p:nvSpPr>
            <p:cNvPr id="11239" name="Google Shape;11239;g2975d56d0dc_2_908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0" name="Google Shape;11240;g2975d56d0dc_2_908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41" name="Google Shape;11241;g2975d56d0dc_2_9087"/>
          <p:cNvGrpSpPr/>
          <p:nvPr/>
        </p:nvGrpSpPr>
        <p:grpSpPr>
          <a:xfrm>
            <a:off x="3011266" y="4131175"/>
            <a:ext cx="392079" cy="350353"/>
            <a:chOff x="3040603" y="4130360"/>
            <a:chExt cx="392079" cy="350353"/>
          </a:xfrm>
        </p:grpSpPr>
        <p:sp>
          <p:nvSpPr>
            <p:cNvPr id="11242" name="Google Shape;11242;g2975d56d0dc_2_908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3" name="Google Shape;11243;g2975d56d0dc_2_908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4" name="Google Shape;11244;g2975d56d0dc_2_908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5" name="Google Shape;11245;g2975d56d0dc_2_908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6" name="Google Shape;11246;g2975d56d0dc_2_908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7" name="Google Shape;11247;g2975d56d0dc_2_908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8" name="Google Shape;11248;g2975d56d0dc_2_908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9" name="Google Shape;11249;g2975d56d0dc_2_908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0" name="Google Shape;11250;g2975d56d0dc_2_908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1" name="Google Shape;11251;g2975d56d0dc_2_908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52" name="Google Shape;11252;g2975d56d0dc_2_9087"/>
          <p:cNvGrpSpPr/>
          <p:nvPr/>
        </p:nvGrpSpPr>
        <p:grpSpPr>
          <a:xfrm>
            <a:off x="3632807" y="4136192"/>
            <a:ext cx="232954" cy="340318"/>
            <a:chOff x="3662144" y="4135505"/>
            <a:chExt cx="232954" cy="340318"/>
          </a:xfrm>
        </p:grpSpPr>
        <p:sp>
          <p:nvSpPr>
            <p:cNvPr id="11253" name="Google Shape;11253;g2975d56d0dc_2_908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4" name="Google Shape;11254;g2975d56d0dc_2_908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5" name="Google Shape;11255;g2975d56d0dc_2_908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6" name="Google Shape;11256;g2975d56d0dc_2_908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57" name="Google Shape;11257;g2975d56d0dc_2_9087"/>
          <p:cNvGrpSpPr/>
          <p:nvPr/>
        </p:nvGrpSpPr>
        <p:grpSpPr>
          <a:xfrm>
            <a:off x="4119801" y="4122029"/>
            <a:ext cx="344065" cy="368644"/>
            <a:chOff x="4149138" y="4121151"/>
            <a:chExt cx="344065" cy="368644"/>
          </a:xfrm>
        </p:grpSpPr>
        <p:sp>
          <p:nvSpPr>
            <p:cNvPr id="11258" name="Google Shape;11258;g2975d56d0dc_2_908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9" name="Google Shape;11259;g2975d56d0dc_2_908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0" name="Google Shape;11260;g2975d56d0dc_2_908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1" name="Google Shape;11261;g2975d56d0dc_2_908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2" name="Google Shape;11262;g2975d56d0dc_2_908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3" name="Google Shape;11263;g2975d56d0dc_2_908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4" name="Google Shape;11264;g2975d56d0dc_2_908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5" name="Google Shape;11265;g2975d56d0dc_2_908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6" name="Google Shape;11266;g2975d56d0dc_2_908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7" name="Google Shape;11267;g2975d56d0dc_2_908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8" name="Google Shape;11268;g2975d56d0dc_2_908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9" name="Google Shape;11269;g2975d56d0dc_2_908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70" name="Google Shape;11270;g2975d56d0dc_2_9087"/>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71" name="Google Shape;11271;g2975d56d0dc_2_9087"/>
          <p:cNvGrpSpPr/>
          <p:nvPr/>
        </p:nvGrpSpPr>
        <p:grpSpPr>
          <a:xfrm>
            <a:off x="5176925" y="4174949"/>
            <a:ext cx="397763" cy="262805"/>
            <a:chOff x="5206262" y="4174817"/>
            <a:chExt cx="397763" cy="262805"/>
          </a:xfrm>
        </p:grpSpPr>
        <p:sp>
          <p:nvSpPr>
            <p:cNvPr id="11272" name="Google Shape;11272;g2975d56d0dc_2_908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3" name="Google Shape;11273;g2975d56d0dc_2_908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4" name="Google Shape;11274;g2975d56d0dc_2_908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5" name="Google Shape;11275;g2975d56d0dc_2_908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6" name="Google Shape;11276;g2975d56d0dc_2_908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7" name="Google Shape;11277;g2975d56d0dc_2_908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8" name="Google Shape;11278;g2975d56d0dc_2_908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9" name="Google Shape;11279;g2975d56d0dc_2_9087"/>
          <p:cNvGrpSpPr/>
          <p:nvPr/>
        </p:nvGrpSpPr>
        <p:grpSpPr>
          <a:xfrm>
            <a:off x="5698279" y="4161342"/>
            <a:ext cx="440505" cy="290018"/>
            <a:chOff x="5727616" y="4204699"/>
            <a:chExt cx="440505" cy="290018"/>
          </a:xfrm>
        </p:grpSpPr>
        <p:sp>
          <p:nvSpPr>
            <p:cNvPr id="11280" name="Google Shape;11280;g2975d56d0dc_2_908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1" name="Google Shape;11281;g2975d56d0dc_2_908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2" name="Google Shape;11282;g2975d56d0dc_2_908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3" name="Google Shape;11283;g2975d56d0dc_2_908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4" name="Google Shape;11284;g2975d56d0dc_2_908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5" name="Google Shape;11285;g2975d56d0dc_2_908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6" name="Google Shape;11286;g2975d56d0dc_2_908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7" name="Google Shape;11287;g2975d56d0dc_2_908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8" name="Google Shape;11288;g2975d56d0dc_2_9087"/>
          <p:cNvGrpSpPr/>
          <p:nvPr/>
        </p:nvGrpSpPr>
        <p:grpSpPr>
          <a:xfrm>
            <a:off x="6380726" y="4124093"/>
            <a:ext cx="159950" cy="364516"/>
            <a:chOff x="6410063" y="4135124"/>
            <a:chExt cx="159950" cy="364516"/>
          </a:xfrm>
        </p:grpSpPr>
        <p:sp>
          <p:nvSpPr>
            <p:cNvPr id="11289" name="Google Shape;11289;g2975d56d0dc_2_908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0" name="Google Shape;11290;g2975d56d0dc_2_908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1" name="Google Shape;11291;g2975d56d0dc_2_908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2" name="Google Shape;11292;g2975d56d0dc_2_908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93" name="Google Shape;11293;g2975d56d0dc_2_9087"/>
          <p:cNvGrpSpPr/>
          <p:nvPr/>
        </p:nvGrpSpPr>
        <p:grpSpPr>
          <a:xfrm>
            <a:off x="6641065" y="4124284"/>
            <a:ext cx="214379" cy="364134"/>
            <a:chOff x="6924652" y="4135505"/>
            <a:chExt cx="214379" cy="364134"/>
          </a:xfrm>
        </p:grpSpPr>
        <p:sp>
          <p:nvSpPr>
            <p:cNvPr id="11294" name="Google Shape;11294;g2975d56d0dc_2_908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5" name="Google Shape;11295;g2975d56d0dc_2_908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6" name="Google Shape;11296;g2975d56d0dc_2_908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7" name="Google Shape;11297;g2975d56d0dc_2_908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98" name="Google Shape;11298;g2975d56d0dc_2_9087"/>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a:t>
            </a:r>
            <a:r>
              <a:rPr b="1" i="0" lang="en" sz="1100" u="none" cap="none" strike="noStrike">
                <a:solidFill>
                  <a:schemeClr val="hlink"/>
                </a:solidFill>
                <a:latin typeface="Arial"/>
                <a:ea typeface="Arial"/>
                <a:cs typeface="Arial"/>
                <a:sym typeface="Arial"/>
              </a:rPr>
              <a:t>resize </a:t>
            </a:r>
            <a:r>
              <a:rPr b="0" i="0" lang="en" sz="1100" u="none" cap="none" strike="noStrike">
                <a:solidFill>
                  <a:schemeClr val="lt1"/>
                </a:solidFill>
                <a:latin typeface="Arial"/>
                <a:ea typeface="Arial"/>
                <a:cs typeface="Arial"/>
                <a:sym typeface="Arial"/>
              </a:rPr>
              <a:t>these icons without losing quality.</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a:t>
            </a:r>
            <a:r>
              <a:rPr b="1" i="0" lang="en" sz="1100" u="none" cap="none" strike="noStrike">
                <a:solidFill>
                  <a:schemeClr val="hlink"/>
                </a:solidFill>
                <a:latin typeface="Arial"/>
                <a:ea typeface="Arial"/>
                <a:cs typeface="Arial"/>
                <a:sym typeface="Arial"/>
              </a:rPr>
              <a:t>change the stroke and fill color</a:t>
            </a:r>
            <a:r>
              <a:rPr b="0" i="0" lang="en" sz="1100" u="none" cap="none" strike="noStrike">
                <a:solidFill>
                  <a:schemeClr val="lt1"/>
                </a:solidFill>
                <a:latin typeface="Arial"/>
                <a:ea typeface="Arial"/>
                <a:cs typeface="Arial"/>
                <a:sym typeface="Arial"/>
              </a:rPr>
              <a:t>; just select the icon and click on the </a:t>
            </a:r>
            <a:r>
              <a:rPr b="1" i="0" lang="en" sz="1100" u="none" cap="none" strike="noStrike">
                <a:solidFill>
                  <a:schemeClr val="hlink"/>
                </a:solidFill>
                <a:latin typeface="Arial"/>
                <a:ea typeface="Arial"/>
                <a:cs typeface="Arial"/>
                <a:sym typeface="Arial"/>
              </a:rPr>
              <a:t>paint bucket/pen</a:t>
            </a:r>
            <a:r>
              <a:rPr b="0" i="0" lang="en" sz="1100" u="none" cap="none" strike="noStrike">
                <a:solidFill>
                  <a:schemeClr val="lt1"/>
                </a:solidFill>
                <a:latin typeface="Arial"/>
                <a:ea typeface="Arial"/>
                <a:cs typeface="Arial"/>
                <a:sym typeface="Arial"/>
              </a:rPr>
              <a:t>.</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In Google Slides, you can also use </a:t>
            </a:r>
            <a:r>
              <a:rPr b="1" i="0" lang="en" sz="1100" u="none" cap="none" strike="noStrike">
                <a:solidFill>
                  <a:schemeClr val="hlink"/>
                </a:solidFill>
                <a:uFill>
                  <a:noFill/>
                </a:uFill>
                <a:latin typeface="Arial"/>
                <a:ea typeface="Arial"/>
                <a:cs typeface="Arial"/>
                <a:sym typeface="Arial"/>
                <a:hlinkClick r:id="rId3"/>
              </a:rPr>
              <a:t>Flaticon’s extension</a:t>
            </a:r>
            <a:r>
              <a:rPr b="0" i="0" lang="en" sz="1100" u="none" cap="none" strike="noStrike">
                <a:solidFill>
                  <a:schemeClr val="lt1"/>
                </a:solidFill>
                <a:latin typeface="Arial"/>
                <a:ea typeface="Arial"/>
                <a:cs typeface="Arial"/>
                <a:sym typeface="Arial"/>
              </a:rPr>
              <a:t>, allowing you to customize and add even more icons.</a:t>
            </a:r>
            <a:br>
              <a:rPr b="0" i="0" lang="en" sz="1100" u="none" cap="none" strike="noStrike">
                <a:solidFill>
                  <a:srgbClr val="435D74"/>
                </a:solidFill>
                <a:latin typeface="Arial"/>
                <a:ea typeface="Arial"/>
                <a:cs typeface="Arial"/>
                <a:sym typeface="Arial"/>
              </a:rPr>
            </a:br>
            <a:endParaRPr b="0" i="0" sz="1100" u="none" cap="none" strike="noStrike">
              <a:solidFill>
                <a:srgbClr val="435D74"/>
              </a:solidFill>
              <a:latin typeface="Arial"/>
              <a:ea typeface="Arial"/>
              <a:cs typeface="Arial"/>
              <a:sym typeface="Arial"/>
            </a:endParaRPr>
          </a:p>
        </p:txBody>
      </p:sp>
      <p:sp>
        <p:nvSpPr>
          <p:cNvPr id="11299" name="Google Shape;11299;g2975d56d0dc_2_9087"/>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...and our sets of editable icons</a:t>
            </a:r>
            <a:endParaRPr/>
          </a:p>
        </p:txBody>
      </p:sp>
      <p:grpSp>
        <p:nvGrpSpPr>
          <p:cNvPr id="11300" name="Google Shape;11300;g2975d56d0dc_2_9087"/>
          <p:cNvGrpSpPr/>
          <p:nvPr/>
        </p:nvGrpSpPr>
        <p:grpSpPr>
          <a:xfrm>
            <a:off x="841240" y="4119220"/>
            <a:ext cx="374176" cy="374262"/>
            <a:chOff x="775325" y="4143525"/>
            <a:chExt cx="468775" cy="468883"/>
          </a:xfrm>
        </p:grpSpPr>
        <p:sp>
          <p:nvSpPr>
            <p:cNvPr id="11301" name="Google Shape;11301;g2975d56d0dc_2_9087"/>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2" name="Google Shape;11302;g2975d56d0dc_2_9087"/>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3" name="Google Shape;11303;g2975d56d0dc_2_9087"/>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4" name="Google Shape;11304;g2975d56d0dc_2_9087"/>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05" name="Google Shape;11305;g2975d56d0dc_2_9087"/>
          <p:cNvGrpSpPr/>
          <p:nvPr/>
        </p:nvGrpSpPr>
        <p:grpSpPr>
          <a:xfrm>
            <a:off x="7015917" y="4114633"/>
            <a:ext cx="219464" cy="383437"/>
            <a:chOff x="1426400" y="1814750"/>
            <a:chExt cx="407850" cy="712575"/>
          </a:xfrm>
        </p:grpSpPr>
        <p:sp>
          <p:nvSpPr>
            <p:cNvPr id="11306" name="Google Shape;11306;g2975d56d0dc_2_9087"/>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7" name="Google Shape;11307;g2975d56d0dc_2_9087"/>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8" name="Google Shape;11308;g2975d56d0dc_2_9087"/>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09" name="Google Shape;11309;g2975d56d0dc_2_9087"/>
          <p:cNvGrpSpPr/>
          <p:nvPr/>
        </p:nvGrpSpPr>
        <p:grpSpPr>
          <a:xfrm>
            <a:off x="7391519" y="4149408"/>
            <a:ext cx="313833" cy="313887"/>
            <a:chOff x="1910075" y="2021700"/>
            <a:chExt cx="583225" cy="583325"/>
          </a:xfrm>
        </p:grpSpPr>
        <p:sp>
          <p:nvSpPr>
            <p:cNvPr id="11310" name="Google Shape;11310;g2975d56d0dc_2_9087"/>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1" name="Google Shape;11311;g2975d56d0dc_2_9087"/>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2" name="Google Shape;11312;g2975d56d0dc_2_9087"/>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3" name="Google Shape;11313;g2975d56d0dc_2_9087"/>
          <p:cNvGrpSpPr/>
          <p:nvPr/>
        </p:nvGrpSpPr>
        <p:grpSpPr>
          <a:xfrm>
            <a:off x="7861486" y="4189187"/>
            <a:ext cx="441255" cy="234329"/>
            <a:chOff x="2749275" y="2099575"/>
            <a:chExt cx="820025" cy="435475"/>
          </a:xfrm>
        </p:grpSpPr>
        <p:sp>
          <p:nvSpPr>
            <p:cNvPr id="11314" name="Google Shape;11314;g2975d56d0dc_2_9087"/>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5" name="Google Shape;11315;g2975d56d0dc_2_9087"/>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6" name="Google Shape;11316;g2975d56d0dc_2_9087"/>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7" name="Google Shape;11317;g2975d56d0dc_2_9087"/>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1" name="Shape 11321"/>
        <p:cNvGrpSpPr/>
        <p:nvPr/>
      </p:nvGrpSpPr>
      <p:grpSpPr>
        <a:xfrm>
          <a:off x="0" y="0"/>
          <a:ext cx="0" cy="0"/>
          <a:chOff x="0" y="0"/>
          <a:chExt cx="0" cy="0"/>
        </a:xfrm>
      </p:grpSpPr>
      <p:grpSp>
        <p:nvGrpSpPr>
          <p:cNvPr id="11322" name="Google Shape;11322;g2975d56d0dc_2_9475"/>
          <p:cNvGrpSpPr/>
          <p:nvPr/>
        </p:nvGrpSpPr>
        <p:grpSpPr>
          <a:xfrm>
            <a:off x="1989449" y="4101269"/>
            <a:ext cx="374774" cy="346073"/>
            <a:chOff x="1989449" y="4282269"/>
            <a:chExt cx="374774" cy="346073"/>
          </a:xfrm>
        </p:grpSpPr>
        <p:sp>
          <p:nvSpPr>
            <p:cNvPr id="11323" name="Google Shape;11323;g2975d56d0dc_2_9475"/>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4" name="Google Shape;11324;g2975d56d0dc_2_9475"/>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5" name="Google Shape;11325;g2975d56d0dc_2_9475"/>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6" name="Google Shape;11326;g2975d56d0dc_2_9475"/>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7" name="Google Shape;11327;g2975d56d0dc_2_9475"/>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28" name="Google Shape;11328;g2975d56d0dc_2_9475"/>
          <p:cNvGrpSpPr/>
          <p:nvPr/>
        </p:nvGrpSpPr>
        <p:grpSpPr>
          <a:xfrm>
            <a:off x="2487439" y="4099740"/>
            <a:ext cx="198775" cy="348972"/>
            <a:chOff x="2487439" y="4280740"/>
            <a:chExt cx="198775" cy="348972"/>
          </a:xfrm>
        </p:grpSpPr>
        <p:sp>
          <p:nvSpPr>
            <p:cNvPr id="11329" name="Google Shape;11329;g2975d56d0dc_2_9475"/>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0" name="Google Shape;11330;g2975d56d0dc_2_9475"/>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1" name="Google Shape;11331;g2975d56d0dc_2_9475"/>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2" name="Google Shape;11332;g2975d56d0dc_2_9475"/>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33" name="Google Shape;11333;g2975d56d0dc_2_9475"/>
          <p:cNvGrpSpPr/>
          <p:nvPr/>
        </p:nvGrpSpPr>
        <p:grpSpPr>
          <a:xfrm>
            <a:off x="2810958" y="4092923"/>
            <a:ext cx="353145" cy="361873"/>
            <a:chOff x="2810958" y="4273923"/>
            <a:chExt cx="353145" cy="361873"/>
          </a:xfrm>
        </p:grpSpPr>
        <p:sp>
          <p:nvSpPr>
            <p:cNvPr id="11334" name="Google Shape;11334;g2975d56d0dc_2_9475"/>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5" name="Google Shape;11335;g2975d56d0dc_2_9475"/>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6" name="Google Shape;11336;g2975d56d0dc_2_9475"/>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7" name="Google Shape;11337;g2975d56d0dc_2_9475"/>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8" name="Google Shape;11338;g2975d56d0dc_2_9475"/>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9" name="Google Shape;11339;g2975d56d0dc_2_9475"/>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0" name="Google Shape;11340;g2975d56d0dc_2_9475"/>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1" name="Google Shape;11341;g2975d56d0dc_2_9475"/>
          <p:cNvGrpSpPr/>
          <p:nvPr/>
        </p:nvGrpSpPr>
        <p:grpSpPr>
          <a:xfrm>
            <a:off x="6275635" y="4101651"/>
            <a:ext cx="209383" cy="366778"/>
            <a:chOff x="6275635" y="4282651"/>
            <a:chExt cx="209383" cy="366778"/>
          </a:xfrm>
        </p:grpSpPr>
        <p:sp>
          <p:nvSpPr>
            <p:cNvPr id="11342" name="Google Shape;11342;g2975d56d0dc_2_9475"/>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3" name="Google Shape;11343;g2975d56d0dc_2_9475"/>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4" name="Google Shape;11344;g2975d56d0dc_2_9475"/>
          <p:cNvGrpSpPr/>
          <p:nvPr/>
        </p:nvGrpSpPr>
        <p:grpSpPr>
          <a:xfrm>
            <a:off x="6701186" y="4102033"/>
            <a:ext cx="280292" cy="366396"/>
            <a:chOff x="6701186" y="4283033"/>
            <a:chExt cx="280292" cy="366396"/>
          </a:xfrm>
        </p:grpSpPr>
        <p:sp>
          <p:nvSpPr>
            <p:cNvPr id="11345" name="Google Shape;11345;g2975d56d0dc_2_9475"/>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6" name="Google Shape;11346;g2975d56d0dc_2_9475"/>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7" name="Google Shape;11347;g2975d56d0dc_2_9475"/>
          <p:cNvGrpSpPr/>
          <p:nvPr/>
        </p:nvGrpSpPr>
        <p:grpSpPr>
          <a:xfrm>
            <a:off x="2609571" y="3643958"/>
            <a:ext cx="373627" cy="347347"/>
            <a:chOff x="2609571" y="3824958"/>
            <a:chExt cx="373627" cy="347347"/>
          </a:xfrm>
        </p:grpSpPr>
        <p:sp>
          <p:nvSpPr>
            <p:cNvPr id="11348" name="Google Shape;11348;g2975d56d0dc_2_9475"/>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9" name="Google Shape;11349;g2975d56d0dc_2_9475"/>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50" name="Google Shape;11350;g2975d56d0dc_2_9475"/>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51" name="Google Shape;11351;g2975d56d0dc_2_9475"/>
          <p:cNvGrpSpPr/>
          <p:nvPr/>
        </p:nvGrpSpPr>
        <p:grpSpPr>
          <a:xfrm>
            <a:off x="916127" y="3626056"/>
            <a:ext cx="221902" cy="380795"/>
            <a:chOff x="916127" y="3807056"/>
            <a:chExt cx="221902" cy="380795"/>
          </a:xfrm>
        </p:grpSpPr>
        <p:sp>
          <p:nvSpPr>
            <p:cNvPr id="11352" name="Google Shape;11352;g2975d56d0dc_2_9475"/>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3" name="Google Shape;11353;g2975d56d0dc_2_9475"/>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4" name="Google Shape;11354;g2975d56d0dc_2_9475"/>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5" name="Google Shape;11355;g2975d56d0dc_2_9475"/>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56" name="Google Shape;11356;g2975d56d0dc_2_9475"/>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7" name="Google Shape;11357;g2975d56d0dc_2_9475"/>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58" name="Google Shape;11358;g2975d56d0dc_2_9475"/>
          <p:cNvGrpSpPr/>
          <p:nvPr/>
        </p:nvGrpSpPr>
        <p:grpSpPr>
          <a:xfrm>
            <a:off x="3513010" y="3635134"/>
            <a:ext cx="362223" cy="361108"/>
            <a:chOff x="3513010" y="3816134"/>
            <a:chExt cx="362223" cy="361108"/>
          </a:xfrm>
        </p:grpSpPr>
        <p:sp>
          <p:nvSpPr>
            <p:cNvPr id="11359" name="Google Shape;11359;g2975d56d0dc_2_9475"/>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0" name="Google Shape;11360;g2975d56d0dc_2_9475"/>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1" name="Google Shape;11361;g2975d56d0dc_2_9475"/>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2" name="Google Shape;11362;g2975d56d0dc_2_9475"/>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63" name="Google Shape;11363;g2975d56d0dc_2_9475"/>
          <p:cNvGrpSpPr/>
          <p:nvPr/>
        </p:nvGrpSpPr>
        <p:grpSpPr>
          <a:xfrm>
            <a:off x="3950316" y="3639307"/>
            <a:ext cx="369805" cy="353782"/>
            <a:chOff x="3950316" y="3820307"/>
            <a:chExt cx="369805" cy="353782"/>
          </a:xfrm>
        </p:grpSpPr>
        <p:sp>
          <p:nvSpPr>
            <p:cNvPr id="11364" name="Google Shape;11364;g2975d56d0dc_2_9475"/>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5" name="Google Shape;11365;g2975d56d0dc_2_9475"/>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6" name="Google Shape;11366;g2975d56d0dc_2_9475"/>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7" name="Google Shape;11367;g2975d56d0dc_2_9475"/>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68" name="Google Shape;11368;g2975d56d0dc_2_9475"/>
          <p:cNvGrpSpPr/>
          <p:nvPr/>
        </p:nvGrpSpPr>
        <p:grpSpPr>
          <a:xfrm>
            <a:off x="1761909" y="3630961"/>
            <a:ext cx="307974" cy="371716"/>
            <a:chOff x="1761909" y="3811961"/>
            <a:chExt cx="307974" cy="371716"/>
          </a:xfrm>
        </p:grpSpPr>
        <p:sp>
          <p:nvSpPr>
            <p:cNvPr id="11369" name="Google Shape;11369;g2975d56d0dc_2_9475"/>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0" name="Google Shape;11370;g2975d56d0dc_2_9475"/>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1" name="Google Shape;11371;g2975d56d0dc_2_9475"/>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2" name="Google Shape;11372;g2975d56d0dc_2_9475"/>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3" name="Google Shape;11373;g2975d56d0dc_2_9475"/>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4" name="Google Shape;11374;g2975d56d0dc_2_9475"/>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5" name="Google Shape;11375;g2975d56d0dc_2_9475"/>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6" name="Google Shape;11376;g2975d56d0dc_2_9475"/>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7" name="Google Shape;11377;g2975d56d0dc_2_9475"/>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8" name="Google Shape;11378;g2975d56d0dc_2_9475"/>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9" name="Google Shape;11379;g2975d56d0dc_2_9475"/>
          <p:cNvGrpSpPr/>
          <p:nvPr/>
        </p:nvGrpSpPr>
        <p:grpSpPr>
          <a:xfrm>
            <a:off x="5373342" y="3627935"/>
            <a:ext cx="231395" cy="353145"/>
            <a:chOff x="5373342" y="3808935"/>
            <a:chExt cx="231395" cy="353145"/>
          </a:xfrm>
        </p:grpSpPr>
        <p:sp>
          <p:nvSpPr>
            <p:cNvPr id="11380" name="Google Shape;11380;g2975d56d0dc_2_9475"/>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1" name="Google Shape;11381;g2975d56d0dc_2_9475"/>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2" name="Google Shape;11382;g2975d56d0dc_2_9475"/>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3" name="Google Shape;11383;g2975d56d0dc_2_9475"/>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4" name="Google Shape;11384;g2975d56d0dc_2_9475"/>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5" name="Google Shape;11385;g2975d56d0dc_2_9475"/>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6" name="Google Shape;11386;g2975d56d0dc_2_9475"/>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7" name="Google Shape;11387;g2975d56d0dc_2_9475"/>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8" name="Google Shape;11388;g2975d56d0dc_2_9475"/>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89" name="Google Shape;11389;g2975d56d0dc_2_9475"/>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90" name="Google Shape;11390;g2975d56d0dc_2_9475"/>
          <p:cNvGrpSpPr/>
          <p:nvPr/>
        </p:nvGrpSpPr>
        <p:grpSpPr>
          <a:xfrm>
            <a:off x="5833775" y="3628445"/>
            <a:ext cx="235185" cy="352252"/>
            <a:chOff x="5833775" y="3809445"/>
            <a:chExt cx="235185" cy="352252"/>
          </a:xfrm>
        </p:grpSpPr>
        <p:sp>
          <p:nvSpPr>
            <p:cNvPr id="11391" name="Google Shape;11391;g2975d56d0dc_2_9475"/>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2" name="Google Shape;11392;g2975d56d0dc_2_9475"/>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3" name="Google Shape;11393;g2975d56d0dc_2_9475"/>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94" name="Google Shape;11394;g2975d56d0dc_2_9475"/>
          <p:cNvGrpSpPr/>
          <p:nvPr/>
        </p:nvGrpSpPr>
        <p:grpSpPr>
          <a:xfrm>
            <a:off x="4942472" y="3628318"/>
            <a:ext cx="238976" cy="352762"/>
            <a:chOff x="4942472" y="3809318"/>
            <a:chExt cx="238976" cy="352762"/>
          </a:xfrm>
        </p:grpSpPr>
        <p:sp>
          <p:nvSpPr>
            <p:cNvPr id="11395" name="Google Shape;11395;g2975d56d0dc_2_9475"/>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6" name="Google Shape;11396;g2975d56d0dc_2_9475"/>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7" name="Google Shape;11397;g2975d56d0dc_2_9475"/>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8" name="Google Shape;11398;g2975d56d0dc_2_9475"/>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9" name="Google Shape;11399;g2975d56d0dc_2_9475"/>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0" name="Google Shape;11400;g2975d56d0dc_2_9475"/>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1" name="Google Shape;11401;g2975d56d0dc_2_9475"/>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02" name="Google Shape;11402;g2975d56d0dc_2_9475"/>
          <p:cNvGrpSpPr/>
          <p:nvPr/>
        </p:nvGrpSpPr>
        <p:grpSpPr>
          <a:xfrm>
            <a:off x="6266525" y="3626788"/>
            <a:ext cx="260223" cy="353527"/>
            <a:chOff x="6266525" y="3807788"/>
            <a:chExt cx="260223" cy="353527"/>
          </a:xfrm>
        </p:grpSpPr>
        <p:sp>
          <p:nvSpPr>
            <p:cNvPr id="11403" name="Google Shape;11403;g2975d56d0dc_2_947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4" name="Google Shape;11404;g2975d56d0dc_2_947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5" name="Google Shape;11405;g2975d56d0dc_2_947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6" name="Google Shape;11406;g2975d56d0dc_2_947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07" name="Google Shape;11407;g2975d56d0dc_2_9475"/>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08" name="Google Shape;11408;g2975d56d0dc_2_9475"/>
          <p:cNvGrpSpPr/>
          <p:nvPr/>
        </p:nvGrpSpPr>
        <p:grpSpPr>
          <a:xfrm>
            <a:off x="7184363" y="3628604"/>
            <a:ext cx="202184" cy="352762"/>
            <a:chOff x="7184363" y="3809604"/>
            <a:chExt cx="202184" cy="352762"/>
          </a:xfrm>
        </p:grpSpPr>
        <p:sp>
          <p:nvSpPr>
            <p:cNvPr id="11409" name="Google Shape;11409;g2975d56d0dc_2_9475"/>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0" name="Google Shape;11410;g2975d56d0dc_2_9475"/>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1" name="Google Shape;11411;g2975d56d0dc_2_9475"/>
          <p:cNvGrpSpPr/>
          <p:nvPr/>
        </p:nvGrpSpPr>
        <p:grpSpPr>
          <a:xfrm>
            <a:off x="7571624" y="3627935"/>
            <a:ext cx="292047" cy="352762"/>
            <a:chOff x="7571624" y="3808935"/>
            <a:chExt cx="292047" cy="352762"/>
          </a:xfrm>
        </p:grpSpPr>
        <p:sp>
          <p:nvSpPr>
            <p:cNvPr id="11412" name="Google Shape;11412;g2975d56d0dc_2_9475"/>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3" name="Google Shape;11413;g2975d56d0dc_2_9475"/>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4" name="Google Shape;11414;g2975d56d0dc_2_9475"/>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5" name="Google Shape;11415;g2975d56d0dc_2_9475"/>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6" name="Google Shape;11416;g2975d56d0dc_2_9475"/>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7" name="Google Shape;11417;g2975d56d0dc_2_9475"/>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8" name="Google Shape;11418;g2975d56d0dc_2_9475"/>
          <p:cNvGrpSpPr/>
          <p:nvPr/>
        </p:nvGrpSpPr>
        <p:grpSpPr>
          <a:xfrm>
            <a:off x="2174559" y="3175116"/>
            <a:ext cx="364135" cy="359930"/>
            <a:chOff x="2174559" y="3356116"/>
            <a:chExt cx="364135" cy="359930"/>
          </a:xfrm>
        </p:grpSpPr>
        <p:sp>
          <p:nvSpPr>
            <p:cNvPr id="11419" name="Google Shape;11419;g2975d56d0dc_2_9475"/>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0" name="Google Shape;11420;g2975d56d0dc_2_9475"/>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1" name="Google Shape;11421;g2975d56d0dc_2_9475"/>
          <p:cNvGrpSpPr/>
          <p:nvPr/>
        </p:nvGrpSpPr>
        <p:grpSpPr>
          <a:xfrm>
            <a:off x="1731934" y="3174639"/>
            <a:ext cx="368371" cy="361554"/>
            <a:chOff x="1731934" y="3355639"/>
            <a:chExt cx="368371" cy="361554"/>
          </a:xfrm>
        </p:grpSpPr>
        <p:sp>
          <p:nvSpPr>
            <p:cNvPr id="11422" name="Google Shape;11422;g2975d56d0dc_2_9475"/>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3" name="Google Shape;11423;g2975d56d0dc_2_9475"/>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4" name="Google Shape;11424;g2975d56d0dc_2_9475"/>
          <p:cNvGrpSpPr/>
          <p:nvPr/>
        </p:nvGrpSpPr>
        <p:grpSpPr>
          <a:xfrm>
            <a:off x="3990517" y="3173173"/>
            <a:ext cx="279559" cy="363402"/>
            <a:chOff x="3990517" y="3354173"/>
            <a:chExt cx="279559" cy="363402"/>
          </a:xfrm>
        </p:grpSpPr>
        <p:sp>
          <p:nvSpPr>
            <p:cNvPr id="11425" name="Google Shape;11425;g2975d56d0dc_2_9475"/>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6" name="Google Shape;11426;g2975d56d0dc_2_9475"/>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7" name="Google Shape;11427;g2975d56d0dc_2_9475"/>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8" name="Google Shape;11428;g2975d56d0dc_2_9475"/>
          <p:cNvGrpSpPr/>
          <p:nvPr/>
        </p:nvGrpSpPr>
        <p:grpSpPr>
          <a:xfrm>
            <a:off x="3497847" y="3236374"/>
            <a:ext cx="379680" cy="237606"/>
            <a:chOff x="3497847" y="3417374"/>
            <a:chExt cx="379680" cy="237606"/>
          </a:xfrm>
        </p:grpSpPr>
        <p:sp>
          <p:nvSpPr>
            <p:cNvPr id="11429" name="Google Shape;11429;g2975d56d0dc_2_9475"/>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0" name="Google Shape;11430;g2975d56d0dc_2_9475"/>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1" name="Google Shape;11431;g2975d56d0dc_2_9475"/>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2" name="Google Shape;11432;g2975d56d0dc_2_9475"/>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3" name="Google Shape;11433;g2975d56d0dc_2_9475"/>
          <p:cNvGrpSpPr/>
          <p:nvPr/>
        </p:nvGrpSpPr>
        <p:grpSpPr>
          <a:xfrm>
            <a:off x="2612597" y="3186075"/>
            <a:ext cx="376271" cy="337982"/>
            <a:chOff x="2612597" y="3367075"/>
            <a:chExt cx="376271" cy="337982"/>
          </a:xfrm>
        </p:grpSpPr>
        <p:sp>
          <p:nvSpPr>
            <p:cNvPr id="11434" name="Google Shape;11434;g2975d56d0dc_2_9475"/>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5" name="Google Shape;11435;g2975d56d0dc_2_9475"/>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6" name="Google Shape;11436;g2975d56d0dc_2_9475"/>
          <p:cNvGrpSpPr/>
          <p:nvPr/>
        </p:nvGrpSpPr>
        <p:grpSpPr>
          <a:xfrm>
            <a:off x="3071914" y="3183431"/>
            <a:ext cx="343652" cy="342505"/>
            <a:chOff x="3071914" y="3364431"/>
            <a:chExt cx="343652" cy="342505"/>
          </a:xfrm>
        </p:grpSpPr>
        <p:sp>
          <p:nvSpPr>
            <p:cNvPr id="11437" name="Google Shape;11437;g2975d56d0dc_2_9475"/>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8" name="Google Shape;11438;g2975d56d0dc_2_9475"/>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9" name="Google Shape;11439;g2975d56d0dc_2_9475"/>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0" name="Google Shape;11440;g2975d56d0dc_2_9475"/>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1" name="Google Shape;11441;g2975d56d0dc_2_9475"/>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2" name="Google Shape;11442;g2975d56d0dc_2_9475"/>
          <p:cNvGrpSpPr/>
          <p:nvPr/>
        </p:nvGrpSpPr>
        <p:grpSpPr>
          <a:xfrm>
            <a:off x="897141" y="3178875"/>
            <a:ext cx="257962" cy="352762"/>
            <a:chOff x="897141" y="3359875"/>
            <a:chExt cx="257962" cy="352762"/>
          </a:xfrm>
        </p:grpSpPr>
        <p:sp>
          <p:nvSpPr>
            <p:cNvPr id="11443" name="Google Shape;11443;g2975d56d0dc_2_9475"/>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4" name="Google Shape;11444;g2975d56d0dc_2_9475"/>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5" name="Google Shape;11445;g2975d56d0dc_2_9475"/>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6" name="Google Shape;11446;g2975d56d0dc_2_9475"/>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7" name="Google Shape;11447;g2975d56d0dc_2_9475"/>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8" name="Google Shape;11448;g2975d56d0dc_2_9475"/>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9" name="Google Shape;11449;g2975d56d0dc_2_9475"/>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0" name="Google Shape;11450;g2975d56d0dc_2_9475"/>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51" name="Google Shape;11451;g2975d56d0dc_2_9475"/>
          <p:cNvGrpSpPr/>
          <p:nvPr/>
        </p:nvGrpSpPr>
        <p:grpSpPr>
          <a:xfrm>
            <a:off x="1333682" y="3163330"/>
            <a:ext cx="271214" cy="383088"/>
            <a:chOff x="1333682" y="3344330"/>
            <a:chExt cx="271214" cy="383088"/>
          </a:xfrm>
        </p:grpSpPr>
        <p:sp>
          <p:nvSpPr>
            <p:cNvPr id="11452" name="Google Shape;11452;g2975d56d0dc_2_9475"/>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3" name="Google Shape;11453;g2975d56d0dc_2_9475"/>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4" name="Google Shape;11454;g2975d56d0dc_2_9475"/>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5" name="Google Shape;11455;g2975d56d0dc_2_9475"/>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6" name="Google Shape;11456;g2975d56d0dc_2_9475"/>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7" name="Google Shape;11457;g2975d56d0dc_2_9475"/>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8" name="Google Shape;11458;g2975d56d0dc_2_9475"/>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9" name="Google Shape;11459;g2975d56d0dc_2_9475"/>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0" name="Google Shape;11460;g2975d56d0dc_2_9475"/>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1" name="Google Shape;11461;g2975d56d0dc_2_9475"/>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2" name="Google Shape;11462;g2975d56d0dc_2_9475"/>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3" name="Google Shape;11463;g2975d56d0dc_2_9475"/>
          <p:cNvGrpSpPr/>
          <p:nvPr/>
        </p:nvGrpSpPr>
        <p:grpSpPr>
          <a:xfrm>
            <a:off x="6664394" y="3165974"/>
            <a:ext cx="353113" cy="351998"/>
            <a:chOff x="6664394" y="3346974"/>
            <a:chExt cx="353113" cy="351998"/>
          </a:xfrm>
        </p:grpSpPr>
        <p:sp>
          <p:nvSpPr>
            <p:cNvPr id="11464" name="Google Shape;11464;g2975d56d0dc_2_9475"/>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5" name="Google Shape;11465;g2975d56d0dc_2_9475"/>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6" name="Google Shape;11466;g2975d56d0dc_2_9475"/>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7" name="Google Shape;11467;g2975d56d0dc_2_9475"/>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8" name="Google Shape;11468;g2975d56d0dc_2_9475"/>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9" name="Google Shape;11469;g2975d56d0dc_2_9475"/>
          <p:cNvGrpSpPr/>
          <p:nvPr/>
        </p:nvGrpSpPr>
        <p:grpSpPr>
          <a:xfrm>
            <a:off x="849741" y="1778307"/>
            <a:ext cx="399398" cy="375443"/>
            <a:chOff x="849741" y="1959307"/>
            <a:chExt cx="399398" cy="375443"/>
          </a:xfrm>
        </p:grpSpPr>
        <p:sp>
          <p:nvSpPr>
            <p:cNvPr id="11470" name="Google Shape;11470;g2975d56d0dc_2_947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1" name="Google Shape;11471;g2975d56d0dc_2_947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2" name="Google Shape;11472;g2975d56d0dc_2_9475"/>
          <p:cNvGrpSpPr/>
          <p:nvPr/>
        </p:nvGrpSpPr>
        <p:grpSpPr>
          <a:xfrm>
            <a:off x="1284212" y="1782766"/>
            <a:ext cx="379489" cy="366046"/>
            <a:chOff x="1284212" y="1963766"/>
            <a:chExt cx="379489" cy="366046"/>
          </a:xfrm>
        </p:grpSpPr>
        <p:sp>
          <p:nvSpPr>
            <p:cNvPr id="11473" name="Google Shape;11473;g2975d56d0dc_2_9475"/>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4" name="Google Shape;11474;g2975d56d0dc_2_9475"/>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5" name="Google Shape;11475;g2975d56d0dc_2_9475"/>
          <p:cNvGrpSpPr/>
          <p:nvPr/>
        </p:nvGrpSpPr>
        <p:grpSpPr>
          <a:xfrm>
            <a:off x="3037766" y="1788564"/>
            <a:ext cx="370219" cy="354928"/>
            <a:chOff x="3037766" y="1969564"/>
            <a:chExt cx="370219" cy="354928"/>
          </a:xfrm>
        </p:grpSpPr>
        <p:sp>
          <p:nvSpPr>
            <p:cNvPr id="11476" name="Google Shape;11476;g2975d56d0dc_2_9475"/>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7" name="Google Shape;11477;g2975d56d0dc_2_9475"/>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8" name="Google Shape;11478;g2975d56d0dc_2_9475"/>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9" name="Google Shape;11479;g2975d56d0dc_2_9475"/>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0" name="Google Shape;11480;g2975d56d0dc_2_9475"/>
          <p:cNvGrpSpPr/>
          <p:nvPr/>
        </p:nvGrpSpPr>
        <p:grpSpPr>
          <a:xfrm>
            <a:off x="3982553" y="1790730"/>
            <a:ext cx="304566" cy="350501"/>
            <a:chOff x="3982553" y="1971730"/>
            <a:chExt cx="304566" cy="350501"/>
          </a:xfrm>
        </p:grpSpPr>
        <p:sp>
          <p:nvSpPr>
            <p:cNvPr id="11481" name="Google Shape;11481;g2975d56d0dc_2_9475"/>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2" name="Google Shape;11482;g2975d56d0dc_2_9475"/>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3" name="Google Shape;11483;g2975d56d0dc_2_9475"/>
          <p:cNvGrpSpPr/>
          <p:nvPr/>
        </p:nvGrpSpPr>
        <p:grpSpPr>
          <a:xfrm>
            <a:off x="2567841" y="1813124"/>
            <a:ext cx="399812" cy="306477"/>
            <a:chOff x="2567841" y="1994124"/>
            <a:chExt cx="399812" cy="306477"/>
          </a:xfrm>
        </p:grpSpPr>
        <p:sp>
          <p:nvSpPr>
            <p:cNvPr id="11484" name="Google Shape;11484;g2975d56d0dc_2_9475"/>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5" name="Google Shape;11485;g2975d56d0dc_2_9475"/>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6" name="Google Shape;11486;g2975d56d0dc_2_9475"/>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7" name="Google Shape;11487;g2975d56d0dc_2_9475"/>
          <p:cNvGrpSpPr/>
          <p:nvPr/>
        </p:nvGrpSpPr>
        <p:grpSpPr>
          <a:xfrm>
            <a:off x="2212084" y="1779358"/>
            <a:ext cx="324698" cy="372863"/>
            <a:chOff x="2212084" y="1960358"/>
            <a:chExt cx="324698" cy="372863"/>
          </a:xfrm>
        </p:grpSpPr>
        <p:sp>
          <p:nvSpPr>
            <p:cNvPr id="11488" name="Google Shape;11488;g2975d56d0dc_2_9475"/>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9" name="Google Shape;11489;g2975d56d0dc_2_9475"/>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0" name="Google Shape;11490;g2975d56d0dc_2_9475"/>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1" name="Google Shape;11491;g2975d56d0dc_2_9475"/>
          <p:cNvGrpSpPr/>
          <p:nvPr/>
        </p:nvGrpSpPr>
        <p:grpSpPr>
          <a:xfrm>
            <a:off x="1805901" y="1779358"/>
            <a:ext cx="284847" cy="373627"/>
            <a:chOff x="1805901" y="1960358"/>
            <a:chExt cx="284847" cy="373627"/>
          </a:xfrm>
        </p:grpSpPr>
        <p:sp>
          <p:nvSpPr>
            <p:cNvPr id="11492" name="Google Shape;11492;g2975d56d0dc_2_9475"/>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3" name="Google Shape;11493;g2975d56d0dc_2_9475"/>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94" name="Google Shape;11494;g2975d56d0dc_2_9475"/>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5" name="Google Shape;11495;g2975d56d0dc_2_9475"/>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6" name="Google Shape;11496;g2975d56d0dc_2_9475"/>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97" name="Google Shape;11497;g2975d56d0dc_2_9475"/>
          <p:cNvGrpSpPr/>
          <p:nvPr/>
        </p:nvGrpSpPr>
        <p:grpSpPr>
          <a:xfrm>
            <a:off x="6656812" y="1848388"/>
            <a:ext cx="368690" cy="245793"/>
            <a:chOff x="6656812" y="2029388"/>
            <a:chExt cx="368690" cy="245793"/>
          </a:xfrm>
        </p:grpSpPr>
        <p:sp>
          <p:nvSpPr>
            <p:cNvPr id="11498" name="Google Shape;11498;g2975d56d0dc_2_9475"/>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9" name="Google Shape;11499;g2975d56d0dc_2_9475"/>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0" name="Google Shape;11500;g2975d56d0dc_2_9475"/>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1" name="Google Shape;11501;g2975d56d0dc_2_9475"/>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2" name="Google Shape;11502;g2975d56d0dc_2_9475"/>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3" name="Google Shape;11503;g2975d56d0dc_2_9475"/>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4" name="Google Shape;11504;g2975d56d0dc_2_9475"/>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5" name="Google Shape;11505;g2975d56d0dc_2_9475"/>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6" name="Google Shape;11506;g2975d56d0dc_2_9475"/>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7" name="Google Shape;11507;g2975d56d0dc_2_9475"/>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8" name="Google Shape;11508;g2975d56d0dc_2_9475"/>
          <p:cNvGrpSpPr/>
          <p:nvPr/>
        </p:nvGrpSpPr>
        <p:grpSpPr>
          <a:xfrm>
            <a:off x="4869651" y="1831218"/>
            <a:ext cx="376654" cy="281566"/>
            <a:chOff x="4869651" y="2012218"/>
            <a:chExt cx="376654" cy="281566"/>
          </a:xfrm>
        </p:grpSpPr>
        <p:sp>
          <p:nvSpPr>
            <p:cNvPr id="11509" name="Google Shape;11509;g2975d56d0dc_2_9475"/>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0" name="Google Shape;11510;g2975d56d0dc_2_9475"/>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1" name="Google Shape;11511;g2975d56d0dc_2_9475"/>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2" name="Google Shape;11512;g2975d56d0dc_2_9475"/>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3" name="Google Shape;11513;g2975d56d0dc_2_9475"/>
          <p:cNvGrpSpPr/>
          <p:nvPr/>
        </p:nvGrpSpPr>
        <p:grpSpPr>
          <a:xfrm>
            <a:off x="5306224" y="1831313"/>
            <a:ext cx="367925" cy="281694"/>
            <a:chOff x="5306224" y="2012313"/>
            <a:chExt cx="367925" cy="281694"/>
          </a:xfrm>
        </p:grpSpPr>
        <p:sp>
          <p:nvSpPr>
            <p:cNvPr id="11514" name="Google Shape;11514;g2975d56d0dc_2_9475"/>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5" name="Google Shape;11515;g2975d56d0dc_2_9475"/>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16" name="Google Shape;11516;g2975d56d0dc_2_9475"/>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517" name="Google Shape;11517;g2975d56d0dc_2_9475"/>
          <p:cNvGrpSpPr/>
          <p:nvPr/>
        </p:nvGrpSpPr>
        <p:grpSpPr>
          <a:xfrm>
            <a:off x="6195998" y="1802102"/>
            <a:ext cx="368308" cy="338746"/>
            <a:chOff x="6195998" y="1983102"/>
            <a:chExt cx="368308" cy="338746"/>
          </a:xfrm>
        </p:grpSpPr>
        <p:sp>
          <p:nvSpPr>
            <p:cNvPr id="11518" name="Google Shape;11518;g2975d56d0dc_2_9475"/>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9" name="Google Shape;11519;g2975d56d0dc_2_9475"/>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0" name="Google Shape;11520;g2975d56d0dc_2_9475"/>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1" name="Google Shape;11521;g2975d56d0dc_2_9475"/>
          <p:cNvGrpSpPr/>
          <p:nvPr/>
        </p:nvGrpSpPr>
        <p:grpSpPr>
          <a:xfrm>
            <a:off x="7542031" y="1830835"/>
            <a:ext cx="369072" cy="280037"/>
            <a:chOff x="7542031" y="2011835"/>
            <a:chExt cx="369072" cy="280037"/>
          </a:xfrm>
        </p:grpSpPr>
        <p:sp>
          <p:nvSpPr>
            <p:cNvPr id="11522" name="Google Shape;11522;g2975d56d0dc_2_9475"/>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3" name="Google Shape;11523;g2975d56d0dc_2_9475"/>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4" name="Google Shape;11524;g2975d56d0dc_2_9475"/>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5" name="Google Shape;11525;g2975d56d0dc_2_9475"/>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6" name="Google Shape;11526;g2975d56d0dc_2_9475"/>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7" name="Google Shape;11527;g2975d56d0dc_2_9475"/>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8" name="Google Shape;11528;g2975d56d0dc_2_9475"/>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9" name="Google Shape;11529;g2975d56d0dc_2_9475"/>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0" name="Google Shape;11530;g2975d56d0dc_2_9475"/>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1" name="Google Shape;11531;g2975d56d0dc_2_9475"/>
          <p:cNvGrpSpPr/>
          <p:nvPr/>
        </p:nvGrpSpPr>
        <p:grpSpPr>
          <a:xfrm>
            <a:off x="8010427" y="3167503"/>
            <a:ext cx="278795" cy="351615"/>
            <a:chOff x="8010427" y="3348503"/>
            <a:chExt cx="278795" cy="351615"/>
          </a:xfrm>
        </p:grpSpPr>
        <p:sp>
          <p:nvSpPr>
            <p:cNvPr id="11532" name="Google Shape;11532;g2975d56d0dc_2_9475"/>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3" name="Google Shape;11533;g2975d56d0dc_2_9475"/>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4" name="Google Shape;11534;g2975d56d0dc_2_9475"/>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5" name="Google Shape;11535;g2975d56d0dc_2_9475"/>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36" name="Google Shape;11536;g2975d56d0dc_2_9475"/>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537" name="Google Shape;11537;g2975d56d0dc_2_9475"/>
          <p:cNvGrpSpPr/>
          <p:nvPr/>
        </p:nvGrpSpPr>
        <p:grpSpPr>
          <a:xfrm>
            <a:off x="7141900" y="3168204"/>
            <a:ext cx="281057" cy="351010"/>
            <a:chOff x="7141900" y="3349204"/>
            <a:chExt cx="281057" cy="351010"/>
          </a:xfrm>
        </p:grpSpPr>
        <p:sp>
          <p:nvSpPr>
            <p:cNvPr id="11538" name="Google Shape;11538;g2975d56d0dc_2_9475"/>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9" name="Google Shape;11539;g2975d56d0dc_2_9475"/>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0" name="Google Shape;11540;g2975d56d0dc_2_9475"/>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1" name="Google Shape;11541;g2975d56d0dc_2_9475"/>
          <p:cNvGrpSpPr/>
          <p:nvPr/>
        </p:nvGrpSpPr>
        <p:grpSpPr>
          <a:xfrm>
            <a:off x="5314188" y="3169032"/>
            <a:ext cx="363752" cy="353113"/>
            <a:chOff x="5314188" y="3350032"/>
            <a:chExt cx="363752" cy="353113"/>
          </a:xfrm>
        </p:grpSpPr>
        <p:sp>
          <p:nvSpPr>
            <p:cNvPr id="11542" name="Google Shape;11542;g2975d56d0dc_2_9475"/>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3" name="Google Shape;11543;g2975d56d0dc_2_9475"/>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4" name="Google Shape;11544;g2975d56d0dc_2_9475"/>
          <p:cNvGrpSpPr/>
          <p:nvPr/>
        </p:nvGrpSpPr>
        <p:grpSpPr>
          <a:xfrm>
            <a:off x="5829984" y="3169032"/>
            <a:ext cx="220755" cy="352348"/>
            <a:chOff x="5829984" y="3350032"/>
            <a:chExt cx="220755" cy="352348"/>
          </a:xfrm>
        </p:grpSpPr>
        <p:sp>
          <p:nvSpPr>
            <p:cNvPr id="11545" name="Google Shape;11545;g2975d56d0dc_2_9475"/>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6" name="Google Shape;11546;g2975d56d0dc_2_9475"/>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7" name="Google Shape;11547;g2975d56d0dc_2_9475"/>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8" name="Google Shape;11548;g2975d56d0dc_2_9475"/>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9" name="Google Shape;11549;g2975d56d0dc_2_9475"/>
          <p:cNvGrpSpPr/>
          <p:nvPr/>
        </p:nvGrpSpPr>
        <p:grpSpPr>
          <a:xfrm>
            <a:off x="4882170" y="3168841"/>
            <a:ext cx="358464" cy="352316"/>
            <a:chOff x="4882170" y="3349841"/>
            <a:chExt cx="358464" cy="352316"/>
          </a:xfrm>
        </p:grpSpPr>
        <p:sp>
          <p:nvSpPr>
            <p:cNvPr id="11550" name="Google Shape;11550;g2975d56d0dc_2_9475"/>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1" name="Google Shape;11551;g2975d56d0dc_2_9475"/>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52" name="Google Shape;11552;g2975d56d0dc_2_9475"/>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3" name="Google Shape;11553;g2975d56d0dc_2_9475"/>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554" name="Google Shape;11554;g2975d56d0dc_2_9475"/>
          <p:cNvGrpSpPr/>
          <p:nvPr/>
        </p:nvGrpSpPr>
        <p:grpSpPr>
          <a:xfrm>
            <a:off x="3044965" y="2254220"/>
            <a:ext cx="400194" cy="324316"/>
            <a:chOff x="3044965" y="2435220"/>
            <a:chExt cx="400194" cy="324316"/>
          </a:xfrm>
        </p:grpSpPr>
        <p:sp>
          <p:nvSpPr>
            <p:cNvPr id="11555" name="Google Shape;11555;g2975d56d0dc_2_9475"/>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6" name="Google Shape;11556;g2975d56d0dc_2_9475"/>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7" name="Google Shape;11557;g2975d56d0dc_2_9475"/>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8" name="Google Shape;11558;g2975d56d0dc_2_9475"/>
          <p:cNvGrpSpPr/>
          <p:nvPr/>
        </p:nvGrpSpPr>
        <p:grpSpPr>
          <a:xfrm>
            <a:off x="6203579" y="3167981"/>
            <a:ext cx="351615" cy="350373"/>
            <a:chOff x="6203579" y="3348981"/>
            <a:chExt cx="351615" cy="350373"/>
          </a:xfrm>
        </p:grpSpPr>
        <p:sp>
          <p:nvSpPr>
            <p:cNvPr id="11559" name="Google Shape;11559;g2975d56d0dc_2_9475"/>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0" name="Google Shape;11560;g2975d56d0dc_2_9475"/>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1" name="Google Shape;11561;g2975d56d0dc_2_9475"/>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2" name="Google Shape;11562;g2975d56d0dc_2_9475"/>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3" name="Google Shape;11563;g2975d56d0dc_2_9475"/>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4" name="Google Shape;11564;g2975d56d0dc_2_9475"/>
          <p:cNvGrpSpPr/>
          <p:nvPr/>
        </p:nvGrpSpPr>
        <p:grpSpPr>
          <a:xfrm>
            <a:off x="4878379" y="2292892"/>
            <a:ext cx="367161" cy="287523"/>
            <a:chOff x="4878379" y="2473892"/>
            <a:chExt cx="367161" cy="287523"/>
          </a:xfrm>
        </p:grpSpPr>
        <p:sp>
          <p:nvSpPr>
            <p:cNvPr id="11565" name="Google Shape;11565;g2975d56d0dc_2_9475"/>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6" name="Google Shape;11566;g2975d56d0dc_2_9475"/>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7" name="Google Shape;11567;g2975d56d0dc_2_9475"/>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8" name="Google Shape;11568;g2975d56d0dc_2_9475"/>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9" name="Google Shape;11569;g2975d56d0dc_2_9475"/>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0" name="Google Shape;11570;g2975d56d0dc_2_9475"/>
          <p:cNvGrpSpPr/>
          <p:nvPr/>
        </p:nvGrpSpPr>
        <p:grpSpPr>
          <a:xfrm>
            <a:off x="1325719" y="2706689"/>
            <a:ext cx="290581" cy="372481"/>
            <a:chOff x="1325719" y="2887689"/>
            <a:chExt cx="290581" cy="372481"/>
          </a:xfrm>
        </p:grpSpPr>
        <p:sp>
          <p:nvSpPr>
            <p:cNvPr id="11571" name="Google Shape;11571;g2975d56d0dc_2_9475"/>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2" name="Google Shape;11572;g2975d56d0dc_2_9475"/>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73" name="Google Shape;11573;g2975d56d0dc_2_9475"/>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574" name="Google Shape;11574;g2975d56d0dc_2_9475"/>
          <p:cNvGrpSpPr/>
          <p:nvPr/>
        </p:nvGrpSpPr>
        <p:grpSpPr>
          <a:xfrm>
            <a:off x="3510335" y="2711499"/>
            <a:ext cx="360726" cy="361204"/>
            <a:chOff x="3510335" y="2892499"/>
            <a:chExt cx="360726" cy="361204"/>
          </a:xfrm>
        </p:grpSpPr>
        <p:sp>
          <p:nvSpPr>
            <p:cNvPr id="11575" name="Google Shape;11575;g2975d56d0dc_2_9475"/>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6" name="Google Shape;11576;g2975d56d0dc_2_9475"/>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7" name="Google Shape;11577;g2975d56d0dc_2_9475"/>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8" name="Google Shape;11578;g2975d56d0dc_2_9475"/>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9" name="Google Shape;11579;g2975d56d0dc_2_9475"/>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80" name="Google Shape;11580;g2975d56d0dc_2_9475"/>
          <p:cNvGrpSpPr/>
          <p:nvPr/>
        </p:nvGrpSpPr>
        <p:grpSpPr>
          <a:xfrm>
            <a:off x="3086313" y="2696049"/>
            <a:ext cx="320142" cy="392581"/>
            <a:chOff x="3086313" y="2877049"/>
            <a:chExt cx="320142" cy="392581"/>
          </a:xfrm>
        </p:grpSpPr>
        <p:sp>
          <p:nvSpPr>
            <p:cNvPr id="11581" name="Google Shape;11581;g2975d56d0dc_2_9475"/>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2" name="Google Shape;11582;g2975d56d0dc_2_9475"/>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3" name="Google Shape;11583;g2975d56d0dc_2_9475"/>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4" name="Google Shape;11584;g2975d56d0dc_2_9475"/>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5" name="Google Shape;11585;g2975d56d0dc_2_9475"/>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6" name="Google Shape;11586;g2975d56d0dc_2_9475"/>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7" name="Google Shape;11587;g2975d56d0dc_2_9475"/>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8" name="Google Shape;11588;g2975d56d0dc_2_9475"/>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9" name="Google Shape;11589;g2975d56d0dc_2_9475"/>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0" name="Google Shape;11590;g2975d56d0dc_2_9475"/>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1" name="Google Shape;11591;g2975d56d0dc_2_9475"/>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2" name="Google Shape;11592;g2975d56d0dc_2_9475"/>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93" name="Google Shape;11593;g2975d56d0dc_2_9475"/>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594" name="Google Shape;11594;g2975d56d0dc_2_9475"/>
          <p:cNvGrpSpPr/>
          <p:nvPr/>
        </p:nvGrpSpPr>
        <p:grpSpPr>
          <a:xfrm>
            <a:off x="861113" y="2704746"/>
            <a:ext cx="333809" cy="373276"/>
            <a:chOff x="861113" y="2885746"/>
            <a:chExt cx="333809" cy="373276"/>
          </a:xfrm>
        </p:grpSpPr>
        <p:sp>
          <p:nvSpPr>
            <p:cNvPr id="11595" name="Google Shape;11595;g2975d56d0dc_2_9475"/>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6" name="Google Shape;11596;g2975d56d0dc_2_9475"/>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7" name="Google Shape;11597;g2975d56d0dc_2_9475"/>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98" name="Google Shape;11598;g2975d56d0dc_2_9475"/>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9" name="Google Shape;11599;g2975d56d0dc_2_9475"/>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00" name="Google Shape;11600;g2975d56d0dc_2_9475"/>
          <p:cNvGrpSpPr/>
          <p:nvPr/>
        </p:nvGrpSpPr>
        <p:grpSpPr>
          <a:xfrm>
            <a:off x="1297654" y="1323481"/>
            <a:ext cx="349354" cy="362223"/>
            <a:chOff x="1297654" y="1504481"/>
            <a:chExt cx="349354" cy="362223"/>
          </a:xfrm>
        </p:grpSpPr>
        <p:sp>
          <p:nvSpPr>
            <p:cNvPr id="11601" name="Google Shape;11601;g2975d56d0dc_2_9475"/>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2" name="Google Shape;11602;g2975d56d0dc_2_9475"/>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3" name="Google Shape;11603;g2975d56d0dc_2_9475"/>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04" name="Google Shape;11604;g2975d56d0dc_2_9475"/>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05" name="Google Shape;11605;g2975d56d0dc_2_9475"/>
          <p:cNvGrpSpPr/>
          <p:nvPr/>
        </p:nvGrpSpPr>
        <p:grpSpPr>
          <a:xfrm>
            <a:off x="852385" y="1329916"/>
            <a:ext cx="353145" cy="351997"/>
            <a:chOff x="852385" y="1510916"/>
            <a:chExt cx="353145" cy="351997"/>
          </a:xfrm>
        </p:grpSpPr>
        <p:sp>
          <p:nvSpPr>
            <p:cNvPr id="11606" name="Google Shape;11606;g2975d56d0dc_2_9475"/>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7" name="Google Shape;11607;g2975d56d0dc_2_9475"/>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8" name="Google Shape;11608;g2975d56d0dc_2_9475"/>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09" name="Google Shape;11609;g2975d56d0dc_2_9475"/>
          <p:cNvGrpSpPr/>
          <p:nvPr/>
        </p:nvGrpSpPr>
        <p:grpSpPr>
          <a:xfrm>
            <a:off x="1745217" y="1334471"/>
            <a:ext cx="343269" cy="342505"/>
            <a:chOff x="1745217" y="1515471"/>
            <a:chExt cx="343269" cy="342505"/>
          </a:xfrm>
        </p:grpSpPr>
        <p:sp>
          <p:nvSpPr>
            <p:cNvPr id="11610" name="Google Shape;11610;g2975d56d0dc_2_9475"/>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1" name="Google Shape;11611;g2975d56d0dc_2_9475"/>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2" name="Google Shape;11612;g2975d56d0dc_2_9475"/>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3" name="Google Shape;11613;g2975d56d0dc_2_9475"/>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14" name="Google Shape;11614;g2975d56d0dc_2_9475"/>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15" name="Google Shape;11615;g2975d56d0dc_2_9475"/>
          <p:cNvGrpSpPr/>
          <p:nvPr/>
        </p:nvGrpSpPr>
        <p:grpSpPr>
          <a:xfrm>
            <a:off x="3042703" y="1348137"/>
            <a:ext cx="411535" cy="315587"/>
            <a:chOff x="3042703" y="1529137"/>
            <a:chExt cx="411535" cy="315587"/>
          </a:xfrm>
        </p:grpSpPr>
        <p:sp>
          <p:nvSpPr>
            <p:cNvPr id="11616" name="Google Shape;11616;g2975d56d0dc_2_9475"/>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7" name="Google Shape;11617;g2975d56d0dc_2_9475"/>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8" name="Google Shape;11618;g2975d56d0dc_2_9475"/>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9" name="Google Shape;11619;g2975d56d0dc_2_9475"/>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0" name="Google Shape;11620;g2975d56d0dc_2_9475"/>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1" name="Google Shape;11621;g2975d56d0dc_2_9475"/>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2" name="Google Shape;11622;g2975d56d0dc_2_9475"/>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3" name="Google Shape;11623;g2975d56d0dc_2_9475"/>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4" name="Google Shape;11624;g2975d56d0dc_2_9475"/>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5" name="Google Shape;11625;g2975d56d0dc_2_9475"/>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26" name="Google Shape;11626;g2975d56d0dc_2_9475"/>
          <p:cNvGrpSpPr/>
          <p:nvPr/>
        </p:nvGrpSpPr>
        <p:grpSpPr>
          <a:xfrm>
            <a:off x="2629289" y="1363682"/>
            <a:ext cx="350500" cy="284497"/>
            <a:chOff x="2629289" y="1544682"/>
            <a:chExt cx="350500" cy="284497"/>
          </a:xfrm>
        </p:grpSpPr>
        <p:sp>
          <p:nvSpPr>
            <p:cNvPr id="11627" name="Google Shape;11627;g2975d56d0dc_2_9475"/>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8" name="Google Shape;11628;g2975d56d0dc_2_9475"/>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9" name="Google Shape;11629;g2975d56d0dc_2_9475"/>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0" name="Google Shape;11630;g2975d56d0dc_2_9475"/>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1" name="Google Shape;11631;g2975d56d0dc_2_9475"/>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32" name="Google Shape;11632;g2975d56d0dc_2_9475"/>
          <p:cNvGrpSpPr/>
          <p:nvPr/>
        </p:nvGrpSpPr>
        <p:grpSpPr>
          <a:xfrm>
            <a:off x="5305077" y="1321633"/>
            <a:ext cx="367893" cy="365218"/>
            <a:chOff x="5305077" y="1502633"/>
            <a:chExt cx="367893" cy="365218"/>
          </a:xfrm>
        </p:grpSpPr>
        <p:sp>
          <p:nvSpPr>
            <p:cNvPr id="11633" name="Google Shape;11633;g2975d56d0dc_2_9475"/>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4" name="Google Shape;11634;g2975d56d0dc_2_9475"/>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35" name="Google Shape;11635;g2975d56d0dc_2_9475"/>
          <p:cNvGrpSpPr/>
          <p:nvPr/>
        </p:nvGrpSpPr>
        <p:grpSpPr>
          <a:xfrm>
            <a:off x="7100170" y="1319117"/>
            <a:ext cx="368308" cy="367033"/>
            <a:chOff x="7100170" y="1500117"/>
            <a:chExt cx="368308" cy="367033"/>
          </a:xfrm>
        </p:grpSpPr>
        <p:sp>
          <p:nvSpPr>
            <p:cNvPr id="11636" name="Google Shape;11636;g2975d56d0dc_2_9475"/>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7" name="Google Shape;11637;g2975d56d0dc_2_9475"/>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8" name="Google Shape;11638;g2975d56d0dc_2_9475"/>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9" name="Google Shape;11639;g2975d56d0dc_2_9475"/>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0" name="Google Shape;11640;g2975d56d0dc_2_9475"/>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1" name="Google Shape;11641;g2975d56d0dc_2_9475"/>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2" name="Google Shape;11642;g2975d56d0dc_2_9475"/>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3" name="Google Shape;11643;g2975d56d0dc_2_9475"/>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4" name="Google Shape;11644;g2975d56d0dc_2_9475"/>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5" name="Google Shape;11645;g2975d56d0dc_2_9475"/>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6" name="Google Shape;11646;g2975d56d0dc_2_9475"/>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7" name="Google Shape;11647;g2975d56d0dc_2_9475"/>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8" name="Google Shape;11648;g2975d56d0dc_2_9475"/>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49" name="Google Shape;11649;g2975d56d0dc_2_9475"/>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50" name="Google Shape;11650;g2975d56d0dc_2_9475"/>
          <p:cNvGrpSpPr/>
          <p:nvPr/>
        </p:nvGrpSpPr>
        <p:grpSpPr>
          <a:xfrm>
            <a:off x="6649231" y="1319021"/>
            <a:ext cx="390287" cy="367065"/>
            <a:chOff x="6649231" y="1500021"/>
            <a:chExt cx="390287" cy="367065"/>
          </a:xfrm>
        </p:grpSpPr>
        <p:sp>
          <p:nvSpPr>
            <p:cNvPr id="11651" name="Google Shape;11651;g2975d56d0dc_2_9475"/>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2" name="Google Shape;11652;g2975d56d0dc_2_9475"/>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3" name="Google Shape;11653;g2975d56d0dc_2_9475"/>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4" name="Google Shape;11654;g2975d56d0dc_2_9475"/>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5" name="Google Shape;11655;g2975d56d0dc_2_9475"/>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6" name="Google Shape;11656;g2975d56d0dc_2_9475"/>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7" name="Google Shape;11657;g2975d56d0dc_2_9475"/>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8" name="Google Shape;11658;g2975d56d0dc_2_9475"/>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9" name="Google Shape;11659;g2975d56d0dc_2_9475"/>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0" name="Google Shape;11660;g2975d56d0dc_2_9475"/>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1" name="Google Shape;11661;g2975d56d0dc_2_9475"/>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2" name="Google Shape;11662;g2975d56d0dc_2_9475"/>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63" name="Google Shape;11663;g2975d56d0dc_2_9475"/>
          <p:cNvGrpSpPr/>
          <p:nvPr/>
        </p:nvGrpSpPr>
        <p:grpSpPr>
          <a:xfrm>
            <a:off x="5746938" y="1362503"/>
            <a:ext cx="387261" cy="280356"/>
            <a:chOff x="5746938" y="1543503"/>
            <a:chExt cx="387261" cy="280356"/>
          </a:xfrm>
        </p:grpSpPr>
        <p:sp>
          <p:nvSpPr>
            <p:cNvPr id="11664" name="Google Shape;11664;g2975d56d0dc_2_9475"/>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5" name="Google Shape;11665;g2975d56d0dc_2_9475"/>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66" name="Google Shape;11666;g2975d56d0dc_2_9475"/>
          <p:cNvGrpSpPr/>
          <p:nvPr/>
        </p:nvGrpSpPr>
        <p:grpSpPr>
          <a:xfrm>
            <a:off x="6196730" y="1344346"/>
            <a:ext cx="369073" cy="317467"/>
            <a:chOff x="6196730" y="1525346"/>
            <a:chExt cx="369073" cy="317467"/>
          </a:xfrm>
        </p:grpSpPr>
        <p:sp>
          <p:nvSpPr>
            <p:cNvPr id="11667" name="Google Shape;11667;g2975d56d0dc_2_9475"/>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8" name="Google Shape;11668;g2975d56d0dc_2_9475"/>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9" name="Google Shape;11669;g2975d56d0dc_2_9475"/>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0" name="Google Shape;11670;g2975d56d0dc_2_9475"/>
          <p:cNvGrpSpPr/>
          <p:nvPr/>
        </p:nvGrpSpPr>
        <p:grpSpPr>
          <a:xfrm>
            <a:off x="4940592" y="1319690"/>
            <a:ext cx="246558" cy="367161"/>
            <a:chOff x="4940592" y="1500690"/>
            <a:chExt cx="246558" cy="367161"/>
          </a:xfrm>
        </p:grpSpPr>
        <p:sp>
          <p:nvSpPr>
            <p:cNvPr id="11671" name="Google Shape;11671;g2975d56d0dc_2_9475"/>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2" name="Google Shape;11672;g2975d56d0dc_2_9475"/>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3" name="Google Shape;11673;g2975d56d0dc_2_9475"/>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4" name="Google Shape;11674;g2975d56d0dc_2_9475"/>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5" name="Google Shape;11675;g2975d56d0dc_2_9475"/>
          <p:cNvGrpSpPr/>
          <p:nvPr/>
        </p:nvGrpSpPr>
        <p:grpSpPr>
          <a:xfrm>
            <a:off x="7964906" y="1318894"/>
            <a:ext cx="380859" cy="367575"/>
            <a:chOff x="7964906" y="1499894"/>
            <a:chExt cx="380859" cy="367575"/>
          </a:xfrm>
        </p:grpSpPr>
        <p:sp>
          <p:nvSpPr>
            <p:cNvPr id="11676" name="Google Shape;11676;g2975d56d0dc_2_9475"/>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7" name="Google Shape;11677;g2975d56d0dc_2_9475"/>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8" name="Google Shape;11678;g2975d56d0dc_2_9475"/>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79" name="Google Shape;11679;g2975d56d0dc_2_9475"/>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80" name="Google Shape;11680;g2975d56d0dc_2_9475"/>
          <p:cNvGrpSpPr/>
          <p:nvPr/>
        </p:nvGrpSpPr>
        <p:grpSpPr>
          <a:xfrm>
            <a:off x="8007400" y="2721278"/>
            <a:ext cx="285230" cy="355597"/>
            <a:chOff x="8007400" y="2902278"/>
            <a:chExt cx="285230" cy="355597"/>
          </a:xfrm>
        </p:grpSpPr>
        <p:sp>
          <p:nvSpPr>
            <p:cNvPr id="11681" name="Google Shape;11681;g2975d56d0dc_2_947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2" name="Google Shape;11682;g2975d56d0dc_2_947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3" name="Google Shape;11683;g2975d56d0dc_2_9475"/>
          <p:cNvGrpSpPr/>
          <p:nvPr/>
        </p:nvGrpSpPr>
        <p:grpSpPr>
          <a:xfrm>
            <a:off x="6219124" y="2721788"/>
            <a:ext cx="318232" cy="355469"/>
            <a:chOff x="6219124" y="2902788"/>
            <a:chExt cx="318232" cy="355469"/>
          </a:xfrm>
        </p:grpSpPr>
        <p:sp>
          <p:nvSpPr>
            <p:cNvPr id="11684" name="Google Shape;11684;g2975d56d0dc_2_9475"/>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5" name="Google Shape;11685;g2975d56d0dc_2_9475"/>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6" name="Google Shape;11686;g2975d56d0dc_2_9475"/>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7" name="Google Shape;11687;g2975d56d0dc_2_9475"/>
          <p:cNvGrpSpPr/>
          <p:nvPr/>
        </p:nvGrpSpPr>
        <p:grpSpPr>
          <a:xfrm>
            <a:off x="4969421" y="2721852"/>
            <a:ext cx="185109" cy="355406"/>
            <a:chOff x="4969421" y="2902852"/>
            <a:chExt cx="185109" cy="355406"/>
          </a:xfrm>
        </p:grpSpPr>
        <p:sp>
          <p:nvSpPr>
            <p:cNvPr id="11688" name="Google Shape;11688;g2975d56d0dc_2_9475"/>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9" name="Google Shape;11689;g2975d56d0dc_2_9475"/>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0" name="Google Shape;11690;g2975d56d0dc_2_9475"/>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1" name="Google Shape;11691;g2975d56d0dc_2_9475"/>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2" name="Google Shape;11692;g2975d56d0dc_2_9475"/>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3" name="Google Shape;11693;g2975d56d0dc_2_9475"/>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94" name="Google Shape;11694;g2975d56d0dc_2_9475"/>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5" name="Google Shape;11695;g2975d56d0dc_2_9475"/>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96" name="Google Shape;11696;g2975d56d0dc_2_9475"/>
          <p:cNvGrpSpPr/>
          <p:nvPr/>
        </p:nvGrpSpPr>
        <p:grpSpPr>
          <a:xfrm>
            <a:off x="6685259" y="2721852"/>
            <a:ext cx="311414" cy="355406"/>
            <a:chOff x="6685259" y="2902852"/>
            <a:chExt cx="311414" cy="355406"/>
          </a:xfrm>
        </p:grpSpPr>
        <p:sp>
          <p:nvSpPr>
            <p:cNvPr id="11697" name="Google Shape;11697;g2975d56d0dc_2_9475"/>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8" name="Google Shape;11698;g2975d56d0dc_2_9475"/>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9" name="Google Shape;11699;g2975d56d0dc_2_9475"/>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0" name="Google Shape;11700;g2975d56d0dc_2_9475"/>
          <p:cNvGrpSpPr/>
          <p:nvPr/>
        </p:nvGrpSpPr>
        <p:grpSpPr>
          <a:xfrm>
            <a:off x="5309250" y="2722170"/>
            <a:ext cx="359579" cy="355852"/>
            <a:chOff x="5309250" y="2903170"/>
            <a:chExt cx="359579" cy="355852"/>
          </a:xfrm>
        </p:grpSpPr>
        <p:sp>
          <p:nvSpPr>
            <p:cNvPr id="11701" name="Google Shape;11701;g2975d56d0dc_2_9475"/>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2" name="Google Shape;11702;g2975d56d0dc_2_9475"/>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3" name="Google Shape;11703;g2975d56d0dc_2_9475"/>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4" name="Google Shape;11704;g2975d56d0dc_2_9475"/>
          <p:cNvGrpSpPr/>
          <p:nvPr/>
        </p:nvGrpSpPr>
        <p:grpSpPr>
          <a:xfrm>
            <a:off x="2199565" y="2240172"/>
            <a:ext cx="312179" cy="353431"/>
            <a:chOff x="2199565" y="2421172"/>
            <a:chExt cx="312179" cy="353431"/>
          </a:xfrm>
        </p:grpSpPr>
        <p:sp>
          <p:nvSpPr>
            <p:cNvPr id="11705" name="Google Shape;11705;g2975d56d0dc_2_9475"/>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6" name="Google Shape;11706;g2975d56d0dc_2_9475"/>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7" name="Google Shape;11707;g2975d56d0dc_2_9475"/>
          <p:cNvGrpSpPr/>
          <p:nvPr/>
        </p:nvGrpSpPr>
        <p:grpSpPr>
          <a:xfrm>
            <a:off x="1750887" y="2244727"/>
            <a:ext cx="320143" cy="343270"/>
            <a:chOff x="1750887" y="2425727"/>
            <a:chExt cx="320143" cy="343270"/>
          </a:xfrm>
        </p:grpSpPr>
        <p:sp>
          <p:nvSpPr>
            <p:cNvPr id="11708" name="Google Shape;11708;g2975d56d0dc_2_9475"/>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9" name="Google Shape;11709;g2975d56d0dc_2_9475"/>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0" name="Google Shape;11710;g2975d56d0dc_2_9475"/>
          <p:cNvGrpSpPr/>
          <p:nvPr/>
        </p:nvGrpSpPr>
        <p:grpSpPr>
          <a:xfrm>
            <a:off x="1298037" y="2244727"/>
            <a:ext cx="338364" cy="342887"/>
            <a:chOff x="1298037" y="2425727"/>
            <a:chExt cx="338364" cy="342887"/>
          </a:xfrm>
        </p:grpSpPr>
        <p:sp>
          <p:nvSpPr>
            <p:cNvPr id="11711" name="Google Shape;11711;g2975d56d0dc_2_9475"/>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2" name="Google Shape;11712;g2975d56d0dc_2_9475"/>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3" name="Google Shape;11713;g2975d56d0dc_2_9475"/>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4" name="Google Shape;11714;g2975d56d0dc_2_9475"/>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15" name="Google Shape;11715;g2975d56d0dc_2_9475"/>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16" name="Google Shape;11716;g2975d56d0dc_2_9475"/>
          <p:cNvGrpSpPr/>
          <p:nvPr/>
        </p:nvGrpSpPr>
        <p:grpSpPr>
          <a:xfrm>
            <a:off x="3974207" y="2248009"/>
            <a:ext cx="320143" cy="338491"/>
            <a:chOff x="3974207" y="2429009"/>
            <a:chExt cx="320143" cy="338491"/>
          </a:xfrm>
        </p:grpSpPr>
        <p:sp>
          <p:nvSpPr>
            <p:cNvPr id="11717" name="Google Shape;11717;g2975d56d0dc_2_9475"/>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8" name="Google Shape;11718;g2975d56d0dc_2_9475"/>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9" name="Google Shape;11719;g2975d56d0dc_2_9475"/>
          <p:cNvGrpSpPr/>
          <p:nvPr/>
        </p:nvGrpSpPr>
        <p:grpSpPr>
          <a:xfrm>
            <a:off x="2623237" y="2250047"/>
            <a:ext cx="355024" cy="332630"/>
            <a:chOff x="2623237" y="2431047"/>
            <a:chExt cx="355024" cy="332630"/>
          </a:xfrm>
        </p:grpSpPr>
        <p:sp>
          <p:nvSpPr>
            <p:cNvPr id="11720" name="Google Shape;11720;g2975d56d0dc_2_9475"/>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1" name="Google Shape;11721;g2975d56d0dc_2_9475"/>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2" name="Google Shape;11722;g2975d56d0dc_2_9475"/>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3" name="Google Shape;11723;g2975d56d0dc_2_9475"/>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4" name="Google Shape;11724;g2975d56d0dc_2_9475"/>
          <p:cNvGrpSpPr/>
          <p:nvPr/>
        </p:nvGrpSpPr>
        <p:grpSpPr>
          <a:xfrm>
            <a:off x="6657194" y="2253073"/>
            <a:ext cx="375507" cy="367925"/>
            <a:chOff x="6657194" y="2434073"/>
            <a:chExt cx="375507" cy="367925"/>
          </a:xfrm>
        </p:grpSpPr>
        <p:sp>
          <p:nvSpPr>
            <p:cNvPr id="11725" name="Google Shape;11725;g2975d56d0dc_2_9475"/>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6" name="Google Shape;11726;g2975d56d0dc_2_9475"/>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7" name="Google Shape;11727;g2975d56d0dc_2_9475"/>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8" name="Google Shape;11728;g2975d56d0dc_2_9475"/>
          <p:cNvGrpSpPr/>
          <p:nvPr/>
        </p:nvGrpSpPr>
        <p:grpSpPr>
          <a:xfrm>
            <a:off x="7101317" y="2260655"/>
            <a:ext cx="367925" cy="352380"/>
            <a:chOff x="7101317" y="2441655"/>
            <a:chExt cx="367925" cy="352380"/>
          </a:xfrm>
        </p:grpSpPr>
        <p:sp>
          <p:nvSpPr>
            <p:cNvPr id="11729" name="Google Shape;11729;g2975d56d0dc_2_9475"/>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0" name="Google Shape;11730;g2975d56d0dc_2_9475"/>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1" name="Google Shape;11731;g2975d56d0dc_2_9475"/>
          <p:cNvGrpSpPr/>
          <p:nvPr/>
        </p:nvGrpSpPr>
        <p:grpSpPr>
          <a:xfrm>
            <a:off x="5756399" y="2253456"/>
            <a:ext cx="367925" cy="367161"/>
            <a:chOff x="5756399" y="2434456"/>
            <a:chExt cx="367925" cy="367161"/>
          </a:xfrm>
        </p:grpSpPr>
        <p:sp>
          <p:nvSpPr>
            <p:cNvPr id="11732" name="Google Shape;11732;g2975d56d0dc_2_9475"/>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3" name="Google Shape;11733;g2975d56d0dc_2_9475"/>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4" name="Google Shape;11734;g2975d56d0dc_2_9475"/>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5" name="Google Shape;11735;g2975d56d0dc_2_9475"/>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6" name="Google Shape;11736;g2975d56d0dc_2_9475"/>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7" name="Google Shape;11737;g2975d56d0dc_2_9475"/>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8" name="Google Shape;11738;g2975d56d0dc_2_9475"/>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39" name="Google Shape;11739;g2975d56d0dc_2_9475"/>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0" name="Google Shape;11740;g2975d56d0dc_2_9475"/>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41" name="Google Shape;11741;g2975d56d0dc_2_9475"/>
          <p:cNvGrpSpPr/>
          <p:nvPr/>
        </p:nvGrpSpPr>
        <p:grpSpPr>
          <a:xfrm>
            <a:off x="7964906" y="2253073"/>
            <a:ext cx="373627" cy="367925"/>
            <a:chOff x="7964906" y="2434073"/>
            <a:chExt cx="373627" cy="367925"/>
          </a:xfrm>
        </p:grpSpPr>
        <p:sp>
          <p:nvSpPr>
            <p:cNvPr id="11742" name="Google Shape;11742;g2975d56d0dc_2_9475"/>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3" name="Google Shape;11743;g2975d56d0dc_2_9475"/>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44" name="Google Shape;11744;g2975d56d0dc_2_9475"/>
          <p:cNvGrpSpPr/>
          <p:nvPr/>
        </p:nvGrpSpPr>
        <p:grpSpPr>
          <a:xfrm>
            <a:off x="6194086" y="2256737"/>
            <a:ext cx="369837" cy="360471"/>
            <a:chOff x="6194086" y="2437737"/>
            <a:chExt cx="369837" cy="360471"/>
          </a:xfrm>
        </p:grpSpPr>
        <p:sp>
          <p:nvSpPr>
            <p:cNvPr id="11745" name="Google Shape;11745;g2975d56d0dc_2_9475"/>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6" name="Google Shape;11746;g2975d56d0dc_2_9475"/>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47" name="Google Shape;11747;g2975d56d0dc_2_9475"/>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Educational Icons</a:t>
            </a:r>
            <a:endParaRPr b="0" i="0" sz="2400" u="none" cap="none" strike="noStrike">
              <a:solidFill>
                <a:srgbClr val="FFFFFF"/>
              </a:solidFill>
              <a:latin typeface="Arial"/>
              <a:ea typeface="Arial"/>
              <a:cs typeface="Arial"/>
              <a:sym typeface="Arial"/>
            </a:endParaRPr>
          </a:p>
        </p:txBody>
      </p:sp>
      <p:sp>
        <p:nvSpPr>
          <p:cNvPr id="11748" name="Google Shape;11748;g2975d56d0dc_2_9475"/>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Medical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52" name="Shape 11752"/>
        <p:cNvGrpSpPr/>
        <p:nvPr/>
      </p:nvGrpSpPr>
      <p:grpSpPr>
        <a:xfrm>
          <a:off x="0" y="0"/>
          <a:ext cx="0" cy="0"/>
          <a:chOff x="0" y="0"/>
          <a:chExt cx="0" cy="0"/>
        </a:xfrm>
      </p:grpSpPr>
      <p:grpSp>
        <p:nvGrpSpPr>
          <p:cNvPr id="11753" name="Google Shape;11753;g2975d56d0dc_2_9905"/>
          <p:cNvGrpSpPr/>
          <p:nvPr/>
        </p:nvGrpSpPr>
        <p:grpSpPr>
          <a:xfrm>
            <a:off x="3122257" y="1334344"/>
            <a:ext cx="294850" cy="349434"/>
            <a:chOff x="3122257" y="1508594"/>
            <a:chExt cx="294850" cy="349434"/>
          </a:xfrm>
        </p:grpSpPr>
        <p:sp>
          <p:nvSpPr>
            <p:cNvPr id="11754" name="Google Shape;11754;g2975d56d0dc_2_9905"/>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5" name="Google Shape;11755;g2975d56d0dc_2_9905"/>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6" name="Google Shape;11756;g2975d56d0dc_2_9905"/>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7" name="Google Shape;11757;g2975d56d0dc_2_9905"/>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8" name="Google Shape;11758;g2975d56d0dc_2_9905"/>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9" name="Google Shape;11759;g2975d56d0dc_2_9905"/>
          <p:cNvGrpSpPr/>
          <p:nvPr/>
        </p:nvGrpSpPr>
        <p:grpSpPr>
          <a:xfrm>
            <a:off x="910723" y="1333962"/>
            <a:ext cx="251660" cy="350166"/>
            <a:chOff x="910723" y="1508212"/>
            <a:chExt cx="251660" cy="350166"/>
          </a:xfrm>
        </p:grpSpPr>
        <p:sp>
          <p:nvSpPr>
            <p:cNvPr id="11760" name="Google Shape;11760;g2975d56d0dc_2_9905"/>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1" name="Google Shape;11761;g2975d56d0dc_2_9905"/>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2" name="Google Shape;11762;g2975d56d0dc_2_9905"/>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3" name="Google Shape;11763;g2975d56d0dc_2_9905"/>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4" name="Google Shape;11764;g2975d56d0dc_2_9905"/>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5" name="Google Shape;11765;g2975d56d0dc_2_9905"/>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6" name="Google Shape;11766;g2975d56d0dc_2_9905"/>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7" name="Google Shape;11767;g2975d56d0dc_2_9905"/>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8" name="Google Shape;11768;g2975d56d0dc_2_9905"/>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9" name="Google Shape;11769;g2975d56d0dc_2_9905"/>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0" name="Google Shape;11770;g2975d56d0dc_2_9905"/>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1" name="Google Shape;11771;g2975d56d0dc_2_9905"/>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2" name="Google Shape;11772;g2975d56d0dc_2_9905"/>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3" name="Google Shape;11773;g2975d56d0dc_2_9905"/>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4" name="Google Shape;11774;g2975d56d0dc_2_9905"/>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5" name="Google Shape;11775;g2975d56d0dc_2_9905"/>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6" name="Google Shape;11776;g2975d56d0dc_2_9905"/>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77" name="Google Shape;11777;g2975d56d0dc_2_9905"/>
          <p:cNvGrpSpPr/>
          <p:nvPr/>
        </p:nvGrpSpPr>
        <p:grpSpPr>
          <a:xfrm>
            <a:off x="1308631" y="1333580"/>
            <a:ext cx="350166" cy="350198"/>
            <a:chOff x="1308631" y="1507830"/>
            <a:chExt cx="350166" cy="350198"/>
          </a:xfrm>
        </p:grpSpPr>
        <p:sp>
          <p:nvSpPr>
            <p:cNvPr id="11778" name="Google Shape;11778;g2975d56d0dc_2_9905"/>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9" name="Google Shape;11779;g2975d56d0dc_2_9905"/>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0" name="Google Shape;11780;g2975d56d0dc_2_9905"/>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1" name="Google Shape;11781;g2975d56d0dc_2_9905"/>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82" name="Google Shape;11782;g2975d56d0dc_2_9905"/>
          <p:cNvGrpSpPr/>
          <p:nvPr/>
        </p:nvGrpSpPr>
        <p:grpSpPr>
          <a:xfrm>
            <a:off x="1756921" y="1335489"/>
            <a:ext cx="345997" cy="345997"/>
            <a:chOff x="1756921" y="1509739"/>
            <a:chExt cx="345997" cy="345997"/>
          </a:xfrm>
        </p:grpSpPr>
        <p:sp>
          <p:nvSpPr>
            <p:cNvPr id="11783" name="Google Shape;11783;g2975d56d0dc_2_9905"/>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4" name="Google Shape;11784;g2975d56d0dc_2_9905"/>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5" name="Google Shape;11785;g2975d56d0dc_2_9905"/>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6" name="Google Shape;11786;g2975d56d0dc_2_9905"/>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7" name="Google Shape;11787;g2975d56d0dc_2_9905"/>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8" name="Google Shape;11788;g2975d56d0dc_2_9905"/>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9" name="Google Shape;11789;g2975d56d0dc_2_9905"/>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0" name="Google Shape;11790;g2975d56d0dc_2_9905"/>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1" name="Google Shape;11791;g2975d56d0dc_2_9905"/>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2" name="Google Shape;11792;g2975d56d0dc_2_9905"/>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3" name="Google Shape;11793;g2975d56d0dc_2_9905"/>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4" name="Google Shape;11794;g2975d56d0dc_2_9905"/>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5" name="Google Shape;11795;g2975d56d0dc_2_9905"/>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6" name="Google Shape;11796;g2975d56d0dc_2_9905"/>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7" name="Google Shape;11797;g2975d56d0dc_2_9905"/>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8" name="Google Shape;11798;g2975d56d0dc_2_9905"/>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9" name="Google Shape;11799;g2975d56d0dc_2_9905"/>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00" name="Google Shape;11800;g2975d56d0dc_2_9905"/>
          <p:cNvGrpSpPr/>
          <p:nvPr/>
        </p:nvGrpSpPr>
        <p:grpSpPr>
          <a:xfrm>
            <a:off x="2216956" y="1336253"/>
            <a:ext cx="318721" cy="345615"/>
            <a:chOff x="2216956" y="1510503"/>
            <a:chExt cx="318721" cy="345615"/>
          </a:xfrm>
        </p:grpSpPr>
        <p:sp>
          <p:nvSpPr>
            <p:cNvPr id="11801" name="Google Shape;11801;g2975d56d0dc_2_9905"/>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2" name="Google Shape;11802;g2975d56d0dc_2_9905"/>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3" name="Google Shape;11803;g2975d56d0dc_2_9905"/>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4" name="Google Shape;11804;g2975d56d0dc_2_9905"/>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5" name="Google Shape;11805;g2975d56d0dc_2_9905"/>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06" name="Google Shape;11806;g2975d56d0dc_2_9905"/>
          <p:cNvGrpSpPr/>
          <p:nvPr/>
        </p:nvGrpSpPr>
        <p:grpSpPr>
          <a:xfrm>
            <a:off x="3988156" y="1394211"/>
            <a:ext cx="349052" cy="230050"/>
            <a:chOff x="3988156" y="1568461"/>
            <a:chExt cx="349052" cy="230050"/>
          </a:xfrm>
        </p:grpSpPr>
        <p:sp>
          <p:nvSpPr>
            <p:cNvPr id="11807" name="Google Shape;11807;g2975d56d0dc_2_9905"/>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8" name="Google Shape;11808;g2975d56d0dc_2_9905"/>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9" name="Google Shape;11809;g2975d56d0dc_2_9905"/>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0" name="Google Shape;11810;g2975d56d0dc_2_9905"/>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1" name="Google Shape;11811;g2975d56d0dc_2_9905"/>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2" name="Google Shape;11812;g2975d56d0dc_2_9905"/>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3" name="Google Shape;11813;g2975d56d0dc_2_9905"/>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14" name="Google Shape;11814;g2975d56d0dc_2_9905"/>
          <p:cNvGrpSpPr/>
          <p:nvPr/>
        </p:nvGrpSpPr>
        <p:grpSpPr>
          <a:xfrm>
            <a:off x="2633037" y="1325623"/>
            <a:ext cx="379002" cy="366112"/>
            <a:chOff x="2633037" y="1499873"/>
            <a:chExt cx="379002" cy="366112"/>
          </a:xfrm>
        </p:grpSpPr>
        <p:sp>
          <p:nvSpPr>
            <p:cNvPr id="11815" name="Google Shape;11815;g2975d56d0dc_2_9905"/>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6" name="Google Shape;11816;g2975d56d0dc_2_9905"/>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7" name="Google Shape;11817;g2975d56d0dc_2_9905"/>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8" name="Google Shape;11818;g2975d56d0dc_2_9905"/>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9" name="Google Shape;11819;g2975d56d0dc_2_9905"/>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0" name="Google Shape;11820;g2975d56d0dc_2_9905"/>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21" name="Google Shape;11821;g2975d56d0dc_2_9905"/>
          <p:cNvGrpSpPr/>
          <p:nvPr/>
        </p:nvGrpSpPr>
        <p:grpSpPr>
          <a:xfrm>
            <a:off x="6675256" y="1341919"/>
            <a:ext cx="327823" cy="357009"/>
            <a:chOff x="6675256" y="1516169"/>
            <a:chExt cx="327823" cy="357009"/>
          </a:xfrm>
        </p:grpSpPr>
        <p:sp>
          <p:nvSpPr>
            <p:cNvPr id="11822" name="Google Shape;11822;g2975d56d0dc_2_9905"/>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3" name="Google Shape;11823;g2975d56d0dc_2_9905"/>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4" name="Google Shape;11824;g2975d56d0dc_2_9905"/>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5" name="Google Shape;11825;g2975d56d0dc_2_9905"/>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6" name="Google Shape;11826;g2975d56d0dc_2_9905"/>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7" name="Google Shape;11827;g2975d56d0dc_2_9905"/>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8" name="Google Shape;11828;g2975d56d0dc_2_9905"/>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9" name="Google Shape;11829;g2975d56d0dc_2_9905"/>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0" name="Google Shape;11830;g2975d56d0dc_2_9905"/>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31" name="Google Shape;11831;g2975d56d0dc_2_9905"/>
          <p:cNvGrpSpPr/>
          <p:nvPr/>
        </p:nvGrpSpPr>
        <p:grpSpPr>
          <a:xfrm>
            <a:off x="8020159" y="1342301"/>
            <a:ext cx="300897" cy="356627"/>
            <a:chOff x="8020159" y="1516551"/>
            <a:chExt cx="300897" cy="356627"/>
          </a:xfrm>
        </p:grpSpPr>
        <p:sp>
          <p:nvSpPr>
            <p:cNvPr id="11832" name="Google Shape;11832;g2975d56d0dc_2_9905"/>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3" name="Google Shape;11833;g2975d56d0dc_2_9905"/>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4" name="Google Shape;11834;g2975d56d0dc_2_9905"/>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5" name="Google Shape;11835;g2975d56d0dc_2_9905"/>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6" name="Google Shape;11836;g2975d56d0dc_2_9905"/>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37" name="Google Shape;11837;g2975d56d0dc_2_9905"/>
          <p:cNvGrpSpPr/>
          <p:nvPr/>
        </p:nvGrpSpPr>
        <p:grpSpPr>
          <a:xfrm>
            <a:off x="5377363" y="1341919"/>
            <a:ext cx="257357" cy="356627"/>
            <a:chOff x="5377363" y="1516169"/>
            <a:chExt cx="257357" cy="356627"/>
          </a:xfrm>
        </p:grpSpPr>
        <p:sp>
          <p:nvSpPr>
            <p:cNvPr id="11838" name="Google Shape;11838;g2975d56d0dc_2_9905"/>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9" name="Google Shape;11839;g2975d56d0dc_2_9905"/>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0" name="Google Shape;11840;g2975d56d0dc_2_9905"/>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1" name="Google Shape;11841;g2975d56d0dc_2_9905"/>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2" name="Google Shape;11842;g2975d56d0dc_2_9905"/>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3" name="Google Shape;11843;g2975d56d0dc_2_9905"/>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4" name="Google Shape;11844;g2975d56d0dc_2_9905"/>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5" name="Google Shape;11845;g2975d56d0dc_2_9905"/>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6" name="Google Shape;11846;g2975d56d0dc_2_9905"/>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7" name="Google Shape;11847;g2975d56d0dc_2_9905"/>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8" name="Google Shape;11848;g2975d56d0dc_2_9905"/>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9" name="Google Shape;11849;g2975d56d0dc_2_9905"/>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0" name="Google Shape;11850;g2975d56d0dc_2_9905"/>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1" name="Google Shape;11851;g2975d56d0dc_2_9905"/>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2" name="Google Shape;11852;g2975d56d0dc_2_9905"/>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3" name="Google Shape;11853;g2975d56d0dc_2_9905"/>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4" name="Google Shape;11854;g2975d56d0dc_2_9905"/>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55" name="Google Shape;11855;g2975d56d0dc_2_9905"/>
          <p:cNvGrpSpPr/>
          <p:nvPr/>
        </p:nvGrpSpPr>
        <p:grpSpPr>
          <a:xfrm>
            <a:off x="4880567" y="1361620"/>
            <a:ext cx="356245" cy="317606"/>
            <a:chOff x="4880567" y="1535870"/>
            <a:chExt cx="356245" cy="317606"/>
          </a:xfrm>
        </p:grpSpPr>
        <p:sp>
          <p:nvSpPr>
            <p:cNvPr id="11856" name="Google Shape;11856;g2975d56d0dc_2_9905"/>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7" name="Google Shape;11857;g2975d56d0dc_2_9905"/>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8" name="Google Shape;11858;g2975d56d0dc_2_9905"/>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9" name="Google Shape;11859;g2975d56d0dc_2_9905"/>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0" name="Google Shape;11860;g2975d56d0dc_2_9905"/>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61" name="Google Shape;11861;g2975d56d0dc_2_9905"/>
          <p:cNvGrpSpPr/>
          <p:nvPr/>
        </p:nvGrpSpPr>
        <p:grpSpPr>
          <a:xfrm>
            <a:off x="5771483" y="1341537"/>
            <a:ext cx="357359" cy="357391"/>
            <a:chOff x="5771483" y="1515787"/>
            <a:chExt cx="357359" cy="357391"/>
          </a:xfrm>
        </p:grpSpPr>
        <p:sp>
          <p:nvSpPr>
            <p:cNvPr id="11862" name="Google Shape;11862;g2975d56d0dc_2_9905"/>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3" name="Google Shape;11863;g2975d56d0dc_2_9905"/>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4" name="Google Shape;11864;g2975d56d0dc_2_9905"/>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5" name="Google Shape;11865;g2975d56d0dc_2_9905"/>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66" name="Google Shape;11866;g2975d56d0dc_2_9905"/>
          <p:cNvGrpSpPr/>
          <p:nvPr/>
        </p:nvGrpSpPr>
        <p:grpSpPr>
          <a:xfrm>
            <a:off x="7121669" y="1359360"/>
            <a:ext cx="321362" cy="321363"/>
            <a:chOff x="7121669" y="1533610"/>
            <a:chExt cx="321362" cy="321363"/>
          </a:xfrm>
        </p:grpSpPr>
        <p:sp>
          <p:nvSpPr>
            <p:cNvPr id="11867" name="Google Shape;11867;g2975d56d0dc_2_9905"/>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8" name="Google Shape;11868;g2975d56d0dc_2_9905"/>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9" name="Google Shape;11869;g2975d56d0dc_2_9905"/>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0" name="Google Shape;11870;g2975d56d0dc_2_9905"/>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71" name="Google Shape;11871;g2975d56d0dc_2_9905"/>
          <p:cNvGrpSpPr/>
          <p:nvPr/>
        </p:nvGrpSpPr>
        <p:grpSpPr>
          <a:xfrm>
            <a:off x="7562766" y="1340614"/>
            <a:ext cx="327059" cy="360192"/>
            <a:chOff x="7562766" y="1514864"/>
            <a:chExt cx="327059" cy="360192"/>
          </a:xfrm>
        </p:grpSpPr>
        <p:sp>
          <p:nvSpPr>
            <p:cNvPr id="11872" name="Google Shape;11872;g2975d56d0dc_2_9905"/>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3" name="Google Shape;11873;g2975d56d0dc_2_9905"/>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4" name="Google Shape;11874;g2975d56d0dc_2_9905"/>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5" name="Google Shape;11875;g2975d56d0dc_2_9905"/>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76" name="Google Shape;11876;g2975d56d0dc_2_9905"/>
          <p:cNvGrpSpPr/>
          <p:nvPr/>
        </p:nvGrpSpPr>
        <p:grpSpPr>
          <a:xfrm>
            <a:off x="6221229" y="1324423"/>
            <a:ext cx="361636" cy="362183"/>
            <a:chOff x="6259175" y="1559008"/>
            <a:chExt cx="271743" cy="272093"/>
          </a:xfrm>
        </p:grpSpPr>
        <p:sp>
          <p:nvSpPr>
            <p:cNvPr id="11877" name="Google Shape;11877;g2975d56d0dc_2_9905"/>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8" name="Google Shape;11878;g2975d56d0dc_2_9905"/>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9" name="Google Shape;11879;g2975d56d0dc_2_9905"/>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0" name="Google Shape;11880;g2975d56d0dc_2_9905"/>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1" name="Google Shape;11881;g2975d56d0dc_2_9905"/>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2" name="Google Shape;11882;g2975d56d0dc_2_9905"/>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3" name="Google Shape;11883;g2975d56d0dc_2_9905"/>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4" name="Google Shape;11884;g2975d56d0dc_2_9905"/>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5" name="Google Shape;11885;g2975d56d0dc_2_9905"/>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6" name="Google Shape;11886;g2975d56d0dc_2_9905"/>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7" name="Google Shape;11887;g2975d56d0dc_2_9905"/>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8" name="Google Shape;11888;g2975d56d0dc_2_9905"/>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9" name="Google Shape;11889;g2975d56d0dc_2_9905"/>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0" name="Google Shape;11890;g2975d56d0dc_2_9905"/>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1" name="Google Shape;11891;g2975d56d0dc_2_9905"/>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2" name="Google Shape;11892;g2975d56d0dc_2_9905"/>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3" name="Google Shape;11893;g2975d56d0dc_2_9905"/>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94" name="Google Shape;11894;g2975d56d0dc_2_9905"/>
          <p:cNvGrpSpPr/>
          <p:nvPr/>
        </p:nvGrpSpPr>
        <p:grpSpPr>
          <a:xfrm>
            <a:off x="6671087" y="1835054"/>
            <a:ext cx="332756" cy="281832"/>
            <a:chOff x="6671087" y="2009304"/>
            <a:chExt cx="332756" cy="281832"/>
          </a:xfrm>
        </p:grpSpPr>
        <p:sp>
          <p:nvSpPr>
            <p:cNvPr id="11895" name="Google Shape;11895;g2975d56d0dc_2_9905"/>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6" name="Google Shape;11896;g2975d56d0dc_2_9905"/>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97" name="Google Shape;11897;g2975d56d0dc_2_9905"/>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98" name="Google Shape;11898;g2975d56d0dc_2_9905"/>
          <p:cNvGrpSpPr/>
          <p:nvPr/>
        </p:nvGrpSpPr>
        <p:grpSpPr>
          <a:xfrm>
            <a:off x="2201806" y="1802335"/>
            <a:ext cx="349784" cy="349435"/>
            <a:chOff x="2201806" y="1976585"/>
            <a:chExt cx="349784" cy="349435"/>
          </a:xfrm>
        </p:grpSpPr>
        <p:sp>
          <p:nvSpPr>
            <p:cNvPr id="11899" name="Google Shape;11899;g2975d56d0dc_2_9905"/>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0" name="Google Shape;11900;g2975d56d0dc_2_9905"/>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1" name="Google Shape;11901;g2975d56d0dc_2_9905"/>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2" name="Google Shape;11902;g2975d56d0dc_2_9905"/>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03" name="Google Shape;11903;g2975d56d0dc_2_9905"/>
          <p:cNvGrpSpPr/>
          <p:nvPr/>
        </p:nvGrpSpPr>
        <p:grpSpPr>
          <a:xfrm>
            <a:off x="3094217" y="1802335"/>
            <a:ext cx="350198" cy="350549"/>
            <a:chOff x="3094217" y="1976585"/>
            <a:chExt cx="350198" cy="350549"/>
          </a:xfrm>
        </p:grpSpPr>
        <p:sp>
          <p:nvSpPr>
            <p:cNvPr id="11904" name="Google Shape;11904;g2975d56d0dc_2_9905"/>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5" name="Google Shape;11905;g2975d56d0dc_2_9905"/>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6" name="Google Shape;11906;g2975d56d0dc_2_9905"/>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7" name="Google Shape;11907;g2975d56d0dc_2_9905"/>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8" name="Google Shape;11908;g2975d56d0dc_2_9905"/>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9" name="Google Shape;11909;g2975d56d0dc_2_9905"/>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0" name="Google Shape;11910;g2975d56d0dc_2_9905"/>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1" name="Google Shape;11911;g2975d56d0dc_2_9905"/>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2" name="Google Shape;11912;g2975d56d0dc_2_9905"/>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3" name="Google Shape;11913;g2975d56d0dc_2_9905"/>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4" name="Google Shape;11914;g2975d56d0dc_2_9905"/>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5" name="Google Shape;11915;g2975d56d0dc_2_9905"/>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6" name="Google Shape;11916;g2975d56d0dc_2_9905"/>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17" name="Google Shape;11917;g2975d56d0dc_2_9905"/>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18" name="Google Shape;11918;g2975d56d0dc_2_9905"/>
          <p:cNvGrpSpPr/>
          <p:nvPr/>
        </p:nvGrpSpPr>
        <p:grpSpPr>
          <a:xfrm>
            <a:off x="3979435" y="1802335"/>
            <a:ext cx="345265" cy="349848"/>
            <a:chOff x="3979435" y="1976585"/>
            <a:chExt cx="345265" cy="349848"/>
          </a:xfrm>
        </p:grpSpPr>
        <p:sp>
          <p:nvSpPr>
            <p:cNvPr id="11919" name="Google Shape;11919;g2975d56d0dc_2_9905"/>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0" name="Google Shape;11920;g2975d56d0dc_2_9905"/>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1" name="Google Shape;11921;g2975d56d0dc_2_9905"/>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2" name="Google Shape;11922;g2975d56d0dc_2_9905"/>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3" name="Google Shape;11923;g2975d56d0dc_2_9905"/>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4" name="Google Shape;11924;g2975d56d0dc_2_9905"/>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5" name="Google Shape;11925;g2975d56d0dc_2_9905"/>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6" name="Google Shape;11926;g2975d56d0dc_2_9905"/>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7" name="Google Shape;11927;g2975d56d0dc_2_9905"/>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8" name="Google Shape;11928;g2975d56d0dc_2_9905"/>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9" name="Google Shape;11929;g2975d56d0dc_2_9905"/>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0" name="Google Shape;11930;g2975d56d0dc_2_9905"/>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1" name="Google Shape;11931;g2975d56d0dc_2_9905"/>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2" name="Google Shape;11932;g2975d56d0dc_2_9905"/>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3" name="Google Shape;11933;g2975d56d0dc_2_9905"/>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4" name="Google Shape;11934;g2975d56d0dc_2_9905"/>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5" name="Google Shape;11935;g2975d56d0dc_2_9905"/>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36" name="Google Shape;11936;g2975d56d0dc_2_9905"/>
          <p:cNvGrpSpPr/>
          <p:nvPr/>
        </p:nvGrpSpPr>
        <p:grpSpPr>
          <a:xfrm>
            <a:off x="3541011" y="1334344"/>
            <a:ext cx="350167" cy="349434"/>
            <a:chOff x="3541011" y="1508594"/>
            <a:chExt cx="350167" cy="349434"/>
          </a:xfrm>
        </p:grpSpPr>
        <p:sp>
          <p:nvSpPr>
            <p:cNvPr id="11937" name="Google Shape;11937;g2975d56d0dc_2_9905"/>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8" name="Google Shape;11938;g2975d56d0dc_2_9905"/>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9" name="Google Shape;11939;g2975d56d0dc_2_9905"/>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0" name="Google Shape;11940;g2975d56d0dc_2_9905"/>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1" name="Google Shape;11941;g2975d56d0dc_2_9905"/>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2" name="Google Shape;11942;g2975d56d0dc_2_9905"/>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3" name="Google Shape;11943;g2975d56d0dc_2_9905"/>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4" name="Google Shape;11944;g2975d56d0dc_2_9905"/>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5" name="Google Shape;11945;g2975d56d0dc_2_9905"/>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6" name="Google Shape;11946;g2975d56d0dc_2_9905"/>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7" name="Google Shape;11947;g2975d56d0dc_2_9905"/>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8" name="Google Shape;11948;g2975d56d0dc_2_9905"/>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9" name="Google Shape;11949;g2975d56d0dc_2_9905"/>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50" name="Google Shape;11950;g2975d56d0dc_2_9905"/>
          <p:cNvGrpSpPr/>
          <p:nvPr/>
        </p:nvGrpSpPr>
        <p:grpSpPr>
          <a:xfrm>
            <a:off x="3576626" y="1801571"/>
            <a:ext cx="284251" cy="351694"/>
            <a:chOff x="3576626" y="1975821"/>
            <a:chExt cx="284251" cy="351694"/>
          </a:xfrm>
        </p:grpSpPr>
        <p:sp>
          <p:nvSpPr>
            <p:cNvPr id="11951" name="Google Shape;11951;g2975d56d0dc_2_9905"/>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2" name="Google Shape;11952;g2975d56d0dc_2_9905"/>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3" name="Google Shape;11953;g2975d56d0dc_2_9905"/>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54" name="Google Shape;11954;g2975d56d0dc_2_9905"/>
          <p:cNvGrpSpPr/>
          <p:nvPr/>
        </p:nvGrpSpPr>
        <p:grpSpPr>
          <a:xfrm>
            <a:off x="2722090" y="2715912"/>
            <a:ext cx="238770" cy="371841"/>
            <a:chOff x="2722090" y="2890162"/>
            <a:chExt cx="238770" cy="371841"/>
          </a:xfrm>
        </p:grpSpPr>
        <p:sp>
          <p:nvSpPr>
            <p:cNvPr id="11955" name="Google Shape;11955;g2975d56d0dc_2_9905"/>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6" name="Google Shape;11956;g2975d56d0dc_2_9905"/>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7" name="Google Shape;11957;g2975d56d0dc_2_9905"/>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58" name="Google Shape;11958;g2975d56d0dc_2_9905"/>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59" name="Google Shape;11959;g2975d56d0dc_2_9905"/>
          <p:cNvGrpSpPr/>
          <p:nvPr/>
        </p:nvGrpSpPr>
        <p:grpSpPr>
          <a:xfrm>
            <a:off x="6216367" y="1795906"/>
            <a:ext cx="361147" cy="361147"/>
            <a:chOff x="6216367" y="1970156"/>
            <a:chExt cx="361147" cy="361147"/>
          </a:xfrm>
        </p:grpSpPr>
        <p:sp>
          <p:nvSpPr>
            <p:cNvPr id="11960" name="Google Shape;11960;g2975d56d0dc_2_9905"/>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1" name="Google Shape;11961;g2975d56d0dc_2_9905"/>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2" name="Google Shape;11962;g2975d56d0dc_2_9905"/>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3" name="Google Shape;11963;g2975d56d0dc_2_9905"/>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4" name="Google Shape;11964;g2975d56d0dc_2_9905"/>
          <p:cNvGrpSpPr/>
          <p:nvPr/>
        </p:nvGrpSpPr>
        <p:grpSpPr>
          <a:xfrm>
            <a:off x="1289311" y="2751972"/>
            <a:ext cx="408156" cy="299783"/>
            <a:chOff x="1289311" y="2926222"/>
            <a:chExt cx="408156" cy="299783"/>
          </a:xfrm>
        </p:grpSpPr>
        <p:sp>
          <p:nvSpPr>
            <p:cNvPr id="11965" name="Google Shape;11965;g2975d56d0dc_2_9905"/>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6" name="Google Shape;11966;g2975d56d0dc_2_9905"/>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7" name="Google Shape;11967;g2975d56d0dc_2_9905"/>
          <p:cNvGrpSpPr/>
          <p:nvPr/>
        </p:nvGrpSpPr>
        <p:grpSpPr>
          <a:xfrm>
            <a:off x="7978465" y="1795142"/>
            <a:ext cx="361147" cy="360797"/>
            <a:chOff x="7978465" y="1969392"/>
            <a:chExt cx="361147" cy="360797"/>
          </a:xfrm>
        </p:grpSpPr>
        <p:sp>
          <p:nvSpPr>
            <p:cNvPr id="11968" name="Google Shape;11968;g2975d56d0dc_2_9905"/>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9" name="Google Shape;11969;g2975d56d0dc_2_9905"/>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0" name="Google Shape;11970;g2975d56d0dc_2_9905"/>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1" name="Google Shape;11971;g2975d56d0dc_2_9905"/>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2" name="Google Shape;11972;g2975d56d0dc_2_9905"/>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3" name="Google Shape;11973;g2975d56d0dc_2_9905"/>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4" name="Google Shape;11974;g2975d56d0dc_2_9905"/>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5" name="Google Shape;11975;g2975d56d0dc_2_9905"/>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6" name="Google Shape;11976;g2975d56d0dc_2_9905"/>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77" name="Google Shape;11977;g2975d56d0dc_2_9905"/>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78" name="Google Shape;11978;g2975d56d0dc_2_9905"/>
          <p:cNvGrpSpPr/>
          <p:nvPr/>
        </p:nvGrpSpPr>
        <p:grpSpPr>
          <a:xfrm>
            <a:off x="854261" y="2734563"/>
            <a:ext cx="377474" cy="335748"/>
            <a:chOff x="854261" y="2908813"/>
            <a:chExt cx="377474" cy="335748"/>
          </a:xfrm>
        </p:grpSpPr>
        <p:sp>
          <p:nvSpPr>
            <p:cNvPr id="11979" name="Google Shape;11979;g2975d56d0dc_2_9905"/>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0" name="Google Shape;11980;g2975d56d0dc_2_9905"/>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1" name="Google Shape;11981;g2975d56d0dc_2_9905"/>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2" name="Google Shape;11982;g2975d56d0dc_2_9905"/>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3" name="Google Shape;11983;g2975d56d0dc_2_9905"/>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84" name="Google Shape;11984;g2975d56d0dc_2_9905"/>
          <p:cNvGrpSpPr/>
          <p:nvPr/>
        </p:nvGrpSpPr>
        <p:grpSpPr>
          <a:xfrm>
            <a:off x="1749728" y="2720527"/>
            <a:ext cx="386927" cy="363438"/>
            <a:chOff x="1749728" y="2894777"/>
            <a:chExt cx="386927" cy="363438"/>
          </a:xfrm>
        </p:grpSpPr>
        <p:sp>
          <p:nvSpPr>
            <p:cNvPr id="11985" name="Google Shape;11985;g2975d56d0dc_2_9905"/>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6" name="Google Shape;11986;g2975d56d0dc_2_9905"/>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7" name="Google Shape;11987;g2975d56d0dc_2_9905"/>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8" name="Google Shape;11988;g2975d56d0dc_2_9905"/>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9" name="Google Shape;11989;g2975d56d0dc_2_9905"/>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0" name="Google Shape;11990;g2975d56d0dc_2_9905"/>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1" name="Google Shape;11991;g2975d56d0dc_2_9905"/>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92" name="Google Shape;11992;g2975d56d0dc_2_9905"/>
          <p:cNvGrpSpPr/>
          <p:nvPr/>
        </p:nvGrpSpPr>
        <p:grpSpPr>
          <a:xfrm>
            <a:off x="7098912" y="1795142"/>
            <a:ext cx="359651" cy="361561"/>
            <a:chOff x="7098912" y="1969392"/>
            <a:chExt cx="359651" cy="361561"/>
          </a:xfrm>
        </p:grpSpPr>
        <p:sp>
          <p:nvSpPr>
            <p:cNvPr id="11993" name="Google Shape;11993;g2975d56d0dc_2_9905"/>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4" name="Google Shape;11994;g2975d56d0dc_2_9905"/>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5" name="Google Shape;11995;g2975d56d0dc_2_9905"/>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6" name="Google Shape;11996;g2975d56d0dc_2_9905"/>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7" name="Google Shape;11997;g2975d56d0dc_2_9905"/>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8" name="Google Shape;11998;g2975d56d0dc_2_9905"/>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9" name="Google Shape;11999;g2975d56d0dc_2_9905"/>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0" name="Google Shape;12000;g2975d56d0dc_2_9905"/>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1" name="Google Shape;12001;g2975d56d0dc_2_9905"/>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2" name="Google Shape;12002;g2975d56d0dc_2_9905"/>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3" name="Google Shape;12003;g2975d56d0dc_2_9905"/>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4" name="Google Shape;12004;g2975d56d0dc_2_9905"/>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5" name="Google Shape;12005;g2975d56d0dc_2_9905"/>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06" name="Google Shape;12006;g2975d56d0dc_2_9905"/>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07" name="Google Shape;12007;g2975d56d0dc_2_9905"/>
          <p:cNvGrpSpPr/>
          <p:nvPr/>
        </p:nvGrpSpPr>
        <p:grpSpPr>
          <a:xfrm>
            <a:off x="5352728" y="1815989"/>
            <a:ext cx="327092" cy="322508"/>
            <a:chOff x="5352728" y="1990239"/>
            <a:chExt cx="327092" cy="322508"/>
          </a:xfrm>
        </p:grpSpPr>
        <p:sp>
          <p:nvSpPr>
            <p:cNvPr id="12008" name="Google Shape;12008;g2975d56d0dc_2_9905"/>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9" name="Google Shape;12009;g2975d56d0dc_2_9905"/>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0" name="Google Shape;12010;g2975d56d0dc_2_9905"/>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11" name="Google Shape;12011;g2975d56d0dc_2_9905"/>
          <p:cNvGrpSpPr/>
          <p:nvPr/>
        </p:nvGrpSpPr>
        <p:grpSpPr>
          <a:xfrm>
            <a:off x="7538896" y="1795906"/>
            <a:ext cx="361147" cy="361529"/>
            <a:chOff x="7538896" y="1970156"/>
            <a:chExt cx="361147" cy="361529"/>
          </a:xfrm>
        </p:grpSpPr>
        <p:sp>
          <p:nvSpPr>
            <p:cNvPr id="12012" name="Google Shape;12012;g2975d56d0dc_2_9905"/>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3" name="Google Shape;12013;g2975d56d0dc_2_9905"/>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4" name="Google Shape;12014;g2975d56d0dc_2_9905"/>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5" name="Google Shape;12015;g2975d56d0dc_2_9905"/>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6" name="Google Shape;12016;g2975d56d0dc_2_9905"/>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7" name="Google Shape;12017;g2975d56d0dc_2_9905"/>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18" name="Google Shape;12018;g2975d56d0dc_2_9905"/>
          <p:cNvGrpSpPr/>
          <p:nvPr/>
        </p:nvGrpSpPr>
        <p:grpSpPr>
          <a:xfrm>
            <a:off x="4896099" y="1796670"/>
            <a:ext cx="358155" cy="358123"/>
            <a:chOff x="4896099" y="1970920"/>
            <a:chExt cx="358155" cy="358123"/>
          </a:xfrm>
        </p:grpSpPr>
        <p:sp>
          <p:nvSpPr>
            <p:cNvPr id="12019" name="Google Shape;12019;g2975d56d0dc_2_9905"/>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0" name="Google Shape;12020;g2975d56d0dc_2_9905"/>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1" name="Google Shape;12021;g2975d56d0dc_2_9905"/>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2" name="Google Shape;12022;g2975d56d0dc_2_9905"/>
          <p:cNvGrpSpPr/>
          <p:nvPr/>
        </p:nvGrpSpPr>
        <p:grpSpPr>
          <a:xfrm>
            <a:off x="4048787" y="2802769"/>
            <a:ext cx="283488" cy="198604"/>
            <a:chOff x="4048787" y="2977019"/>
            <a:chExt cx="283488" cy="198604"/>
          </a:xfrm>
        </p:grpSpPr>
        <p:sp>
          <p:nvSpPr>
            <p:cNvPr id="12023" name="Google Shape;12023;g2975d56d0dc_2_9905"/>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4" name="Google Shape;12024;g2975d56d0dc_2_9905"/>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5" name="Google Shape;12025;g2975d56d0dc_2_9905"/>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6" name="Google Shape;12026;g2975d56d0dc_2_9905"/>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7" name="Google Shape;12027;g2975d56d0dc_2_9905"/>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8" name="Google Shape;12028;g2975d56d0dc_2_9905"/>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9" name="Google Shape;12029;g2975d56d0dc_2_9905"/>
          <p:cNvGrpSpPr/>
          <p:nvPr/>
        </p:nvGrpSpPr>
        <p:grpSpPr>
          <a:xfrm>
            <a:off x="4054103" y="2255941"/>
            <a:ext cx="218687" cy="349052"/>
            <a:chOff x="4054103" y="2430191"/>
            <a:chExt cx="218687" cy="349052"/>
          </a:xfrm>
        </p:grpSpPr>
        <p:sp>
          <p:nvSpPr>
            <p:cNvPr id="12030" name="Google Shape;12030;g2975d56d0dc_2_9905"/>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1" name="Google Shape;12031;g2975d56d0dc_2_9905"/>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32" name="Google Shape;12032;g2975d56d0dc_2_9905"/>
          <p:cNvGrpSpPr/>
          <p:nvPr/>
        </p:nvGrpSpPr>
        <p:grpSpPr>
          <a:xfrm>
            <a:off x="2185128" y="2253299"/>
            <a:ext cx="382757" cy="356595"/>
            <a:chOff x="2185128" y="2427549"/>
            <a:chExt cx="382757" cy="356595"/>
          </a:xfrm>
        </p:grpSpPr>
        <p:sp>
          <p:nvSpPr>
            <p:cNvPr id="12033" name="Google Shape;12033;g2975d56d0dc_2_9905"/>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4" name="Google Shape;12034;g2975d56d0dc_2_9905"/>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5" name="Google Shape;12035;g2975d56d0dc_2_9905"/>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6" name="Google Shape;12036;g2975d56d0dc_2_9905"/>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37" name="Google Shape;12037;g2975d56d0dc_2_9905"/>
          <p:cNvGrpSpPr/>
          <p:nvPr/>
        </p:nvGrpSpPr>
        <p:grpSpPr>
          <a:xfrm>
            <a:off x="2656907" y="2265043"/>
            <a:ext cx="332757" cy="332343"/>
            <a:chOff x="2656907" y="2439293"/>
            <a:chExt cx="332757" cy="332343"/>
          </a:xfrm>
        </p:grpSpPr>
        <p:sp>
          <p:nvSpPr>
            <p:cNvPr id="12038" name="Google Shape;12038;g2975d56d0dc_2_9905"/>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9" name="Google Shape;12039;g2975d56d0dc_2_9905"/>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0" name="Google Shape;12040;g2975d56d0dc_2_9905"/>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1" name="Google Shape;12041;g2975d56d0dc_2_9905"/>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2" name="Google Shape;12042;g2975d56d0dc_2_9905"/>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3" name="Google Shape;12043;g2975d56d0dc_2_9905"/>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4" name="Google Shape;12044;g2975d56d0dc_2_9905"/>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45" name="Google Shape;12045;g2975d56d0dc_2_9905"/>
          <p:cNvGrpSpPr/>
          <p:nvPr/>
        </p:nvGrpSpPr>
        <p:grpSpPr>
          <a:xfrm>
            <a:off x="1731523" y="2248366"/>
            <a:ext cx="399435" cy="365698"/>
            <a:chOff x="1731523" y="2422616"/>
            <a:chExt cx="399435" cy="365698"/>
          </a:xfrm>
        </p:grpSpPr>
        <p:sp>
          <p:nvSpPr>
            <p:cNvPr id="12046" name="Google Shape;12046;g2975d56d0dc_2_9905"/>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7" name="Google Shape;12047;g2975d56d0dc_2_9905"/>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8" name="Google Shape;12048;g2975d56d0dc_2_9905"/>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49" name="Google Shape;12049;g2975d56d0dc_2_9905"/>
          <p:cNvGrpSpPr/>
          <p:nvPr/>
        </p:nvGrpSpPr>
        <p:grpSpPr>
          <a:xfrm>
            <a:off x="3097241" y="2259314"/>
            <a:ext cx="344883" cy="343388"/>
            <a:chOff x="3097241" y="2433564"/>
            <a:chExt cx="344883" cy="343388"/>
          </a:xfrm>
        </p:grpSpPr>
        <p:sp>
          <p:nvSpPr>
            <p:cNvPr id="12050" name="Google Shape;12050;g2975d56d0dc_2_9905"/>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1" name="Google Shape;12051;g2975d56d0dc_2_9905"/>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2" name="Google Shape;12052;g2975d56d0dc_2_9905"/>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3" name="Google Shape;12053;g2975d56d0dc_2_9905"/>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4" name="Google Shape;12054;g2975d56d0dc_2_9905"/>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5" name="Google Shape;12055;g2975d56d0dc_2_9905"/>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6" name="Google Shape;12056;g2975d56d0dc_2_9905"/>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7" name="Google Shape;12057;g2975d56d0dc_2_9905"/>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8" name="Google Shape;12058;g2975d56d0dc_2_9905"/>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59" name="Google Shape;12059;g2975d56d0dc_2_9905"/>
          <p:cNvGrpSpPr/>
          <p:nvPr/>
        </p:nvGrpSpPr>
        <p:grpSpPr>
          <a:xfrm>
            <a:off x="1278299" y="2265043"/>
            <a:ext cx="410829" cy="332343"/>
            <a:chOff x="1278299" y="2439293"/>
            <a:chExt cx="410829" cy="332343"/>
          </a:xfrm>
        </p:grpSpPr>
        <p:sp>
          <p:nvSpPr>
            <p:cNvPr id="12060" name="Google Shape;12060;g2975d56d0dc_2_9905"/>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1" name="Google Shape;12061;g2975d56d0dc_2_9905"/>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2" name="Google Shape;12062;g2975d56d0dc_2_9905"/>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3" name="Google Shape;12063;g2975d56d0dc_2_9905"/>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4" name="Google Shape;12064;g2975d56d0dc_2_9905"/>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5" name="Google Shape;12065;g2975d56d0dc_2_9905"/>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6" name="Google Shape;12066;g2975d56d0dc_2_9905"/>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7" name="Google Shape;12067;g2975d56d0dc_2_9905"/>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68" name="Google Shape;12068;g2975d56d0dc_2_9905"/>
          <p:cNvGrpSpPr/>
          <p:nvPr/>
        </p:nvGrpSpPr>
        <p:grpSpPr>
          <a:xfrm>
            <a:off x="2661459" y="1840751"/>
            <a:ext cx="322508" cy="273494"/>
            <a:chOff x="2661459" y="2015001"/>
            <a:chExt cx="322508" cy="273494"/>
          </a:xfrm>
        </p:grpSpPr>
        <p:sp>
          <p:nvSpPr>
            <p:cNvPr id="12069" name="Google Shape;12069;g2975d56d0dc_2_9905"/>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0" name="Google Shape;12070;g2975d56d0dc_2_9905"/>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1" name="Google Shape;12071;g2975d56d0dc_2_9905"/>
          <p:cNvGrpSpPr/>
          <p:nvPr/>
        </p:nvGrpSpPr>
        <p:grpSpPr>
          <a:xfrm>
            <a:off x="870939" y="2265043"/>
            <a:ext cx="331993" cy="331993"/>
            <a:chOff x="870939" y="2439293"/>
            <a:chExt cx="331993" cy="331993"/>
          </a:xfrm>
        </p:grpSpPr>
        <p:sp>
          <p:nvSpPr>
            <p:cNvPr id="12072" name="Google Shape;12072;g2975d56d0dc_2_9905"/>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3" name="Google Shape;12073;g2975d56d0dc_2_9905"/>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4" name="Google Shape;12074;g2975d56d0dc_2_9905"/>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5" name="Google Shape;12075;g2975d56d0dc_2_9905"/>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6" name="Google Shape;12076;g2975d56d0dc_2_9905"/>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7" name="Google Shape;12077;g2975d56d0dc_2_9905"/>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8" name="Google Shape;12078;g2975d56d0dc_2_9905"/>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9" name="Google Shape;12079;g2975d56d0dc_2_9905"/>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0" name="Google Shape;12080;g2975d56d0dc_2_9905"/>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1" name="Google Shape;12081;g2975d56d0dc_2_9905"/>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2" name="Google Shape;12082;g2975d56d0dc_2_9905"/>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3" name="Google Shape;12083;g2975d56d0dc_2_9905"/>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4" name="Google Shape;12084;g2975d56d0dc_2_9905"/>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5" name="Google Shape;12085;g2975d56d0dc_2_9905"/>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6" name="Google Shape;12086;g2975d56d0dc_2_9905"/>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7" name="Google Shape;12087;g2975d56d0dc_2_9905"/>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88" name="Google Shape;12088;g2975d56d0dc_2_9905"/>
          <p:cNvGrpSpPr/>
          <p:nvPr/>
        </p:nvGrpSpPr>
        <p:grpSpPr>
          <a:xfrm>
            <a:off x="6644957" y="2282103"/>
            <a:ext cx="371395" cy="278905"/>
            <a:chOff x="6644957" y="2456353"/>
            <a:chExt cx="371395" cy="278905"/>
          </a:xfrm>
        </p:grpSpPr>
        <p:sp>
          <p:nvSpPr>
            <p:cNvPr id="12089" name="Google Shape;12089;g2975d56d0dc_2_9905"/>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0" name="Google Shape;12090;g2975d56d0dc_2_9905"/>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1" name="Google Shape;12091;g2975d56d0dc_2_9905"/>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2" name="Google Shape;12092;g2975d56d0dc_2_9905"/>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3" name="Google Shape;12093;g2975d56d0dc_2_9905"/>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94" name="Google Shape;12094;g2975d56d0dc_2_9905"/>
          <p:cNvGrpSpPr/>
          <p:nvPr/>
        </p:nvGrpSpPr>
        <p:grpSpPr>
          <a:xfrm>
            <a:off x="5388757" y="2240409"/>
            <a:ext cx="260349" cy="362292"/>
            <a:chOff x="5388757" y="2414659"/>
            <a:chExt cx="260349" cy="362292"/>
          </a:xfrm>
        </p:grpSpPr>
        <p:sp>
          <p:nvSpPr>
            <p:cNvPr id="12095" name="Google Shape;12095;g2975d56d0dc_2_9905"/>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6" name="Google Shape;12096;g2975d56d0dc_2_9905"/>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7" name="Google Shape;12097;g2975d56d0dc_2_9905"/>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8" name="Google Shape;12098;g2975d56d0dc_2_9905"/>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9" name="Google Shape;12099;g2975d56d0dc_2_9905"/>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0" name="Google Shape;12100;g2975d56d0dc_2_9905"/>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1" name="Google Shape;12101;g2975d56d0dc_2_9905"/>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2" name="Google Shape;12102;g2975d56d0dc_2_9905"/>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3" name="Google Shape;12103;g2975d56d0dc_2_9905"/>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4" name="Google Shape;12104;g2975d56d0dc_2_9905"/>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5" name="Google Shape;12105;g2975d56d0dc_2_9905"/>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6" name="Google Shape;12106;g2975d56d0dc_2_9905"/>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7" name="Google Shape;12107;g2975d56d0dc_2_9905"/>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8" name="Google Shape;12108;g2975d56d0dc_2_9905"/>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9" name="Google Shape;12109;g2975d56d0dc_2_9905"/>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0" name="Google Shape;12110;g2975d56d0dc_2_9905"/>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1" name="Google Shape;12111;g2975d56d0dc_2_9905"/>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2" name="Google Shape;12112;g2975d56d0dc_2_9905"/>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3" name="Google Shape;12113;g2975d56d0dc_2_9905"/>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4" name="Google Shape;12114;g2975d56d0dc_2_9905"/>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15" name="Google Shape;12115;g2975d56d0dc_2_9905"/>
          <p:cNvGrpSpPr/>
          <p:nvPr/>
        </p:nvGrpSpPr>
        <p:grpSpPr>
          <a:xfrm>
            <a:off x="3567142" y="2731507"/>
            <a:ext cx="348288" cy="340331"/>
            <a:chOff x="3567142" y="2905757"/>
            <a:chExt cx="348288" cy="340331"/>
          </a:xfrm>
        </p:grpSpPr>
        <p:sp>
          <p:nvSpPr>
            <p:cNvPr id="12116" name="Google Shape;12116;g2975d56d0dc_2_9905"/>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7" name="Google Shape;12117;g2975d56d0dc_2_9905"/>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8" name="Google Shape;12118;g2975d56d0dc_2_9905"/>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9" name="Google Shape;12119;g2975d56d0dc_2_9905"/>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0" name="Google Shape;12120;g2975d56d0dc_2_9905"/>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21" name="Google Shape;12121;g2975d56d0dc_2_9905"/>
          <p:cNvGrpSpPr/>
          <p:nvPr/>
        </p:nvGrpSpPr>
        <p:grpSpPr>
          <a:xfrm>
            <a:off x="870939" y="1801571"/>
            <a:ext cx="332375" cy="350071"/>
            <a:chOff x="870939" y="1975821"/>
            <a:chExt cx="332375" cy="350071"/>
          </a:xfrm>
        </p:grpSpPr>
        <p:sp>
          <p:nvSpPr>
            <p:cNvPr id="12122" name="Google Shape;12122;g2975d56d0dc_2_9905"/>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3" name="Google Shape;12123;g2975d56d0dc_2_9905"/>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4" name="Google Shape;12124;g2975d56d0dc_2_9905"/>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5" name="Google Shape;12125;g2975d56d0dc_2_9905"/>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26" name="Google Shape;12126;g2975d56d0dc_2_9905"/>
          <p:cNvGrpSpPr/>
          <p:nvPr/>
        </p:nvGrpSpPr>
        <p:grpSpPr>
          <a:xfrm>
            <a:off x="7967103" y="2240791"/>
            <a:ext cx="355863" cy="361911"/>
            <a:chOff x="7967103" y="2415041"/>
            <a:chExt cx="355863" cy="361911"/>
          </a:xfrm>
        </p:grpSpPr>
        <p:sp>
          <p:nvSpPr>
            <p:cNvPr id="12127" name="Google Shape;12127;g2975d56d0dc_2_9905"/>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8" name="Google Shape;12128;g2975d56d0dc_2_9905"/>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9" name="Google Shape;12129;g2975d56d0dc_2_9905"/>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0" name="Google Shape;12130;g2975d56d0dc_2_9905"/>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1" name="Google Shape;12131;g2975d56d0dc_2_9905"/>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2" name="Google Shape;12132;g2975d56d0dc_2_9905"/>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3" name="Google Shape;12133;g2975d56d0dc_2_9905"/>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4" name="Google Shape;12134;g2975d56d0dc_2_9905"/>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5" name="Google Shape;12135;g2975d56d0dc_2_9905"/>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6" name="Google Shape;12136;g2975d56d0dc_2_9905"/>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7" name="Google Shape;12137;g2975d56d0dc_2_9905"/>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38" name="Google Shape;12138;g2975d56d0dc_2_9905"/>
          <p:cNvGrpSpPr/>
          <p:nvPr/>
        </p:nvGrpSpPr>
        <p:grpSpPr>
          <a:xfrm>
            <a:off x="7529411" y="2240409"/>
            <a:ext cx="355863" cy="362293"/>
            <a:chOff x="7529411" y="2414659"/>
            <a:chExt cx="355863" cy="362293"/>
          </a:xfrm>
        </p:grpSpPr>
        <p:sp>
          <p:nvSpPr>
            <p:cNvPr id="12139" name="Google Shape;12139;g2975d56d0dc_2_9905"/>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0" name="Google Shape;12140;g2975d56d0dc_2_9905"/>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1" name="Google Shape;12141;g2975d56d0dc_2_9905"/>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2" name="Google Shape;12142;g2975d56d0dc_2_9905"/>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3" name="Google Shape;12143;g2975d56d0dc_2_9905"/>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4" name="Google Shape;12144;g2975d56d0dc_2_9905"/>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5" name="Google Shape;12145;g2975d56d0dc_2_9905"/>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6" name="Google Shape;12146;g2975d56d0dc_2_9905"/>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7" name="Google Shape;12147;g2975d56d0dc_2_9905"/>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8" name="Google Shape;12148;g2975d56d0dc_2_9905"/>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9" name="Google Shape;12149;g2975d56d0dc_2_9905"/>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0" name="Google Shape;12150;g2975d56d0dc_2_9905"/>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1" name="Google Shape;12151;g2975d56d0dc_2_9905"/>
          <p:cNvGrpSpPr/>
          <p:nvPr/>
        </p:nvGrpSpPr>
        <p:grpSpPr>
          <a:xfrm>
            <a:off x="5733194" y="2257468"/>
            <a:ext cx="446826" cy="327059"/>
            <a:chOff x="5733194" y="2431718"/>
            <a:chExt cx="446826" cy="327059"/>
          </a:xfrm>
        </p:grpSpPr>
        <p:sp>
          <p:nvSpPr>
            <p:cNvPr id="12152" name="Google Shape;12152;g2975d56d0dc_2_9905"/>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3" name="Google Shape;12153;g2975d56d0dc_2_9905"/>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4" name="Google Shape;12154;g2975d56d0dc_2_9905"/>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5" name="Google Shape;12155;g2975d56d0dc_2_9905"/>
          <p:cNvGrpSpPr/>
          <p:nvPr/>
        </p:nvGrpSpPr>
        <p:grpSpPr>
          <a:xfrm>
            <a:off x="4876780" y="2243814"/>
            <a:ext cx="407774" cy="356628"/>
            <a:chOff x="4876780" y="2418064"/>
            <a:chExt cx="407774" cy="356628"/>
          </a:xfrm>
        </p:grpSpPr>
        <p:sp>
          <p:nvSpPr>
            <p:cNvPr id="12156" name="Google Shape;12156;g2975d56d0dc_2_9905"/>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7" name="Google Shape;12157;g2975d56d0dc_2_9905"/>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8" name="Google Shape;12158;g2975d56d0dc_2_9905"/>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9" name="Google Shape;12159;g2975d56d0dc_2_9905"/>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0" name="Google Shape;12160;g2975d56d0dc_2_9905"/>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1" name="Google Shape;12161;g2975d56d0dc_2_9905"/>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2" name="Google Shape;12162;g2975d56d0dc_2_9905"/>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3" name="Google Shape;12163;g2975d56d0dc_2_9905"/>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64" name="Google Shape;12164;g2975d56d0dc_2_9905"/>
          <p:cNvGrpSpPr/>
          <p:nvPr/>
        </p:nvGrpSpPr>
        <p:grpSpPr>
          <a:xfrm>
            <a:off x="7070872" y="2236621"/>
            <a:ext cx="398322" cy="371013"/>
            <a:chOff x="7070872" y="2410871"/>
            <a:chExt cx="398322" cy="371013"/>
          </a:xfrm>
        </p:grpSpPr>
        <p:sp>
          <p:nvSpPr>
            <p:cNvPr id="12165" name="Google Shape;12165;g2975d56d0dc_2_9905"/>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6" name="Google Shape;12166;g2975d56d0dc_2_9905"/>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7" name="Google Shape;12167;g2975d56d0dc_2_9905"/>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8" name="Google Shape;12168;g2975d56d0dc_2_9905"/>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69" name="Google Shape;12169;g2975d56d0dc_2_9905"/>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70" name="Google Shape;12170;g2975d56d0dc_2_9905"/>
          <p:cNvGrpSpPr/>
          <p:nvPr/>
        </p:nvGrpSpPr>
        <p:grpSpPr>
          <a:xfrm>
            <a:off x="5318259" y="2807861"/>
            <a:ext cx="371013" cy="220788"/>
            <a:chOff x="5318259" y="2982111"/>
            <a:chExt cx="371013" cy="220788"/>
          </a:xfrm>
        </p:grpSpPr>
        <p:sp>
          <p:nvSpPr>
            <p:cNvPr id="12171" name="Google Shape;12171;g2975d56d0dc_2_9905"/>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2" name="Google Shape;12172;g2975d56d0dc_2_9905"/>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3" name="Google Shape;12173;g2975d56d0dc_2_9905"/>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4" name="Google Shape;12174;g2975d56d0dc_2_9905"/>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5" name="Google Shape;12175;g2975d56d0dc_2_9905"/>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6" name="Google Shape;12176;g2975d56d0dc_2_9905"/>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7" name="Google Shape;12177;g2975d56d0dc_2_9905"/>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8" name="Google Shape;12178;g2975d56d0dc_2_9905"/>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79" name="Google Shape;12179;g2975d56d0dc_2_9905"/>
          <p:cNvGrpSpPr/>
          <p:nvPr/>
        </p:nvGrpSpPr>
        <p:grpSpPr>
          <a:xfrm>
            <a:off x="7073928" y="2731507"/>
            <a:ext cx="371395" cy="371809"/>
            <a:chOff x="7073928" y="2905757"/>
            <a:chExt cx="371395" cy="371809"/>
          </a:xfrm>
        </p:grpSpPr>
        <p:sp>
          <p:nvSpPr>
            <p:cNvPr id="12180" name="Google Shape;12180;g2975d56d0dc_2_9905"/>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1" name="Google Shape;12181;g2975d56d0dc_2_9905"/>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2" name="Google Shape;12182;g2975d56d0dc_2_9905"/>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3" name="Google Shape;12183;g2975d56d0dc_2_9905"/>
          <p:cNvGrpSpPr/>
          <p:nvPr/>
        </p:nvGrpSpPr>
        <p:grpSpPr>
          <a:xfrm>
            <a:off x="6188327" y="2781158"/>
            <a:ext cx="371395" cy="272857"/>
            <a:chOff x="6188327" y="2955408"/>
            <a:chExt cx="371395" cy="272857"/>
          </a:xfrm>
        </p:grpSpPr>
        <p:sp>
          <p:nvSpPr>
            <p:cNvPr id="12184" name="Google Shape;12184;g2975d56d0dc_2_9905"/>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5" name="Google Shape;12185;g2975d56d0dc_2_9905"/>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6" name="Google Shape;12186;g2975d56d0dc_2_9905"/>
          <p:cNvGrpSpPr/>
          <p:nvPr/>
        </p:nvGrpSpPr>
        <p:grpSpPr>
          <a:xfrm>
            <a:off x="7521454" y="2731889"/>
            <a:ext cx="359650" cy="371013"/>
            <a:chOff x="7521454" y="2906139"/>
            <a:chExt cx="359650" cy="371013"/>
          </a:xfrm>
        </p:grpSpPr>
        <p:sp>
          <p:nvSpPr>
            <p:cNvPr id="12187" name="Google Shape;12187;g2975d56d0dc_2_9905"/>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8" name="Google Shape;12188;g2975d56d0dc_2_9905"/>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9" name="Google Shape;12189;g2975d56d0dc_2_9905"/>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0" name="Google Shape;12190;g2975d56d0dc_2_9905"/>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1" name="Google Shape;12191;g2975d56d0dc_2_9905"/>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92" name="Google Shape;12192;g2975d56d0dc_2_9905"/>
          <p:cNvGrpSpPr/>
          <p:nvPr/>
        </p:nvGrpSpPr>
        <p:grpSpPr>
          <a:xfrm>
            <a:off x="5782845" y="2732271"/>
            <a:ext cx="301661" cy="371013"/>
            <a:chOff x="5782845" y="2906521"/>
            <a:chExt cx="301661" cy="371013"/>
          </a:xfrm>
        </p:grpSpPr>
        <p:sp>
          <p:nvSpPr>
            <p:cNvPr id="12193" name="Google Shape;12193;g2975d56d0dc_2_9905"/>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4" name="Google Shape;12194;g2975d56d0dc_2_9905"/>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5" name="Google Shape;12195;g2975d56d0dc_2_9905"/>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96" name="Google Shape;12196;g2975d56d0dc_2_9905"/>
          <p:cNvGrpSpPr/>
          <p:nvPr/>
        </p:nvGrpSpPr>
        <p:grpSpPr>
          <a:xfrm>
            <a:off x="3539102" y="2253299"/>
            <a:ext cx="355099" cy="355481"/>
            <a:chOff x="3539102" y="2427549"/>
            <a:chExt cx="355099" cy="355481"/>
          </a:xfrm>
        </p:grpSpPr>
        <p:sp>
          <p:nvSpPr>
            <p:cNvPr id="12197" name="Google Shape;12197;g2975d56d0dc_2_9905"/>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8" name="Google Shape;12198;g2975d56d0dc_2_9905"/>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99" name="Google Shape;12199;g2975d56d0dc_2_9905"/>
          <p:cNvGrpSpPr/>
          <p:nvPr/>
        </p:nvGrpSpPr>
        <p:grpSpPr>
          <a:xfrm>
            <a:off x="6630539" y="2743252"/>
            <a:ext cx="371777" cy="349434"/>
            <a:chOff x="6630539" y="2917502"/>
            <a:chExt cx="371777" cy="349434"/>
          </a:xfrm>
        </p:grpSpPr>
        <p:sp>
          <p:nvSpPr>
            <p:cNvPr id="12200" name="Google Shape;12200;g2975d56d0dc_2_9905"/>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1" name="Google Shape;12201;g2975d56d0dc_2_9905"/>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2" name="Google Shape;12202;g2975d56d0dc_2_9905"/>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3" name="Google Shape;12203;g2975d56d0dc_2_9905"/>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4" name="Google Shape;12204;g2975d56d0dc_2_9905"/>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5" name="Google Shape;12205;g2975d56d0dc_2_9905"/>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6" name="Google Shape;12206;g2975d56d0dc_2_9905"/>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7" name="Google Shape;12207;g2975d56d0dc_2_9905"/>
          <p:cNvGrpSpPr/>
          <p:nvPr/>
        </p:nvGrpSpPr>
        <p:grpSpPr>
          <a:xfrm>
            <a:off x="2171474" y="3194979"/>
            <a:ext cx="408156" cy="343737"/>
            <a:chOff x="2171474" y="3369229"/>
            <a:chExt cx="408156" cy="343737"/>
          </a:xfrm>
        </p:grpSpPr>
        <p:sp>
          <p:nvSpPr>
            <p:cNvPr id="12208" name="Google Shape;12208;g2975d56d0dc_2_9905"/>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9" name="Google Shape;12209;g2975d56d0dc_2_9905"/>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0" name="Google Shape;12210;g2975d56d0dc_2_9905"/>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1" name="Google Shape;12211;g2975d56d0dc_2_9905"/>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12" name="Google Shape;12212;g2975d56d0dc_2_9905"/>
          <p:cNvGrpSpPr/>
          <p:nvPr/>
        </p:nvGrpSpPr>
        <p:grpSpPr>
          <a:xfrm>
            <a:off x="4891198" y="2750858"/>
            <a:ext cx="334634" cy="334634"/>
            <a:chOff x="4891198" y="2925108"/>
            <a:chExt cx="334634" cy="334634"/>
          </a:xfrm>
        </p:grpSpPr>
        <p:sp>
          <p:nvSpPr>
            <p:cNvPr id="12213" name="Google Shape;12213;g2975d56d0dc_2_9905"/>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4" name="Google Shape;12214;g2975d56d0dc_2_9905"/>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5" name="Google Shape;12215;g2975d56d0dc_2_9905"/>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6" name="Google Shape;12216;g2975d56d0dc_2_9905"/>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7" name="Google Shape;12217;g2975d56d0dc_2_9905"/>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8" name="Google Shape;12218;g2975d56d0dc_2_9905"/>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9" name="Google Shape;12219;g2975d56d0dc_2_9905"/>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0" name="Google Shape;12220;g2975d56d0dc_2_9905"/>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21" name="Google Shape;12221;g2975d56d0dc_2_9905"/>
          <p:cNvGrpSpPr/>
          <p:nvPr/>
        </p:nvGrpSpPr>
        <p:grpSpPr>
          <a:xfrm>
            <a:off x="7976174" y="2750858"/>
            <a:ext cx="334666" cy="334634"/>
            <a:chOff x="7976174" y="2925108"/>
            <a:chExt cx="334666" cy="334634"/>
          </a:xfrm>
        </p:grpSpPr>
        <p:sp>
          <p:nvSpPr>
            <p:cNvPr id="12222" name="Google Shape;12222;g2975d56d0dc_2_9905"/>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3" name="Google Shape;12223;g2975d56d0dc_2_9905"/>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4" name="Google Shape;12224;g2975d56d0dc_2_9905"/>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5" name="Google Shape;12225;g2975d56d0dc_2_9905"/>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6" name="Google Shape;12226;g2975d56d0dc_2_9905"/>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7" name="Google Shape;12227;g2975d56d0dc_2_9905"/>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8" name="Google Shape;12228;g2975d56d0dc_2_9905"/>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9" name="Google Shape;12229;g2975d56d0dc_2_9905"/>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0" name="Google Shape;12230;g2975d56d0dc_2_9905"/>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1" name="Google Shape;12231;g2975d56d0dc_2_9905"/>
          <p:cNvGrpSpPr/>
          <p:nvPr/>
        </p:nvGrpSpPr>
        <p:grpSpPr>
          <a:xfrm>
            <a:off x="3091957" y="3199881"/>
            <a:ext cx="354717" cy="332757"/>
            <a:chOff x="3091957" y="3374131"/>
            <a:chExt cx="354717" cy="332757"/>
          </a:xfrm>
        </p:grpSpPr>
        <p:sp>
          <p:nvSpPr>
            <p:cNvPr id="12232" name="Google Shape;12232;g2975d56d0dc_2_9905"/>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3" name="Google Shape;12233;g2975d56d0dc_2_9905"/>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4" name="Google Shape;12234;g2975d56d0dc_2_9905"/>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5" name="Google Shape;12235;g2975d56d0dc_2_9905"/>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6" name="Google Shape;12236;g2975d56d0dc_2_9905"/>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7" name="Google Shape;12237;g2975d56d0dc_2_9905"/>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8" name="Google Shape;12238;g2975d56d0dc_2_9905"/>
          <p:cNvGrpSpPr/>
          <p:nvPr/>
        </p:nvGrpSpPr>
        <p:grpSpPr>
          <a:xfrm>
            <a:off x="3988156" y="3205960"/>
            <a:ext cx="353954" cy="318880"/>
            <a:chOff x="3988156" y="3380210"/>
            <a:chExt cx="353954" cy="318880"/>
          </a:xfrm>
        </p:grpSpPr>
        <p:sp>
          <p:nvSpPr>
            <p:cNvPr id="12239" name="Google Shape;12239;g2975d56d0dc_2_9905"/>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0" name="Google Shape;12240;g2975d56d0dc_2_9905"/>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1" name="Google Shape;12241;g2975d56d0dc_2_9905"/>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2" name="Google Shape;12242;g2975d56d0dc_2_9905"/>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3" name="Google Shape;12243;g2975d56d0dc_2_9905"/>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44" name="Google Shape;12244;g2975d56d0dc_2_9905"/>
          <p:cNvGrpSpPr/>
          <p:nvPr/>
        </p:nvGrpSpPr>
        <p:grpSpPr>
          <a:xfrm>
            <a:off x="3541011" y="3193070"/>
            <a:ext cx="348257" cy="346188"/>
            <a:chOff x="3541011" y="3367320"/>
            <a:chExt cx="348257" cy="346188"/>
          </a:xfrm>
        </p:grpSpPr>
        <p:sp>
          <p:nvSpPr>
            <p:cNvPr id="12245" name="Google Shape;12245;g2975d56d0dc_2_9905"/>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6" name="Google Shape;12246;g2975d56d0dc_2_9905"/>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7" name="Google Shape;12247;g2975d56d0dc_2_9905"/>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8" name="Google Shape;12248;g2975d56d0dc_2_9905"/>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49" name="Google Shape;12249;g2975d56d0dc_2_9905"/>
          <p:cNvGrpSpPr/>
          <p:nvPr/>
        </p:nvGrpSpPr>
        <p:grpSpPr>
          <a:xfrm>
            <a:off x="1314678" y="3183967"/>
            <a:ext cx="334667" cy="365348"/>
            <a:chOff x="1314678" y="3358217"/>
            <a:chExt cx="334667" cy="365348"/>
          </a:xfrm>
        </p:grpSpPr>
        <p:sp>
          <p:nvSpPr>
            <p:cNvPr id="12250" name="Google Shape;12250;g2975d56d0dc_2_9905"/>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1" name="Google Shape;12251;g2975d56d0dc_2_9905"/>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2" name="Google Shape;12252;g2975d56d0dc_2_9905"/>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3" name="Google Shape;12253;g2975d56d0dc_2_9905"/>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4" name="Google Shape;12254;g2975d56d0dc_2_9905"/>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55" name="Google Shape;12255;g2975d56d0dc_2_9905"/>
          <p:cNvGrpSpPr/>
          <p:nvPr/>
        </p:nvGrpSpPr>
        <p:grpSpPr>
          <a:xfrm>
            <a:off x="1748582" y="3198385"/>
            <a:ext cx="359269" cy="335780"/>
            <a:chOff x="1748582" y="3372635"/>
            <a:chExt cx="359269" cy="335780"/>
          </a:xfrm>
        </p:grpSpPr>
        <p:sp>
          <p:nvSpPr>
            <p:cNvPr id="12256" name="Google Shape;12256;g2975d56d0dc_2_9905"/>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57" name="Google Shape;12257;g2975d56d0dc_2_9905"/>
            <p:cNvGrpSpPr/>
            <p:nvPr/>
          </p:nvGrpSpPr>
          <p:grpSpPr>
            <a:xfrm>
              <a:off x="1748582" y="3372635"/>
              <a:ext cx="333520" cy="335780"/>
              <a:chOff x="1748582" y="3372635"/>
              <a:chExt cx="333520" cy="335780"/>
            </a:xfrm>
          </p:grpSpPr>
          <p:sp>
            <p:nvSpPr>
              <p:cNvPr id="12258" name="Google Shape;12258;g2975d56d0dc_2_9905"/>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9" name="Google Shape;12259;g2975d56d0dc_2_9905"/>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0" name="Google Shape;12260;g2975d56d0dc_2_9905"/>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261" name="Google Shape;12261;g2975d56d0dc_2_9905"/>
          <p:cNvGrpSpPr/>
          <p:nvPr/>
        </p:nvGrpSpPr>
        <p:grpSpPr>
          <a:xfrm>
            <a:off x="2640993" y="3183585"/>
            <a:ext cx="365348" cy="364966"/>
            <a:chOff x="2640993" y="3357835"/>
            <a:chExt cx="365348" cy="364966"/>
          </a:xfrm>
        </p:grpSpPr>
        <p:sp>
          <p:nvSpPr>
            <p:cNvPr id="12262" name="Google Shape;12262;g2975d56d0dc_2_9905"/>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3" name="Google Shape;12263;g2975d56d0dc_2_9905"/>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4" name="Google Shape;12264;g2975d56d0dc_2_9905"/>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5" name="Google Shape;12265;g2975d56d0dc_2_9905"/>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6" name="Google Shape;12266;g2975d56d0dc_2_9905"/>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7" name="Google Shape;12267;g2975d56d0dc_2_9905"/>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8" name="Google Shape;12268;g2975d56d0dc_2_9905"/>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9" name="Google Shape;12269;g2975d56d0dc_2_9905"/>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0" name="Google Shape;12270;g2975d56d0dc_2_9905"/>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1" name="Google Shape;12271;g2975d56d0dc_2_9905"/>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72" name="Google Shape;12272;g2975d56d0dc_2_9905"/>
          <p:cNvGrpSpPr/>
          <p:nvPr/>
        </p:nvGrpSpPr>
        <p:grpSpPr>
          <a:xfrm>
            <a:off x="4886264" y="3191924"/>
            <a:ext cx="350549" cy="350198"/>
            <a:chOff x="4886264" y="3366174"/>
            <a:chExt cx="350549" cy="350198"/>
          </a:xfrm>
        </p:grpSpPr>
        <p:sp>
          <p:nvSpPr>
            <p:cNvPr id="12273" name="Google Shape;12273;g2975d56d0dc_2_9905"/>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4" name="Google Shape;12274;g2975d56d0dc_2_9905"/>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5" name="Google Shape;12275;g2975d56d0dc_2_9905"/>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6" name="Google Shape;12276;g2975d56d0dc_2_9905"/>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7" name="Google Shape;12277;g2975d56d0dc_2_9905"/>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8" name="Google Shape;12278;g2975d56d0dc_2_9905"/>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9" name="Google Shape;12279;g2975d56d0dc_2_9905"/>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0" name="Google Shape;12280;g2975d56d0dc_2_9905"/>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1" name="Google Shape;12281;g2975d56d0dc_2_9905"/>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2" name="Google Shape;12282;g2975d56d0dc_2_9905"/>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3" name="Google Shape;12283;g2975d56d0dc_2_9905"/>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4" name="Google Shape;12284;g2975d56d0dc_2_9905"/>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5" name="Google Shape;12285;g2975d56d0dc_2_9905"/>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86" name="Google Shape;12286;g2975d56d0dc_2_9905"/>
          <p:cNvGrpSpPr/>
          <p:nvPr/>
        </p:nvGrpSpPr>
        <p:grpSpPr>
          <a:xfrm>
            <a:off x="5331913" y="3239697"/>
            <a:ext cx="347143" cy="254684"/>
            <a:chOff x="5331913" y="3413947"/>
            <a:chExt cx="347143" cy="254684"/>
          </a:xfrm>
        </p:grpSpPr>
        <p:sp>
          <p:nvSpPr>
            <p:cNvPr id="12287" name="Google Shape;12287;g2975d56d0dc_2_9905"/>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8" name="Google Shape;12288;g2975d56d0dc_2_9905"/>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9" name="Google Shape;12289;g2975d56d0dc_2_9905"/>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0" name="Google Shape;12290;g2975d56d0dc_2_9905"/>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1" name="Google Shape;12291;g2975d56d0dc_2_9905"/>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2" name="Google Shape;12292;g2975d56d0dc_2_9905"/>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93" name="Google Shape;12293;g2975d56d0dc_2_9905"/>
          <p:cNvGrpSpPr/>
          <p:nvPr/>
        </p:nvGrpSpPr>
        <p:grpSpPr>
          <a:xfrm>
            <a:off x="5776798" y="3235528"/>
            <a:ext cx="346379" cy="264518"/>
            <a:chOff x="5776798" y="3409778"/>
            <a:chExt cx="346379" cy="264518"/>
          </a:xfrm>
        </p:grpSpPr>
        <p:sp>
          <p:nvSpPr>
            <p:cNvPr id="12294" name="Google Shape;12294;g2975d56d0dc_2_9905"/>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5" name="Google Shape;12295;g2975d56d0dc_2_9905"/>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6" name="Google Shape;12296;g2975d56d0dc_2_9905"/>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7" name="Google Shape;12297;g2975d56d0dc_2_9905"/>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8" name="Google Shape;12298;g2975d56d0dc_2_9905"/>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9" name="Google Shape;12299;g2975d56d0dc_2_9905"/>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00" name="Google Shape;12300;g2975d56d0dc_2_9905"/>
          <p:cNvGrpSpPr/>
          <p:nvPr/>
        </p:nvGrpSpPr>
        <p:grpSpPr>
          <a:xfrm>
            <a:off x="7108015" y="3222255"/>
            <a:ext cx="344883" cy="290299"/>
            <a:chOff x="7108015" y="3396505"/>
            <a:chExt cx="344883" cy="290299"/>
          </a:xfrm>
        </p:grpSpPr>
        <p:sp>
          <p:nvSpPr>
            <p:cNvPr id="12301" name="Google Shape;12301;g2975d56d0dc_2_9905"/>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2" name="Google Shape;12302;g2975d56d0dc_2_9905"/>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3" name="Google Shape;12303;g2975d56d0dc_2_9905"/>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4" name="Google Shape;12304;g2975d56d0dc_2_9905"/>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05" name="Google Shape;12305;g2975d56d0dc_2_9905"/>
          <p:cNvGrpSpPr/>
          <p:nvPr/>
        </p:nvGrpSpPr>
        <p:grpSpPr>
          <a:xfrm>
            <a:off x="7551754" y="3216558"/>
            <a:ext cx="344883" cy="301311"/>
            <a:chOff x="7551754" y="3390808"/>
            <a:chExt cx="344883" cy="301311"/>
          </a:xfrm>
        </p:grpSpPr>
        <p:sp>
          <p:nvSpPr>
            <p:cNvPr id="12306" name="Google Shape;12306;g2975d56d0dc_2_9905"/>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7" name="Google Shape;12307;g2975d56d0dc_2_9905"/>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8" name="Google Shape;12308;g2975d56d0dc_2_9905"/>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9" name="Google Shape;12309;g2975d56d0dc_2_9905"/>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0" name="Google Shape;12310;g2975d56d0dc_2_9905"/>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1" name="Google Shape;12311;g2975d56d0dc_2_9905"/>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2" name="Google Shape;12312;g2975d56d0dc_2_9905"/>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3" name="Google Shape;12313;g2975d56d0dc_2_9905"/>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4" name="Google Shape;12314;g2975d56d0dc_2_9905"/>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5" name="Google Shape;12315;g2975d56d0dc_2_9905"/>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6" name="Google Shape;12316;g2975d56d0dc_2_9905"/>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17" name="Google Shape;12317;g2975d56d0dc_2_9905"/>
          <p:cNvGrpSpPr/>
          <p:nvPr/>
        </p:nvGrpSpPr>
        <p:grpSpPr>
          <a:xfrm>
            <a:off x="6707084" y="3213153"/>
            <a:ext cx="261145" cy="308504"/>
            <a:chOff x="6707084" y="3387403"/>
            <a:chExt cx="261145" cy="308504"/>
          </a:xfrm>
        </p:grpSpPr>
        <p:sp>
          <p:nvSpPr>
            <p:cNvPr id="12318" name="Google Shape;12318;g2975d56d0dc_2_9905"/>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9" name="Google Shape;12319;g2975d56d0dc_2_9905"/>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0" name="Google Shape;12320;g2975d56d0dc_2_9905"/>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1" name="Google Shape;12321;g2975d56d0dc_2_9905"/>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2" name="Google Shape;12322;g2975d56d0dc_2_9905"/>
          <p:cNvGrpSpPr/>
          <p:nvPr/>
        </p:nvGrpSpPr>
        <p:grpSpPr>
          <a:xfrm>
            <a:off x="848978" y="4123387"/>
            <a:ext cx="377824" cy="324418"/>
            <a:chOff x="848978" y="4297637"/>
            <a:chExt cx="377824" cy="324418"/>
          </a:xfrm>
        </p:grpSpPr>
        <p:sp>
          <p:nvSpPr>
            <p:cNvPr id="12323" name="Google Shape;12323;g2975d56d0dc_2_9905"/>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4" name="Google Shape;12324;g2975d56d0dc_2_9905"/>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5" name="Google Shape;12325;g2975d56d0dc_2_9905"/>
          <p:cNvGrpSpPr/>
          <p:nvPr/>
        </p:nvGrpSpPr>
        <p:grpSpPr>
          <a:xfrm>
            <a:off x="1754279" y="4112343"/>
            <a:ext cx="351439" cy="345965"/>
            <a:chOff x="1754279" y="4286593"/>
            <a:chExt cx="351439" cy="345965"/>
          </a:xfrm>
        </p:grpSpPr>
        <p:sp>
          <p:nvSpPr>
            <p:cNvPr id="12326" name="Google Shape;12326;g2975d56d0dc_2_9905"/>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7" name="Google Shape;12327;g2975d56d0dc_2_9905"/>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8" name="Google Shape;12328;g2975d56d0dc_2_9905"/>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9" name="Google Shape;12329;g2975d56d0dc_2_9905"/>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0" name="Google Shape;12330;g2975d56d0dc_2_9905"/>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1" name="Google Shape;12331;g2975d56d0dc_2_9905"/>
          <p:cNvGrpSpPr/>
          <p:nvPr/>
        </p:nvGrpSpPr>
        <p:grpSpPr>
          <a:xfrm>
            <a:off x="3996113" y="4116926"/>
            <a:ext cx="336512" cy="335048"/>
            <a:chOff x="3996113" y="4291176"/>
            <a:chExt cx="336512" cy="335048"/>
          </a:xfrm>
        </p:grpSpPr>
        <p:sp>
          <p:nvSpPr>
            <p:cNvPr id="12332" name="Google Shape;12332;g2975d56d0dc_2_9905"/>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3" name="Google Shape;12333;g2975d56d0dc_2_9905"/>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4" name="Google Shape;12334;g2975d56d0dc_2_9905"/>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35" name="Google Shape;12335;g2975d56d0dc_2_9905"/>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36" name="Google Shape;12336;g2975d56d0dc_2_9905"/>
          <p:cNvGrpSpPr/>
          <p:nvPr/>
        </p:nvGrpSpPr>
        <p:grpSpPr>
          <a:xfrm>
            <a:off x="2179081" y="4111261"/>
            <a:ext cx="397525" cy="348670"/>
            <a:chOff x="2179081" y="4285511"/>
            <a:chExt cx="397525" cy="348670"/>
          </a:xfrm>
        </p:grpSpPr>
        <p:sp>
          <p:nvSpPr>
            <p:cNvPr id="12337" name="Google Shape;12337;g2975d56d0dc_2_9905"/>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8" name="Google Shape;12338;g2975d56d0dc_2_9905"/>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9" name="Google Shape;12339;g2975d56d0dc_2_9905"/>
          <p:cNvGrpSpPr/>
          <p:nvPr/>
        </p:nvGrpSpPr>
        <p:grpSpPr>
          <a:xfrm>
            <a:off x="3584201" y="4120746"/>
            <a:ext cx="267574" cy="329415"/>
            <a:chOff x="3584201" y="4294996"/>
            <a:chExt cx="267574" cy="329415"/>
          </a:xfrm>
        </p:grpSpPr>
        <p:sp>
          <p:nvSpPr>
            <p:cNvPr id="12340" name="Google Shape;12340;g2975d56d0dc_2_9905"/>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1" name="Google Shape;12341;g2975d56d0dc_2_9905"/>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2" name="Google Shape;12342;g2975d56d0dc_2_9905"/>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3" name="Google Shape;12343;g2975d56d0dc_2_9905"/>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44" name="Google Shape;12344;g2975d56d0dc_2_9905"/>
          <p:cNvGrpSpPr/>
          <p:nvPr/>
        </p:nvGrpSpPr>
        <p:grpSpPr>
          <a:xfrm>
            <a:off x="3082855" y="4121478"/>
            <a:ext cx="375946" cy="327823"/>
            <a:chOff x="3082855" y="4295728"/>
            <a:chExt cx="375946" cy="327823"/>
          </a:xfrm>
        </p:grpSpPr>
        <p:sp>
          <p:nvSpPr>
            <p:cNvPr id="12345" name="Google Shape;12345;g2975d56d0dc_2_9905"/>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6" name="Google Shape;12346;g2975d56d0dc_2_9905"/>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7" name="Google Shape;12347;g2975d56d0dc_2_9905"/>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8" name="Google Shape;12348;g2975d56d0dc_2_9905"/>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9" name="Google Shape;12349;g2975d56d0dc_2_9905"/>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0" name="Google Shape;12350;g2975d56d0dc_2_9905"/>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1" name="Google Shape;12351;g2975d56d0dc_2_9905"/>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2" name="Google Shape;12352;g2975d56d0dc_2_9905"/>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3" name="Google Shape;12353;g2975d56d0dc_2_9905"/>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4" name="Google Shape;12354;g2975d56d0dc_2_9905"/>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5" name="Google Shape;12355;g2975d56d0dc_2_9905"/>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56" name="Google Shape;12356;g2975d56d0dc_2_9905"/>
          <p:cNvGrpSpPr/>
          <p:nvPr/>
        </p:nvGrpSpPr>
        <p:grpSpPr>
          <a:xfrm>
            <a:off x="2749016" y="4116926"/>
            <a:ext cx="150831" cy="336926"/>
            <a:chOff x="2749016" y="4291176"/>
            <a:chExt cx="150831" cy="336926"/>
          </a:xfrm>
        </p:grpSpPr>
        <p:sp>
          <p:nvSpPr>
            <p:cNvPr id="12357" name="Google Shape;12357;g2975d56d0dc_2_9905"/>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8" name="Google Shape;12358;g2975d56d0dc_2_9905"/>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9" name="Google Shape;12359;g2975d56d0dc_2_9905"/>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0" name="Google Shape;12360;g2975d56d0dc_2_9905"/>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1" name="Google Shape;12361;g2975d56d0dc_2_9905"/>
          <p:cNvGrpSpPr/>
          <p:nvPr/>
        </p:nvGrpSpPr>
        <p:grpSpPr>
          <a:xfrm>
            <a:off x="7127716" y="4105182"/>
            <a:ext cx="248254" cy="361942"/>
            <a:chOff x="7127716" y="4279432"/>
            <a:chExt cx="248254" cy="361942"/>
          </a:xfrm>
        </p:grpSpPr>
        <p:sp>
          <p:nvSpPr>
            <p:cNvPr id="12362" name="Google Shape;12362;g2975d56d0dc_2_9905"/>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3" name="Google Shape;12363;g2975d56d0dc_2_9905"/>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4" name="Google Shape;12364;g2975d56d0dc_2_9905"/>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5" name="Google Shape;12365;g2975d56d0dc_2_9905"/>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6" name="Google Shape;12366;g2975d56d0dc_2_9905"/>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7" name="Google Shape;12367;g2975d56d0dc_2_9905"/>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8" name="Google Shape;12368;g2975d56d0dc_2_9905"/>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9" name="Google Shape;12369;g2975d56d0dc_2_9905"/>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0" name="Google Shape;12370;g2975d56d0dc_2_9905"/>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71" name="Google Shape;12371;g2975d56d0dc_2_9905"/>
          <p:cNvGrpSpPr/>
          <p:nvPr/>
        </p:nvGrpSpPr>
        <p:grpSpPr>
          <a:xfrm>
            <a:off x="7565408" y="4105182"/>
            <a:ext cx="248254" cy="361942"/>
            <a:chOff x="7565408" y="4279432"/>
            <a:chExt cx="248254" cy="361942"/>
          </a:xfrm>
        </p:grpSpPr>
        <p:sp>
          <p:nvSpPr>
            <p:cNvPr id="12372" name="Google Shape;12372;g2975d56d0dc_2_9905"/>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3" name="Google Shape;12373;g2975d56d0dc_2_9905"/>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4" name="Google Shape;12374;g2975d56d0dc_2_9905"/>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5" name="Google Shape;12375;g2975d56d0dc_2_9905"/>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6" name="Google Shape;12376;g2975d56d0dc_2_9905"/>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7" name="Google Shape;12377;g2975d56d0dc_2_9905"/>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8" name="Google Shape;12378;g2975d56d0dc_2_9905"/>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9" name="Google Shape;12379;g2975d56d0dc_2_9905"/>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80" name="Google Shape;12380;g2975d56d0dc_2_9905"/>
          <p:cNvGrpSpPr/>
          <p:nvPr/>
        </p:nvGrpSpPr>
        <p:grpSpPr>
          <a:xfrm>
            <a:off x="6264109" y="4105182"/>
            <a:ext cx="225498" cy="361560"/>
            <a:chOff x="6264109" y="4279432"/>
            <a:chExt cx="225498" cy="361560"/>
          </a:xfrm>
        </p:grpSpPr>
        <p:sp>
          <p:nvSpPr>
            <p:cNvPr id="12381" name="Google Shape;12381;g2975d56d0dc_2_9905"/>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2" name="Google Shape;12382;g2975d56d0dc_2_9905"/>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83" name="Google Shape;12383;g2975d56d0dc_2_9905"/>
          <p:cNvGrpSpPr/>
          <p:nvPr/>
        </p:nvGrpSpPr>
        <p:grpSpPr>
          <a:xfrm>
            <a:off x="7929578" y="4110115"/>
            <a:ext cx="395266" cy="351312"/>
            <a:chOff x="7929578" y="4284365"/>
            <a:chExt cx="395266" cy="351312"/>
          </a:xfrm>
        </p:grpSpPr>
        <p:sp>
          <p:nvSpPr>
            <p:cNvPr id="12384" name="Google Shape;12384;g2975d56d0dc_2_9905"/>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5" name="Google Shape;12385;g2975d56d0dc_2_9905"/>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6" name="Google Shape;12386;g2975d56d0dc_2_9905"/>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7" name="Google Shape;12387;g2975d56d0dc_2_9905"/>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88" name="Google Shape;12388;g2975d56d0dc_2_9905"/>
          <p:cNvGrpSpPr/>
          <p:nvPr/>
        </p:nvGrpSpPr>
        <p:grpSpPr>
          <a:xfrm>
            <a:off x="6595502" y="4149527"/>
            <a:ext cx="426315" cy="332826"/>
            <a:chOff x="6639652" y="4323777"/>
            <a:chExt cx="426315" cy="332826"/>
          </a:xfrm>
        </p:grpSpPr>
        <p:sp>
          <p:nvSpPr>
            <p:cNvPr id="12389" name="Google Shape;12389;g2975d56d0dc_2_9905"/>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0" name="Google Shape;12390;g2975d56d0dc_2_9905"/>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1" name="Google Shape;12391;g2975d56d0dc_2_9905"/>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2" name="Google Shape;12392;g2975d56d0dc_2_9905"/>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3" name="Google Shape;12393;g2975d56d0dc_2_9905"/>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4" name="Google Shape;12394;g2975d56d0dc_2_9905"/>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5" name="Google Shape;12395;g2975d56d0dc_2_9905"/>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6" name="Google Shape;12396;g2975d56d0dc_2_9905"/>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7" name="Google Shape;12397;g2975d56d0dc_2_9905"/>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8" name="Google Shape;12398;g2975d56d0dc_2_9905"/>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9" name="Google Shape;12399;g2975d56d0dc_2_9905"/>
          <p:cNvGrpSpPr/>
          <p:nvPr/>
        </p:nvGrpSpPr>
        <p:grpSpPr>
          <a:xfrm>
            <a:off x="5357662" y="4123387"/>
            <a:ext cx="287275" cy="326296"/>
            <a:chOff x="5357662" y="4297637"/>
            <a:chExt cx="287275" cy="326296"/>
          </a:xfrm>
        </p:grpSpPr>
        <p:sp>
          <p:nvSpPr>
            <p:cNvPr id="12400" name="Google Shape;12400;g2975d56d0dc_2_9905"/>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1" name="Google Shape;12401;g2975d56d0dc_2_9905"/>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2" name="Google Shape;12402;g2975d56d0dc_2_9905"/>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3" name="Google Shape;12403;g2975d56d0dc_2_9905"/>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4" name="Google Shape;12404;g2975d56d0dc_2_9905"/>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5" name="Google Shape;12405;g2975d56d0dc_2_9905"/>
          <p:cNvGrpSpPr/>
          <p:nvPr/>
        </p:nvGrpSpPr>
        <p:grpSpPr>
          <a:xfrm>
            <a:off x="5774124" y="4120300"/>
            <a:ext cx="331611" cy="331674"/>
            <a:chOff x="5774124" y="4294550"/>
            <a:chExt cx="331611" cy="331674"/>
          </a:xfrm>
        </p:grpSpPr>
        <p:sp>
          <p:nvSpPr>
            <p:cNvPr id="12406" name="Google Shape;12406;g2975d56d0dc_2_9905"/>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7" name="Google Shape;12407;g2975d56d0dc_2_9905"/>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8" name="Google Shape;12408;g2975d56d0dc_2_9905"/>
          <p:cNvGrpSpPr/>
          <p:nvPr/>
        </p:nvGrpSpPr>
        <p:grpSpPr>
          <a:xfrm>
            <a:off x="4890434" y="4113139"/>
            <a:ext cx="345997" cy="346029"/>
            <a:chOff x="4890434" y="4287389"/>
            <a:chExt cx="345997" cy="346029"/>
          </a:xfrm>
        </p:grpSpPr>
        <p:sp>
          <p:nvSpPr>
            <p:cNvPr id="12409" name="Google Shape;12409;g2975d56d0dc_2_9905"/>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0" name="Google Shape;12410;g2975d56d0dc_2_9905"/>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1" name="Google Shape;12411;g2975d56d0dc_2_9905"/>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2" name="Google Shape;12412;g2975d56d0dc_2_9905"/>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3" name="Google Shape;12413;g2975d56d0dc_2_9905"/>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4" name="Google Shape;12414;g2975d56d0dc_2_9905"/>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5" name="Google Shape;12415;g2975d56d0dc_2_9905"/>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16" name="Google Shape;12416;g2975d56d0dc_2_9905"/>
          <p:cNvGrpSpPr/>
          <p:nvPr/>
        </p:nvGrpSpPr>
        <p:grpSpPr>
          <a:xfrm>
            <a:off x="2165809" y="3636809"/>
            <a:ext cx="422542" cy="342973"/>
            <a:chOff x="2165809" y="3811059"/>
            <a:chExt cx="422542" cy="342973"/>
          </a:xfrm>
        </p:grpSpPr>
        <p:sp>
          <p:nvSpPr>
            <p:cNvPr id="12417" name="Google Shape;12417;g2975d56d0dc_2_9905"/>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8" name="Google Shape;12418;g2975d56d0dc_2_9905"/>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9" name="Google Shape;12419;g2975d56d0dc_2_9905"/>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0" name="Google Shape;12420;g2975d56d0dc_2_9905"/>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1" name="Google Shape;12421;g2975d56d0dc_2_9905"/>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2" name="Google Shape;12422;g2975d56d0dc_2_9905"/>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3" name="Google Shape;12423;g2975d56d0dc_2_9905"/>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4" name="Google Shape;12424;g2975d56d0dc_2_9905"/>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5" name="Google Shape;12425;g2975d56d0dc_2_9905"/>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6" name="Google Shape;12426;g2975d56d0dc_2_9905"/>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7" name="Google Shape;12427;g2975d56d0dc_2_9905"/>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8" name="Google Shape;12428;g2975d56d0dc_2_9905"/>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9" name="Google Shape;12429;g2975d56d0dc_2_9905"/>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0" name="Google Shape;12430;g2975d56d0dc_2_9905"/>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1" name="Google Shape;12431;g2975d56d0dc_2_9905"/>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2" name="Google Shape;12432;g2975d56d0dc_2_9905"/>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3" name="Google Shape;12433;g2975d56d0dc_2_9905"/>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4" name="Google Shape;12434;g2975d56d0dc_2_9905"/>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35" name="Google Shape;12435;g2975d56d0dc_2_9905"/>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36" name="Google Shape;12436;g2975d56d0dc_2_9905"/>
          <p:cNvGrpSpPr/>
          <p:nvPr/>
        </p:nvGrpSpPr>
        <p:grpSpPr>
          <a:xfrm>
            <a:off x="903530" y="3631875"/>
            <a:ext cx="264550" cy="353222"/>
            <a:chOff x="903530" y="3806125"/>
            <a:chExt cx="264550" cy="353222"/>
          </a:xfrm>
        </p:grpSpPr>
        <p:sp>
          <p:nvSpPr>
            <p:cNvPr id="12437" name="Google Shape;12437;g2975d56d0dc_2_9905"/>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8" name="Google Shape;12438;g2975d56d0dc_2_9905"/>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9" name="Google Shape;12439;g2975d56d0dc_2_9905"/>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0" name="Google Shape;12440;g2975d56d0dc_2_9905"/>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41" name="Google Shape;12441;g2975d56d0dc_2_9905"/>
          <p:cNvGrpSpPr/>
          <p:nvPr/>
        </p:nvGrpSpPr>
        <p:grpSpPr>
          <a:xfrm>
            <a:off x="850092" y="3178684"/>
            <a:ext cx="369517" cy="375660"/>
            <a:chOff x="850092" y="3352934"/>
            <a:chExt cx="369517" cy="375660"/>
          </a:xfrm>
        </p:grpSpPr>
        <p:sp>
          <p:nvSpPr>
            <p:cNvPr id="12442" name="Google Shape;12442;g2975d56d0dc_2_9905"/>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3" name="Google Shape;12443;g2975d56d0dc_2_9905"/>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4" name="Google Shape;12444;g2975d56d0dc_2_9905"/>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5" name="Google Shape;12445;g2975d56d0dc_2_9905"/>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6" name="Google Shape;12446;g2975d56d0dc_2_9905"/>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47" name="Google Shape;12447;g2975d56d0dc_2_9905"/>
          <p:cNvGrpSpPr/>
          <p:nvPr/>
        </p:nvGrpSpPr>
        <p:grpSpPr>
          <a:xfrm>
            <a:off x="2611458" y="3642124"/>
            <a:ext cx="426329" cy="332375"/>
            <a:chOff x="2611458" y="3816374"/>
            <a:chExt cx="426329" cy="332375"/>
          </a:xfrm>
        </p:grpSpPr>
        <p:sp>
          <p:nvSpPr>
            <p:cNvPr id="12448" name="Google Shape;12448;g2975d56d0dc_2_9905"/>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9" name="Google Shape;12449;g2975d56d0dc_2_9905"/>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0" name="Google Shape;12450;g2975d56d0dc_2_9905"/>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1" name="Google Shape;12451;g2975d56d0dc_2_9905"/>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2" name="Google Shape;12452;g2975d56d0dc_2_9905"/>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3" name="Google Shape;12453;g2975d56d0dc_2_9905"/>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4" name="Google Shape;12454;g2975d56d0dc_2_9905"/>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5" name="Google Shape;12455;g2975d56d0dc_2_9905"/>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6" name="Google Shape;12456;g2975d56d0dc_2_9905"/>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7" name="Google Shape;12457;g2975d56d0dc_2_9905"/>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58" name="Google Shape;12458;g2975d56d0dc_2_9905"/>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59" name="Google Shape;12459;g2975d56d0dc_2_9905"/>
          <p:cNvGrpSpPr/>
          <p:nvPr/>
        </p:nvGrpSpPr>
        <p:grpSpPr>
          <a:xfrm>
            <a:off x="4019984" y="3631143"/>
            <a:ext cx="293704" cy="353954"/>
            <a:chOff x="4019984" y="3805393"/>
            <a:chExt cx="293704" cy="353954"/>
          </a:xfrm>
        </p:grpSpPr>
        <p:sp>
          <p:nvSpPr>
            <p:cNvPr id="12460" name="Google Shape;12460;g2975d56d0dc_2_9905"/>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1" name="Google Shape;12461;g2975d56d0dc_2_9905"/>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62" name="Google Shape;12462;g2975d56d0dc_2_9905"/>
          <p:cNvGrpSpPr/>
          <p:nvPr/>
        </p:nvGrpSpPr>
        <p:grpSpPr>
          <a:xfrm>
            <a:off x="8006505" y="3215794"/>
            <a:ext cx="323654" cy="303189"/>
            <a:chOff x="8006505" y="3390044"/>
            <a:chExt cx="323654" cy="303189"/>
          </a:xfrm>
        </p:grpSpPr>
        <p:sp>
          <p:nvSpPr>
            <p:cNvPr id="12463" name="Google Shape;12463;g2975d56d0dc_2_9905"/>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4" name="Google Shape;12464;g2975d56d0dc_2_9905"/>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5" name="Google Shape;12465;g2975d56d0dc_2_9905"/>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6" name="Google Shape;12466;g2975d56d0dc_2_9905"/>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7" name="Google Shape;12467;g2975d56d0dc_2_9905"/>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8" name="Google Shape;12468;g2975d56d0dc_2_9905"/>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69" name="Google Shape;12469;g2975d56d0dc_2_9905"/>
          <p:cNvGrpSpPr/>
          <p:nvPr/>
        </p:nvGrpSpPr>
        <p:grpSpPr>
          <a:xfrm>
            <a:off x="1299146" y="3632257"/>
            <a:ext cx="367989" cy="351312"/>
            <a:chOff x="1299146" y="3806507"/>
            <a:chExt cx="367989" cy="351312"/>
          </a:xfrm>
        </p:grpSpPr>
        <p:sp>
          <p:nvSpPr>
            <p:cNvPr id="12470" name="Google Shape;12470;g2975d56d0dc_2_9905"/>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1" name="Google Shape;12471;g2975d56d0dc_2_9905"/>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72" name="Google Shape;12472;g2975d56d0dc_2_9905"/>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73" name="Google Shape;12473;g2975d56d0dc_2_9905"/>
          <p:cNvGrpSpPr/>
          <p:nvPr/>
        </p:nvGrpSpPr>
        <p:grpSpPr>
          <a:xfrm>
            <a:off x="7550258" y="3658420"/>
            <a:ext cx="371395" cy="301279"/>
            <a:chOff x="7550258" y="3832670"/>
            <a:chExt cx="371395" cy="301279"/>
          </a:xfrm>
        </p:grpSpPr>
        <p:sp>
          <p:nvSpPr>
            <p:cNvPr id="12474" name="Google Shape;12474;g2975d56d0dc_2_9905"/>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5" name="Google Shape;12475;g2975d56d0dc_2_9905"/>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6" name="Google Shape;12476;g2975d56d0dc_2_9905"/>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7" name="Google Shape;12477;g2975d56d0dc_2_9905"/>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8" name="Google Shape;12478;g2975d56d0dc_2_9905"/>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9" name="Google Shape;12479;g2975d56d0dc_2_9905"/>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0" name="Google Shape;12480;g2975d56d0dc_2_9905"/>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1" name="Google Shape;12481;g2975d56d0dc_2_9905"/>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2" name="Google Shape;12482;g2975d56d0dc_2_9905"/>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3" name="Google Shape;12483;g2975d56d0dc_2_9905"/>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4" name="Google Shape;12484;g2975d56d0dc_2_9905"/>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5" name="Google Shape;12485;g2975d56d0dc_2_9905"/>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6" name="Google Shape;12486;g2975d56d0dc_2_9905"/>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7" name="Google Shape;12487;g2975d56d0dc_2_9905"/>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8" name="Google Shape;12488;g2975d56d0dc_2_9905"/>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9" name="Google Shape;12489;g2975d56d0dc_2_9905"/>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0" name="Google Shape;12490;g2975d56d0dc_2_9905"/>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1" name="Google Shape;12491;g2975d56d0dc_2_9905"/>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92" name="Google Shape;12492;g2975d56d0dc_2_9905"/>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93" name="Google Shape;12493;g2975d56d0dc_2_9905"/>
          <p:cNvGrpSpPr/>
          <p:nvPr/>
        </p:nvGrpSpPr>
        <p:grpSpPr>
          <a:xfrm>
            <a:off x="6659725" y="3633785"/>
            <a:ext cx="367607" cy="350549"/>
            <a:chOff x="6659725" y="3808035"/>
            <a:chExt cx="367607" cy="350549"/>
          </a:xfrm>
        </p:grpSpPr>
        <p:sp>
          <p:nvSpPr>
            <p:cNvPr id="12494" name="Google Shape;12494;g2975d56d0dc_2_9905"/>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5" name="Google Shape;12495;g2975d56d0dc_2_9905"/>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6" name="Google Shape;12496;g2975d56d0dc_2_9905"/>
          <p:cNvGrpSpPr/>
          <p:nvPr/>
        </p:nvGrpSpPr>
        <p:grpSpPr>
          <a:xfrm>
            <a:off x="6219391" y="3642506"/>
            <a:ext cx="356627" cy="334252"/>
            <a:chOff x="6219391" y="3816756"/>
            <a:chExt cx="356627" cy="334252"/>
          </a:xfrm>
        </p:grpSpPr>
        <p:sp>
          <p:nvSpPr>
            <p:cNvPr id="12497" name="Google Shape;12497;g2975d56d0dc_2_9905"/>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8" name="Google Shape;12498;g2975d56d0dc_2_9905"/>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9" name="Google Shape;12499;g2975d56d0dc_2_9905"/>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0" name="Google Shape;12500;g2975d56d0dc_2_9905"/>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01" name="Google Shape;12501;g2975d56d0dc_2_9905"/>
          <p:cNvGrpSpPr/>
          <p:nvPr/>
        </p:nvGrpSpPr>
        <p:grpSpPr>
          <a:xfrm>
            <a:off x="5778676" y="3652722"/>
            <a:ext cx="349052" cy="313056"/>
            <a:chOff x="5778676" y="3826972"/>
            <a:chExt cx="349052" cy="313056"/>
          </a:xfrm>
        </p:grpSpPr>
        <p:sp>
          <p:nvSpPr>
            <p:cNvPr id="12502" name="Google Shape;12502;g2975d56d0dc_2_9905"/>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3" name="Google Shape;12503;g2975d56d0dc_2_9905"/>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4" name="Google Shape;12504;g2975d56d0dc_2_9905"/>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5" name="Google Shape;12505;g2975d56d0dc_2_9905"/>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6" name="Google Shape;12506;g2975d56d0dc_2_9905"/>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07" name="Google Shape;12507;g2975d56d0dc_2_9905"/>
          <p:cNvGrpSpPr/>
          <p:nvPr/>
        </p:nvGrpSpPr>
        <p:grpSpPr>
          <a:xfrm>
            <a:off x="5355784" y="3660297"/>
            <a:ext cx="299019" cy="297905"/>
            <a:chOff x="5355784" y="3834547"/>
            <a:chExt cx="299019" cy="297905"/>
          </a:xfrm>
        </p:grpSpPr>
        <p:sp>
          <p:nvSpPr>
            <p:cNvPr id="12508" name="Google Shape;12508;g2975d56d0dc_2_9905"/>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9" name="Google Shape;12509;g2975d56d0dc_2_9905"/>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0" name="Google Shape;12510;g2975d56d0dc_2_9905"/>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1" name="Google Shape;12511;g2975d56d0dc_2_9905"/>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12" name="Google Shape;12512;g2975d56d0dc_2_9905"/>
          <p:cNvGrpSpPr/>
          <p:nvPr/>
        </p:nvGrpSpPr>
        <p:grpSpPr>
          <a:xfrm>
            <a:off x="8036455" y="3633021"/>
            <a:ext cx="292177" cy="353986"/>
            <a:chOff x="8036455" y="3807271"/>
            <a:chExt cx="292177" cy="353986"/>
          </a:xfrm>
        </p:grpSpPr>
        <p:sp>
          <p:nvSpPr>
            <p:cNvPr id="12513" name="Google Shape;12513;g2975d56d0dc_2_9905"/>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4" name="Google Shape;12514;g2975d56d0dc_2_9905"/>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515" name="Google Shape;12515;g2975d56d0dc_2_990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Business Icons</a:t>
            </a:r>
            <a:endParaRPr b="0" i="0" sz="2400" u="none" cap="none" strike="noStrike">
              <a:solidFill>
                <a:srgbClr val="FFFFFF"/>
              </a:solidFill>
              <a:latin typeface="Arial"/>
              <a:ea typeface="Arial"/>
              <a:cs typeface="Arial"/>
              <a:sym typeface="Arial"/>
            </a:endParaRPr>
          </a:p>
        </p:txBody>
      </p:sp>
      <p:sp>
        <p:nvSpPr>
          <p:cNvPr id="12516" name="Google Shape;12516;g2975d56d0dc_2_990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Teamwork Icons</a:t>
            </a:r>
            <a:endParaRPr b="0" i="0" sz="2400" u="none" cap="none" strike="noStrike">
              <a:solidFill>
                <a:srgbClr val="FFFFFF"/>
              </a:solidFill>
              <a:latin typeface="Arial"/>
              <a:ea typeface="Arial"/>
              <a:cs typeface="Arial"/>
              <a:sym typeface="Arial"/>
            </a:endParaRPr>
          </a:p>
        </p:txBody>
      </p:sp>
      <p:grpSp>
        <p:nvGrpSpPr>
          <p:cNvPr id="12517" name="Google Shape;12517;g2975d56d0dc_2_9905"/>
          <p:cNvGrpSpPr/>
          <p:nvPr/>
        </p:nvGrpSpPr>
        <p:grpSpPr>
          <a:xfrm>
            <a:off x="4874902" y="3634549"/>
            <a:ext cx="345615" cy="350835"/>
            <a:chOff x="4874902" y="3808799"/>
            <a:chExt cx="345615" cy="350835"/>
          </a:xfrm>
        </p:grpSpPr>
        <p:sp>
          <p:nvSpPr>
            <p:cNvPr id="12518" name="Google Shape;12518;g2975d56d0dc_2_9905"/>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9" name="Google Shape;12519;g2975d56d0dc_2_9905"/>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0" name="Google Shape;12520;g2975d56d0dc_2_9905"/>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1" name="Google Shape;12521;g2975d56d0dc_2_9905"/>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2" name="Google Shape;12522;g2975d56d0dc_2_9905"/>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3" name="Google Shape;12523;g2975d56d0dc_2_9905"/>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4" name="Google Shape;12524;g2975d56d0dc_2_9905"/>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5" name="Google Shape;12525;g2975d56d0dc_2_9905"/>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6" name="Google Shape;12526;g2975d56d0dc_2_9905"/>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7" name="Google Shape;12527;g2975d56d0dc_2_9905"/>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8" name="Google Shape;12528;g2975d56d0dc_2_9905"/>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9" name="Google Shape;12529;g2975d56d0dc_2_9905"/>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0" name="Google Shape;12530;g2975d56d0dc_2_9905"/>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1" name="Google Shape;12531;g2975d56d0dc_2_9905"/>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2" name="Google Shape;12532;g2975d56d0dc_2_9905"/>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3" name="Google Shape;12533;g2975d56d0dc_2_9905"/>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4" name="Google Shape;12534;g2975d56d0dc_2_9905"/>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35" name="Google Shape;12535;g2975d56d0dc_2_9905"/>
          <p:cNvGrpSpPr/>
          <p:nvPr/>
        </p:nvGrpSpPr>
        <p:grpSpPr>
          <a:xfrm>
            <a:off x="3095745" y="3631143"/>
            <a:ext cx="352840" cy="354718"/>
            <a:chOff x="3095745" y="3805393"/>
            <a:chExt cx="352840" cy="354718"/>
          </a:xfrm>
        </p:grpSpPr>
        <p:sp>
          <p:nvSpPr>
            <p:cNvPr id="12536" name="Google Shape;12536;g2975d56d0dc_2_9905"/>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7" name="Google Shape;12537;g2975d56d0dc_2_9905"/>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8" name="Google Shape;12538;g2975d56d0dc_2_9905"/>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9" name="Google Shape;12539;g2975d56d0dc_2_9905"/>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0" name="Google Shape;12540;g2975d56d0dc_2_9905"/>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1" name="Google Shape;12541;g2975d56d0dc_2_9905"/>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45" name="Shape 12545"/>
        <p:cNvGrpSpPr/>
        <p:nvPr/>
      </p:nvGrpSpPr>
      <p:grpSpPr>
        <a:xfrm>
          <a:off x="0" y="0"/>
          <a:ext cx="0" cy="0"/>
          <a:chOff x="0" y="0"/>
          <a:chExt cx="0" cy="0"/>
        </a:xfrm>
      </p:grpSpPr>
      <p:grpSp>
        <p:nvGrpSpPr>
          <p:cNvPr id="12546" name="Google Shape;12546;g2975d56d0dc_2_10697"/>
          <p:cNvGrpSpPr/>
          <p:nvPr/>
        </p:nvGrpSpPr>
        <p:grpSpPr>
          <a:xfrm>
            <a:off x="2733780" y="4039081"/>
            <a:ext cx="342143" cy="362704"/>
            <a:chOff x="2704005" y="4258781"/>
            <a:chExt cx="342143" cy="362704"/>
          </a:xfrm>
        </p:grpSpPr>
        <p:sp>
          <p:nvSpPr>
            <p:cNvPr id="12547" name="Google Shape;12547;g2975d56d0dc_2_10697"/>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8" name="Google Shape;12548;g2975d56d0dc_2_10697"/>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9" name="Google Shape;12549;g2975d56d0dc_2_10697"/>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0" name="Google Shape;12550;g2975d56d0dc_2_10697"/>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1" name="Google Shape;12551;g2975d56d0dc_2_10697"/>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2" name="Google Shape;12552;g2975d56d0dc_2_10697"/>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3" name="Google Shape;12553;g2975d56d0dc_2_10697"/>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54" name="Google Shape;12554;g2975d56d0dc_2_10697"/>
          <p:cNvGrpSpPr/>
          <p:nvPr/>
        </p:nvGrpSpPr>
        <p:grpSpPr>
          <a:xfrm>
            <a:off x="2157462" y="4083096"/>
            <a:ext cx="347434" cy="363369"/>
            <a:chOff x="2157462" y="4258496"/>
            <a:chExt cx="347434" cy="363369"/>
          </a:xfrm>
        </p:grpSpPr>
        <p:sp>
          <p:nvSpPr>
            <p:cNvPr id="12555" name="Google Shape;12555;g2975d56d0dc_2_10697"/>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6" name="Google Shape;12556;g2975d56d0dc_2_10697"/>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7" name="Google Shape;12557;g2975d56d0dc_2_10697"/>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58" name="Google Shape;12558;g2975d56d0dc_2_10697"/>
          <p:cNvGrpSpPr/>
          <p:nvPr/>
        </p:nvGrpSpPr>
        <p:grpSpPr>
          <a:xfrm>
            <a:off x="4010963" y="3588381"/>
            <a:ext cx="343665" cy="363212"/>
            <a:chOff x="4010963" y="3763781"/>
            <a:chExt cx="343665" cy="363212"/>
          </a:xfrm>
        </p:grpSpPr>
        <p:sp>
          <p:nvSpPr>
            <p:cNvPr id="12559" name="Google Shape;12559;g2975d56d0dc_2_10697"/>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0" name="Google Shape;12560;g2975d56d0dc_2_10697"/>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1" name="Google Shape;12561;g2975d56d0dc_2_10697"/>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2" name="Google Shape;12562;g2975d56d0dc_2_10697"/>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3" name="Google Shape;12563;g2975d56d0dc_2_10697"/>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64" name="Google Shape;12564;g2975d56d0dc_2_10697"/>
          <p:cNvGrpSpPr/>
          <p:nvPr/>
        </p:nvGrpSpPr>
        <p:grpSpPr>
          <a:xfrm>
            <a:off x="2214042" y="3635109"/>
            <a:ext cx="368153" cy="311193"/>
            <a:chOff x="2214042" y="3810509"/>
            <a:chExt cx="368153" cy="311193"/>
          </a:xfrm>
        </p:grpSpPr>
        <p:sp>
          <p:nvSpPr>
            <p:cNvPr id="12565" name="Google Shape;12565;g2975d56d0dc_2_10697"/>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6" name="Google Shape;12566;g2975d56d0dc_2_10697"/>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67" name="Google Shape;12567;g2975d56d0dc_2_10697"/>
          <p:cNvGrpSpPr/>
          <p:nvPr/>
        </p:nvGrpSpPr>
        <p:grpSpPr>
          <a:xfrm>
            <a:off x="1797413" y="3606819"/>
            <a:ext cx="367805" cy="367773"/>
            <a:chOff x="1768938" y="3782219"/>
            <a:chExt cx="367805" cy="367773"/>
          </a:xfrm>
        </p:grpSpPr>
        <p:sp>
          <p:nvSpPr>
            <p:cNvPr id="12568" name="Google Shape;12568;g2975d56d0dc_2_10697"/>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9" name="Google Shape;12569;g2975d56d0dc_2_10697"/>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0" name="Google Shape;12570;g2975d56d0dc_2_10697"/>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1" name="Google Shape;12571;g2975d56d0dc_2_10697"/>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2" name="Google Shape;12572;g2975d56d0dc_2_10697"/>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73" name="Google Shape;12573;g2975d56d0dc_2_10697"/>
          <p:cNvGrpSpPr/>
          <p:nvPr/>
        </p:nvGrpSpPr>
        <p:grpSpPr>
          <a:xfrm>
            <a:off x="2681385" y="3623039"/>
            <a:ext cx="325544" cy="327413"/>
            <a:chOff x="2681385" y="3798439"/>
            <a:chExt cx="325544" cy="327413"/>
          </a:xfrm>
        </p:grpSpPr>
        <p:sp>
          <p:nvSpPr>
            <p:cNvPr id="12574" name="Google Shape;12574;g2975d56d0dc_2_10697"/>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5" name="Google Shape;12575;g2975d56d0dc_2_10697"/>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6" name="Google Shape;12576;g2975d56d0dc_2_10697"/>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7" name="Google Shape;12577;g2975d56d0dc_2_10697"/>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8" name="Google Shape;12578;g2975d56d0dc_2_10697"/>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9" name="Google Shape;12579;g2975d56d0dc_2_10697"/>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0" name="Google Shape;12580;g2975d56d0dc_2_10697"/>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81" name="Google Shape;12581;g2975d56d0dc_2_10697"/>
          <p:cNvGrpSpPr/>
          <p:nvPr/>
        </p:nvGrpSpPr>
        <p:grpSpPr>
          <a:xfrm>
            <a:off x="6243928" y="4088102"/>
            <a:ext cx="274254" cy="350824"/>
            <a:chOff x="6243928" y="4263502"/>
            <a:chExt cx="274254" cy="350824"/>
          </a:xfrm>
        </p:grpSpPr>
        <p:sp>
          <p:nvSpPr>
            <p:cNvPr id="12582" name="Google Shape;12582;g2975d56d0dc_2_10697"/>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3" name="Google Shape;12583;g2975d56d0dc_2_10697"/>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4" name="Google Shape;12584;g2975d56d0dc_2_10697"/>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5" name="Google Shape;12585;g2975d56d0dc_2_10697"/>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6" name="Google Shape;12586;g2975d56d0dc_2_10697"/>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7" name="Google Shape;12587;g2975d56d0dc_2_10697"/>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8" name="Google Shape;12588;g2975d56d0dc_2_10697"/>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9" name="Google Shape;12589;g2975d56d0dc_2_10697"/>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90" name="Google Shape;12590;g2975d56d0dc_2_10697"/>
          <p:cNvGrpSpPr/>
          <p:nvPr/>
        </p:nvGrpSpPr>
        <p:grpSpPr>
          <a:xfrm>
            <a:off x="3560600" y="3587938"/>
            <a:ext cx="352345" cy="363655"/>
            <a:chOff x="3560600" y="3763338"/>
            <a:chExt cx="352345" cy="363655"/>
          </a:xfrm>
        </p:grpSpPr>
        <p:sp>
          <p:nvSpPr>
            <p:cNvPr id="12591" name="Google Shape;12591;g2975d56d0dc_2_10697"/>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2" name="Google Shape;12592;g2975d56d0dc_2_10697"/>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3" name="Google Shape;12593;g2975d56d0dc_2_10697"/>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94" name="Google Shape;12594;g2975d56d0dc_2_10697"/>
          <p:cNvGrpSpPr/>
          <p:nvPr/>
        </p:nvGrpSpPr>
        <p:grpSpPr>
          <a:xfrm>
            <a:off x="5790556" y="4085852"/>
            <a:ext cx="279513" cy="356084"/>
            <a:chOff x="5790556" y="4261252"/>
            <a:chExt cx="279513" cy="356084"/>
          </a:xfrm>
        </p:grpSpPr>
        <p:sp>
          <p:nvSpPr>
            <p:cNvPr id="12595" name="Google Shape;12595;g2975d56d0dc_2_10697"/>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6" name="Google Shape;12596;g2975d56d0dc_2_10697"/>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7" name="Google Shape;12597;g2975d56d0dc_2_10697"/>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8" name="Google Shape;12598;g2975d56d0dc_2_10697"/>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9" name="Google Shape;12599;g2975d56d0dc_2_10697"/>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0" name="Google Shape;12600;g2975d56d0dc_2_10697"/>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1" name="Google Shape;12601;g2975d56d0dc_2_10697"/>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02" name="Google Shape;12602;g2975d56d0dc_2_10697"/>
          <p:cNvGrpSpPr/>
          <p:nvPr/>
        </p:nvGrpSpPr>
        <p:grpSpPr>
          <a:xfrm>
            <a:off x="5341333" y="4085852"/>
            <a:ext cx="278752" cy="356463"/>
            <a:chOff x="5341333" y="4261252"/>
            <a:chExt cx="278752" cy="356463"/>
          </a:xfrm>
        </p:grpSpPr>
        <p:sp>
          <p:nvSpPr>
            <p:cNvPr id="12603" name="Google Shape;12603;g2975d56d0dc_2_10697"/>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4" name="Google Shape;12604;g2975d56d0dc_2_10697"/>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5" name="Google Shape;12605;g2975d56d0dc_2_10697"/>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6" name="Google Shape;12606;g2975d56d0dc_2_10697"/>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7" name="Google Shape;12607;g2975d56d0dc_2_10697"/>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8" name="Google Shape;12608;g2975d56d0dc_2_10697"/>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9" name="Google Shape;12609;g2975d56d0dc_2_10697"/>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610" name="Google Shape;12610;g2975d56d0dc_2_10697"/>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611" name="Google Shape;12611;g2975d56d0dc_2_10697"/>
          <p:cNvGrpSpPr/>
          <p:nvPr/>
        </p:nvGrpSpPr>
        <p:grpSpPr>
          <a:xfrm>
            <a:off x="3103646" y="3590676"/>
            <a:ext cx="360233" cy="362451"/>
            <a:chOff x="3107608" y="3763401"/>
            <a:chExt cx="360233" cy="362451"/>
          </a:xfrm>
        </p:grpSpPr>
        <p:sp>
          <p:nvSpPr>
            <p:cNvPr id="12612" name="Google Shape;12612;g2975d56d0dc_2_10697"/>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3" name="Google Shape;12613;g2975d56d0dc_2_10697"/>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4" name="Google Shape;12614;g2975d56d0dc_2_10697"/>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15" name="Google Shape;12615;g2975d56d0dc_2_10697"/>
          <p:cNvGrpSpPr/>
          <p:nvPr/>
        </p:nvGrpSpPr>
        <p:grpSpPr>
          <a:xfrm>
            <a:off x="889343" y="3625827"/>
            <a:ext cx="351585" cy="339705"/>
            <a:chOff x="889343" y="3801227"/>
            <a:chExt cx="351585" cy="339705"/>
          </a:xfrm>
        </p:grpSpPr>
        <p:sp>
          <p:nvSpPr>
            <p:cNvPr id="12616" name="Google Shape;12616;g2975d56d0dc_2_10697"/>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7" name="Google Shape;12617;g2975d56d0dc_2_10697"/>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8" name="Google Shape;12618;g2975d56d0dc_2_10697"/>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9" name="Google Shape;12619;g2975d56d0dc_2_10697"/>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0" name="Google Shape;12620;g2975d56d0dc_2_10697"/>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21" name="Google Shape;12621;g2975d56d0dc_2_10697"/>
          <p:cNvGrpSpPr/>
          <p:nvPr/>
        </p:nvGrpSpPr>
        <p:grpSpPr>
          <a:xfrm>
            <a:off x="4896609" y="4085472"/>
            <a:ext cx="278784" cy="355323"/>
            <a:chOff x="4896609" y="4260872"/>
            <a:chExt cx="278784" cy="355323"/>
          </a:xfrm>
        </p:grpSpPr>
        <p:sp>
          <p:nvSpPr>
            <p:cNvPr id="12622" name="Google Shape;12622;g2975d56d0dc_2_10697"/>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3" name="Google Shape;12623;g2975d56d0dc_2_10697"/>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4" name="Google Shape;12624;g2975d56d0dc_2_10697"/>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5" name="Google Shape;12625;g2975d56d0dc_2_10697"/>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6" name="Google Shape;12626;g2975d56d0dc_2_10697"/>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7" name="Google Shape;12627;g2975d56d0dc_2_10697"/>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28" name="Google Shape;12628;g2975d56d0dc_2_10697"/>
          <p:cNvGrpSpPr/>
          <p:nvPr/>
        </p:nvGrpSpPr>
        <p:grpSpPr>
          <a:xfrm>
            <a:off x="7598438" y="4090731"/>
            <a:ext cx="260283" cy="345914"/>
            <a:chOff x="7598438" y="4266131"/>
            <a:chExt cx="260283" cy="345914"/>
          </a:xfrm>
        </p:grpSpPr>
        <p:sp>
          <p:nvSpPr>
            <p:cNvPr id="12629" name="Google Shape;12629;g2975d56d0dc_2_10697"/>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0" name="Google Shape;12630;g2975d56d0dc_2_10697"/>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1" name="Google Shape;12631;g2975d56d0dc_2_10697"/>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2" name="Google Shape;12632;g2975d56d0dc_2_10697"/>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3" name="Google Shape;12633;g2975d56d0dc_2_10697"/>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4" name="Google Shape;12634;g2975d56d0dc_2_10697"/>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5" name="Google Shape;12635;g2975d56d0dc_2_10697"/>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36" name="Google Shape;12636;g2975d56d0dc_2_10697"/>
          <p:cNvGrpSpPr/>
          <p:nvPr/>
        </p:nvGrpSpPr>
        <p:grpSpPr>
          <a:xfrm>
            <a:off x="1767069" y="3184746"/>
            <a:ext cx="286324" cy="348164"/>
            <a:chOff x="1767069" y="3360146"/>
            <a:chExt cx="286324" cy="348164"/>
          </a:xfrm>
        </p:grpSpPr>
        <p:sp>
          <p:nvSpPr>
            <p:cNvPr id="12637" name="Google Shape;12637;g2975d56d0dc_2_10697"/>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8" name="Google Shape;12638;g2975d56d0dc_2_10697"/>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9" name="Google Shape;12639;g2975d56d0dc_2_10697"/>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0" name="Google Shape;12640;g2975d56d0dc_2_10697"/>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1" name="Google Shape;12641;g2975d56d0dc_2_10697"/>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2" name="Google Shape;12642;g2975d56d0dc_2_10697"/>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3" name="Google Shape;12643;g2975d56d0dc_2_10697"/>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44" name="Google Shape;12644;g2975d56d0dc_2_10697"/>
          <p:cNvGrpSpPr/>
          <p:nvPr/>
        </p:nvGrpSpPr>
        <p:grpSpPr>
          <a:xfrm>
            <a:off x="7149944" y="4090731"/>
            <a:ext cx="260283" cy="345914"/>
            <a:chOff x="7149944" y="4266131"/>
            <a:chExt cx="260283" cy="345914"/>
          </a:xfrm>
        </p:grpSpPr>
        <p:sp>
          <p:nvSpPr>
            <p:cNvPr id="12645" name="Google Shape;12645;g2975d56d0dc_2_10697"/>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6" name="Google Shape;12646;g2975d56d0dc_2_10697"/>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7" name="Google Shape;12647;g2975d56d0dc_2_10697"/>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8" name="Google Shape;12648;g2975d56d0dc_2_10697"/>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9" name="Google Shape;12649;g2975d56d0dc_2_10697"/>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0" name="Google Shape;12650;g2975d56d0dc_2_10697"/>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51" name="Google Shape;12651;g2975d56d0dc_2_10697"/>
          <p:cNvGrpSpPr/>
          <p:nvPr/>
        </p:nvGrpSpPr>
        <p:grpSpPr>
          <a:xfrm>
            <a:off x="6695051" y="4083951"/>
            <a:ext cx="270104" cy="360233"/>
            <a:chOff x="6695051" y="4259351"/>
            <a:chExt cx="270104" cy="360233"/>
          </a:xfrm>
        </p:grpSpPr>
        <p:sp>
          <p:nvSpPr>
            <p:cNvPr id="12652" name="Google Shape;12652;g2975d56d0dc_2_10697"/>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3" name="Google Shape;12653;g2975d56d0dc_2_10697"/>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4" name="Google Shape;12654;g2975d56d0dc_2_10697"/>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5" name="Google Shape;12655;g2975d56d0dc_2_10697"/>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56" name="Google Shape;12656;g2975d56d0dc_2_10697"/>
          <p:cNvGrpSpPr/>
          <p:nvPr/>
        </p:nvGrpSpPr>
        <p:grpSpPr>
          <a:xfrm>
            <a:off x="8047661" y="4082051"/>
            <a:ext cx="277263" cy="362514"/>
            <a:chOff x="8047661" y="4257451"/>
            <a:chExt cx="277263" cy="362514"/>
          </a:xfrm>
        </p:grpSpPr>
        <p:sp>
          <p:nvSpPr>
            <p:cNvPr id="12657" name="Google Shape;12657;g2975d56d0dc_2_10697"/>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8" name="Google Shape;12658;g2975d56d0dc_2_10697"/>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9" name="Google Shape;12659;g2975d56d0dc_2_10697"/>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0" name="Google Shape;12660;g2975d56d0dc_2_10697"/>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61" name="Google Shape;12661;g2975d56d0dc_2_10697"/>
          <p:cNvGrpSpPr/>
          <p:nvPr/>
        </p:nvGrpSpPr>
        <p:grpSpPr>
          <a:xfrm>
            <a:off x="6248078" y="3609068"/>
            <a:ext cx="277263" cy="356115"/>
            <a:chOff x="6248078" y="3784468"/>
            <a:chExt cx="277263" cy="356115"/>
          </a:xfrm>
        </p:grpSpPr>
        <p:sp>
          <p:nvSpPr>
            <p:cNvPr id="12662" name="Google Shape;12662;g2975d56d0dc_2_10697"/>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3" name="Google Shape;12663;g2975d56d0dc_2_10697"/>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4" name="Google Shape;12664;g2975d56d0dc_2_10697"/>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5" name="Google Shape;12665;g2975d56d0dc_2_10697"/>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6" name="Google Shape;12666;g2975d56d0dc_2_10697"/>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67" name="Google Shape;12667;g2975d56d0dc_2_10697"/>
          <p:cNvGrpSpPr/>
          <p:nvPr/>
        </p:nvGrpSpPr>
        <p:grpSpPr>
          <a:xfrm>
            <a:off x="5800725" y="3610589"/>
            <a:ext cx="277644" cy="354594"/>
            <a:chOff x="5800725" y="3785989"/>
            <a:chExt cx="277644" cy="354594"/>
          </a:xfrm>
        </p:grpSpPr>
        <p:sp>
          <p:nvSpPr>
            <p:cNvPr id="12668" name="Google Shape;12668;g2975d56d0dc_2_10697"/>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9" name="Google Shape;12669;g2975d56d0dc_2_10697"/>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0" name="Google Shape;12670;g2975d56d0dc_2_10697"/>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1" name="Google Shape;12671;g2975d56d0dc_2_10697"/>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2" name="Google Shape;12672;g2975d56d0dc_2_10697"/>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3" name="Google Shape;12673;g2975d56d0dc_2_10697"/>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4" name="Google Shape;12674;g2975d56d0dc_2_10697"/>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75" name="Google Shape;12675;g2975d56d0dc_2_10697"/>
          <p:cNvGrpSpPr/>
          <p:nvPr/>
        </p:nvGrpSpPr>
        <p:grpSpPr>
          <a:xfrm>
            <a:off x="2206122" y="3185348"/>
            <a:ext cx="308183" cy="347562"/>
            <a:chOff x="2206122" y="3360748"/>
            <a:chExt cx="308183" cy="347562"/>
          </a:xfrm>
        </p:grpSpPr>
        <p:sp>
          <p:nvSpPr>
            <p:cNvPr id="12676" name="Google Shape;12676;g2975d56d0dc_2_10697"/>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7" name="Google Shape;12677;g2975d56d0dc_2_10697"/>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8" name="Google Shape;12678;g2975d56d0dc_2_10697"/>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9" name="Google Shape;12679;g2975d56d0dc_2_10697"/>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0" name="Google Shape;12680;g2975d56d0dc_2_10697"/>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81" name="Google Shape;12681;g2975d56d0dc_2_10697"/>
          <p:cNvGrpSpPr/>
          <p:nvPr/>
        </p:nvGrpSpPr>
        <p:grpSpPr>
          <a:xfrm>
            <a:off x="5353403" y="3610209"/>
            <a:ext cx="277992" cy="354974"/>
            <a:chOff x="5353403" y="3785609"/>
            <a:chExt cx="277992" cy="354974"/>
          </a:xfrm>
        </p:grpSpPr>
        <p:sp>
          <p:nvSpPr>
            <p:cNvPr id="12682" name="Google Shape;12682;g2975d56d0dc_2_10697"/>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3" name="Google Shape;12683;g2975d56d0dc_2_10697"/>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4" name="Google Shape;12684;g2975d56d0dc_2_10697"/>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5" name="Google Shape;12685;g2975d56d0dc_2_10697"/>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6" name="Google Shape;12686;g2975d56d0dc_2_10697"/>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7" name="Google Shape;12687;g2975d56d0dc_2_10697"/>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88" name="Google Shape;12688;g2975d56d0dc_2_10697"/>
          <p:cNvGrpSpPr/>
          <p:nvPr/>
        </p:nvGrpSpPr>
        <p:grpSpPr>
          <a:xfrm>
            <a:off x="4896229" y="3610589"/>
            <a:ext cx="278784" cy="354594"/>
            <a:chOff x="4896229" y="3785989"/>
            <a:chExt cx="278784" cy="354594"/>
          </a:xfrm>
        </p:grpSpPr>
        <p:sp>
          <p:nvSpPr>
            <p:cNvPr id="12689" name="Google Shape;12689;g2975d56d0dc_2_10697"/>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0" name="Google Shape;12690;g2975d56d0dc_2_10697"/>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1" name="Google Shape;12691;g2975d56d0dc_2_10697"/>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2" name="Google Shape;12692;g2975d56d0dc_2_10697"/>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3" name="Google Shape;12693;g2975d56d0dc_2_10697"/>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4" name="Google Shape;12694;g2975d56d0dc_2_10697"/>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95" name="Google Shape;12695;g2975d56d0dc_2_10697"/>
          <p:cNvGrpSpPr/>
          <p:nvPr/>
        </p:nvGrpSpPr>
        <p:grpSpPr>
          <a:xfrm>
            <a:off x="7592387" y="3612458"/>
            <a:ext cx="273874" cy="351204"/>
            <a:chOff x="7592387" y="3787858"/>
            <a:chExt cx="273874" cy="351204"/>
          </a:xfrm>
        </p:grpSpPr>
        <p:sp>
          <p:nvSpPr>
            <p:cNvPr id="12696" name="Google Shape;12696;g2975d56d0dc_2_10697"/>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7" name="Google Shape;12697;g2975d56d0dc_2_10697"/>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8" name="Google Shape;12698;g2975d56d0dc_2_10697"/>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9" name="Google Shape;12699;g2975d56d0dc_2_10697"/>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00" name="Google Shape;12700;g2975d56d0dc_2_10697"/>
          <p:cNvGrpSpPr/>
          <p:nvPr/>
        </p:nvGrpSpPr>
        <p:grpSpPr>
          <a:xfrm>
            <a:off x="7145794" y="3612458"/>
            <a:ext cx="274254" cy="350444"/>
            <a:chOff x="7145794" y="3787858"/>
            <a:chExt cx="274254" cy="350444"/>
          </a:xfrm>
        </p:grpSpPr>
        <p:sp>
          <p:nvSpPr>
            <p:cNvPr id="12701" name="Google Shape;12701;g2975d56d0dc_2_10697"/>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2" name="Google Shape;12702;g2975d56d0dc_2_10697"/>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3" name="Google Shape;12703;g2975d56d0dc_2_10697"/>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4" name="Google Shape;12704;g2975d56d0dc_2_10697"/>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5" name="Google Shape;12705;g2975d56d0dc_2_10697"/>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6" name="Google Shape;12706;g2975d56d0dc_2_10697"/>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07" name="Google Shape;12707;g2975d56d0dc_2_10697"/>
          <p:cNvGrpSpPr/>
          <p:nvPr/>
        </p:nvGrpSpPr>
        <p:grpSpPr>
          <a:xfrm>
            <a:off x="8054060" y="3611698"/>
            <a:ext cx="266334" cy="353834"/>
            <a:chOff x="8054060" y="3787098"/>
            <a:chExt cx="266334" cy="353834"/>
          </a:xfrm>
        </p:grpSpPr>
        <p:sp>
          <p:nvSpPr>
            <p:cNvPr id="12708" name="Google Shape;12708;g2975d56d0dc_2_10697"/>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9" name="Google Shape;12709;g2975d56d0dc_2_10697"/>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0" name="Google Shape;12710;g2975d56d0dc_2_10697"/>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1" name="Google Shape;12711;g2975d56d0dc_2_10697"/>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12" name="Google Shape;12712;g2975d56d0dc_2_10697"/>
          <p:cNvGrpSpPr/>
          <p:nvPr/>
        </p:nvGrpSpPr>
        <p:grpSpPr>
          <a:xfrm>
            <a:off x="6702211" y="3607199"/>
            <a:ext cx="270104" cy="361754"/>
            <a:chOff x="6702211" y="3782599"/>
            <a:chExt cx="270104" cy="361754"/>
          </a:xfrm>
        </p:grpSpPr>
        <p:sp>
          <p:nvSpPr>
            <p:cNvPr id="12713" name="Google Shape;12713;g2975d56d0dc_2_10697"/>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4" name="Google Shape;12714;g2975d56d0dc_2_10697"/>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5" name="Google Shape;12715;g2975d56d0dc_2_10697"/>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6" name="Google Shape;12716;g2975d56d0dc_2_10697"/>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7" name="Google Shape;12717;g2975d56d0dc_2_10697"/>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18" name="Google Shape;12718;g2975d56d0dc_2_10697"/>
          <p:cNvGrpSpPr/>
          <p:nvPr/>
        </p:nvGrpSpPr>
        <p:grpSpPr>
          <a:xfrm>
            <a:off x="3516886" y="3263327"/>
            <a:ext cx="391854" cy="269922"/>
            <a:chOff x="3516850" y="3406526"/>
            <a:chExt cx="369674" cy="254644"/>
          </a:xfrm>
        </p:grpSpPr>
        <p:sp>
          <p:nvSpPr>
            <p:cNvPr id="12719" name="Google Shape;12719;g2975d56d0dc_2_10697"/>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0" name="Google Shape;12720;g2975d56d0dc_2_10697"/>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1" name="Google Shape;12721;g2975d56d0dc_2_10697"/>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2" name="Google Shape;12722;g2975d56d0dc_2_10697"/>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23" name="Google Shape;12723;g2975d56d0dc_2_10697"/>
          <p:cNvGrpSpPr/>
          <p:nvPr/>
        </p:nvGrpSpPr>
        <p:grpSpPr>
          <a:xfrm>
            <a:off x="1310655" y="3185127"/>
            <a:ext cx="306314" cy="347402"/>
            <a:chOff x="1310655" y="3360527"/>
            <a:chExt cx="306314" cy="347402"/>
          </a:xfrm>
        </p:grpSpPr>
        <p:sp>
          <p:nvSpPr>
            <p:cNvPr id="12724" name="Google Shape;12724;g2975d56d0dc_2_10697"/>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5" name="Google Shape;12725;g2975d56d0dc_2_10697"/>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6" name="Google Shape;12726;g2975d56d0dc_2_10697"/>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7" name="Google Shape;12727;g2975d56d0dc_2_10697"/>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8" name="Google Shape;12728;g2975d56d0dc_2_10697"/>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29" name="Google Shape;12729;g2975d56d0dc_2_10697"/>
          <p:cNvGrpSpPr/>
          <p:nvPr/>
        </p:nvGrpSpPr>
        <p:grpSpPr>
          <a:xfrm>
            <a:off x="3119678" y="3184746"/>
            <a:ext cx="269343" cy="348543"/>
            <a:chOff x="3119678" y="3360146"/>
            <a:chExt cx="269343" cy="348543"/>
          </a:xfrm>
        </p:grpSpPr>
        <p:sp>
          <p:nvSpPr>
            <p:cNvPr id="12730" name="Google Shape;12730;g2975d56d0dc_2_10697"/>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1" name="Google Shape;12731;g2975d56d0dc_2_10697"/>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2" name="Google Shape;12732;g2975d56d0dc_2_10697"/>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3" name="Google Shape;12733;g2975d56d0dc_2_10697"/>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4" name="Google Shape;12734;g2975d56d0dc_2_10697"/>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5" name="Google Shape;12735;g2975d56d0dc_2_10697"/>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6" name="Google Shape;12736;g2975d56d0dc_2_10697"/>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37" name="Google Shape;12737;g2975d56d0dc_2_10697"/>
          <p:cNvGrpSpPr/>
          <p:nvPr/>
        </p:nvGrpSpPr>
        <p:grpSpPr>
          <a:xfrm>
            <a:off x="3967213" y="3181547"/>
            <a:ext cx="368185" cy="354753"/>
            <a:chOff x="3967213" y="3356947"/>
            <a:chExt cx="368185" cy="354753"/>
          </a:xfrm>
        </p:grpSpPr>
        <p:sp>
          <p:nvSpPr>
            <p:cNvPr id="12738" name="Google Shape;12738;g2975d56d0dc_2_10697"/>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9" name="Google Shape;12739;g2975d56d0dc_2_10697"/>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0" name="Google Shape;12740;g2975d56d0dc_2_10697"/>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1" name="Google Shape;12741;g2975d56d0dc_2_10697"/>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2" name="Google Shape;12742;g2975d56d0dc_2_10697"/>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43" name="Google Shape;12743;g2975d56d0dc_2_10697"/>
          <p:cNvGrpSpPr/>
          <p:nvPr/>
        </p:nvGrpSpPr>
        <p:grpSpPr>
          <a:xfrm>
            <a:off x="871254" y="3184746"/>
            <a:ext cx="285183" cy="347023"/>
            <a:chOff x="871254" y="3360146"/>
            <a:chExt cx="285183" cy="347023"/>
          </a:xfrm>
        </p:grpSpPr>
        <p:sp>
          <p:nvSpPr>
            <p:cNvPr id="12744" name="Google Shape;12744;g2975d56d0dc_2_10697"/>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5" name="Google Shape;12745;g2975d56d0dc_2_10697"/>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6" name="Google Shape;12746;g2975d56d0dc_2_10697"/>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7" name="Google Shape;12747;g2975d56d0dc_2_10697"/>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48" name="Google Shape;12748;g2975d56d0dc_2_10697"/>
          <p:cNvGrpSpPr/>
          <p:nvPr/>
        </p:nvGrpSpPr>
        <p:grpSpPr>
          <a:xfrm>
            <a:off x="2665165" y="3184746"/>
            <a:ext cx="281794" cy="349685"/>
            <a:chOff x="2665165" y="3360146"/>
            <a:chExt cx="281794" cy="349685"/>
          </a:xfrm>
        </p:grpSpPr>
        <p:sp>
          <p:nvSpPr>
            <p:cNvPr id="12749" name="Google Shape;12749;g2975d56d0dc_2_10697"/>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0" name="Google Shape;12750;g2975d56d0dc_2_10697"/>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1" name="Google Shape;12751;g2975d56d0dc_2_10697"/>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2" name="Google Shape;12752;g2975d56d0dc_2_10697"/>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3" name="Google Shape;12753;g2975d56d0dc_2_10697"/>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54" name="Google Shape;12754;g2975d56d0dc_2_10697"/>
          <p:cNvGrpSpPr/>
          <p:nvPr/>
        </p:nvGrpSpPr>
        <p:grpSpPr>
          <a:xfrm>
            <a:off x="7156344" y="3172296"/>
            <a:ext cx="264465" cy="353074"/>
            <a:chOff x="7156344" y="3347696"/>
            <a:chExt cx="264465" cy="353074"/>
          </a:xfrm>
        </p:grpSpPr>
        <p:sp>
          <p:nvSpPr>
            <p:cNvPr id="12755" name="Google Shape;12755;g2975d56d0dc_2_10697"/>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6" name="Google Shape;12756;g2975d56d0dc_2_10697"/>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7" name="Google Shape;12757;g2975d56d0dc_2_10697"/>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8" name="Google Shape;12758;g2975d56d0dc_2_10697"/>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9" name="Google Shape;12759;g2975d56d0dc_2_10697"/>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60" name="Google Shape;12760;g2975d56d0dc_2_10697"/>
          <p:cNvGrpSpPr/>
          <p:nvPr/>
        </p:nvGrpSpPr>
        <p:grpSpPr>
          <a:xfrm>
            <a:off x="6703732" y="3171536"/>
            <a:ext cx="264813" cy="352693"/>
            <a:chOff x="6703732" y="3346936"/>
            <a:chExt cx="264813" cy="352693"/>
          </a:xfrm>
        </p:grpSpPr>
        <p:sp>
          <p:nvSpPr>
            <p:cNvPr id="12761" name="Google Shape;12761;g2975d56d0dc_2_10697"/>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2" name="Google Shape;12762;g2975d56d0dc_2_10697"/>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3" name="Google Shape;12763;g2975d56d0dc_2_10697"/>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4" name="Google Shape;12764;g2975d56d0dc_2_10697"/>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5" name="Google Shape;12765;g2975d56d0dc_2_10697"/>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66" name="Google Shape;12766;g2975d56d0dc_2_10697"/>
          <p:cNvGrpSpPr/>
          <p:nvPr/>
        </p:nvGrpSpPr>
        <p:grpSpPr>
          <a:xfrm>
            <a:off x="6252228" y="3171536"/>
            <a:ext cx="265193" cy="352693"/>
            <a:chOff x="6252228" y="3346936"/>
            <a:chExt cx="265193" cy="352693"/>
          </a:xfrm>
        </p:grpSpPr>
        <p:sp>
          <p:nvSpPr>
            <p:cNvPr id="12767" name="Google Shape;12767;g2975d56d0dc_2_10697"/>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8" name="Google Shape;12768;g2975d56d0dc_2_10697"/>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9" name="Google Shape;12769;g2975d56d0dc_2_10697"/>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70" name="Google Shape;12770;g2975d56d0dc_2_10697"/>
          <p:cNvGrpSpPr/>
          <p:nvPr/>
        </p:nvGrpSpPr>
        <p:grpSpPr>
          <a:xfrm>
            <a:off x="5801105" y="3172296"/>
            <a:ext cx="264813" cy="351933"/>
            <a:chOff x="5801105" y="3347696"/>
            <a:chExt cx="264813" cy="351933"/>
          </a:xfrm>
        </p:grpSpPr>
        <p:sp>
          <p:nvSpPr>
            <p:cNvPr id="12771" name="Google Shape;12771;g2975d56d0dc_2_10697"/>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2" name="Google Shape;12772;g2975d56d0dc_2_10697"/>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3" name="Google Shape;12773;g2975d56d0dc_2_10697"/>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4" name="Google Shape;12774;g2975d56d0dc_2_10697"/>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75" name="Google Shape;12775;g2975d56d0dc_2_10697"/>
          <p:cNvGrpSpPr/>
          <p:nvPr/>
        </p:nvGrpSpPr>
        <p:grpSpPr>
          <a:xfrm>
            <a:off x="5349253" y="3171536"/>
            <a:ext cx="265922" cy="352693"/>
            <a:chOff x="5349253" y="3346936"/>
            <a:chExt cx="265922" cy="352693"/>
          </a:xfrm>
        </p:grpSpPr>
        <p:sp>
          <p:nvSpPr>
            <p:cNvPr id="12776" name="Google Shape;12776;g2975d56d0dc_2_10697"/>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7" name="Google Shape;12777;g2975d56d0dc_2_10697"/>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8" name="Google Shape;12778;g2975d56d0dc_2_10697"/>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9" name="Google Shape;12779;g2975d56d0dc_2_10697"/>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0" name="Google Shape;12780;g2975d56d0dc_2_10697"/>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1" name="Google Shape;12781;g2975d56d0dc_2_10697"/>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82" name="Google Shape;12782;g2975d56d0dc_2_10697"/>
          <p:cNvGrpSpPr/>
          <p:nvPr/>
        </p:nvGrpSpPr>
        <p:grpSpPr>
          <a:xfrm>
            <a:off x="4907159" y="3171536"/>
            <a:ext cx="264845" cy="354214"/>
            <a:chOff x="4907159" y="3346936"/>
            <a:chExt cx="264845" cy="354214"/>
          </a:xfrm>
        </p:grpSpPr>
        <p:sp>
          <p:nvSpPr>
            <p:cNvPr id="12783" name="Google Shape;12783;g2975d56d0dc_2_10697"/>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4" name="Google Shape;12784;g2975d56d0dc_2_10697"/>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85" name="Google Shape;12785;g2975d56d0dc_2_10697"/>
          <p:cNvGrpSpPr/>
          <p:nvPr/>
        </p:nvGrpSpPr>
        <p:grpSpPr>
          <a:xfrm>
            <a:off x="8048421" y="3159086"/>
            <a:ext cx="276503" cy="369674"/>
            <a:chOff x="8048421" y="3334486"/>
            <a:chExt cx="276503" cy="369674"/>
          </a:xfrm>
        </p:grpSpPr>
        <p:sp>
          <p:nvSpPr>
            <p:cNvPr id="12786" name="Google Shape;12786;g2975d56d0dc_2_10697"/>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7" name="Google Shape;12787;g2975d56d0dc_2_10697"/>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8" name="Google Shape;12788;g2975d56d0dc_2_10697"/>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9" name="Google Shape;12789;g2975d56d0dc_2_10697"/>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0" name="Google Shape;12790;g2975d56d0dc_2_10697"/>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1" name="Google Shape;12791;g2975d56d0dc_2_10697"/>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92" name="Google Shape;12792;g2975d56d0dc_2_10697"/>
          <p:cNvGrpSpPr/>
          <p:nvPr/>
        </p:nvGrpSpPr>
        <p:grpSpPr>
          <a:xfrm>
            <a:off x="7575787" y="3154555"/>
            <a:ext cx="295384" cy="376834"/>
            <a:chOff x="7575787" y="3329955"/>
            <a:chExt cx="295384" cy="376834"/>
          </a:xfrm>
        </p:grpSpPr>
        <p:sp>
          <p:nvSpPr>
            <p:cNvPr id="12793" name="Google Shape;12793;g2975d56d0dc_2_10697"/>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4" name="Google Shape;12794;g2975d56d0dc_2_10697"/>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5" name="Google Shape;12795;g2975d56d0dc_2_10697"/>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6" name="Google Shape;12796;g2975d56d0dc_2_10697"/>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7" name="Google Shape;12797;g2975d56d0dc_2_10697"/>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8" name="Google Shape;12798;g2975d56d0dc_2_10697"/>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99" name="Google Shape;12799;g2975d56d0dc_2_10697"/>
          <p:cNvGrpSpPr/>
          <p:nvPr/>
        </p:nvGrpSpPr>
        <p:grpSpPr>
          <a:xfrm>
            <a:off x="864062" y="2709103"/>
            <a:ext cx="264084" cy="347783"/>
            <a:chOff x="864062" y="2884503"/>
            <a:chExt cx="264084" cy="347783"/>
          </a:xfrm>
        </p:grpSpPr>
        <p:sp>
          <p:nvSpPr>
            <p:cNvPr id="12800" name="Google Shape;12800;g2975d56d0dc_2_10697"/>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1" name="Google Shape;12801;g2975d56d0dc_2_10697"/>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2" name="Google Shape;12802;g2975d56d0dc_2_10697"/>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3" name="Google Shape;12803;g2975d56d0dc_2_10697"/>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4" name="Google Shape;12804;g2975d56d0dc_2_10697"/>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5" name="Google Shape;12805;g2975d56d0dc_2_10697"/>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6" name="Google Shape;12806;g2975d56d0dc_2_10697"/>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7" name="Google Shape;12807;g2975d56d0dc_2_10697"/>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8" name="Google Shape;12808;g2975d56d0dc_2_10697"/>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9" name="Google Shape;12809;g2975d56d0dc_2_10697"/>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10" name="Google Shape;12810;g2975d56d0dc_2_10697"/>
          <p:cNvGrpSpPr/>
          <p:nvPr/>
        </p:nvGrpSpPr>
        <p:grpSpPr>
          <a:xfrm>
            <a:off x="3978523" y="2709261"/>
            <a:ext cx="348955" cy="346516"/>
            <a:chOff x="3978523" y="2884661"/>
            <a:chExt cx="348955" cy="346516"/>
          </a:xfrm>
        </p:grpSpPr>
        <p:sp>
          <p:nvSpPr>
            <p:cNvPr id="12811" name="Google Shape;12811;g2975d56d0dc_2_10697"/>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2" name="Google Shape;12812;g2975d56d0dc_2_10697"/>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3" name="Google Shape;12813;g2975d56d0dc_2_10697"/>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4" name="Google Shape;12814;g2975d56d0dc_2_10697"/>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5" name="Google Shape;12815;g2975d56d0dc_2_10697"/>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6" name="Google Shape;12816;g2975d56d0dc_2_10697"/>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7" name="Google Shape;12817;g2975d56d0dc_2_10697"/>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8" name="Google Shape;12818;g2975d56d0dc_2_10697"/>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19" name="Google Shape;12819;g2975d56d0dc_2_10697"/>
          <p:cNvGrpSpPr/>
          <p:nvPr/>
        </p:nvGrpSpPr>
        <p:grpSpPr>
          <a:xfrm>
            <a:off x="3556255" y="2709863"/>
            <a:ext cx="347435" cy="345534"/>
            <a:chOff x="3527780" y="2885263"/>
            <a:chExt cx="347435" cy="345534"/>
          </a:xfrm>
        </p:grpSpPr>
        <p:sp>
          <p:nvSpPr>
            <p:cNvPr id="12820" name="Google Shape;12820;g2975d56d0dc_2_10697"/>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1" name="Google Shape;12821;g2975d56d0dc_2_10697"/>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2" name="Google Shape;12822;g2975d56d0dc_2_10697"/>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3" name="Google Shape;12823;g2975d56d0dc_2_10697"/>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4" name="Google Shape;12824;g2975d56d0dc_2_10697"/>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5" name="Google Shape;12825;g2975d56d0dc_2_10697"/>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6" name="Google Shape;12826;g2975d56d0dc_2_10697"/>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7" name="Google Shape;12827;g2975d56d0dc_2_10697"/>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8" name="Google Shape;12828;g2975d56d0dc_2_10697"/>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9" name="Google Shape;12829;g2975d56d0dc_2_10697"/>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0" name="Google Shape;12830;g2975d56d0dc_2_10697"/>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1" name="Google Shape;12831;g2975d56d0dc_2_10697"/>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2" name="Google Shape;12832;g2975d56d0dc_2_10697"/>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3" name="Google Shape;12833;g2975d56d0dc_2_10697"/>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4" name="Google Shape;12834;g2975d56d0dc_2_10697"/>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5" name="Google Shape;12835;g2975d56d0dc_2_10697"/>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6" name="Google Shape;12836;g2975d56d0dc_2_10697"/>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7" name="Google Shape;12837;g2975d56d0dc_2_10697"/>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8" name="Google Shape;12838;g2975d56d0dc_2_10697"/>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9" name="Google Shape;12839;g2975d56d0dc_2_10697"/>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0" name="Google Shape;12840;g2975d56d0dc_2_10697"/>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1" name="Google Shape;12841;g2975d56d0dc_2_10697"/>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2" name="Google Shape;12842;g2975d56d0dc_2_10697"/>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43" name="Google Shape;12843;g2975d56d0dc_2_10697"/>
          <p:cNvGrpSpPr/>
          <p:nvPr/>
        </p:nvGrpSpPr>
        <p:grpSpPr>
          <a:xfrm>
            <a:off x="2239671" y="2709103"/>
            <a:ext cx="218054" cy="348544"/>
            <a:chOff x="2239671" y="2884503"/>
            <a:chExt cx="218054" cy="348544"/>
          </a:xfrm>
        </p:grpSpPr>
        <p:sp>
          <p:nvSpPr>
            <p:cNvPr id="12844" name="Google Shape;12844;g2975d56d0dc_2_10697"/>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5" name="Google Shape;12845;g2975d56d0dc_2_10697"/>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6" name="Google Shape;12846;g2975d56d0dc_2_10697"/>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7" name="Google Shape;12847;g2975d56d0dc_2_10697"/>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8" name="Google Shape;12848;g2975d56d0dc_2_10697"/>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49" name="Google Shape;12849;g2975d56d0dc_2_10697"/>
          <p:cNvGrpSpPr/>
          <p:nvPr/>
        </p:nvGrpSpPr>
        <p:grpSpPr>
          <a:xfrm>
            <a:off x="2691555" y="2709103"/>
            <a:ext cx="215044" cy="348924"/>
            <a:chOff x="2691555" y="2884503"/>
            <a:chExt cx="215044" cy="348924"/>
          </a:xfrm>
        </p:grpSpPr>
        <p:sp>
          <p:nvSpPr>
            <p:cNvPr id="12850" name="Google Shape;12850;g2975d56d0dc_2_10697"/>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1" name="Google Shape;12851;g2975d56d0dc_2_10697"/>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2" name="Google Shape;12852;g2975d56d0dc_2_10697"/>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53" name="Google Shape;12853;g2975d56d0dc_2_10697"/>
          <p:cNvGrpSpPr/>
          <p:nvPr/>
        </p:nvGrpSpPr>
        <p:grpSpPr>
          <a:xfrm>
            <a:off x="1770459" y="2709103"/>
            <a:ext cx="254644" cy="348828"/>
            <a:chOff x="1770459" y="2884503"/>
            <a:chExt cx="254644" cy="348828"/>
          </a:xfrm>
        </p:grpSpPr>
        <p:sp>
          <p:nvSpPr>
            <p:cNvPr id="12854" name="Google Shape;12854;g2975d56d0dc_2_10697"/>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5" name="Google Shape;12855;g2975d56d0dc_2_10697"/>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6" name="Google Shape;12856;g2975d56d0dc_2_10697"/>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7" name="Google Shape;12857;g2975d56d0dc_2_10697"/>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8" name="Google Shape;12858;g2975d56d0dc_2_10697"/>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9" name="Google Shape;12859;g2975d56d0dc_2_10697"/>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0" name="Google Shape;12860;g2975d56d0dc_2_10697"/>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1" name="Google Shape;12861;g2975d56d0dc_2_10697"/>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62" name="Google Shape;12862;g2975d56d0dc_2_10697"/>
          <p:cNvGrpSpPr/>
          <p:nvPr/>
        </p:nvGrpSpPr>
        <p:grpSpPr>
          <a:xfrm>
            <a:off x="1317466" y="2709483"/>
            <a:ext cx="258382" cy="348543"/>
            <a:chOff x="1317466" y="2884883"/>
            <a:chExt cx="258382" cy="348543"/>
          </a:xfrm>
        </p:grpSpPr>
        <p:sp>
          <p:nvSpPr>
            <p:cNvPr id="12863" name="Google Shape;12863;g2975d56d0dc_2_10697"/>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4" name="Google Shape;12864;g2975d56d0dc_2_10697"/>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5" name="Google Shape;12865;g2975d56d0dc_2_10697"/>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6" name="Google Shape;12866;g2975d56d0dc_2_10697"/>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7" name="Google Shape;12867;g2975d56d0dc_2_10697"/>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8" name="Google Shape;12868;g2975d56d0dc_2_10697"/>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9" name="Google Shape;12869;g2975d56d0dc_2_10697"/>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0" name="Google Shape;12870;g2975d56d0dc_2_10697"/>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71" name="Google Shape;12871;g2975d56d0dc_2_10697"/>
          <p:cNvGrpSpPr/>
          <p:nvPr/>
        </p:nvGrpSpPr>
        <p:grpSpPr>
          <a:xfrm>
            <a:off x="3121167" y="2709483"/>
            <a:ext cx="258414" cy="348543"/>
            <a:chOff x="3121167" y="2884883"/>
            <a:chExt cx="258414" cy="348543"/>
          </a:xfrm>
        </p:grpSpPr>
        <p:sp>
          <p:nvSpPr>
            <p:cNvPr id="12872" name="Google Shape;12872;g2975d56d0dc_2_10697"/>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3" name="Google Shape;12873;g2975d56d0dc_2_10697"/>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4" name="Google Shape;12874;g2975d56d0dc_2_10697"/>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5" name="Google Shape;12875;g2975d56d0dc_2_10697"/>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6" name="Google Shape;12876;g2975d56d0dc_2_10697"/>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7" name="Google Shape;12877;g2975d56d0dc_2_10697"/>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8" name="Google Shape;12878;g2975d56d0dc_2_10697"/>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9" name="Google Shape;12879;g2975d56d0dc_2_10697"/>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80" name="Google Shape;12880;g2975d56d0dc_2_10697"/>
          <p:cNvGrpSpPr/>
          <p:nvPr/>
        </p:nvGrpSpPr>
        <p:grpSpPr>
          <a:xfrm>
            <a:off x="4899999" y="2706695"/>
            <a:ext cx="271244" cy="346801"/>
            <a:chOff x="4899999" y="2882095"/>
            <a:chExt cx="271244" cy="346801"/>
          </a:xfrm>
        </p:grpSpPr>
        <p:sp>
          <p:nvSpPr>
            <p:cNvPr id="12881" name="Google Shape;12881;g2975d56d0dc_2_10697"/>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2" name="Google Shape;12882;g2975d56d0dc_2_10697"/>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3" name="Google Shape;12883;g2975d56d0dc_2_10697"/>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4" name="Google Shape;12884;g2975d56d0dc_2_10697"/>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5" name="Google Shape;12885;g2975d56d0dc_2_10697"/>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6" name="Google Shape;12886;g2975d56d0dc_2_10697"/>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7" name="Google Shape;12887;g2975d56d0dc_2_10697"/>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8" name="Google Shape;12888;g2975d56d0dc_2_10697"/>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9" name="Google Shape;12889;g2975d56d0dc_2_10697"/>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0" name="Google Shape;12890;g2975d56d0dc_2_10697"/>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91" name="Google Shape;12891;g2975d56d0dc_2_10697"/>
          <p:cNvGrpSpPr/>
          <p:nvPr/>
        </p:nvGrpSpPr>
        <p:grpSpPr>
          <a:xfrm>
            <a:off x="7162775" y="2705713"/>
            <a:ext cx="259523" cy="346294"/>
            <a:chOff x="7162775" y="2881113"/>
            <a:chExt cx="259523" cy="346294"/>
          </a:xfrm>
        </p:grpSpPr>
        <p:sp>
          <p:nvSpPr>
            <p:cNvPr id="12892" name="Google Shape;12892;g2975d56d0dc_2_10697"/>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3" name="Google Shape;12893;g2975d56d0dc_2_10697"/>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4" name="Google Shape;12894;g2975d56d0dc_2_10697"/>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5" name="Google Shape;12895;g2975d56d0dc_2_10697"/>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6" name="Google Shape;12896;g2975d56d0dc_2_10697"/>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7" name="Google Shape;12897;g2975d56d0dc_2_10697"/>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98" name="Google Shape;12898;g2975d56d0dc_2_10697"/>
          <p:cNvGrpSpPr/>
          <p:nvPr/>
        </p:nvGrpSpPr>
        <p:grpSpPr>
          <a:xfrm>
            <a:off x="6709751" y="2706442"/>
            <a:ext cx="261075" cy="347815"/>
            <a:chOff x="6709751" y="2881842"/>
            <a:chExt cx="261075" cy="347815"/>
          </a:xfrm>
        </p:grpSpPr>
        <p:sp>
          <p:nvSpPr>
            <p:cNvPr id="12899" name="Google Shape;12899;g2975d56d0dc_2_10697"/>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0" name="Google Shape;12900;g2975d56d0dc_2_10697"/>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1" name="Google Shape;12901;g2975d56d0dc_2_10697"/>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2" name="Google Shape;12902;g2975d56d0dc_2_10697"/>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3" name="Google Shape;12903;g2975d56d0dc_2_10697"/>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4" name="Google Shape;12904;g2975d56d0dc_2_10697"/>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05" name="Google Shape;12905;g2975d56d0dc_2_10697"/>
          <p:cNvGrpSpPr/>
          <p:nvPr/>
        </p:nvGrpSpPr>
        <p:grpSpPr>
          <a:xfrm>
            <a:off x="5807156" y="2705713"/>
            <a:ext cx="261043" cy="348163"/>
            <a:chOff x="5807156" y="2881113"/>
            <a:chExt cx="261043" cy="348163"/>
          </a:xfrm>
        </p:grpSpPr>
        <p:sp>
          <p:nvSpPr>
            <p:cNvPr id="12906" name="Google Shape;12906;g2975d56d0dc_2_10697"/>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7" name="Google Shape;12907;g2975d56d0dc_2_10697"/>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8" name="Google Shape;12908;g2975d56d0dc_2_10697"/>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9" name="Google Shape;12909;g2975d56d0dc_2_10697"/>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0" name="Google Shape;12910;g2975d56d0dc_2_10697"/>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11" name="Google Shape;12911;g2975d56d0dc_2_10697"/>
          <p:cNvGrpSpPr/>
          <p:nvPr/>
        </p:nvGrpSpPr>
        <p:grpSpPr>
          <a:xfrm>
            <a:off x="5355653" y="2706093"/>
            <a:ext cx="262184" cy="346643"/>
            <a:chOff x="5355653" y="2881493"/>
            <a:chExt cx="262184" cy="346643"/>
          </a:xfrm>
        </p:grpSpPr>
        <p:sp>
          <p:nvSpPr>
            <p:cNvPr id="12912" name="Google Shape;12912;g2975d56d0dc_2_10697"/>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3" name="Google Shape;12913;g2975d56d0dc_2_10697"/>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4" name="Google Shape;12914;g2975d56d0dc_2_10697"/>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5" name="Google Shape;12915;g2975d56d0dc_2_10697"/>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6" name="Google Shape;12916;g2975d56d0dc_2_10697"/>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17" name="Google Shape;12917;g2975d56d0dc_2_10697"/>
          <p:cNvGrpSpPr/>
          <p:nvPr/>
        </p:nvGrpSpPr>
        <p:grpSpPr>
          <a:xfrm>
            <a:off x="8055961" y="2706442"/>
            <a:ext cx="260283" cy="345914"/>
            <a:chOff x="8055961" y="2881842"/>
            <a:chExt cx="260283" cy="345914"/>
          </a:xfrm>
        </p:grpSpPr>
        <p:sp>
          <p:nvSpPr>
            <p:cNvPr id="12918" name="Google Shape;12918;g2975d56d0dc_2_10697"/>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9" name="Google Shape;12919;g2975d56d0dc_2_10697"/>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0" name="Google Shape;12920;g2975d56d0dc_2_10697"/>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1" name="Google Shape;12921;g2975d56d0dc_2_10697"/>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22" name="Google Shape;12922;g2975d56d0dc_2_10697"/>
          <p:cNvGrpSpPr/>
          <p:nvPr/>
        </p:nvGrpSpPr>
        <p:grpSpPr>
          <a:xfrm>
            <a:off x="7609368" y="2718512"/>
            <a:ext cx="264813" cy="353105"/>
            <a:chOff x="7609368" y="2893912"/>
            <a:chExt cx="264813" cy="353105"/>
          </a:xfrm>
        </p:grpSpPr>
        <p:sp>
          <p:nvSpPr>
            <p:cNvPr id="12923" name="Google Shape;12923;g2975d56d0dc_2_10697"/>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4" name="Google Shape;12924;g2975d56d0dc_2_10697"/>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5" name="Google Shape;12925;g2975d56d0dc_2_10697"/>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6" name="Google Shape;12926;g2975d56d0dc_2_10697"/>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7" name="Google Shape;12927;g2975d56d0dc_2_10697"/>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8" name="Google Shape;12928;g2975d56d0dc_2_10697"/>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29" name="Google Shape;12929;g2975d56d0dc_2_10697"/>
          <p:cNvGrpSpPr/>
          <p:nvPr/>
        </p:nvGrpSpPr>
        <p:grpSpPr>
          <a:xfrm>
            <a:off x="6248458" y="2694372"/>
            <a:ext cx="270864" cy="360645"/>
            <a:chOff x="6248458" y="2869772"/>
            <a:chExt cx="270864" cy="360645"/>
          </a:xfrm>
        </p:grpSpPr>
        <p:sp>
          <p:nvSpPr>
            <p:cNvPr id="12930" name="Google Shape;12930;g2975d56d0dc_2_10697"/>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1" name="Google Shape;12931;g2975d56d0dc_2_10697"/>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2" name="Google Shape;12932;g2975d56d0dc_2_10697"/>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3" name="Google Shape;12933;g2975d56d0dc_2_10697"/>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4" name="Google Shape;12934;g2975d56d0dc_2_10697"/>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35" name="Google Shape;12935;g2975d56d0dc_2_10697"/>
          <p:cNvGrpSpPr/>
          <p:nvPr/>
        </p:nvGrpSpPr>
        <p:grpSpPr>
          <a:xfrm>
            <a:off x="3075928" y="2270398"/>
            <a:ext cx="363243" cy="300675"/>
            <a:chOff x="3075928" y="2445798"/>
            <a:chExt cx="363243" cy="300675"/>
          </a:xfrm>
        </p:grpSpPr>
        <p:sp>
          <p:nvSpPr>
            <p:cNvPr id="12936" name="Google Shape;12936;g2975d56d0dc_2_10697"/>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7" name="Google Shape;12937;g2975d56d0dc_2_10697"/>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8" name="Google Shape;12938;g2975d56d0dc_2_10697"/>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9" name="Google Shape;12939;g2975d56d0dc_2_10697"/>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0" name="Google Shape;12940;g2975d56d0dc_2_10697"/>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1" name="Google Shape;12941;g2975d56d0dc_2_10697"/>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2" name="Google Shape;12942;g2975d56d0dc_2_10697"/>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3" name="Google Shape;12943;g2975d56d0dc_2_10697"/>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4" name="Google Shape;12944;g2975d56d0dc_2_10697"/>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5" name="Google Shape;12945;g2975d56d0dc_2_10697"/>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6" name="Google Shape;12946;g2975d56d0dc_2_10697"/>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47" name="Google Shape;12947;g2975d56d0dc_2_10697"/>
          <p:cNvGrpSpPr/>
          <p:nvPr/>
        </p:nvGrpSpPr>
        <p:grpSpPr>
          <a:xfrm>
            <a:off x="2633105" y="2256459"/>
            <a:ext cx="363243" cy="328585"/>
            <a:chOff x="2633105" y="2431859"/>
            <a:chExt cx="363243" cy="328585"/>
          </a:xfrm>
        </p:grpSpPr>
        <p:sp>
          <p:nvSpPr>
            <p:cNvPr id="12948" name="Google Shape;12948;g2975d56d0dc_2_10697"/>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9" name="Google Shape;12949;g2975d56d0dc_2_10697"/>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0" name="Google Shape;12950;g2975d56d0dc_2_10697"/>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1" name="Google Shape;12951;g2975d56d0dc_2_10697"/>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2" name="Google Shape;12952;g2975d56d0dc_2_10697"/>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3" name="Google Shape;12953;g2975d56d0dc_2_10697"/>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4" name="Google Shape;12954;g2975d56d0dc_2_10697"/>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5" name="Google Shape;12955;g2975d56d0dc_2_10697"/>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56" name="Google Shape;12956;g2975d56d0dc_2_10697"/>
          <p:cNvGrpSpPr/>
          <p:nvPr/>
        </p:nvGrpSpPr>
        <p:grpSpPr>
          <a:xfrm>
            <a:off x="2189142" y="2245910"/>
            <a:ext cx="365904" cy="350064"/>
            <a:chOff x="2189142" y="2421310"/>
            <a:chExt cx="365904" cy="350064"/>
          </a:xfrm>
        </p:grpSpPr>
        <p:sp>
          <p:nvSpPr>
            <p:cNvPr id="12957" name="Google Shape;12957;g2975d56d0dc_2_10697"/>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8" name="Google Shape;12958;g2975d56d0dc_2_10697"/>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9" name="Google Shape;12959;g2975d56d0dc_2_10697"/>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0" name="Google Shape;12960;g2975d56d0dc_2_10697"/>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1" name="Google Shape;12961;g2975d56d0dc_2_10697"/>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2" name="Google Shape;12962;g2975d56d0dc_2_10697"/>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3" name="Google Shape;12963;g2975d56d0dc_2_10697"/>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4" name="Google Shape;12964;g2975d56d0dc_2_10697"/>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5" name="Google Shape;12965;g2975d56d0dc_2_10697"/>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966" name="Google Shape;12966;g2975d56d0dc_2_10697"/>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67" name="Google Shape;12967;g2975d56d0dc_2_10697"/>
          <p:cNvGrpSpPr/>
          <p:nvPr/>
        </p:nvGrpSpPr>
        <p:grpSpPr>
          <a:xfrm>
            <a:off x="3961923" y="2310917"/>
            <a:ext cx="364415" cy="220936"/>
            <a:chOff x="3961923" y="2486317"/>
            <a:chExt cx="364415" cy="220936"/>
          </a:xfrm>
        </p:grpSpPr>
        <p:sp>
          <p:nvSpPr>
            <p:cNvPr id="12968" name="Google Shape;12968;g2975d56d0dc_2_10697"/>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9" name="Google Shape;12969;g2975d56d0dc_2_10697"/>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0" name="Google Shape;12970;g2975d56d0dc_2_10697"/>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1" name="Google Shape;12971;g2975d56d0dc_2_10697"/>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972" name="Google Shape;12972;g2975d56d0dc_2_10697"/>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73" name="Google Shape;12973;g2975d56d0dc_2_10697"/>
          <p:cNvGrpSpPr/>
          <p:nvPr/>
        </p:nvGrpSpPr>
        <p:grpSpPr>
          <a:xfrm>
            <a:off x="1303876" y="2243977"/>
            <a:ext cx="363275" cy="354626"/>
            <a:chOff x="1303876" y="2419377"/>
            <a:chExt cx="363275" cy="354626"/>
          </a:xfrm>
        </p:grpSpPr>
        <p:sp>
          <p:nvSpPr>
            <p:cNvPr id="12974" name="Google Shape;12974;g2975d56d0dc_2_10697"/>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5" name="Google Shape;12975;g2975d56d0dc_2_10697"/>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6" name="Google Shape;12976;g2975d56d0dc_2_10697"/>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7" name="Google Shape;12977;g2975d56d0dc_2_10697"/>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8" name="Google Shape;12978;g2975d56d0dc_2_10697"/>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9" name="Google Shape;12979;g2975d56d0dc_2_10697"/>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0" name="Google Shape;12980;g2975d56d0dc_2_10697"/>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1" name="Google Shape;12981;g2975d56d0dc_2_10697"/>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82" name="Google Shape;12982;g2975d56d0dc_2_10697"/>
          <p:cNvGrpSpPr/>
          <p:nvPr/>
        </p:nvGrpSpPr>
        <p:grpSpPr>
          <a:xfrm>
            <a:off x="861053" y="2239510"/>
            <a:ext cx="362134" cy="363623"/>
            <a:chOff x="861053" y="2414910"/>
            <a:chExt cx="362134" cy="363623"/>
          </a:xfrm>
        </p:grpSpPr>
        <p:sp>
          <p:nvSpPr>
            <p:cNvPr id="12983" name="Google Shape;12983;g2975d56d0dc_2_10697"/>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4" name="Google Shape;12984;g2975d56d0dc_2_10697"/>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5" name="Google Shape;12985;g2975d56d0dc_2_10697"/>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6" name="Google Shape;12986;g2975d56d0dc_2_10697"/>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7" name="Google Shape;12987;g2975d56d0dc_2_10697"/>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88" name="Google Shape;12988;g2975d56d0dc_2_10697"/>
          <p:cNvGrpSpPr/>
          <p:nvPr/>
        </p:nvGrpSpPr>
        <p:grpSpPr>
          <a:xfrm>
            <a:off x="7594288" y="2239859"/>
            <a:ext cx="279513" cy="355735"/>
            <a:chOff x="7594288" y="2415259"/>
            <a:chExt cx="279513" cy="355735"/>
          </a:xfrm>
        </p:grpSpPr>
        <p:sp>
          <p:nvSpPr>
            <p:cNvPr id="12989" name="Google Shape;12989;g2975d56d0dc_2_10697"/>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0" name="Google Shape;12990;g2975d56d0dc_2_10697"/>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1" name="Google Shape;12991;g2975d56d0dc_2_10697"/>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2" name="Google Shape;12992;g2975d56d0dc_2_10697"/>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3" name="Google Shape;12993;g2975d56d0dc_2_10697"/>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4" name="Google Shape;12994;g2975d56d0dc_2_10697"/>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95" name="Google Shape;12995;g2975d56d0dc_2_10697"/>
          <p:cNvGrpSpPr/>
          <p:nvPr/>
        </p:nvGrpSpPr>
        <p:grpSpPr>
          <a:xfrm>
            <a:off x="7145794" y="2240239"/>
            <a:ext cx="278784" cy="355735"/>
            <a:chOff x="7145794" y="2415639"/>
            <a:chExt cx="278784" cy="355735"/>
          </a:xfrm>
        </p:grpSpPr>
        <p:sp>
          <p:nvSpPr>
            <p:cNvPr id="12996" name="Google Shape;12996;g2975d56d0dc_2_10697"/>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7" name="Google Shape;12997;g2975d56d0dc_2_10697"/>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8" name="Google Shape;12998;g2975d56d0dc_2_10697"/>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9" name="Google Shape;12999;g2975d56d0dc_2_10697"/>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0" name="Google Shape;13000;g2975d56d0dc_2_10697"/>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1" name="Google Shape;13001;g2975d56d0dc_2_10697"/>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2" name="Google Shape;13002;g2975d56d0dc_2_10697"/>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3" name="Google Shape;13003;g2975d56d0dc_2_10697"/>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4" name="Google Shape;13004;g2975d56d0dc_2_10697"/>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5" name="Google Shape;13005;g2975d56d0dc_2_10697"/>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06" name="Google Shape;13006;g2975d56d0dc_2_10697"/>
          <p:cNvGrpSpPr/>
          <p:nvPr/>
        </p:nvGrpSpPr>
        <p:grpSpPr>
          <a:xfrm>
            <a:off x="6698441" y="2239130"/>
            <a:ext cx="277644" cy="357984"/>
            <a:chOff x="6698441" y="2414530"/>
            <a:chExt cx="277644" cy="357984"/>
          </a:xfrm>
        </p:grpSpPr>
        <p:sp>
          <p:nvSpPr>
            <p:cNvPr id="13007" name="Google Shape;13007;g2975d56d0dc_2_10697"/>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8" name="Google Shape;13008;g2975d56d0dc_2_10697"/>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9" name="Google Shape;13009;g2975d56d0dc_2_10697"/>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0" name="Google Shape;13010;g2975d56d0dc_2_10697"/>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1" name="Google Shape;13011;g2975d56d0dc_2_10697"/>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2" name="Google Shape;13012;g2975d56d0dc_2_10697"/>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13" name="Google Shape;13013;g2975d56d0dc_2_10697"/>
          <p:cNvGrpSpPr/>
          <p:nvPr/>
        </p:nvGrpSpPr>
        <p:grpSpPr>
          <a:xfrm>
            <a:off x="4897750" y="2240239"/>
            <a:ext cx="279513" cy="357255"/>
            <a:chOff x="4897750" y="2415639"/>
            <a:chExt cx="279513" cy="357255"/>
          </a:xfrm>
        </p:grpSpPr>
        <p:sp>
          <p:nvSpPr>
            <p:cNvPr id="13014" name="Google Shape;13014;g2975d56d0dc_2_10697"/>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5" name="Google Shape;13015;g2975d56d0dc_2_10697"/>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6" name="Google Shape;13016;g2975d56d0dc_2_10697"/>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7" name="Google Shape;13017;g2975d56d0dc_2_10697"/>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8" name="Google Shape;13018;g2975d56d0dc_2_10697"/>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9" name="Google Shape;13019;g2975d56d0dc_2_10697"/>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0" name="Google Shape;13020;g2975d56d0dc_2_10697"/>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1" name="Google Shape;13021;g2975d56d0dc_2_10697"/>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22" name="Google Shape;13022;g2975d56d0dc_2_10697"/>
          <p:cNvGrpSpPr/>
          <p:nvPr/>
        </p:nvGrpSpPr>
        <p:grpSpPr>
          <a:xfrm>
            <a:off x="5812066" y="2240619"/>
            <a:ext cx="264813" cy="353454"/>
            <a:chOff x="5812066" y="2416019"/>
            <a:chExt cx="264813" cy="353454"/>
          </a:xfrm>
        </p:grpSpPr>
        <p:sp>
          <p:nvSpPr>
            <p:cNvPr id="13023" name="Google Shape;13023;g2975d56d0dc_2_10697"/>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4" name="Google Shape;13024;g2975d56d0dc_2_10697"/>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5" name="Google Shape;13025;g2975d56d0dc_2_10697"/>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6" name="Google Shape;13026;g2975d56d0dc_2_10697"/>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7" name="Google Shape;13027;g2975d56d0dc_2_10697"/>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8" name="Google Shape;13028;g2975d56d0dc_2_10697"/>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9" name="Google Shape;13029;g2975d56d0dc_2_10697"/>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30" name="Google Shape;13030;g2975d56d0dc_2_10697"/>
          <p:cNvGrpSpPr/>
          <p:nvPr/>
        </p:nvGrpSpPr>
        <p:grpSpPr>
          <a:xfrm>
            <a:off x="8054820" y="2240999"/>
            <a:ext cx="264433" cy="353454"/>
            <a:chOff x="8054820" y="2416399"/>
            <a:chExt cx="264433" cy="353454"/>
          </a:xfrm>
        </p:grpSpPr>
        <p:sp>
          <p:nvSpPr>
            <p:cNvPr id="13031" name="Google Shape;13031;g2975d56d0dc_2_10697"/>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2" name="Google Shape;13032;g2975d56d0dc_2_10697"/>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3" name="Google Shape;13033;g2975d56d0dc_2_10697"/>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4" name="Google Shape;13034;g2975d56d0dc_2_10697"/>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5" name="Google Shape;13035;g2975d56d0dc_2_10697"/>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6" name="Google Shape;13036;g2975d56d0dc_2_10697"/>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37" name="Google Shape;13037;g2975d56d0dc_2_10697"/>
          <p:cNvGrpSpPr/>
          <p:nvPr/>
        </p:nvGrpSpPr>
        <p:grpSpPr>
          <a:xfrm>
            <a:off x="5356413" y="2237990"/>
            <a:ext cx="271212" cy="361374"/>
            <a:chOff x="5356413" y="2413390"/>
            <a:chExt cx="271212" cy="361374"/>
          </a:xfrm>
        </p:grpSpPr>
        <p:sp>
          <p:nvSpPr>
            <p:cNvPr id="13038" name="Google Shape;13038;g2975d56d0dc_2_10697"/>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9" name="Google Shape;13039;g2975d56d0dc_2_10697"/>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0" name="Google Shape;13040;g2975d56d0dc_2_10697"/>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1" name="Google Shape;13041;g2975d56d0dc_2_10697"/>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2" name="Google Shape;13042;g2975d56d0dc_2_10697"/>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43" name="Google Shape;13043;g2975d56d0dc_2_10697"/>
          <p:cNvGrpSpPr/>
          <p:nvPr/>
        </p:nvGrpSpPr>
        <p:grpSpPr>
          <a:xfrm>
            <a:off x="6255238" y="2236849"/>
            <a:ext cx="271244" cy="360994"/>
            <a:chOff x="6255238" y="2412249"/>
            <a:chExt cx="271244" cy="360994"/>
          </a:xfrm>
        </p:grpSpPr>
        <p:sp>
          <p:nvSpPr>
            <p:cNvPr id="13044" name="Google Shape;13044;g2975d56d0dc_2_10697"/>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5" name="Google Shape;13045;g2975d56d0dc_2_10697"/>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6" name="Google Shape;13046;g2975d56d0dc_2_10697"/>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7" name="Google Shape;13047;g2975d56d0dc_2_10697"/>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8" name="Google Shape;13048;g2975d56d0dc_2_10697"/>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9" name="Google Shape;13049;g2975d56d0dc_2_10697"/>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50" name="Google Shape;13050;g2975d56d0dc_2_10697"/>
          <p:cNvGrpSpPr/>
          <p:nvPr/>
        </p:nvGrpSpPr>
        <p:grpSpPr>
          <a:xfrm>
            <a:off x="2185372" y="1782399"/>
            <a:ext cx="366664" cy="366981"/>
            <a:chOff x="2185372" y="1957799"/>
            <a:chExt cx="366664" cy="366981"/>
          </a:xfrm>
        </p:grpSpPr>
        <p:sp>
          <p:nvSpPr>
            <p:cNvPr id="13051" name="Google Shape;13051;g2975d56d0dc_2_10697"/>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2" name="Google Shape;13052;g2975d56d0dc_2_10697"/>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3" name="Google Shape;13053;g2975d56d0dc_2_10697"/>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4" name="Google Shape;13054;g2975d56d0dc_2_10697"/>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5" name="Google Shape;13055;g2975d56d0dc_2_10697"/>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6" name="Google Shape;13056;g2975d56d0dc_2_10697"/>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7" name="Google Shape;13057;g2975d56d0dc_2_10697"/>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8" name="Google Shape;13058;g2975d56d0dc_2_10697"/>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59" name="Google Shape;13059;g2975d56d0dc_2_10697"/>
          <p:cNvGrpSpPr/>
          <p:nvPr/>
        </p:nvGrpSpPr>
        <p:grpSpPr>
          <a:xfrm>
            <a:off x="1737258" y="1812971"/>
            <a:ext cx="370815" cy="307359"/>
            <a:chOff x="1737258" y="1988371"/>
            <a:chExt cx="370815" cy="307359"/>
          </a:xfrm>
        </p:grpSpPr>
        <p:sp>
          <p:nvSpPr>
            <p:cNvPr id="13060" name="Google Shape;13060;g2975d56d0dc_2_10697"/>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1" name="Google Shape;13061;g2975d56d0dc_2_10697"/>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2" name="Google Shape;13062;g2975d56d0dc_2_10697"/>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3" name="Google Shape;13063;g2975d56d0dc_2_10697"/>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64" name="Google Shape;13064;g2975d56d0dc_2_10697"/>
          <p:cNvGrpSpPr/>
          <p:nvPr/>
        </p:nvGrpSpPr>
        <p:grpSpPr>
          <a:xfrm>
            <a:off x="848983" y="1814111"/>
            <a:ext cx="369293" cy="304350"/>
            <a:chOff x="848983" y="1989511"/>
            <a:chExt cx="369293" cy="304350"/>
          </a:xfrm>
        </p:grpSpPr>
        <p:sp>
          <p:nvSpPr>
            <p:cNvPr id="13065" name="Google Shape;13065;g2975d56d0dc_2_10697"/>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6" name="Google Shape;13066;g2975d56d0dc_2_10697"/>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7" name="Google Shape;13067;g2975d56d0dc_2_10697"/>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8" name="Google Shape;13068;g2975d56d0dc_2_10697"/>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9" name="Google Shape;13069;g2975d56d0dc_2_10697"/>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70" name="Google Shape;13070;g2975d56d0dc_2_10697"/>
          <p:cNvGrpSpPr/>
          <p:nvPr/>
        </p:nvGrpSpPr>
        <p:grpSpPr>
          <a:xfrm>
            <a:off x="3074027" y="1808377"/>
            <a:ext cx="380604" cy="313854"/>
            <a:chOff x="3074027" y="1983777"/>
            <a:chExt cx="380604" cy="313854"/>
          </a:xfrm>
        </p:grpSpPr>
        <p:sp>
          <p:nvSpPr>
            <p:cNvPr id="13071" name="Google Shape;13071;g2975d56d0dc_2_10697"/>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2" name="Google Shape;13072;g2975d56d0dc_2_10697"/>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3" name="Google Shape;13073;g2975d56d0dc_2_10697"/>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4" name="Google Shape;13074;g2975d56d0dc_2_10697"/>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5" name="Google Shape;13075;g2975d56d0dc_2_10697"/>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76" name="Google Shape;13076;g2975d56d0dc_2_10697"/>
          <p:cNvGrpSpPr/>
          <p:nvPr/>
        </p:nvGrpSpPr>
        <p:grpSpPr>
          <a:xfrm>
            <a:off x="3522521" y="1800457"/>
            <a:ext cx="367013" cy="331278"/>
            <a:chOff x="3522521" y="1975857"/>
            <a:chExt cx="367013" cy="331278"/>
          </a:xfrm>
        </p:grpSpPr>
        <p:sp>
          <p:nvSpPr>
            <p:cNvPr id="13077" name="Google Shape;13077;g2975d56d0dc_2_10697"/>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8" name="Google Shape;13078;g2975d56d0dc_2_10697"/>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9" name="Google Shape;13079;g2975d56d0dc_2_10697"/>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0" name="Google Shape;13080;g2975d56d0dc_2_10697"/>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1" name="Google Shape;13081;g2975d56d0dc_2_10697"/>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2" name="Google Shape;13082;g2975d56d0dc_2_10697"/>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3" name="Google Shape;13083;g2975d56d0dc_2_10697"/>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84" name="Google Shape;13084;g2975d56d0dc_2_10697"/>
          <p:cNvGrpSpPr/>
          <p:nvPr/>
        </p:nvGrpSpPr>
        <p:grpSpPr>
          <a:xfrm>
            <a:off x="2630824" y="1801566"/>
            <a:ext cx="368186" cy="330454"/>
            <a:chOff x="2630824" y="1976966"/>
            <a:chExt cx="368186" cy="330454"/>
          </a:xfrm>
        </p:grpSpPr>
        <p:sp>
          <p:nvSpPr>
            <p:cNvPr id="13085" name="Google Shape;13085;g2975d56d0dc_2_10697"/>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6" name="Google Shape;13086;g2975d56d0dc_2_10697"/>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7" name="Google Shape;13087;g2975d56d0dc_2_10697"/>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8" name="Google Shape;13088;g2975d56d0dc_2_10697"/>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9" name="Google Shape;13089;g2975d56d0dc_2_10697"/>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0" name="Google Shape;13090;g2975d56d0dc_2_10697"/>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1" name="Google Shape;13091;g2975d56d0dc_2_10697"/>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2" name="Google Shape;13092;g2975d56d0dc_2_10697"/>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93" name="Google Shape;13093;g2975d56d0dc_2_10697"/>
          <p:cNvGrpSpPr/>
          <p:nvPr/>
        </p:nvGrpSpPr>
        <p:grpSpPr>
          <a:xfrm>
            <a:off x="1293706" y="1791016"/>
            <a:ext cx="369294" cy="350444"/>
            <a:chOff x="1293706" y="1966416"/>
            <a:chExt cx="369294" cy="350444"/>
          </a:xfrm>
        </p:grpSpPr>
        <p:sp>
          <p:nvSpPr>
            <p:cNvPr id="13094" name="Google Shape;13094;g2975d56d0dc_2_10697"/>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5" name="Google Shape;13095;g2975d56d0dc_2_10697"/>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6" name="Google Shape;13096;g2975d56d0dc_2_10697"/>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7" name="Google Shape;13097;g2975d56d0dc_2_10697"/>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8" name="Google Shape;13098;g2975d56d0dc_2_10697"/>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9" name="Google Shape;13099;g2975d56d0dc_2_10697"/>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0" name="Google Shape;13100;g2975d56d0dc_2_10697"/>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1" name="Google Shape;13101;g2975d56d0dc_2_10697"/>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02" name="Google Shape;13102;g2975d56d0dc_2_10697"/>
          <p:cNvGrpSpPr/>
          <p:nvPr/>
        </p:nvGrpSpPr>
        <p:grpSpPr>
          <a:xfrm>
            <a:off x="3967213" y="1800077"/>
            <a:ext cx="368185" cy="331816"/>
            <a:chOff x="3967213" y="1975477"/>
            <a:chExt cx="368185" cy="331816"/>
          </a:xfrm>
        </p:grpSpPr>
        <p:sp>
          <p:nvSpPr>
            <p:cNvPr id="13103" name="Google Shape;13103;g2975d56d0dc_2_10697"/>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4" name="Google Shape;13104;g2975d56d0dc_2_10697"/>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5" name="Google Shape;13105;g2975d56d0dc_2_10697"/>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06" name="Google Shape;13106;g2975d56d0dc_2_10697"/>
          <p:cNvGrpSpPr/>
          <p:nvPr/>
        </p:nvGrpSpPr>
        <p:grpSpPr>
          <a:xfrm>
            <a:off x="8047661" y="1793646"/>
            <a:ext cx="279132" cy="356875"/>
            <a:chOff x="8047661" y="1969046"/>
            <a:chExt cx="279132" cy="356875"/>
          </a:xfrm>
        </p:grpSpPr>
        <p:sp>
          <p:nvSpPr>
            <p:cNvPr id="13107" name="Google Shape;13107;g2975d56d0dc_2_10697"/>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8" name="Google Shape;13108;g2975d56d0dc_2_10697"/>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9" name="Google Shape;13109;g2975d56d0dc_2_10697"/>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0" name="Google Shape;13110;g2975d56d0dc_2_10697"/>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11" name="Google Shape;13111;g2975d56d0dc_2_10697"/>
          <p:cNvGrpSpPr/>
          <p:nvPr/>
        </p:nvGrpSpPr>
        <p:grpSpPr>
          <a:xfrm>
            <a:off x="7596157" y="1792759"/>
            <a:ext cx="279544" cy="358142"/>
            <a:chOff x="7596157" y="1968159"/>
            <a:chExt cx="279544" cy="358142"/>
          </a:xfrm>
        </p:grpSpPr>
        <p:sp>
          <p:nvSpPr>
            <p:cNvPr id="13112" name="Google Shape;13112;g2975d56d0dc_2_10697"/>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3" name="Google Shape;13113;g2975d56d0dc_2_10697"/>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4" name="Google Shape;13114;g2975d56d0dc_2_10697"/>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5" name="Google Shape;13115;g2975d56d0dc_2_10697"/>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6" name="Google Shape;13116;g2975d56d0dc_2_10697"/>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7" name="Google Shape;13117;g2975d56d0dc_2_10697"/>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18" name="Google Shape;13118;g2975d56d0dc_2_10697"/>
          <p:cNvGrpSpPr/>
          <p:nvPr/>
        </p:nvGrpSpPr>
        <p:grpSpPr>
          <a:xfrm>
            <a:off x="7147315" y="1793646"/>
            <a:ext cx="279513" cy="357635"/>
            <a:chOff x="7147315" y="1969046"/>
            <a:chExt cx="279513" cy="357635"/>
          </a:xfrm>
        </p:grpSpPr>
        <p:sp>
          <p:nvSpPr>
            <p:cNvPr id="13119" name="Google Shape;13119;g2975d56d0dc_2_10697"/>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0" name="Google Shape;13120;g2975d56d0dc_2_10697"/>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1" name="Google Shape;13121;g2975d56d0dc_2_10697"/>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2" name="Google Shape;13122;g2975d56d0dc_2_10697"/>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3" name="Google Shape;13123;g2975d56d0dc_2_10697"/>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4" name="Google Shape;13124;g2975d56d0dc_2_10697"/>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5" name="Google Shape;13125;g2975d56d0dc_2_10697"/>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26" name="Google Shape;13126;g2975d56d0dc_2_10697"/>
          <p:cNvGrpSpPr/>
          <p:nvPr/>
        </p:nvGrpSpPr>
        <p:grpSpPr>
          <a:xfrm>
            <a:off x="6697681" y="1792917"/>
            <a:ext cx="280305" cy="359093"/>
            <a:chOff x="6697681" y="1968317"/>
            <a:chExt cx="280305" cy="359093"/>
          </a:xfrm>
        </p:grpSpPr>
        <p:sp>
          <p:nvSpPr>
            <p:cNvPr id="13127" name="Google Shape;13127;g2975d56d0dc_2_10697"/>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8" name="Google Shape;13128;g2975d56d0dc_2_10697"/>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9" name="Google Shape;13129;g2975d56d0dc_2_10697"/>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0" name="Google Shape;13130;g2975d56d0dc_2_10697"/>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1" name="Google Shape;13131;g2975d56d0dc_2_10697"/>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2" name="Google Shape;13132;g2975d56d0dc_2_10697"/>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3" name="Google Shape;13133;g2975d56d0dc_2_10697"/>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34" name="Google Shape;13134;g2975d56d0dc_2_10697"/>
          <p:cNvGrpSpPr/>
          <p:nvPr/>
        </p:nvGrpSpPr>
        <p:grpSpPr>
          <a:xfrm>
            <a:off x="6248839" y="1792537"/>
            <a:ext cx="280273" cy="358745"/>
            <a:chOff x="6248839" y="1967937"/>
            <a:chExt cx="280273" cy="358745"/>
          </a:xfrm>
        </p:grpSpPr>
        <p:sp>
          <p:nvSpPr>
            <p:cNvPr id="13135" name="Google Shape;13135;g2975d56d0dc_2_10697"/>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6" name="Google Shape;13136;g2975d56d0dc_2_10697"/>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7" name="Google Shape;13137;g2975d56d0dc_2_10697"/>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8" name="Google Shape;13138;g2975d56d0dc_2_10697"/>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9" name="Google Shape;13139;g2975d56d0dc_2_10697"/>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0" name="Google Shape;13140;g2975d56d0dc_2_10697"/>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41" name="Google Shape;13141;g2975d56d0dc_2_10697"/>
          <p:cNvGrpSpPr/>
          <p:nvPr/>
        </p:nvGrpSpPr>
        <p:grpSpPr>
          <a:xfrm>
            <a:off x="5801485" y="1793646"/>
            <a:ext cx="279164" cy="357793"/>
            <a:chOff x="5801485" y="1969046"/>
            <a:chExt cx="279164" cy="357793"/>
          </a:xfrm>
        </p:grpSpPr>
        <p:sp>
          <p:nvSpPr>
            <p:cNvPr id="13142" name="Google Shape;13142;g2975d56d0dc_2_10697"/>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3" name="Google Shape;13143;g2975d56d0dc_2_10697"/>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4" name="Google Shape;13144;g2975d56d0dc_2_10697"/>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5" name="Google Shape;13145;g2975d56d0dc_2_10697"/>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6" name="Google Shape;13146;g2975d56d0dc_2_10697"/>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7" name="Google Shape;13147;g2975d56d0dc_2_10697"/>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8" name="Google Shape;13148;g2975d56d0dc_2_10697"/>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9" name="Google Shape;13149;g2975d56d0dc_2_10697"/>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0" name="Google Shape;13150;g2975d56d0dc_2_10697"/>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1" name="Google Shape;13151;g2975d56d0dc_2_10697"/>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2" name="Google Shape;13152;g2975d56d0dc_2_10697"/>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3" name="Google Shape;13153;g2975d56d0dc_2_10697"/>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4" name="Google Shape;13154;g2975d56d0dc_2_10697"/>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55" name="Google Shape;13155;g2975d56d0dc_2_10697"/>
          <p:cNvGrpSpPr/>
          <p:nvPr/>
        </p:nvGrpSpPr>
        <p:grpSpPr>
          <a:xfrm>
            <a:off x="5352643" y="1793646"/>
            <a:ext cx="278404" cy="358364"/>
            <a:chOff x="5352643" y="1969046"/>
            <a:chExt cx="278404" cy="358364"/>
          </a:xfrm>
        </p:grpSpPr>
        <p:sp>
          <p:nvSpPr>
            <p:cNvPr id="13156" name="Google Shape;13156;g2975d56d0dc_2_10697"/>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7" name="Google Shape;13157;g2975d56d0dc_2_10697"/>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8" name="Google Shape;13158;g2975d56d0dc_2_10697"/>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9" name="Google Shape;13159;g2975d56d0dc_2_10697"/>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60" name="Google Shape;13160;g2975d56d0dc_2_10697"/>
          <p:cNvGrpSpPr/>
          <p:nvPr/>
        </p:nvGrpSpPr>
        <p:grpSpPr>
          <a:xfrm>
            <a:off x="4897750" y="1792917"/>
            <a:ext cx="279132" cy="358364"/>
            <a:chOff x="4897750" y="1968317"/>
            <a:chExt cx="279132" cy="358364"/>
          </a:xfrm>
        </p:grpSpPr>
        <p:sp>
          <p:nvSpPr>
            <p:cNvPr id="13161" name="Google Shape;13161;g2975d56d0dc_2_10697"/>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2" name="Google Shape;13162;g2975d56d0dc_2_10697"/>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3" name="Google Shape;13163;g2975d56d0dc_2_10697"/>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4" name="Google Shape;13164;g2975d56d0dc_2_10697"/>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5" name="Google Shape;13165;g2975d56d0dc_2_10697"/>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6" name="Google Shape;13166;g2975d56d0dc_2_10697"/>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7" name="Google Shape;13167;g2975d56d0dc_2_10697"/>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8" name="Google Shape;13168;g2975d56d0dc_2_10697"/>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9" name="Google Shape;13169;g2975d56d0dc_2_10697"/>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0" name="Google Shape;13170;g2975d56d0dc_2_10697"/>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1" name="Google Shape;13171;g2975d56d0dc_2_10697"/>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2" name="Google Shape;13172;g2975d56d0dc_2_10697"/>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3" name="Google Shape;13173;g2975d56d0dc_2_10697"/>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174" name="Google Shape;13174;g2975d56d0dc_2_10697"/>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175" name="Google Shape;13175;g2975d56d0dc_2_10697"/>
          <p:cNvGrpSpPr/>
          <p:nvPr/>
        </p:nvGrpSpPr>
        <p:grpSpPr>
          <a:xfrm>
            <a:off x="1767449" y="1337644"/>
            <a:ext cx="324403" cy="347783"/>
            <a:chOff x="1767449" y="1513044"/>
            <a:chExt cx="324403" cy="347783"/>
          </a:xfrm>
        </p:grpSpPr>
        <p:sp>
          <p:nvSpPr>
            <p:cNvPr id="13176" name="Google Shape;13176;g2975d56d0dc_2_10697"/>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7" name="Google Shape;13177;g2975d56d0dc_2_10697"/>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8" name="Google Shape;13178;g2975d56d0dc_2_10697"/>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9" name="Google Shape;13179;g2975d56d0dc_2_10697"/>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0" name="Google Shape;13180;g2975d56d0dc_2_10697"/>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1" name="Google Shape;13181;g2975d56d0dc_2_10697"/>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2" name="Google Shape;13182;g2975d56d0dc_2_10697"/>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3" name="Google Shape;13183;g2975d56d0dc_2_10697"/>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4" name="Google Shape;13184;g2975d56d0dc_2_10697"/>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85" name="Google Shape;13185;g2975d56d0dc_2_10697"/>
          <p:cNvGrpSpPr/>
          <p:nvPr/>
        </p:nvGrpSpPr>
        <p:grpSpPr>
          <a:xfrm>
            <a:off x="4007193" y="1337327"/>
            <a:ext cx="320633" cy="348100"/>
            <a:chOff x="4007193" y="1512727"/>
            <a:chExt cx="320633" cy="348100"/>
          </a:xfrm>
        </p:grpSpPr>
        <p:sp>
          <p:nvSpPr>
            <p:cNvPr id="13186" name="Google Shape;13186;g2975d56d0dc_2_10697"/>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7" name="Google Shape;13187;g2975d56d0dc_2_10697"/>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8" name="Google Shape;13188;g2975d56d0dc_2_10697"/>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9" name="Google Shape;13189;g2975d56d0dc_2_10697"/>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0" name="Google Shape;13190;g2975d56d0dc_2_10697"/>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91" name="Google Shape;13191;g2975d56d0dc_2_10697"/>
          <p:cNvGrpSpPr/>
          <p:nvPr/>
        </p:nvGrpSpPr>
        <p:grpSpPr>
          <a:xfrm>
            <a:off x="3530425" y="1333347"/>
            <a:ext cx="368175" cy="344594"/>
            <a:chOff x="3530425" y="1508747"/>
            <a:chExt cx="368175" cy="344594"/>
          </a:xfrm>
        </p:grpSpPr>
        <p:sp>
          <p:nvSpPr>
            <p:cNvPr id="13192" name="Google Shape;13192;g2975d56d0dc_2_10697"/>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3" name="Google Shape;13193;g2975d56d0dc_2_10697"/>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4" name="Google Shape;13194;g2975d56d0dc_2_10697"/>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5" name="Google Shape;13195;g2975d56d0dc_2_10697"/>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96" name="Google Shape;13196;g2975d56d0dc_2_10697"/>
          <p:cNvGrpSpPr/>
          <p:nvPr/>
        </p:nvGrpSpPr>
        <p:grpSpPr>
          <a:xfrm>
            <a:off x="3127598" y="1337834"/>
            <a:ext cx="289714" cy="347593"/>
            <a:chOff x="3127598" y="1513234"/>
            <a:chExt cx="289714" cy="347593"/>
          </a:xfrm>
        </p:grpSpPr>
        <p:sp>
          <p:nvSpPr>
            <p:cNvPr id="13197" name="Google Shape;13197;g2975d56d0dc_2_10697"/>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8" name="Google Shape;13198;g2975d56d0dc_2_10697"/>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9" name="Google Shape;13199;g2975d56d0dc_2_10697"/>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0" name="Google Shape;13200;g2975d56d0dc_2_10697"/>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1" name="Google Shape;13201;g2975d56d0dc_2_10697"/>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02" name="Google Shape;13202;g2975d56d0dc_2_10697"/>
          <p:cNvGrpSpPr/>
          <p:nvPr/>
        </p:nvGrpSpPr>
        <p:grpSpPr>
          <a:xfrm>
            <a:off x="2662884" y="1337644"/>
            <a:ext cx="322914" cy="348543"/>
            <a:chOff x="2662884" y="1513044"/>
            <a:chExt cx="322914" cy="348543"/>
          </a:xfrm>
        </p:grpSpPr>
        <p:sp>
          <p:nvSpPr>
            <p:cNvPr id="13203" name="Google Shape;13203;g2975d56d0dc_2_10697"/>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4" name="Google Shape;13204;g2975d56d0dc_2_10697"/>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5" name="Google Shape;13205;g2975d56d0dc_2_10697"/>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6" name="Google Shape;13206;g2975d56d0dc_2_10697"/>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7" name="Google Shape;13207;g2975d56d0dc_2_10697"/>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8" name="Google Shape;13208;g2975d56d0dc_2_10697"/>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9" name="Google Shape;13209;g2975d56d0dc_2_10697"/>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0" name="Google Shape;13210;g2975d56d0dc_2_10697"/>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1" name="Google Shape;13211;g2975d56d0dc_2_10697"/>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2" name="Google Shape;13212;g2975d56d0dc_2_10697"/>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13" name="Google Shape;13213;g2975d56d0dc_2_10697"/>
          <p:cNvGrpSpPr/>
          <p:nvPr/>
        </p:nvGrpSpPr>
        <p:grpSpPr>
          <a:xfrm>
            <a:off x="2232511" y="1337359"/>
            <a:ext cx="299534" cy="348068"/>
            <a:chOff x="2232511" y="1512759"/>
            <a:chExt cx="299534" cy="348068"/>
          </a:xfrm>
        </p:grpSpPr>
        <p:sp>
          <p:nvSpPr>
            <p:cNvPr id="13214" name="Google Shape;13214;g2975d56d0dc_2_10697"/>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5" name="Google Shape;13215;g2975d56d0dc_2_10697"/>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6" name="Google Shape;13216;g2975d56d0dc_2_10697"/>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7" name="Google Shape;13217;g2975d56d0dc_2_10697"/>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8" name="Google Shape;13218;g2975d56d0dc_2_10697"/>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9" name="Google Shape;13219;g2975d56d0dc_2_10697"/>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0" name="Google Shape;13220;g2975d56d0dc_2_10697"/>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1" name="Google Shape;13221;g2975d56d0dc_2_10697"/>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2" name="Google Shape;13222;g2975d56d0dc_2_10697"/>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3" name="Google Shape;13223;g2975d56d0dc_2_10697"/>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4" name="Google Shape;13224;g2975d56d0dc_2_10697"/>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25" name="Google Shape;13225;g2975d56d0dc_2_10697"/>
          <p:cNvGrpSpPr/>
          <p:nvPr/>
        </p:nvGrpSpPr>
        <p:grpSpPr>
          <a:xfrm>
            <a:off x="1331406" y="1337961"/>
            <a:ext cx="301783" cy="348606"/>
            <a:chOff x="1331406" y="1513361"/>
            <a:chExt cx="301783" cy="348606"/>
          </a:xfrm>
        </p:grpSpPr>
        <p:sp>
          <p:nvSpPr>
            <p:cNvPr id="13226" name="Google Shape;13226;g2975d56d0dc_2_10697"/>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7" name="Google Shape;13227;g2975d56d0dc_2_10697"/>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8" name="Google Shape;13228;g2975d56d0dc_2_10697"/>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9" name="Google Shape;13229;g2975d56d0dc_2_10697"/>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30" name="Google Shape;13230;g2975d56d0dc_2_10697"/>
          <p:cNvGrpSpPr/>
          <p:nvPr/>
        </p:nvGrpSpPr>
        <p:grpSpPr>
          <a:xfrm>
            <a:off x="7144274" y="1324814"/>
            <a:ext cx="282174" cy="355735"/>
            <a:chOff x="7144274" y="1500214"/>
            <a:chExt cx="282174" cy="355735"/>
          </a:xfrm>
        </p:grpSpPr>
        <p:sp>
          <p:nvSpPr>
            <p:cNvPr id="13231" name="Google Shape;13231;g2975d56d0dc_2_10697"/>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2" name="Google Shape;13232;g2975d56d0dc_2_10697"/>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3" name="Google Shape;13233;g2975d56d0dc_2_10697"/>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4" name="Google Shape;13234;g2975d56d0dc_2_10697"/>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5" name="Google Shape;13235;g2975d56d0dc_2_10697"/>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6" name="Google Shape;13236;g2975d56d0dc_2_10697"/>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37" name="Google Shape;13237;g2975d56d0dc_2_10697"/>
          <p:cNvGrpSpPr/>
          <p:nvPr/>
        </p:nvGrpSpPr>
        <p:grpSpPr>
          <a:xfrm>
            <a:off x="6685262" y="1324814"/>
            <a:ext cx="289682" cy="354594"/>
            <a:chOff x="6685262" y="1500214"/>
            <a:chExt cx="289682" cy="354594"/>
          </a:xfrm>
        </p:grpSpPr>
        <p:sp>
          <p:nvSpPr>
            <p:cNvPr id="13238" name="Google Shape;13238;g2975d56d0dc_2_10697"/>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9" name="Google Shape;13239;g2975d56d0dc_2_10697"/>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0" name="Google Shape;13240;g2975d56d0dc_2_10697"/>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1" name="Google Shape;13241;g2975d56d0dc_2_10697"/>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42" name="Google Shape;13242;g2975d56d0dc_2_10697"/>
          <p:cNvGrpSpPr/>
          <p:nvPr/>
        </p:nvGrpSpPr>
        <p:grpSpPr>
          <a:xfrm>
            <a:off x="6200938" y="1325194"/>
            <a:ext cx="322154" cy="355355"/>
            <a:chOff x="6200938" y="1500594"/>
            <a:chExt cx="322154" cy="355355"/>
          </a:xfrm>
        </p:grpSpPr>
        <p:sp>
          <p:nvSpPr>
            <p:cNvPr id="13243" name="Google Shape;13243;g2975d56d0dc_2_10697"/>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4" name="Google Shape;13244;g2975d56d0dc_2_10697"/>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5" name="Google Shape;13245;g2975d56d0dc_2_10697"/>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6" name="Google Shape;13246;g2975d56d0dc_2_10697"/>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7" name="Google Shape;13247;g2975d56d0dc_2_10697"/>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48" name="Google Shape;13248;g2975d56d0dc_2_10697"/>
          <p:cNvGrpSpPr/>
          <p:nvPr/>
        </p:nvGrpSpPr>
        <p:grpSpPr>
          <a:xfrm>
            <a:off x="5289631" y="1324814"/>
            <a:ext cx="332355" cy="354974"/>
            <a:chOff x="5289631" y="1500214"/>
            <a:chExt cx="332355" cy="354974"/>
          </a:xfrm>
        </p:grpSpPr>
        <p:sp>
          <p:nvSpPr>
            <p:cNvPr id="13249" name="Google Shape;13249;g2975d56d0dc_2_10697"/>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0" name="Google Shape;13250;g2975d56d0dc_2_10697"/>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1" name="Google Shape;13251;g2975d56d0dc_2_10697"/>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2" name="Google Shape;13252;g2975d56d0dc_2_10697"/>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3" name="Google Shape;13253;g2975d56d0dc_2_10697"/>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4" name="Google Shape;13254;g2975d56d0dc_2_10697"/>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55" name="Google Shape;13255;g2975d56d0dc_2_10697"/>
          <p:cNvGrpSpPr/>
          <p:nvPr/>
        </p:nvGrpSpPr>
        <p:grpSpPr>
          <a:xfrm>
            <a:off x="5748295" y="1324433"/>
            <a:ext cx="323294" cy="356116"/>
            <a:chOff x="5748295" y="1499833"/>
            <a:chExt cx="323294" cy="356116"/>
          </a:xfrm>
        </p:grpSpPr>
        <p:sp>
          <p:nvSpPr>
            <p:cNvPr id="13256" name="Google Shape;13256;g2975d56d0dc_2_10697"/>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7" name="Google Shape;13257;g2975d56d0dc_2_10697"/>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8" name="Google Shape;13258;g2975d56d0dc_2_10697"/>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9" name="Google Shape;13259;g2975d56d0dc_2_10697"/>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0" name="Google Shape;13260;g2975d56d0dc_2_10697"/>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1" name="Google Shape;13261;g2975d56d0dc_2_10697"/>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2" name="Google Shape;13262;g2975d56d0dc_2_10697"/>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63" name="Google Shape;13263;g2975d56d0dc_2_10697"/>
          <p:cNvGrpSpPr/>
          <p:nvPr/>
        </p:nvGrpSpPr>
        <p:grpSpPr>
          <a:xfrm>
            <a:off x="8047661" y="1325637"/>
            <a:ext cx="278404" cy="355260"/>
            <a:chOff x="8047661" y="1501037"/>
            <a:chExt cx="278404" cy="355260"/>
          </a:xfrm>
        </p:grpSpPr>
        <p:sp>
          <p:nvSpPr>
            <p:cNvPr id="13264" name="Google Shape;13264;g2975d56d0dc_2_10697"/>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5" name="Google Shape;13265;g2975d56d0dc_2_10697"/>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6" name="Google Shape;13266;g2975d56d0dc_2_10697"/>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7" name="Google Shape;13267;g2975d56d0dc_2_10697"/>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68" name="Google Shape;13268;g2975d56d0dc_2_10697"/>
          <p:cNvGrpSpPr/>
          <p:nvPr/>
        </p:nvGrpSpPr>
        <p:grpSpPr>
          <a:xfrm>
            <a:off x="4903389" y="1324814"/>
            <a:ext cx="267854" cy="355735"/>
            <a:chOff x="4903389" y="1500214"/>
            <a:chExt cx="267854" cy="355735"/>
          </a:xfrm>
        </p:grpSpPr>
        <p:sp>
          <p:nvSpPr>
            <p:cNvPr id="13269" name="Google Shape;13269;g2975d56d0dc_2_10697"/>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0" name="Google Shape;13270;g2975d56d0dc_2_10697"/>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1" name="Google Shape;13271;g2975d56d0dc_2_10697"/>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2" name="Google Shape;13272;g2975d56d0dc_2_10697"/>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3" name="Google Shape;13273;g2975d56d0dc_2_10697"/>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74" name="Google Shape;13274;g2975d56d0dc_2_10697"/>
          <p:cNvGrpSpPr/>
          <p:nvPr/>
        </p:nvGrpSpPr>
        <p:grpSpPr>
          <a:xfrm>
            <a:off x="7613518" y="1325954"/>
            <a:ext cx="264433" cy="353074"/>
            <a:chOff x="7613518" y="1501354"/>
            <a:chExt cx="264433" cy="353074"/>
          </a:xfrm>
        </p:grpSpPr>
        <p:sp>
          <p:nvSpPr>
            <p:cNvPr id="13275" name="Google Shape;13275;g2975d56d0dc_2_10697"/>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6" name="Google Shape;13276;g2975d56d0dc_2_10697"/>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7" name="Google Shape;13277;g2975d56d0dc_2_10697"/>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8" name="Google Shape;13278;g2975d56d0dc_2_10697"/>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9" name="Google Shape;13279;g2975d56d0dc_2_10697"/>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0" name="Google Shape;13280;g2975d56d0dc_2_10697"/>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81" name="Google Shape;13281;g2975d56d0dc_2_10697"/>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Help &amp; Support Icons</a:t>
            </a:r>
            <a:endParaRPr b="0" i="0" sz="2400" u="none" cap="none" strike="noStrike">
              <a:solidFill>
                <a:srgbClr val="FFFFFF"/>
              </a:solidFill>
              <a:latin typeface="Arial"/>
              <a:ea typeface="Arial"/>
              <a:cs typeface="Arial"/>
              <a:sym typeface="Arial"/>
            </a:endParaRPr>
          </a:p>
        </p:txBody>
      </p:sp>
      <p:sp>
        <p:nvSpPr>
          <p:cNvPr id="13282" name="Google Shape;13282;g2975d56d0dc_2_10697"/>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Avatar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86" name="Shape 13286"/>
        <p:cNvGrpSpPr/>
        <p:nvPr/>
      </p:nvGrpSpPr>
      <p:grpSpPr>
        <a:xfrm>
          <a:off x="0" y="0"/>
          <a:ext cx="0" cy="0"/>
          <a:chOff x="0" y="0"/>
          <a:chExt cx="0" cy="0"/>
        </a:xfrm>
      </p:grpSpPr>
      <p:grpSp>
        <p:nvGrpSpPr>
          <p:cNvPr id="13287" name="Google Shape;13287;g2975d56d0dc_2_11437"/>
          <p:cNvGrpSpPr/>
          <p:nvPr/>
        </p:nvGrpSpPr>
        <p:grpSpPr>
          <a:xfrm>
            <a:off x="1757085" y="1325225"/>
            <a:ext cx="371069" cy="359396"/>
            <a:chOff x="1757085" y="1500675"/>
            <a:chExt cx="371069" cy="359396"/>
          </a:xfrm>
        </p:grpSpPr>
        <p:sp>
          <p:nvSpPr>
            <p:cNvPr id="13288" name="Google Shape;13288;g2975d56d0dc_2_11437"/>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9" name="Google Shape;13289;g2975d56d0dc_2_11437"/>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0" name="Google Shape;13290;g2975d56d0dc_2_11437"/>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1" name="Google Shape;13291;g2975d56d0dc_2_11437"/>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2" name="Google Shape;13292;g2975d56d0dc_2_1143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3" name="Google Shape;13293;g2975d56d0dc_2_1143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4" name="Google Shape;13294;g2975d56d0dc_2_1143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5" name="Google Shape;13295;g2975d56d0dc_2_11437"/>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6" name="Google Shape;13296;g2975d56d0dc_2_1143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7" name="Google Shape;13297;g2975d56d0dc_2_11437"/>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8" name="Google Shape;13298;g2975d56d0dc_2_11437"/>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9" name="Google Shape;13299;g2975d56d0dc_2_1143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0" name="Google Shape;13300;g2975d56d0dc_2_1143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1" name="Google Shape;13301;g2975d56d0dc_2_11437"/>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2" name="Google Shape;13302;g2975d56d0dc_2_11437"/>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3" name="Google Shape;13303;g2975d56d0dc_2_1143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4" name="Google Shape;13304;g2975d56d0dc_2_11437"/>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5" name="Google Shape;13305;g2975d56d0dc_2_1143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6" name="Google Shape;13306;g2975d56d0dc_2_1143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7" name="Google Shape;13307;g2975d56d0dc_2_1143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8" name="Google Shape;13308;g2975d56d0dc_2_1143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9" name="Google Shape;13309;g2975d56d0dc_2_1143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0" name="Google Shape;13310;g2975d56d0dc_2_11437"/>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1" name="Google Shape;13311;g2975d56d0dc_2_11437"/>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2" name="Google Shape;13312;g2975d56d0dc_2_11437"/>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3" name="Google Shape;13313;g2975d56d0dc_2_11437"/>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4" name="Google Shape;13314;g2975d56d0dc_2_11437"/>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5" name="Google Shape;13315;g2975d56d0dc_2_11437"/>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6" name="Google Shape;13316;g2975d56d0dc_2_11437"/>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17" name="Google Shape;13317;g2975d56d0dc_2_11437"/>
          <p:cNvGrpSpPr/>
          <p:nvPr/>
        </p:nvGrpSpPr>
        <p:grpSpPr>
          <a:xfrm>
            <a:off x="2774209" y="1779241"/>
            <a:ext cx="116693" cy="374187"/>
            <a:chOff x="2774209" y="1954691"/>
            <a:chExt cx="116693" cy="374187"/>
          </a:xfrm>
        </p:grpSpPr>
        <p:sp>
          <p:nvSpPr>
            <p:cNvPr id="13318" name="Google Shape;13318;g2975d56d0dc_2_11437"/>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9" name="Google Shape;13319;g2975d56d0dc_2_11437"/>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20" name="Google Shape;13320;g2975d56d0dc_2_11437"/>
          <p:cNvGrpSpPr/>
          <p:nvPr/>
        </p:nvGrpSpPr>
        <p:grpSpPr>
          <a:xfrm>
            <a:off x="4017435" y="1324462"/>
            <a:ext cx="315091" cy="359397"/>
            <a:chOff x="4017435" y="1499912"/>
            <a:chExt cx="315091" cy="359397"/>
          </a:xfrm>
        </p:grpSpPr>
        <p:sp>
          <p:nvSpPr>
            <p:cNvPr id="13321" name="Google Shape;13321;g2975d56d0dc_2_11437"/>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2" name="Google Shape;13322;g2975d56d0dc_2_11437"/>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23" name="Google Shape;13323;g2975d56d0dc_2_11437"/>
          <p:cNvGrpSpPr/>
          <p:nvPr/>
        </p:nvGrpSpPr>
        <p:grpSpPr>
          <a:xfrm>
            <a:off x="3963652" y="1824309"/>
            <a:ext cx="374155" cy="284051"/>
            <a:chOff x="3963652" y="1999759"/>
            <a:chExt cx="374155" cy="284051"/>
          </a:xfrm>
        </p:grpSpPr>
        <p:sp>
          <p:nvSpPr>
            <p:cNvPr id="13324" name="Google Shape;13324;g2975d56d0dc_2_11437"/>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5" name="Google Shape;13325;g2975d56d0dc_2_11437"/>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6" name="Google Shape;13326;g2975d56d0dc_2_11437"/>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27" name="Google Shape;13327;g2975d56d0dc_2_11437"/>
          <p:cNvGrpSpPr/>
          <p:nvPr/>
        </p:nvGrpSpPr>
        <p:grpSpPr>
          <a:xfrm>
            <a:off x="1777536" y="1839416"/>
            <a:ext cx="376444" cy="253772"/>
            <a:chOff x="1777536" y="2014866"/>
            <a:chExt cx="376444" cy="253772"/>
          </a:xfrm>
        </p:grpSpPr>
        <p:sp>
          <p:nvSpPr>
            <p:cNvPr id="13328" name="Google Shape;13328;g2975d56d0dc_2_11437"/>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9" name="Google Shape;13329;g2975d56d0dc_2_11437"/>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0" name="Google Shape;13330;g2975d56d0dc_2_11437"/>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1" name="Google Shape;13331;g2975d56d0dc_2_11437"/>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2" name="Google Shape;13332;g2975d56d0dc_2_11437"/>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33" name="Google Shape;13333;g2975d56d0dc_2_11437"/>
          <p:cNvGrpSpPr/>
          <p:nvPr/>
        </p:nvGrpSpPr>
        <p:grpSpPr>
          <a:xfrm>
            <a:off x="1309875" y="1881876"/>
            <a:ext cx="374154" cy="169680"/>
            <a:chOff x="1309875" y="2057326"/>
            <a:chExt cx="374154" cy="169680"/>
          </a:xfrm>
        </p:grpSpPr>
        <p:sp>
          <p:nvSpPr>
            <p:cNvPr id="13334" name="Google Shape;13334;g2975d56d0dc_2_1143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5" name="Google Shape;13335;g2975d56d0dc_2_1143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6" name="Google Shape;13336;g2975d56d0dc_2_1143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7" name="Google Shape;13337;g2975d56d0dc_2_11437"/>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8" name="Google Shape;13338;g2975d56d0dc_2_11437"/>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9" name="Google Shape;13339;g2975d56d0dc_2_11437"/>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0" name="Google Shape;13340;g2975d56d0dc_2_1143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1" name="Google Shape;13341;g2975d56d0dc_2_1143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2" name="Google Shape;13342;g2975d56d0dc_2_11437"/>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3" name="Google Shape;13343;g2975d56d0dc_2_11437"/>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4" name="Google Shape;13344;g2975d56d0dc_2_11437"/>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45" name="Google Shape;13345;g2975d56d0dc_2_11437"/>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46" name="Google Shape;13346;g2975d56d0dc_2_11437"/>
          <p:cNvGrpSpPr/>
          <p:nvPr/>
        </p:nvGrpSpPr>
        <p:grpSpPr>
          <a:xfrm>
            <a:off x="2347450" y="1779114"/>
            <a:ext cx="113638" cy="373168"/>
            <a:chOff x="2347450" y="1954564"/>
            <a:chExt cx="113638" cy="373168"/>
          </a:xfrm>
        </p:grpSpPr>
        <p:sp>
          <p:nvSpPr>
            <p:cNvPr id="13347" name="Google Shape;13347;g2975d56d0dc_2_11437"/>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8" name="Google Shape;13348;g2975d56d0dc_2_11437"/>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49" name="Google Shape;13349;g2975d56d0dc_2_11437"/>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50" name="Google Shape;13350;g2975d56d0dc_2_11437"/>
          <p:cNvGrpSpPr/>
          <p:nvPr/>
        </p:nvGrpSpPr>
        <p:grpSpPr>
          <a:xfrm>
            <a:off x="3110102" y="1324430"/>
            <a:ext cx="330613" cy="358378"/>
            <a:chOff x="3110102" y="1499880"/>
            <a:chExt cx="330613" cy="358378"/>
          </a:xfrm>
        </p:grpSpPr>
        <p:sp>
          <p:nvSpPr>
            <p:cNvPr id="13351" name="Google Shape;13351;g2975d56d0dc_2_11437"/>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2" name="Google Shape;13352;g2975d56d0dc_2_11437"/>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3" name="Google Shape;13353;g2975d56d0dc_2_11437"/>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4" name="Google Shape;13354;g2975d56d0dc_2_11437"/>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5" name="Google Shape;13355;g2975d56d0dc_2_11437"/>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6" name="Google Shape;13356;g2975d56d0dc_2_11437"/>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7" name="Google Shape;13357;g2975d56d0dc_2_11437"/>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58" name="Google Shape;13358;g2975d56d0dc_2_11437"/>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59" name="Google Shape;13359;g2975d56d0dc_2_11437"/>
          <p:cNvGrpSpPr/>
          <p:nvPr/>
        </p:nvGrpSpPr>
        <p:grpSpPr>
          <a:xfrm>
            <a:off x="3485575" y="1824309"/>
            <a:ext cx="373772" cy="284051"/>
            <a:chOff x="3531200" y="1999759"/>
            <a:chExt cx="373772" cy="284051"/>
          </a:xfrm>
        </p:grpSpPr>
        <p:sp>
          <p:nvSpPr>
            <p:cNvPr id="13360" name="Google Shape;13360;g2975d56d0dc_2_11437"/>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1" name="Google Shape;13361;g2975d56d0dc_2_11437"/>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2" name="Google Shape;13362;g2975d56d0dc_2_11437"/>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3" name="Google Shape;13363;g2975d56d0dc_2_11437"/>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64" name="Google Shape;13364;g2975d56d0dc_2_11437"/>
          <p:cNvGrpSpPr/>
          <p:nvPr/>
        </p:nvGrpSpPr>
        <p:grpSpPr>
          <a:xfrm>
            <a:off x="2667058" y="1324843"/>
            <a:ext cx="330231" cy="359015"/>
            <a:chOff x="2667058" y="1500293"/>
            <a:chExt cx="330231" cy="359015"/>
          </a:xfrm>
        </p:grpSpPr>
        <p:sp>
          <p:nvSpPr>
            <p:cNvPr id="13365" name="Google Shape;13365;g2975d56d0dc_2_11437"/>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6" name="Google Shape;13366;g2975d56d0dc_2_11437"/>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7" name="Google Shape;13367;g2975d56d0dc_2_11437"/>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8" name="Google Shape;13368;g2975d56d0dc_2_11437"/>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9" name="Google Shape;13369;g2975d56d0dc_2_11437"/>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0" name="Google Shape;13370;g2975d56d0dc_2_1143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1" name="Google Shape;13371;g2975d56d0dc_2_1143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2" name="Google Shape;13372;g2975d56d0dc_2_1143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3" name="Google Shape;13373;g2975d56d0dc_2_1143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4" name="Google Shape;13374;g2975d56d0dc_2_11437"/>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5" name="Google Shape;13375;g2975d56d0dc_2_11437"/>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6" name="Google Shape;13376;g2975d56d0dc_2_1143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7" name="Google Shape;13377;g2975d56d0dc_2_1143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8" name="Google Shape;13378;g2975d56d0dc_2_11437"/>
            <p:cNvSpPr/>
            <p:nvPr/>
          </p:nvSpPr>
          <p:spPr>
            <a:xfrm>
              <a:off x="2923438" y="1576784"/>
              <a:ext cx="0" cy="32"/>
            </a:xfrm>
            <a:custGeom>
              <a:rect b="b" l="l" r="r" t="t"/>
              <a:pathLst>
                <a:path extrusionOk="0" h="1" w="12000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9" name="Google Shape;13379;g2975d56d0dc_2_11437"/>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0" name="Google Shape;13380;g2975d56d0dc_2_11437"/>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1" name="Google Shape;13381;g2975d56d0dc_2_11437"/>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2" name="Google Shape;13382;g2975d56d0dc_2_11437"/>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83" name="Google Shape;13383;g2975d56d0dc_2_11437"/>
          <p:cNvGrpSpPr/>
          <p:nvPr/>
        </p:nvGrpSpPr>
        <p:grpSpPr>
          <a:xfrm>
            <a:off x="3567553" y="1324462"/>
            <a:ext cx="320022" cy="359778"/>
            <a:chOff x="3567553" y="1499912"/>
            <a:chExt cx="320022" cy="359778"/>
          </a:xfrm>
        </p:grpSpPr>
        <p:sp>
          <p:nvSpPr>
            <p:cNvPr id="13384" name="Google Shape;13384;g2975d56d0dc_2_11437"/>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5" name="Google Shape;13385;g2975d56d0dc_2_11437"/>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6" name="Google Shape;13386;g2975d56d0dc_2_11437"/>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7" name="Google Shape;13387;g2975d56d0dc_2_11437"/>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8" name="Google Shape;13388;g2975d56d0dc_2_11437"/>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9" name="Google Shape;13389;g2975d56d0dc_2_11437"/>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90" name="Google Shape;13390;g2975d56d0dc_2_11437"/>
          <p:cNvGrpSpPr/>
          <p:nvPr/>
        </p:nvGrpSpPr>
        <p:grpSpPr>
          <a:xfrm>
            <a:off x="1309875" y="1324462"/>
            <a:ext cx="359015" cy="358633"/>
            <a:chOff x="1309875" y="1499912"/>
            <a:chExt cx="359015" cy="358633"/>
          </a:xfrm>
        </p:grpSpPr>
        <p:sp>
          <p:nvSpPr>
            <p:cNvPr id="13391" name="Google Shape;13391;g2975d56d0dc_2_11437"/>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2" name="Google Shape;13392;g2975d56d0dc_2_11437"/>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3" name="Google Shape;13393;g2975d56d0dc_2_11437"/>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4" name="Google Shape;13394;g2975d56d0dc_2_11437"/>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5" name="Google Shape;13395;g2975d56d0dc_2_11437"/>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6" name="Google Shape;13396;g2975d56d0dc_2_11437"/>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7" name="Google Shape;13397;g2975d56d0dc_2_11437"/>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8" name="Google Shape;13398;g2975d56d0dc_2_11437"/>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9" name="Google Shape;13399;g2975d56d0dc_2_11437"/>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00" name="Google Shape;13400;g2975d56d0dc_2_11437"/>
          <p:cNvGrpSpPr/>
          <p:nvPr/>
        </p:nvGrpSpPr>
        <p:grpSpPr>
          <a:xfrm>
            <a:off x="2219466" y="1324843"/>
            <a:ext cx="330613" cy="359015"/>
            <a:chOff x="2219466" y="1500293"/>
            <a:chExt cx="330613" cy="359015"/>
          </a:xfrm>
        </p:grpSpPr>
        <p:sp>
          <p:nvSpPr>
            <p:cNvPr id="13401" name="Google Shape;13401;g2975d56d0dc_2_11437"/>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2" name="Google Shape;13402;g2975d56d0dc_2_11437"/>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03" name="Google Shape;13403;g2975d56d0dc_2_11437"/>
          <p:cNvGrpSpPr/>
          <p:nvPr/>
        </p:nvGrpSpPr>
        <p:grpSpPr>
          <a:xfrm>
            <a:off x="5343544" y="1333908"/>
            <a:ext cx="244676" cy="351095"/>
            <a:chOff x="5343544" y="1509358"/>
            <a:chExt cx="244676" cy="351095"/>
          </a:xfrm>
        </p:grpSpPr>
        <p:sp>
          <p:nvSpPr>
            <p:cNvPr id="13404" name="Google Shape;13404;g2975d56d0dc_2_11437"/>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5" name="Google Shape;13405;g2975d56d0dc_2_11437"/>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6" name="Google Shape;13406;g2975d56d0dc_2_11437"/>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07" name="Google Shape;13407;g2975d56d0dc_2_11437"/>
          <p:cNvGrpSpPr/>
          <p:nvPr/>
        </p:nvGrpSpPr>
        <p:grpSpPr>
          <a:xfrm>
            <a:off x="4882340" y="1333908"/>
            <a:ext cx="246171" cy="351095"/>
            <a:chOff x="4882340" y="1509358"/>
            <a:chExt cx="246171" cy="351095"/>
          </a:xfrm>
        </p:grpSpPr>
        <p:sp>
          <p:nvSpPr>
            <p:cNvPr id="13408" name="Google Shape;13408;g2975d56d0dc_2_11437"/>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9" name="Google Shape;13409;g2975d56d0dc_2_11437"/>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0" name="Google Shape;13410;g2975d56d0dc_2_11437"/>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1" name="Google Shape;13411;g2975d56d0dc_2_11437"/>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2" name="Google Shape;13412;g2975d56d0dc_2_11437"/>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13" name="Google Shape;13413;g2975d56d0dc_2_11437"/>
          <p:cNvGrpSpPr/>
          <p:nvPr/>
        </p:nvGrpSpPr>
        <p:grpSpPr>
          <a:xfrm>
            <a:off x="6273204" y="1333558"/>
            <a:ext cx="236343" cy="351445"/>
            <a:chOff x="6273204" y="1509008"/>
            <a:chExt cx="236343" cy="351445"/>
          </a:xfrm>
        </p:grpSpPr>
        <p:sp>
          <p:nvSpPr>
            <p:cNvPr id="13414" name="Google Shape;13414;g2975d56d0dc_2_11437"/>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5" name="Google Shape;13415;g2975d56d0dc_2_11437"/>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16" name="Google Shape;13416;g2975d56d0dc_2_11437"/>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17" name="Google Shape;13417;g2975d56d0dc_2_11437"/>
          <p:cNvGrpSpPr/>
          <p:nvPr/>
        </p:nvGrpSpPr>
        <p:grpSpPr>
          <a:xfrm>
            <a:off x="7219530" y="1332794"/>
            <a:ext cx="191625" cy="352209"/>
            <a:chOff x="7219530" y="1508244"/>
            <a:chExt cx="191625" cy="352209"/>
          </a:xfrm>
        </p:grpSpPr>
        <p:sp>
          <p:nvSpPr>
            <p:cNvPr id="13418" name="Google Shape;13418;g2975d56d0dc_2_11437"/>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9" name="Google Shape;13419;g2975d56d0dc_2_11437"/>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20" name="Google Shape;13420;g2975d56d0dc_2_11437"/>
          <p:cNvGrpSpPr/>
          <p:nvPr/>
        </p:nvGrpSpPr>
        <p:grpSpPr>
          <a:xfrm>
            <a:off x="7699309" y="1333176"/>
            <a:ext cx="154922" cy="351827"/>
            <a:chOff x="7699309" y="1508626"/>
            <a:chExt cx="154922" cy="351827"/>
          </a:xfrm>
        </p:grpSpPr>
        <p:sp>
          <p:nvSpPr>
            <p:cNvPr id="13421" name="Google Shape;13421;g2975d56d0dc_2_11437"/>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2" name="Google Shape;13422;g2975d56d0dc_2_11437"/>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3" name="Google Shape;13423;g2975d56d0dc_2_11437"/>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4" name="Google Shape;13424;g2975d56d0dc_2_11437"/>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5" name="Google Shape;13425;g2975d56d0dc_2_11437"/>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6" name="Google Shape;13426;g2975d56d0dc_2_11437"/>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7" name="Google Shape;13427;g2975d56d0dc_2_11437"/>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28" name="Google Shape;13428;g2975d56d0dc_2_11437"/>
          <p:cNvGrpSpPr/>
          <p:nvPr/>
        </p:nvGrpSpPr>
        <p:grpSpPr>
          <a:xfrm>
            <a:off x="8161690" y="1333558"/>
            <a:ext cx="153396" cy="351064"/>
            <a:chOff x="8161690" y="1509008"/>
            <a:chExt cx="153396" cy="351064"/>
          </a:xfrm>
        </p:grpSpPr>
        <p:sp>
          <p:nvSpPr>
            <p:cNvPr id="13429" name="Google Shape;13429;g2975d56d0dc_2_11437"/>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0" name="Google Shape;13430;g2975d56d0dc_2_11437"/>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1" name="Google Shape;13431;g2975d56d0dc_2_11437"/>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2" name="Google Shape;13432;g2975d56d0dc_2_11437"/>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33" name="Google Shape;13433;g2975d56d0dc_2_11437"/>
          <p:cNvGrpSpPr/>
          <p:nvPr/>
        </p:nvGrpSpPr>
        <p:grpSpPr>
          <a:xfrm>
            <a:off x="6746940" y="1333431"/>
            <a:ext cx="213221" cy="352304"/>
            <a:chOff x="6746940" y="1508881"/>
            <a:chExt cx="213221" cy="352304"/>
          </a:xfrm>
        </p:grpSpPr>
        <p:sp>
          <p:nvSpPr>
            <p:cNvPr id="13434" name="Google Shape;13434;g2975d56d0dc_2_11437"/>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5" name="Google Shape;13435;g2975d56d0dc_2_11437"/>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6" name="Google Shape;13436;g2975d56d0dc_2_11437"/>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7" name="Google Shape;13437;g2975d56d0dc_2_11437"/>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38" name="Google Shape;13438;g2975d56d0dc_2_11437"/>
          <p:cNvGrpSpPr/>
          <p:nvPr/>
        </p:nvGrpSpPr>
        <p:grpSpPr>
          <a:xfrm>
            <a:off x="5770336" y="1832165"/>
            <a:ext cx="350682" cy="292097"/>
            <a:chOff x="5770336" y="2007615"/>
            <a:chExt cx="350682" cy="292097"/>
          </a:xfrm>
        </p:grpSpPr>
        <p:sp>
          <p:nvSpPr>
            <p:cNvPr id="13439" name="Google Shape;13439;g2975d56d0dc_2_11437"/>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0" name="Google Shape;13440;g2975d56d0dc_2_11437"/>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1" name="Google Shape;13441;g2975d56d0dc_2_11437"/>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2" name="Google Shape;13442;g2975d56d0dc_2_11437"/>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43" name="Google Shape;13443;g2975d56d0dc_2_11437"/>
          <p:cNvGrpSpPr/>
          <p:nvPr/>
        </p:nvGrpSpPr>
        <p:grpSpPr>
          <a:xfrm>
            <a:off x="5326878" y="1804908"/>
            <a:ext cx="350332" cy="346229"/>
            <a:chOff x="5326878" y="1980358"/>
            <a:chExt cx="350332" cy="346229"/>
          </a:xfrm>
        </p:grpSpPr>
        <p:sp>
          <p:nvSpPr>
            <p:cNvPr id="13444" name="Google Shape;13444;g2975d56d0dc_2_11437"/>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5" name="Google Shape;13445;g2975d56d0dc_2_11437"/>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6" name="Google Shape;13446;g2975d56d0dc_2_11437"/>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7" name="Google Shape;13447;g2975d56d0dc_2_11437"/>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48" name="Google Shape;13448;g2975d56d0dc_2_11437"/>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49" name="Google Shape;13449;g2975d56d0dc_2_11437"/>
          <p:cNvGrpSpPr/>
          <p:nvPr/>
        </p:nvGrpSpPr>
        <p:grpSpPr>
          <a:xfrm>
            <a:off x="4883835" y="1817121"/>
            <a:ext cx="350300" cy="323044"/>
            <a:chOff x="4883835" y="1992571"/>
            <a:chExt cx="350300" cy="323044"/>
          </a:xfrm>
        </p:grpSpPr>
        <p:sp>
          <p:nvSpPr>
            <p:cNvPr id="13450" name="Google Shape;13450;g2975d56d0dc_2_11437"/>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1" name="Google Shape;13451;g2975d56d0dc_2_11437"/>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2" name="Google Shape;13452;g2975d56d0dc_2_11437"/>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3" name="Google Shape;13453;g2975d56d0dc_2_11437"/>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4" name="Google Shape;13454;g2975d56d0dc_2_11437"/>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5" name="Google Shape;13455;g2975d56d0dc_2_11437"/>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56" name="Google Shape;13456;g2975d56d0dc_2_11437"/>
          <p:cNvGrpSpPr/>
          <p:nvPr/>
        </p:nvGrpSpPr>
        <p:grpSpPr>
          <a:xfrm>
            <a:off x="7548967" y="1803477"/>
            <a:ext cx="333285" cy="349950"/>
            <a:chOff x="7548967" y="1978927"/>
            <a:chExt cx="333285" cy="349950"/>
          </a:xfrm>
        </p:grpSpPr>
        <p:sp>
          <p:nvSpPr>
            <p:cNvPr id="13457" name="Google Shape;13457;g2975d56d0dc_2_11437"/>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8" name="Google Shape;13458;g2975d56d0dc_2_11437"/>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9" name="Google Shape;13459;g2975d56d0dc_2_11437"/>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0" name="Google Shape;13460;g2975d56d0dc_2_11437"/>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1" name="Google Shape;13461;g2975d56d0dc_2_11437"/>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2" name="Google Shape;13462;g2975d56d0dc_2_11437"/>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3" name="Google Shape;13463;g2975d56d0dc_2_11437"/>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64" name="Google Shape;13464;g2975d56d0dc_2_11437"/>
          <p:cNvGrpSpPr/>
          <p:nvPr/>
        </p:nvGrpSpPr>
        <p:grpSpPr>
          <a:xfrm>
            <a:off x="6214142" y="1803477"/>
            <a:ext cx="346515" cy="350300"/>
            <a:chOff x="6214142" y="1978927"/>
            <a:chExt cx="346515" cy="350300"/>
          </a:xfrm>
        </p:grpSpPr>
        <p:sp>
          <p:nvSpPr>
            <p:cNvPr id="13465" name="Google Shape;13465;g2975d56d0dc_2_11437"/>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6" name="Google Shape;13466;g2975d56d0dc_2_11437"/>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67" name="Google Shape;13467;g2975d56d0dc_2_11437"/>
          <p:cNvGrpSpPr/>
          <p:nvPr/>
        </p:nvGrpSpPr>
        <p:grpSpPr>
          <a:xfrm>
            <a:off x="7105923" y="1803095"/>
            <a:ext cx="333285" cy="350682"/>
            <a:chOff x="7105923" y="1978545"/>
            <a:chExt cx="333285" cy="350682"/>
          </a:xfrm>
        </p:grpSpPr>
        <p:sp>
          <p:nvSpPr>
            <p:cNvPr id="13468" name="Google Shape;13468;g2975d56d0dc_2_11437"/>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9" name="Google Shape;13469;g2975d56d0dc_2_11437"/>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0" name="Google Shape;13470;g2975d56d0dc_2_11437"/>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1" name="Google Shape;13471;g2975d56d0dc_2_11437"/>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2" name="Google Shape;13472;g2975d56d0dc_2_11437"/>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3" name="Google Shape;13473;g2975d56d0dc_2_11437"/>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4" name="Google Shape;13474;g2975d56d0dc_2_11437"/>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75" name="Google Shape;13475;g2975d56d0dc_2_11437"/>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6" name="Google Shape;13476;g2975d56d0dc_2_11437"/>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77" name="Google Shape;13477;g2975d56d0dc_2_11437"/>
          <p:cNvGrpSpPr/>
          <p:nvPr/>
        </p:nvGrpSpPr>
        <p:grpSpPr>
          <a:xfrm>
            <a:off x="3616406" y="2246902"/>
            <a:ext cx="203393" cy="351827"/>
            <a:chOff x="3616406" y="2422352"/>
            <a:chExt cx="203393" cy="351827"/>
          </a:xfrm>
        </p:grpSpPr>
        <p:sp>
          <p:nvSpPr>
            <p:cNvPr id="13478" name="Google Shape;13478;g2975d56d0dc_2_11437"/>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9" name="Google Shape;13479;g2975d56d0dc_2_11437"/>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80" name="Google Shape;13480;g2975d56d0dc_2_11437"/>
          <p:cNvGrpSpPr/>
          <p:nvPr/>
        </p:nvGrpSpPr>
        <p:grpSpPr>
          <a:xfrm>
            <a:off x="878187" y="2246520"/>
            <a:ext cx="272696" cy="351827"/>
            <a:chOff x="913012" y="2421970"/>
            <a:chExt cx="272696" cy="351827"/>
          </a:xfrm>
        </p:grpSpPr>
        <p:sp>
          <p:nvSpPr>
            <p:cNvPr id="13481" name="Google Shape;13481;g2975d56d0dc_2_11437"/>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2" name="Google Shape;13482;g2975d56d0dc_2_11437"/>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3" name="Google Shape;13483;g2975d56d0dc_2_11437"/>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4" name="Google Shape;13484;g2975d56d0dc_2_11437"/>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85" name="Google Shape;13485;g2975d56d0dc_2_11437"/>
          <p:cNvGrpSpPr/>
          <p:nvPr/>
        </p:nvGrpSpPr>
        <p:grpSpPr>
          <a:xfrm>
            <a:off x="2274743" y="2246902"/>
            <a:ext cx="255649" cy="351445"/>
            <a:chOff x="2274743" y="2422352"/>
            <a:chExt cx="255649" cy="351445"/>
          </a:xfrm>
        </p:grpSpPr>
        <p:sp>
          <p:nvSpPr>
            <p:cNvPr id="13486" name="Google Shape;13486;g2975d56d0dc_2_11437"/>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7" name="Google Shape;13487;g2975d56d0dc_2_11437"/>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8" name="Google Shape;13488;g2975d56d0dc_2_11437"/>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89" name="Google Shape;13489;g2975d56d0dc_2_11437"/>
          <p:cNvGrpSpPr/>
          <p:nvPr/>
        </p:nvGrpSpPr>
        <p:grpSpPr>
          <a:xfrm>
            <a:off x="2708723" y="2245789"/>
            <a:ext cx="246552" cy="352559"/>
            <a:chOff x="2708723" y="2421239"/>
            <a:chExt cx="246552" cy="352559"/>
          </a:xfrm>
        </p:grpSpPr>
        <p:sp>
          <p:nvSpPr>
            <p:cNvPr id="13490" name="Google Shape;13490;g2975d56d0dc_2_11437"/>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1" name="Google Shape;13491;g2975d56d0dc_2_11437"/>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92" name="Google Shape;13492;g2975d56d0dc_2_11437"/>
          <p:cNvGrpSpPr/>
          <p:nvPr/>
        </p:nvGrpSpPr>
        <p:grpSpPr>
          <a:xfrm>
            <a:off x="1835485" y="2246902"/>
            <a:ext cx="259433" cy="350714"/>
            <a:chOff x="1835485" y="2422352"/>
            <a:chExt cx="259433" cy="350714"/>
          </a:xfrm>
        </p:grpSpPr>
        <p:sp>
          <p:nvSpPr>
            <p:cNvPr id="13493" name="Google Shape;13493;g2975d56d0dc_2_11437"/>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4" name="Google Shape;13494;g2975d56d0dc_2_11437"/>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5" name="Google Shape;13495;g2975d56d0dc_2_11437"/>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6" name="Google Shape;13496;g2975d56d0dc_2_11437"/>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7" name="Google Shape;13497;g2975d56d0dc_2_11437"/>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8" name="Google Shape;13498;g2975d56d0dc_2_11437"/>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9" name="Google Shape;13499;g2975d56d0dc_2_11437"/>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00" name="Google Shape;13500;g2975d56d0dc_2_11437"/>
          <p:cNvGrpSpPr/>
          <p:nvPr/>
        </p:nvGrpSpPr>
        <p:grpSpPr>
          <a:xfrm>
            <a:off x="3150240" y="2246902"/>
            <a:ext cx="212489" cy="351445"/>
            <a:chOff x="3150240" y="2422352"/>
            <a:chExt cx="212489" cy="351445"/>
          </a:xfrm>
        </p:grpSpPr>
        <p:sp>
          <p:nvSpPr>
            <p:cNvPr id="13501" name="Google Shape;13501;g2975d56d0dc_2_11437"/>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2" name="Google Shape;13502;g2975d56d0dc_2_11437"/>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03" name="Google Shape;13503;g2975d56d0dc_2_11437"/>
          <p:cNvGrpSpPr/>
          <p:nvPr/>
        </p:nvGrpSpPr>
        <p:grpSpPr>
          <a:xfrm>
            <a:off x="1367060" y="2246679"/>
            <a:ext cx="269262" cy="352050"/>
            <a:chOff x="1367060" y="2422129"/>
            <a:chExt cx="269262" cy="352050"/>
          </a:xfrm>
        </p:grpSpPr>
        <p:sp>
          <p:nvSpPr>
            <p:cNvPr id="13504" name="Google Shape;13504;g2975d56d0dc_2_11437"/>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5" name="Google Shape;13505;g2975d56d0dc_2_11437"/>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6" name="Google Shape;13506;g2975d56d0dc_2_11437"/>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7" name="Google Shape;13507;g2975d56d0dc_2_11437"/>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8" name="Google Shape;13508;g2975d56d0dc_2_11437"/>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9" name="Google Shape;13509;g2975d56d0dc_2_11437"/>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0" name="Google Shape;13510;g2975d56d0dc_2_11437"/>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1" name="Google Shape;13511;g2975d56d0dc_2_11437"/>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2" name="Google Shape;13512;g2975d56d0dc_2_11437"/>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3" name="Google Shape;13513;g2975d56d0dc_2_11437"/>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4" name="Google Shape;13514;g2975d56d0dc_2_11437"/>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5" name="Google Shape;13515;g2975d56d0dc_2_11437"/>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6" name="Google Shape;13516;g2975d56d0dc_2_11437"/>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7" name="Google Shape;13517;g2975d56d0dc_2_11437"/>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518" name="Google Shape;13518;g2975d56d0dc_2_11437"/>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519" name="Google Shape;13519;g2975d56d0dc_2_11437"/>
          <p:cNvGrpSpPr/>
          <p:nvPr/>
        </p:nvGrpSpPr>
        <p:grpSpPr>
          <a:xfrm>
            <a:off x="4882690" y="2249955"/>
            <a:ext cx="274572" cy="350682"/>
            <a:chOff x="4882690" y="2425405"/>
            <a:chExt cx="274572" cy="350682"/>
          </a:xfrm>
        </p:grpSpPr>
        <p:sp>
          <p:nvSpPr>
            <p:cNvPr id="13520" name="Google Shape;13520;g2975d56d0dc_2_11437"/>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1" name="Google Shape;13521;g2975d56d0dc_2_11437"/>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22" name="Google Shape;13522;g2975d56d0dc_2_11437"/>
          <p:cNvGrpSpPr/>
          <p:nvPr/>
        </p:nvGrpSpPr>
        <p:grpSpPr>
          <a:xfrm>
            <a:off x="6627639" y="2268434"/>
            <a:ext cx="355994" cy="313247"/>
            <a:chOff x="6627639" y="2443884"/>
            <a:chExt cx="355994" cy="313247"/>
          </a:xfrm>
        </p:grpSpPr>
        <p:sp>
          <p:nvSpPr>
            <p:cNvPr id="13523" name="Google Shape;13523;g2975d56d0dc_2_11437"/>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4" name="Google Shape;13524;g2975d56d0dc_2_11437"/>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5" name="Google Shape;13525;g2975d56d0dc_2_11437"/>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26" name="Google Shape;13526;g2975d56d0dc_2_11437"/>
          <p:cNvGrpSpPr/>
          <p:nvPr/>
        </p:nvGrpSpPr>
        <p:grpSpPr>
          <a:xfrm>
            <a:off x="6183451" y="2286690"/>
            <a:ext cx="351445" cy="277976"/>
            <a:chOff x="6183451" y="2462140"/>
            <a:chExt cx="351445" cy="277976"/>
          </a:xfrm>
        </p:grpSpPr>
        <p:sp>
          <p:nvSpPr>
            <p:cNvPr id="13527" name="Google Shape;13527;g2975d56d0dc_2_11437"/>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8" name="Google Shape;13528;g2975d56d0dc_2_11437"/>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9" name="Google Shape;13529;g2975d56d0dc_2_11437"/>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0" name="Google Shape;13530;g2975d56d0dc_2_11437"/>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1" name="Google Shape;13531;g2975d56d0dc_2_11437"/>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2" name="Google Shape;13532;g2975d56d0dc_2_11437"/>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3" name="Google Shape;13533;g2975d56d0dc_2_11437"/>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34" name="Google Shape;13534;g2975d56d0dc_2_11437"/>
          <p:cNvGrpSpPr/>
          <p:nvPr/>
        </p:nvGrpSpPr>
        <p:grpSpPr>
          <a:xfrm>
            <a:off x="5735477" y="2254408"/>
            <a:ext cx="353354" cy="341299"/>
            <a:chOff x="5735477" y="2429858"/>
            <a:chExt cx="353354" cy="341299"/>
          </a:xfrm>
        </p:grpSpPr>
        <p:sp>
          <p:nvSpPr>
            <p:cNvPr id="13535" name="Google Shape;13535;g2975d56d0dc_2_11437"/>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6" name="Google Shape;13536;g2975d56d0dc_2_11437"/>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7" name="Google Shape;13537;g2975d56d0dc_2_11437"/>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8" name="Google Shape;13538;g2975d56d0dc_2_11437"/>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9" name="Google Shape;13539;g2975d56d0dc_2_11437"/>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0" name="Google Shape;13540;g2975d56d0dc_2_11437"/>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41" name="Google Shape;13541;g2975d56d0dc_2_11437"/>
          <p:cNvGrpSpPr/>
          <p:nvPr/>
        </p:nvGrpSpPr>
        <p:grpSpPr>
          <a:xfrm>
            <a:off x="5243735" y="2271523"/>
            <a:ext cx="405255" cy="275498"/>
            <a:chOff x="5283337" y="2478774"/>
            <a:chExt cx="358633" cy="243912"/>
          </a:xfrm>
        </p:grpSpPr>
        <p:sp>
          <p:nvSpPr>
            <p:cNvPr id="13542" name="Google Shape;13542;g2975d56d0dc_2_11437"/>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3" name="Google Shape;13543;g2975d56d0dc_2_11437"/>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4" name="Google Shape;13544;g2975d56d0dc_2_11437"/>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5" name="Google Shape;13545;g2975d56d0dc_2_11437"/>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6" name="Google Shape;13546;g2975d56d0dc_2_11437"/>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7" name="Google Shape;13547;g2975d56d0dc_2_11437"/>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8" name="Google Shape;13548;g2975d56d0dc_2_11437"/>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9" name="Google Shape;13549;g2975d56d0dc_2_11437"/>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0" name="Google Shape;13550;g2975d56d0dc_2_11437"/>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1" name="Google Shape;13551;g2975d56d0dc_2_11437"/>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2" name="Google Shape;13552;g2975d56d0dc_2_11437"/>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3" name="Google Shape;13553;g2975d56d0dc_2_11437"/>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4" name="Google Shape;13554;g2975d56d0dc_2_11437"/>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5" name="Google Shape;13555;g2975d56d0dc_2_11437"/>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6" name="Google Shape;13556;g2975d56d0dc_2_11437"/>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7" name="Google Shape;13557;g2975d56d0dc_2_11437"/>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8" name="Google Shape;13558;g2975d56d0dc_2_11437"/>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59" name="Google Shape;13559;g2975d56d0dc_2_11437"/>
          <p:cNvGrpSpPr/>
          <p:nvPr/>
        </p:nvGrpSpPr>
        <p:grpSpPr>
          <a:xfrm>
            <a:off x="7964753" y="2295373"/>
            <a:ext cx="362068" cy="258670"/>
            <a:chOff x="7964753" y="2470823"/>
            <a:chExt cx="362068" cy="258670"/>
          </a:xfrm>
        </p:grpSpPr>
        <p:sp>
          <p:nvSpPr>
            <p:cNvPr id="13560" name="Google Shape;13560;g2975d56d0dc_2_11437"/>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1" name="Google Shape;13561;g2975d56d0dc_2_11437"/>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2" name="Google Shape;13562;g2975d56d0dc_2_11437"/>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3" name="Google Shape;13563;g2975d56d0dc_2_11437"/>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4" name="Google Shape;13564;g2975d56d0dc_2_11437"/>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5" name="Google Shape;13565;g2975d56d0dc_2_11437"/>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6" name="Google Shape;13566;g2975d56d0dc_2_11437"/>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7" name="Google Shape;13567;g2975d56d0dc_2_11437"/>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8" name="Google Shape;13568;g2975d56d0dc_2_11437"/>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69" name="Google Shape;13569;g2975d56d0dc_2_11437"/>
          <p:cNvGrpSpPr/>
          <p:nvPr/>
        </p:nvGrpSpPr>
        <p:grpSpPr>
          <a:xfrm>
            <a:off x="7524349" y="2280997"/>
            <a:ext cx="350332" cy="288948"/>
            <a:chOff x="7524349" y="2456447"/>
            <a:chExt cx="350332" cy="288948"/>
          </a:xfrm>
        </p:grpSpPr>
        <p:sp>
          <p:nvSpPr>
            <p:cNvPr id="13570" name="Google Shape;13570;g2975d56d0dc_2_11437"/>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1" name="Google Shape;13571;g2975d56d0dc_2_11437"/>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2" name="Google Shape;13572;g2975d56d0dc_2_11437"/>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3" name="Google Shape;13573;g2975d56d0dc_2_11437"/>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4" name="Google Shape;13574;g2975d56d0dc_2_11437"/>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75" name="Google Shape;13575;g2975d56d0dc_2_11437"/>
          <p:cNvGrpSpPr/>
          <p:nvPr/>
        </p:nvGrpSpPr>
        <p:grpSpPr>
          <a:xfrm>
            <a:off x="3972749" y="2719143"/>
            <a:ext cx="355230" cy="356725"/>
            <a:chOff x="3972749" y="2894211"/>
            <a:chExt cx="355230" cy="356725"/>
          </a:xfrm>
        </p:grpSpPr>
        <p:sp>
          <p:nvSpPr>
            <p:cNvPr id="13576" name="Google Shape;13576;g2975d56d0dc_2_11437"/>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7" name="Google Shape;13577;g2975d56d0dc_2_11437"/>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8" name="Google Shape;13578;g2975d56d0dc_2_11437"/>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9" name="Google Shape;13579;g2975d56d0dc_2_11437"/>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0" name="Google Shape;13580;g2975d56d0dc_2_11437"/>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81" name="Google Shape;13581;g2975d56d0dc_2_11437"/>
          <p:cNvGrpSpPr/>
          <p:nvPr/>
        </p:nvGrpSpPr>
        <p:grpSpPr>
          <a:xfrm>
            <a:off x="3527797" y="2743553"/>
            <a:ext cx="355993" cy="307904"/>
            <a:chOff x="3527797" y="2918796"/>
            <a:chExt cx="355993" cy="307904"/>
          </a:xfrm>
        </p:grpSpPr>
        <p:sp>
          <p:nvSpPr>
            <p:cNvPr id="13582" name="Google Shape;13582;g2975d56d0dc_2_11437"/>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3" name="Google Shape;13583;g2975d56d0dc_2_11437"/>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4" name="Google Shape;13584;g2975d56d0dc_2_11437"/>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5" name="Google Shape;13585;g2975d56d0dc_2_11437"/>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6" name="Google Shape;13586;g2975d56d0dc_2_11437"/>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7" name="Google Shape;13587;g2975d56d0dc_2_11437"/>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8" name="Google Shape;13588;g2975d56d0dc_2_11437"/>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9" name="Google Shape;13589;g2975d56d0dc_2_11437"/>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0" name="Google Shape;13590;g2975d56d0dc_2_11437"/>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1" name="Google Shape;13591;g2975d56d0dc_2_11437"/>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92" name="Google Shape;13592;g2975d56d0dc_2_11437"/>
          <p:cNvGrpSpPr/>
          <p:nvPr/>
        </p:nvGrpSpPr>
        <p:grpSpPr>
          <a:xfrm>
            <a:off x="3082845" y="2746336"/>
            <a:ext cx="356375" cy="302338"/>
            <a:chOff x="3082845" y="2920959"/>
            <a:chExt cx="356375" cy="302338"/>
          </a:xfrm>
        </p:grpSpPr>
        <p:sp>
          <p:nvSpPr>
            <p:cNvPr id="13593" name="Google Shape;13593;g2975d56d0dc_2_11437"/>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4" name="Google Shape;13594;g2975d56d0dc_2_11437"/>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95" name="Google Shape;13595;g2975d56d0dc_2_11437"/>
          <p:cNvGrpSpPr/>
          <p:nvPr/>
        </p:nvGrpSpPr>
        <p:grpSpPr>
          <a:xfrm>
            <a:off x="2639038" y="2719699"/>
            <a:ext cx="355612" cy="355612"/>
            <a:chOff x="2639038" y="2894942"/>
            <a:chExt cx="355612" cy="355612"/>
          </a:xfrm>
        </p:grpSpPr>
        <p:sp>
          <p:nvSpPr>
            <p:cNvPr id="13596" name="Google Shape;13596;g2975d56d0dc_2_11437"/>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7" name="Google Shape;13597;g2975d56d0dc_2_11437"/>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98" name="Google Shape;13598;g2975d56d0dc_2_11437"/>
          <p:cNvGrpSpPr/>
          <p:nvPr/>
        </p:nvGrpSpPr>
        <p:grpSpPr>
          <a:xfrm>
            <a:off x="2194468" y="2763622"/>
            <a:ext cx="355993" cy="267766"/>
            <a:chOff x="2194468" y="2938865"/>
            <a:chExt cx="355993" cy="267766"/>
          </a:xfrm>
        </p:grpSpPr>
        <p:sp>
          <p:nvSpPr>
            <p:cNvPr id="13599" name="Google Shape;13599;g2975d56d0dc_2_11437"/>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0" name="Google Shape;13600;g2975d56d0dc_2_11437"/>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1" name="Google Shape;13601;g2975d56d0dc_2_11437"/>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2" name="Google Shape;13602;g2975d56d0dc_2_11437"/>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3" name="Google Shape;13603;g2975d56d0dc_2_11437"/>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4" name="Google Shape;13604;g2975d56d0dc_2_11437"/>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5" name="Google Shape;13605;g2975d56d0dc_2_11437"/>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6" name="Google Shape;13606;g2975d56d0dc_2_11437"/>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7" name="Google Shape;13607;g2975d56d0dc_2_11437"/>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8" name="Google Shape;13608;g2975d56d0dc_2_11437"/>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9" name="Google Shape;13609;g2975d56d0dc_2_11437"/>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0" name="Google Shape;13610;g2975d56d0dc_2_11437"/>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1" name="Google Shape;13611;g2975d56d0dc_2_11437"/>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2" name="Google Shape;13612;g2975d56d0dc_2_11437"/>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3" name="Google Shape;13613;g2975d56d0dc_2_11437"/>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4" name="Google Shape;13614;g2975d56d0dc_2_11437"/>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5" name="Google Shape;13615;g2975d56d0dc_2_11437"/>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6" name="Google Shape;13616;g2975d56d0dc_2_11437"/>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7" name="Google Shape;13617;g2975d56d0dc_2_11437"/>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8" name="Google Shape;13618;g2975d56d0dc_2_11437"/>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19" name="Google Shape;13619;g2975d56d0dc_2_11437"/>
          <p:cNvGrpSpPr/>
          <p:nvPr/>
        </p:nvGrpSpPr>
        <p:grpSpPr>
          <a:xfrm>
            <a:off x="1749897" y="2719699"/>
            <a:ext cx="355994" cy="355611"/>
            <a:chOff x="1749897" y="2894561"/>
            <a:chExt cx="355994" cy="355611"/>
          </a:xfrm>
        </p:grpSpPr>
        <p:sp>
          <p:nvSpPr>
            <p:cNvPr id="13620" name="Google Shape;13620;g2975d56d0dc_2_11437"/>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1" name="Google Shape;13621;g2975d56d0dc_2_11437"/>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2" name="Google Shape;13622;g2975d56d0dc_2_11437"/>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3" name="Google Shape;13623;g2975d56d0dc_2_11437"/>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4" name="Google Shape;13624;g2975d56d0dc_2_11437"/>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5" name="Google Shape;13625;g2975d56d0dc_2_11437"/>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6" name="Google Shape;13626;g2975d56d0dc_2_11437"/>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7" name="Google Shape;13627;g2975d56d0dc_2_11437"/>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8" name="Google Shape;13628;g2975d56d0dc_2_11437"/>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9" name="Google Shape;13629;g2975d56d0dc_2_11437"/>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0" name="Google Shape;13630;g2975d56d0dc_2_11437"/>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31" name="Google Shape;13631;g2975d56d0dc_2_11437"/>
          <p:cNvGrpSpPr/>
          <p:nvPr/>
        </p:nvGrpSpPr>
        <p:grpSpPr>
          <a:xfrm>
            <a:off x="1305327" y="2718761"/>
            <a:ext cx="357520" cy="357488"/>
            <a:chOff x="1305327" y="2894211"/>
            <a:chExt cx="357520" cy="357488"/>
          </a:xfrm>
        </p:grpSpPr>
        <p:sp>
          <p:nvSpPr>
            <p:cNvPr id="13632" name="Google Shape;13632;g2975d56d0dc_2_11437"/>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3" name="Google Shape;13633;g2975d56d0dc_2_11437"/>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4" name="Google Shape;13634;g2975d56d0dc_2_11437"/>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5" name="Google Shape;13635;g2975d56d0dc_2_11437"/>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6" name="Google Shape;13636;g2975d56d0dc_2_11437"/>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37" name="Google Shape;13637;g2975d56d0dc_2_11437"/>
          <p:cNvGrpSpPr/>
          <p:nvPr/>
        </p:nvGrpSpPr>
        <p:grpSpPr>
          <a:xfrm>
            <a:off x="853950" y="2720860"/>
            <a:ext cx="364105" cy="353290"/>
            <a:chOff x="853950" y="2894720"/>
            <a:chExt cx="364105" cy="353290"/>
          </a:xfrm>
        </p:grpSpPr>
        <p:sp>
          <p:nvSpPr>
            <p:cNvPr id="13638" name="Google Shape;13638;g2975d56d0dc_2_11437"/>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9" name="Google Shape;13639;g2975d56d0dc_2_11437"/>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0" name="Google Shape;13640;g2975d56d0dc_2_11437"/>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1" name="Google Shape;13641;g2975d56d0dc_2_11437"/>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2" name="Google Shape;13642;g2975d56d0dc_2_11437"/>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3" name="Google Shape;13643;g2975d56d0dc_2_11437"/>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4" name="Google Shape;13644;g2975d56d0dc_2_11437"/>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45" name="Google Shape;13645;g2975d56d0dc_2_11437"/>
          <p:cNvGrpSpPr/>
          <p:nvPr/>
        </p:nvGrpSpPr>
        <p:grpSpPr>
          <a:xfrm>
            <a:off x="7066548" y="2737144"/>
            <a:ext cx="352209" cy="334939"/>
            <a:chOff x="7066548" y="2912594"/>
            <a:chExt cx="352209" cy="334939"/>
          </a:xfrm>
        </p:grpSpPr>
        <p:sp>
          <p:nvSpPr>
            <p:cNvPr id="13646" name="Google Shape;13646;g2975d56d0dc_2_11437"/>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7" name="Google Shape;13647;g2975d56d0dc_2_11437"/>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8" name="Google Shape;13648;g2975d56d0dc_2_11437"/>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9" name="Google Shape;13649;g2975d56d0dc_2_11437"/>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0" name="Google Shape;13650;g2975d56d0dc_2_11437"/>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1" name="Google Shape;13651;g2975d56d0dc_2_11437"/>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652" name="Google Shape;13652;g2975d56d0dc_2_11437"/>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3" name="Google Shape;13653;g2975d56d0dc_2_11437"/>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654" name="Google Shape;13654;g2975d56d0dc_2_11437"/>
          <p:cNvGrpSpPr/>
          <p:nvPr/>
        </p:nvGrpSpPr>
        <p:grpSpPr>
          <a:xfrm>
            <a:off x="7541397" y="2729352"/>
            <a:ext cx="318495" cy="352209"/>
            <a:chOff x="7541397" y="2904802"/>
            <a:chExt cx="318495" cy="352209"/>
          </a:xfrm>
        </p:grpSpPr>
        <p:sp>
          <p:nvSpPr>
            <p:cNvPr id="13655" name="Google Shape;13655;g2975d56d0dc_2_11437"/>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6" name="Google Shape;13656;g2975d56d0dc_2_11437"/>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57" name="Google Shape;13657;g2975d56d0dc_2_11437"/>
          <p:cNvGrpSpPr/>
          <p:nvPr/>
        </p:nvGrpSpPr>
        <p:grpSpPr>
          <a:xfrm>
            <a:off x="8003015" y="2728589"/>
            <a:ext cx="306759" cy="351444"/>
            <a:chOff x="8003015" y="2904039"/>
            <a:chExt cx="306759" cy="351444"/>
          </a:xfrm>
        </p:grpSpPr>
        <p:sp>
          <p:nvSpPr>
            <p:cNvPr id="13658" name="Google Shape;13658;g2975d56d0dc_2_11437"/>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9" name="Google Shape;13659;g2975d56d0dc_2_11437"/>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0" name="Google Shape;13660;g2975d56d0dc_2_11437"/>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1" name="Google Shape;13661;g2975d56d0dc_2_11437"/>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2" name="Google Shape;13662;g2975d56d0dc_2_11437"/>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3" name="Google Shape;13663;g2975d56d0dc_2_11437"/>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64" name="Google Shape;13664;g2975d56d0dc_2_11437"/>
          <p:cNvGrpSpPr/>
          <p:nvPr/>
        </p:nvGrpSpPr>
        <p:grpSpPr>
          <a:xfrm>
            <a:off x="5687770" y="2710046"/>
            <a:ext cx="369638" cy="369606"/>
            <a:chOff x="5687770" y="2885496"/>
            <a:chExt cx="369638" cy="369606"/>
          </a:xfrm>
        </p:grpSpPr>
        <p:sp>
          <p:nvSpPr>
            <p:cNvPr id="13665" name="Google Shape;13665;g2975d56d0dc_2_11437"/>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6" name="Google Shape;13666;g2975d56d0dc_2_11437"/>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7" name="Google Shape;13667;g2975d56d0dc_2_11437"/>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8" name="Google Shape;13668;g2975d56d0dc_2_11437"/>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9" name="Google Shape;13669;g2975d56d0dc_2_11437"/>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0" name="Google Shape;13670;g2975d56d0dc_2_11437"/>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1" name="Google Shape;13671;g2975d56d0dc_2_11437"/>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2" name="Google Shape;13672;g2975d56d0dc_2_11437"/>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3" name="Google Shape;13673;g2975d56d0dc_2_11437"/>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4" name="Google Shape;13674;g2975d56d0dc_2_11437"/>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75" name="Google Shape;13675;g2975d56d0dc_2_11437"/>
          <p:cNvGrpSpPr/>
          <p:nvPr/>
        </p:nvGrpSpPr>
        <p:grpSpPr>
          <a:xfrm>
            <a:off x="4881958" y="2729352"/>
            <a:ext cx="156417" cy="349537"/>
            <a:chOff x="4881958" y="2904802"/>
            <a:chExt cx="156417" cy="349537"/>
          </a:xfrm>
        </p:grpSpPr>
        <p:sp>
          <p:nvSpPr>
            <p:cNvPr id="13676" name="Google Shape;13676;g2975d56d0dc_2_11437"/>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7" name="Google Shape;13677;g2975d56d0dc_2_11437"/>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8" name="Google Shape;13678;g2975d56d0dc_2_11437"/>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9" name="Google Shape;13679;g2975d56d0dc_2_11437"/>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0" name="Google Shape;13680;g2975d56d0dc_2_11437"/>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1" name="Google Shape;13681;g2975d56d0dc_2_11437"/>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2" name="Google Shape;13682;g2975d56d0dc_2_11437"/>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83" name="Google Shape;13683;g2975d56d0dc_2_11437"/>
          <p:cNvGrpSpPr/>
          <p:nvPr/>
        </p:nvGrpSpPr>
        <p:grpSpPr>
          <a:xfrm>
            <a:off x="5230318" y="2711064"/>
            <a:ext cx="371133" cy="367443"/>
            <a:chOff x="5230318" y="2886514"/>
            <a:chExt cx="371133" cy="367443"/>
          </a:xfrm>
        </p:grpSpPr>
        <p:sp>
          <p:nvSpPr>
            <p:cNvPr id="13684" name="Google Shape;13684;g2975d56d0dc_2_11437"/>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5" name="Google Shape;13685;g2975d56d0dc_2_11437"/>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6" name="Google Shape;13686;g2975d56d0dc_2_11437"/>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7" name="Google Shape;13687;g2975d56d0dc_2_11437"/>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8" name="Google Shape;13688;g2975d56d0dc_2_11437"/>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9" name="Google Shape;13689;g2975d56d0dc_2_11437"/>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0" name="Google Shape;13690;g2975d56d0dc_2_11437"/>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1" name="Google Shape;13691;g2975d56d0dc_2_11437"/>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2" name="Google Shape;13692;g2975d56d0dc_2_11437"/>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93" name="Google Shape;13693;g2975d56d0dc_2_11437"/>
          <p:cNvGrpSpPr/>
          <p:nvPr/>
        </p:nvGrpSpPr>
        <p:grpSpPr>
          <a:xfrm>
            <a:off x="5748358" y="3259128"/>
            <a:ext cx="352590" cy="182560"/>
            <a:chOff x="5748358" y="3434578"/>
            <a:chExt cx="352590" cy="182560"/>
          </a:xfrm>
        </p:grpSpPr>
        <p:sp>
          <p:nvSpPr>
            <p:cNvPr id="13694" name="Google Shape;13694;g2975d56d0dc_2_11437"/>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5" name="Google Shape;13695;g2975d56d0dc_2_11437"/>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6" name="Google Shape;13696;g2975d56d0dc_2_11437"/>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7" name="Google Shape;13697;g2975d56d0dc_2_11437"/>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8" name="Google Shape;13698;g2975d56d0dc_2_11437"/>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9" name="Google Shape;13699;g2975d56d0dc_2_11437"/>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00" name="Google Shape;13700;g2975d56d0dc_2_11437"/>
          <p:cNvGrpSpPr/>
          <p:nvPr/>
        </p:nvGrpSpPr>
        <p:grpSpPr>
          <a:xfrm>
            <a:off x="862283" y="4099321"/>
            <a:ext cx="341204" cy="359301"/>
            <a:chOff x="862283" y="4274771"/>
            <a:chExt cx="341204" cy="359301"/>
          </a:xfrm>
        </p:grpSpPr>
        <p:sp>
          <p:nvSpPr>
            <p:cNvPr id="13701" name="Google Shape;13701;g2975d56d0dc_2_11437"/>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2" name="Google Shape;13702;g2975d56d0dc_2_11437"/>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3" name="Google Shape;13703;g2975d56d0dc_2_11437"/>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04" name="Google Shape;13704;g2975d56d0dc_2_11437"/>
          <p:cNvGrpSpPr/>
          <p:nvPr/>
        </p:nvGrpSpPr>
        <p:grpSpPr>
          <a:xfrm>
            <a:off x="1396957" y="4111915"/>
            <a:ext cx="301862" cy="332871"/>
            <a:chOff x="1396957" y="4287365"/>
            <a:chExt cx="301862" cy="332871"/>
          </a:xfrm>
        </p:grpSpPr>
        <p:sp>
          <p:nvSpPr>
            <p:cNvPr id="13705" name="Google Shape;13705;g2975d56d0dc_2_11437"/>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6" name="Google Shape;13706;g2975d56d0dc_2_11437"/>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7" name="Google Shape;13707;g2975d56d0dc_2_11437"/>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8" name="Google Shape;13708;g2975d56d0dc_2_11437"/>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9" name="Google Shape;13709;g2975d56d0dc_2_11437"/>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0" name="Google Shape;13710;g2975d56d0dc_2_11437"/>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1" name="Google Shape;13711;g2975d56d0dc_2_11437"/>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2" name="Google Shape;13712;g2975d56d0dc_2_11437"/>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3" name="Google Shape;13713;g2975d56d0dc_2_11437"/>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4" name="Google Shape;13714;g2975d56d0dc_2_11437"/>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5" name="Google Shape;13715;g2975d56d0dc_2_11437"/>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6" name="Google Shape;13716;g2975d56d0dc_2_11437"/>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7" name="Google Shape;13717;g2975d56d0dc_2_11437"/>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8" name="Google Shape;13718;g2975d56d0dc_2_11437"/>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9" name="Google Shape;13719;g2975d56d0dc_2_11437"/>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20" name="Google Shape;13720;g2975d56d0dc_2_11437"/>
          <p:cNvGrpSpPr/>
          <p:nvPr/>
        </p:nvGrpSpPr>
        <p:grpSpPr>
          <a:xfrm>
            <a:off x="1865381" y="4102056"/>
            <a:ext cx="396131" cy="355612"/>
            <a:chOff x="1865381" y="4277506"/>
            <a:chExt cx="396131" cy="355612"/>
          </a:xfrm>
        </p:grpSpPr>
        <p:sp>
          <p:nvSpPr>
            <p:cNvPr id="13721" name="Google Shape;13721;g2975d56d0dc_2_11437"/>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2" name="Google Shape;13722;g2975d56d0dc_2_11437"/>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3" name="Google Shape;13723;g2975d56d0dc_2_11437"/>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4" name="Google Shape;13724;g2975d56d0dc_2_11437"/>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5" name="Google Shape;13725;g2975d56d0dc_2_11437"/>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6" name="Google Shape;13726;g2975d56d0dc_2_11437"/>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27" name="Google Shape;13727;g2975d56d0dc_2_11437"/>
          <p:cNvGrpSpPr/>
          <p:nvPr/>
        </p:nvGrpSpPr>
        <p:grpSpPr>
          <a:xfrm>
            <a:off x="2411823" y="4128549"/>
            <a:ext cx="334398" cy="299954"/>
            <a:chOff x="2411823" y="4303999"/>
            <a:chExt cx="334398" cy="299954"/>
          </a:xfrm>
        </p:grpSpPr>
        <p:sp>
          <p:nvSpPr>
            <p:cNvPr id="13728" name="Google Shape;13728;g2975d56d0dc_2_11437"/>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9" name="Google Shape;13729;g2975d56d0dc_2_11437"/>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0" name="Google Shape;13730;g2975d56d0dc_2_11437"/>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1" name="Google Shape;13731;g2975d56d0dc_2_11437"/>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2" name="Google Shape;13732;g2975d56d0dc_2_11437"/>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3" name="Google Shape;13733;g2975d56d0dc_2_11437"/>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4" name="Google Shape;13734;g2975d56d0dc_2_11437"/>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35" name="Google Shape;13735;g2975d56d0dc_2_11437"/>
          <p:cNvGrpSpPr/>
          <p:nvPr/>
        </p:nvGrpSpPr>
        <p:grpSpPr>
          <a:xfrm>
            <a:off x="2903337" y="4103582"/>
            <a:ext cx="382519" cy="350682"/>
            <a:chOff x="2903337" y="4279032"/>
            <a:chExt cx="382519" cy="350682"/>
          </a:xfrm>
        </p:grpSpPr>
        <p:sp>
          <p:nvSpPr>
            <p:cNvPr id="13736" name="Google Shape;13736;g2975d56d0dc_2_11437"/>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7" name="Google Shape;13737;g2975d56d0dc_2_11437"/>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8" name="Google Shape;13738;g2975d56d0dc_2_11437"/>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9" name="Google Shape;13739;g2975d56d0dc_2_11437"/>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0" name="Google Shape;13740;g2975d56d0dc_2_11437"/>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1" name="Google Shape;13741;g2975d56d0dc_2_11437"/>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2" name="Google Shape;13742;g2975d56d0dc_2_11437"/>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3" name="Google Shape;13743;g2975d56d0dc_2_11437"/>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4" name="Google Shape;13744;g2975d56d0dc_2_11437"/>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5" name="Google Shape;13745;g2975d56d0dc_2_11437"/>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6" name="Google Shape;13746;g2975d56d0dc_2_11437"/>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7" name="Google Shape;13747;g2975d56d0dc_2_11437"/>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8" name="Google Shape;13748;g2975d56d0dc_2_11437"/>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9" name="Google Shape;13749;g2975d56d0dc_2_11437"/>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0" name="Google Shape;13750;g2975d56d0dc_2_11437"/>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51" name="Google Shape;13751;g2975d56d0dc_2_11437"/>
          <p:cNvGrpSpPr/>
          <p:nvPr/>
        </p:nvGrpSpPr>
        <p:grpSpPr>
          <a:xfrm>
            <a:off x="3933342" y="4140317"/>
            <a:ext cx="383632" cy="276449"/>
            <a:chOff x="3933342" y="4315767"/>
            <a:chExt cx="383632" cy="276449"/>
          </a:xfrm>
        </p:grpSpPr>
        <p:sp>
          <p:nvSpPr>
            <p:cNvPr id="13752" name="Google Shape;13752;g2975d56d0dc_2_11437"/>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3" name="Google Shape;13753;g2975d56d0dc_2_11437"/>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4" name="Google Shape;13754;g2975d56d0dc_2_11437"/>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5" name="Google Shape;13755;g2975d56d0dc_2_11437"/>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6" name="Google Shape;13756;g2975d56d0dc_2_11437"/>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7" name="Google Shape;13757;g2975d56d0dc_2_11437"/>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58" name="Google Shape;13758;g2975d56d0dc_2_11437"/>
          <p:cNvGrpSpPr/>
          <p:nvPr/>
        </p:nvGrpSpPr>
        <p:grpSpPr>
          <a:xfrm>
            <a:off x="3441065" y="4127055"/>
            <a:ext cx="337069" cy="302592"/>
            <a:chOff x="3441065" y="4302505"/>
            <a:chExt cx="337069" cy="302592"/>
          </a:xfrm>
        </p:grpSpPr>
        <p:sp>
          <p:nvSpPr>
            <p:cNvPr id="13759" name="Google Shape;13759;g2975d56d0dc_2_11437"/>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0" name="Google Shape;13760;g2975d56d0dc_2_11437"/>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1" name="Google Shape;13761;g2975d56d0dc_2_11437"/>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2" name="Google Shape;13762;g2975d56d0dc_2_11437"/>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3" name="Google Shape;13763;g2975d56d0dc_2_11437"/>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4" name="Google Shape;13764;g2975d56d0dc_2_11437"/>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5" name="Google Shape;13765;g2975d56d0dc_2_11437"/>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6" name="Google Shape;13766;g2975d56d0dc_2_11437"/>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7" name="Google Shape;13767;g2975d56d0dc_2_11437"/>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8" name="Google Shape;13768;g2975d56d0dc_2_11437"/>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9" name="Google Shape;13769;g2975d56d0dc_2_11437"/>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0" name="Google Shape;13770;g2975d56d0dc_2_11437"/>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1" name="Google Shape;13771;g2975d56d0dc_2_11437"/>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72" name="Google Shape;13772;g2975d56d0dc_2_11437"/>
          <p:cNvGrpSpPr/>
          <p:nvPr/>
        </p:nvGrpSpPr>
        <p:grpSpPr>
          <a:xfrm>
            <a:off x="3532345" y="3187185"/>
            <a:ext cx="339328" cy="336275"/>
            <a:chOff x="3532345" y="3362635"/>
            <a:chExt cx="339328" cy="336275"/>
          </a:xfrm>
        </p:grpSpPr>
        <p:sp>
          <p:nvSpPr>
            <p:cNvPr id="13773" name="Google Shape;13773;g2975d56d0dc_2_1143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4" name="Google Shape;13774;g2975d56d0dc_2_11437"/>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5" name="Google Shape;13775;g2975d56d0dc_2_11437"/>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6" name="Google Shape;13776;g2975d56d0dc_2_1143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7" name="Google Shape;13777;g2975d56d0dc_2_11437"/>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78" name="Google Shape;13778;g2975d56d0dc_2_11437"/>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779" name="Google Shape;13779;g2975d56d0dc_2_11437"/>
          <p:cNvGrpSpPr/>
          <p:nvPr/>
        </p:nvGrpSpPr>
        <p:grpSpPr>
          <a:xfrm>
            <a:off x="1883955" y="3633250"/>
            <a:ext cx="162873" cy="351446"/>
            <a:chOff x="1883955" y="3808700"/>
            <a:chExt cx="162873" cy="351446"/>
          </a:xfrm>
        </p:grpSpPr>
        <p:sp>
          <p:nvSpPr>
            <p:cNvPr id="13780" name="Google Shape;13780;g2975d56d0dc_2_11437"/>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1" name="Google Shape;13781;g2975d56d0dc_2_11437"/>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82" name="Google Shape;13782;g2975d56d0dc_2_11437"/>
          <p:cNvGrpSpPr/>
          <p:nvPr/>
        </p:nvGrpSpPr>
        <p:grpSpPr>
          <a:xfrm>
            <a:off x="939156" y="3633759"/>
            <a:ext cx="192007" cy="351318"/>
            <a:chOff x="939156" y="3809209"/>
            <a:chExt cx="192007" cy="351318"/>
          </a:xfrm>
        </p:grpSpPr>
        <p:sp>
          <p:nvSpPr>
            <p:cNvPr id="13783" name="Google Shape;13783;g2975d56d0dc_2_11437"/>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4" name="Google Shape;13784;g2975d56d0dc_2_11437"/>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85" name="Google Shape;13785;g2975d56d0dc_2_11437"/>
          <p:cNvGrpSpPr/>
          <p:nvPr/>
        </p:nvGrpSpPr>
        <p:grpSpPr>
          <a:xfrm>
            <a:off x="2306167" y="3634395"/>
            <a:ext cx="193915" cy="349155"/>
            <a:chOff x="2306167" y="3809845"/>
            <a:chExt cx="193915" cy="349155"/>
          </a:xfrm>
        </p:grpSpPr>
        <p:sp>
          <p:nvSpPr>
            <p:cNvPr id="13786" name="Google Shape;13786;g2975d56d0dc_2_11437"/>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7" name="Google Shape;13787;g2975d56d0dc_2_11437"/>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8" name="Google Shape;13788;g2975d56d0dc_2_11437"/>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9" name="Google Shape;13789;g2975d56d0dc_2_11437"/>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0" name="Google Shape;13790;g2975d56d0dc_2_11437"/>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1" name="Google Shape;13791;g2975d56d0dc_2_11437"/>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2" name="Google Shape;13792;g2975d56d0dc_2_11437"/>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93" name="Google Shape;13793;g2975d56d0dc_2_11437"/>
          <p:cNvGrpSpPr/>
          <p:nvPr/>
        </p:nvGrpSpPr>
        <p:grpSpPr>
          <a:xfrm>
            <a:off x="1323901" y="3631723"/>
            <a:ext cx="356343" cy="356757"/>
            <a:chOff x="1323901" y="3807173"/>
            <a:chExt cx="356343" cy="356757"/>
          </a:xfrm>
        </p:grpSpPr>
        <p:sp>
          <p:nvSpPr>
            <p:cNvPr id="13794" name="Google Shape;13794;g2975d56d0dc_2_11437"/>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5" name="Google Shape;13795;g2975d56d0dc_2_11437"/>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6" name="Google Shape;13796;g2975d56d0dc_2_11437"/>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7" name="Google Shape;13797;g2975d56d0dc_2_11437"/>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8" name="Google Shape;13798;g2975d56d0dc_2_11437"/>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9" name="Google Shape;13799;g2975d56d0dc_2_11437"/>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0" name="Google Shape;13800;g2975d56d0dc_2_11437"/>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1" name="Google Shape;13801;g2975d56d0dc_2_11437"/>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2" name="Google Shape;13802;g2975d56d0dc_2_11437"/>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3" name="Google Shape;13803;g2975d56d0dc_2_11437"/>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4" name="Google Shape;13804;g2975d56d0dc_2_11437"/>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5" name="Google Shape;13805;g2975d56d0dc_2_11437"/>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6" name="Google Shape;13806;g2975d56d0dc_2_11437"/>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7" name="Google Shape;13807;g2975d56d0dc_2_11437"/>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8" name="Google Shape;13808;g2975d56d0dc_2_11437"/>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9" name="Google Shape;13809;g2975d56d0dc_2_11437"/>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0" name="Google Shape;13810;g2975d56d0dc_2_11437"/>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1" name="Google Shape;13811;g2975d56d0dc_2_11437"/>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2" name="Google Shape;13812;g2975d56d0dc_2_11437"/>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3" name="Google Shape;13813;g2975d56d0dc_2_11437"/>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4" name="Google Shape;13814;g2975d56d0dc_2_11437"/>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5" name="Google Shape;13815;g2975d56d0dc_2_11437"/>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6" name="Google Shape;13816;g2975d56d0dc_2_11437"/>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7" name="Google Shape;13817;g2975d56d0dc_2_11437"/>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18" name="Google Shape;13818;g2975d56d0dc_2_11437"/>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19" name="Google Shape;13819;g2975d56d0dc_2_11437"/>
          <p:cNvGrpSpPr/>
          <p:nvPr/>
        </p:nvGrpSpPr>
        <p:grpSpPr>
          <a:xfrm>
            <a:off x="859262" y="3178470"/>
            <a:ext cx="306759" cy="351446"/>
            <a:chOff x="859262" y="3353920"/>
            <a:chExt cx="306759" cy="351446"/>
          </a:xfrm>
        </p:grpSpPr>
        <p:sp>
          <p:nvSpPr>
            <p:cNvPr id="13820" name="Google Shape;13820;g2975d56d0dc_2_11437"/>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1" name="Google Shape;13821;g2975d56d0dc_2_11437"/>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2" name="Google Shape;13822;g2975d56d0dc_2_11437"/>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3" name="Google Shape;13823;g2975d56d0dc_2_11437"/>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4" name="Google Shape;13824;g2975d56d0dc_2_11437"/>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25" name="Google Shape;13825;g2975d56d0dc_2_11437"/>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26" name="Google Shape;13826;g2975d56d0dc_2_11437"/>
          <p:cNvGrpSpPr/>
          <p:nvPr/>
        </p:nvGrpSpPr>
        <p:grpSpPr>
          <a:xfrm>
            <a:off x="3967437" y="3661652"/>
            <a:ext cx="364709" cy="295404"/>
            <a:chOff x="3967437" y="3837102"/>
            <a:chExt cx="364709" cy="295404"/>
          </a:xfrm>
        </p:grpSpPr>
        <p:sp>
          <p:nvSpPr>
            <p:cNvPr id="13827" name="Google Shape;13827;g2975d56d0dc_2_11437"/>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8" name="Google Shape;13828;g2975d56d0dc_2_11437"/>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9" name="Google Shape;13829;g2975d56d0dc_2_11437"/>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0" name="Google Shape;13830;g2975d56d0dc_2_11437"/>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1" name="Google Shape;13831;g2975d56d0dc_2_11437"/>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32" name="Google Shape;13832;g2975d56d0dc_2_11437"/>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3" name="Google Shape;13833;g2975d56d0dc_2_11437"/>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4" name="Google Shape;13834;g2975d56d0dc_2_11437"/>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35" name="Google Shape;13835;g2975d56d0dc_2_11437"/>
          <p:cNvGrpSpPr/>
          <p:nvPr/>
        </p:nvGrpSpPr>
        <p:grpSpPr>
          <a:xfrm>
            <a:off x="5811827" y="3631001"/>
            <a:ext cx="283743" cy="308444"/>
            <a:chOff x="5964227" y="3858701"/>
            <a:chExt cx="283743" cy="308444"/>
          </a:xfrm>
        </p:grpSpPr>
        <p:sp>
          <p:nvSpPr>
            <p:cNvPr id="13836" name="Google Shape;13836;g2975d56d0dc_2_11437"/>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7" name="Google Shape;13837;g2975d56d0dc_2_11437"/>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8" name="Google Shape;13838;g2975d56d0dc_2_11437"/>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9" name="Google Shape;13839;g2975d56d0dc_2_11437"/>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40" name="Google Shape;13840;g2975d56d0dc_2_11437"/>
          <p:cNvGrpSpPr/>
          <p:nvPr/>
        </p:nvGrpSpPr>
        <p:grpSpPr>
          <a:xfrm>
            <a:off x="6243508" y="3697623"/>
            <a:ext cx="320372" cy="213602"/>
            <a:chOff x="6395908" y="3873073"/>
            <a:chExt cx="320372" cy="213602"/>
          </a:xfrm>
        </p:grpSpPr>
        <p:sp>
          <p:nvSpPr>
            <p:cNvPr id="13841" name="Google Shape;13841;g2975d56d0dc_2_11437"/>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2" name="Google Shape;13842;g2975d56d0dc_2_11437"/>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3" name="Google Shape;13843;g2975d56d0dc_2_11437"/>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4" name="Google Shape;13844;g2975d56d0dc_2_11437"/>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5" name="Google Shape;13845;g2975d56d0dc_2_11437"/>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6" name="Google Shape;13846;g2975d56d0dc_2_11437"/>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7" name="Google Shape;13847;g2975d56d0dc_2_11437"/>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8" name="Google Shape;13848;g2975d56d0dc_2_11437"/>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9" name="Google Shape;13849;g2975d56d0dc_2_11437"/>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0" name="Google Shape;13850;g2975d56d0dc_2_11437"/>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51" name="Google Shape;13851;g2975d56d0dc_2_11437"/>
          <p:cNvGrpSpPr/>
          <p:nvPr/>
        </p:nvGrpSpPr>
        <p:grpSpPr>
          <a:xfrm>
            <a:off x="7262890" y="3627366"/>
            <a:ext cx="357138" cy="352018"/>
            <a:chOff x="7415290" y="3802816"/>
            <a:chExt cx="357138" cy="352018"/>
          </a:xfrm>
        </p:grpSpPr>
        <p:sp>
          <p:nvSpPr>
            <p:cNvPr id="13852" name="Google Shape;13852;g2975d56d0dc_2_11437"/>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3" name="Google Shape;13853;g2975d56d0dc_2_11437"/>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4" name="Google Shape;13854;g2975d56d0dc_2_11437"/>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5" name="Google Shape;13855;g2975d56d0dc_2_11437"/>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6" name="Google Shape;13856;g2975d56d0dc_2_11437"/>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7" name="Google Shape;13857;g2975d56d0dc_2_11437"/>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8" name="Google Shape;13858;g2975d56d0dc_2_11437"/>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9" name="Google Shape;13859;g2975d56d0dc_2_11437"/>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60" name="Google Shape;13860;g2975d56d0dc_2_11437"/>
          <p:cNvGrpSpPr/>
          <p:nvPr/>
        </p:nvGrpSpPr>
        <p:grpSpPr>
          <a:xfrm>
            <a:off x="6737312" y="3657963"/>
            <a:ext cx="355230" cy="293401"/>
            <a:chOff x="6889712" y="3833413"/>
            <a:chExt cx="355230" cy="293401"/>
          </a:xfrm>
        </p:grpSpPr>
        <p:sp>
          <p:nvSpPr>
            <p:cNvPr id="13861" name="Google Shape;13861;g2975d56d0dc_2_11437"/>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2" name="Google Shape;13862;g2975d56d0dc_2_11437"/>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3" name="Google Shape;13863;g2975d56d0dc_2_11437"/>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4" name="Google Shape;13864;g2975d56d0dc_2_11437"/>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5" name="Google Shape;13865;g2975d56d0dc_2_11437"/>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66" name="Google Shape;13866;g2975d56d0dc_2_11437"/>
          <p:cNvGrpSpPr/>
          <p:nvPr/>
        </p:nvGrpSpPr>
        <p:grpSpPr>
          <a:xfrm>
            <a:off x="7707152" y="3660420"/>
            <a:ext cx="282318" cy="337168"/>
            <a:chOff x="1635875" y="237775"/>
            <a:chExt cx="4370250" cy="5219325"/>
          </a:xfrm>
        </p:grpSpPr>
        <p:sp>
          <p:nvSpPr>
            <p:cNvPr id="13867" name="Google Shape;13867;g2975d56d0dc_2_11437"/>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8" name="Google Shape;13868;g2975d56d0dc_2_11437"/>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69" name="Google Shape;13869;g2975d56d0dc_2_11437"/>
          <p:cNvGrpSpPr/>
          <p:nvPr/>
        </p:nvGrpSpPr>
        <p:grpSpPr>
          <a:xfrm>
            <a:off x="3103963" y="3185690"/>
            <a:ext cx="297886" cy="337578"/>
            <a:chOff x="3103963" y="3361140"/>
            <a:chExt cx="297886" cy="337578"/>
          </a:xfrm>
        </p:grpSpPr>
        <p:sp>
          <p:nvSpPr>
            <p:cNvPr id="13870" name="Google Shape;13870;g2975d56d0dc_2_11437"/>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1" name="Google Shape;13871;g2975d56d0dc_2_11437"/>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2" name="Google Shape;13872;g2975d56d0dc_2_11437"/>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3" name="Google Shape;13873;g2975d56d0dc_2_1143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4" name="Google Shape;13874;g2975d56d0dc_2_11437"/>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5" name="Google Shape;13875;g2975d56d0dc_2_1143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6" name="Google Shape;13876;g2975d56d0dc_2_1143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7" name="Google Shape;13877;g2975d56d0dc_2_11437"/>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8" name="Google Shape;13878;g2975d56d0dc_2_1143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9" name="Google Shape;13879;g2975d56d0dc_2_11437"/>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0" name="Google Shape;13880;g2975d56d0dc_2_1143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1" name="Google Shape;13881;g2975d56d0dc_2_11437"/>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2" name="Google Shape;13882;g2975d56d0dc_2_1143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3" name="Google Shape;13883;g2975d56d0dc_2_11437"/>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4" name="Google Shape;13884;g2975d56d0dc_2_1143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5" name="Google Shape;13885;g2975d56d0dc_2_11437"/>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6" name="Google Shape;13886;g2975d56d0dc_2_11437"/>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7" name="Google Shape;13887;g2975d56d0dc_2_1143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8" name="Google Shape;13888;g2975d56d0dc_2_1143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9" name="Google Shape;13889;g2975d56d0dc_2_1143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0" name="Google Shape;13890;g2975d56d0dc_2_1143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1" name="Google Shape;13891;g2975d56d0dc_2_11437"/>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2" name="Google Shape;13892;g2975d56d0dc_2_11437"/>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3" name="Google Shape;13893;g2975d56d0dc_2_1143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94" name="Google Shape;13894;g2975d56d0dc_2_11437"/>
          <p:cNvGrpSpPr/>
          <p:nvPr/>
        </p:nvGrpSpPr>
        <p:grpSpPr>
          <a:xfrm>
            <a:off x="2667821" y="3185658"/>
            <a:ext cx="273046" cy="337801"/>
            <a:chOff x="2667821" y="3361108"/>
            <a:chExt cx="273046" cy="337801"/>
          </a:xfrm>
        </p:grpSpPr>
        <p:sp>
          <p:nvSpPr>
            <p:cNvPr id="13895" name="Google Shape;13895;g2975d56d0dc_2_11437"/>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6" name="Google Shape;13896;g2975d56d0dc_2_11437"/>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7" name="Google Shape;13897;g2975d56d0dc_2_11437"/>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8" name="Google Shape;13898;g2975d56d0dc_2_11437"/>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9" name="Google Shape;13899;g2975d56d0dc_2_11437"/>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0" name="Google Shape;13900;g2975d56d0dc_2_11437"/>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1" name="Google Shape;13901;g2975d56d0dc_2_11437"/>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2" name="Google Shape;13902;g2975d56d0dc_2_11437"/>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3" name="Google Shape;13903;g2975d56d0dc_2_11437"/>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4" name="Google Shape;13904;g2975d56d0dc_2_11437"/>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5" name="Google Shape;13905;g2975d56d0dc_2_11437"/>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6" name="Google Shape;13906;g2975d56d0dc_2_11437"/>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7" name="Google Shape;13907;g2975d56d0dc_2_11437"/>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8" name="Google Shape;13908;g2975d56d0dc_2_11437"/>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9" name="Google Shape;13909;g2975d56d0dc_2_11437"/>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0" name="Google Shape;13910;g2975d56d0dc_2_11437"/>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1" name="Google Shape;13911;g2975d56d0dc_2_11437"/>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2" name="Google Shape;13912;g2975d56d0dc_2_11437"/>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3" name="Google Shape;13913;g2975d56d0dc_2_11437"/>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14" name="Google Shape;13914;g2975d56d0dc_2_11437"/>
          <p:cNvGrpSpPr/>
          <p:nvPr/>
        </p:nvGrpSpPr>
        <p:grpSpPr>
          <a:xfrm>
            <a:off x="2212469" y="3184863"/>
            <a:ext cx="282715" cy="338659"/>
            <a:chOff x="2212469" y="3360313"/>
            <a:chExt cx="282715" cy="338659"/>
          </a:xfrm>
        </p:grpSpPr>
        <p:sp>
          <p:nvSpPr>
            <p:cNvPr id="13915" name="Google Shape;13915;g2975d56d0dc_2_11437"/>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6" name="Google Shape;13916;g2975d56d0dc_2_11437"/>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7" name="Google Shape;13917;g2975d56d0dc_2_11437"/>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18" name="Google Shape;13918;g2975d56d0dc_2_11437"/>
          <p:cNvGrpSpPr/>
          <p:nvPr/>
        </p:nvGrpSpPr>
        <p:grpSpPr>
          <a:xfrm>
            <a:off x="1768821" y="3185658"/>
            <a:ext cx="278739" cy="339074"/>
            <a:chOff x="1768821" y="3361108"/>
            <a:chExt cx="278739" cy="339074"/>
          </a:xfrm>
        </p:grpSpPr>
        <p:sp>
          <p:nvSpPr>
            <p:cNvPr id="13919" name="Google Shape;13919;g2975d56d0dc_2_11437"/>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0" name="Google Shape;13920;g2975d56d0dc_2_11437"/>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1" name="Google Shape;13921;g2975d56d0dc_2_11437"/>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2" name="Google Shape;13922;g2975d56d0dc_2_11437"/>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3" name="Google Shape;13923;g2975d56d0dc_2_11437"/>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4" name="Google Shape;13924;g2975d56d0dc_2_11437"/>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5" name="Google Shape;13925;g2975d56d0dc_2_11437"/>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6" name="Google Shape;13926;g2975d56d0dc_2_11437"/>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7" name="Google Shape;13927;g2975d56d0dc_2_11437"/>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8" name="Google Shape;13928;g2975d56d0dc_2_11437"/>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9" name="Google Shape;13929;g2975d56d0dc_2_11437"/>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30" name="Google Shape;13930;g2975d56d0dc_2_11437"/>
          <p:cNvGrpSpPr/>
          <p:nvPr/>
        </p:nvGrpSpPr>
        <p:grpSpPr>
          <a:xfrm>
            <a:off x="5337883" y="3161423"/>
            <a:ext cx="307141" cy="376826"/>
            <a:chOff x="5337883" y="3336873"/>
            <a:chExt cx="307141" cy="376826"/>
          </a:xfrm>
        </p:grpSpPr>
        <p:sp>
          <p:nvSpPr>
            <p:cNvPr id="13931" name="Google Shape;13931;g2975d56d0dc_2_11437"/>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2" name="Google Shape;13932;g2975d56d0dc_2_11437"/>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33" name="Google Shape;13933;g2975d56d0dc_2_11437"/>
          <p:cNvGrpSpPr/>
          <p:nvPr/>
        </p:nvGrpSpPr>
        <p:grpSpPr>
          <a:xfrm>
            <a:off x="4883835" y="3161805"/>
            <a:ext cx="323425" cy="377556"/>
            <a:chOff x="4883835" y="3337255"/>
            <a:chExt cx="323425" cy="377556"/>
          </a:xfrm>
        </p:grpSpPr>
        <p:sp>
          <p:nvSpPr>
            <p:cNvPr id="13934" name="Google Shape;13934;g2975d56d0dc_2_11437"/>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5" name="Google Shape;13935;g2975d56d0dc_2_11437"/>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6" name="Google Shape;13936;g2975d56d0dc_2_11437"/>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37" name="Google Shape;13937;g2975d56d0dc_2_11437"/>
          <p:cNvGrpSpPr/>
          <p:nvPr/>
        </p:nvGrpSpPr>
        <p:grpSpPr>
          <a:xfrm>
            <a:off x="6193310" y="3231839"/>
            <a:ext cx="352590" cy="237488"/>
            <a:chOff x="6193310" y="3407289"/>
            <a:chExt cx="352590" cy="237488"/>
          </a:xfrm>
        </p:grpSpPr>
        <p:sp>
          <p:nvSpPr>
            <p:cNvPr id="13938" name="Google Shape;13938;g2975d56d0dc_2_11437"/>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9" name="Google Shape;13939;g2975d56d0dc_2_11437"/>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0" name="Google Shape;13940;g2975d56d0dc_2_11437"/>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1" name="Google Shape;13941;g2975d56d0dc_2_11437"/>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2" name="Google Shape;13942;g2975d56d0dc_2_11437"/>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43" name="Google Shape;13943;g2975d56d0dc_2_11437"/>
          <p:cNvGrpSpPr/>
          <p:nvPr/>
        </p:nvGrpSpPr>
        <p:grpSpPr>
          <a:xfrm>
            <a:off x="6637117" y="3222393"/>
            <a:ext cx="353735" cy="254504"/>
            <a:chOff x="6637117" y="3397843"/>
            <a:chExt cx="353735" cy="254504"/>
          </a:xfrm>
        </p:grpSpPr>
        <p:sp>
          <p:nvSpPr>
            <p:cNvPr id="13944" name="Google Shape;13944;g2975d56d0dc_2_11437"/>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5" name="Google Shape;13945;g2975d56d0dc_2_11437"/>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6" name="Google Shape;13946;g2975d56d0dc_2_11437"/>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7" name="Google Shape;13947;g2975d56d0dc_2_11437"/>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8" name="Google Shape;13948;g2975d56d0dc_2_11437"/>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9" name="Google Shape;13949;g2975d56d0dc_2_11437"/>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50" name="Google Shape;13950;g2975d56d0dc_2_11437"/>
          <p:cNvGrpSpPr/>
          <p:nvPr/>
        </p:nvGrpSpPr>
        <p:grpSpPr>
          <a:xfrm>
            <a:off x="7075994" y="3174081"/>
            <a:ext cx="360637" cy="352336"/>
            <a:chOff x="7075994" y="3349531"/>
            <a:chExt cx="360637" cy="352336"/>
          </a:xfrm>
        </p:grpSpPr>
        <p:sp>
          <p:nvSpPr>
            <p:cNvPr id="13951" name="Google Shape;13951;g2975d56d0dc_2_11437"/>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2" name="Google Shape;13952;g2975d56d0dc_2_11437"/>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3" name="Google Shape;13953;g2975d56d0dc_2_11437"/>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4" name="Google Shape;13954;g2975d56d0dc_2_11437"/>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5" name="Google Shape;13955;g2975d56d0dc_2_11437"/>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6" name="Google Shape;13956;g2975d56d0dc_2_11437"/>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7" name="Google Shape;13957;g2975d56d0dc_2_11437"/>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58" name="Google Shape;13958;g2975d56d0dc_2_11437"/>
          <p:cNvGrpSpPr/>
          <p:nvPr/>
        </p:nvGrpSpPr>
        <p:grpSpPr>
          <a:xfrm>
            <a:off x="7651983" y="3173731"/>
            <a:ext cx="107182" cy="352400"/>
            <a:chOff x="7651983" y="3349181"/>
            <a:chExt cx="107182" cy="352400"/>
          </a:xfrm>
        </p:grpSpPr>
        <p:sp>
          <p:nvSpPr>
            <p:cNvPr id="13959" name="Google Shape;13959;g2975d56d0dc_2_11437"/>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0" name="Google Shape;13960;g2975d56d0dc_2_11437"/>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61" name="Google Shape;13961;g2975d56d0dc_2_11437"/>
          <p:cNvGrpSpPr/>
          <p:nvPr/>
        </p:nvGrpSpPr>
        <p:grpSpPr>
          <a:xfrm>
            <a:off x="7973468" y="3206872"/>
            <a:ext cx="352590" cy="287072"/>
            <a:chOff x="7973468" y="3382322"/>
            <a:chExt cx="352590" cy="287072"/>
          </a:xfrm>
        </p:grpSpPr>
        <p:sp>
          <p:nvSpPr>
            <p:cNvPr id="13962" name="Google Shape;13962;g2975d56d0dc_2_11437"/>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3" name="Google Shape;13963;g2975d56d0dc_2_11437"/>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4" name="Google Shape;13964;g2975d56d0dc_2_11437"/>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5" name="Google Shape;13965;g2975d56d0dc_2_11437"/>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6" name="Google Shape;13966;g2975d56d0dc_2_11437"/>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7" name="Google Shape;13967;g2975d56d0dc_2_11437"/>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8" name="Google Shape;13968;g2975d56d0dc_2_11437"/>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9" name="Google Shape;13969;g2975d56d0dc_2_11437"/>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0" name="Google Shape;13970;g2975d56d0dc_2_11437"/>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1" name="Google Shape;13971;g2975d56d0dc_2_11437"/>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2" name="Google Shape;13972;g2975d56d0dc_2_11437"/>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3" name="Google Shape;13973;g2975d56d0dc_2_11437"/>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974" name="Google Shape;13974;g2975d56d0dc_2_1143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Creative Process Icons</a:t>
            </a:r>
            <a:endParaRPr b="0" i="0" sz="2400" u="none" cap="none" strike="noStrike">
              <a:solidFill>
                <a:srgbClr val="FFFFFF"/>
              </a:solidFill>
              <a:latin typeface="Arial"/>
              <a:ea typeface="Arial"/>
              <a:cs typeface="Arial"/>
              <a:sym typeface="Arial"/>
            </a:endParaRPr>
          </a:p>
        </p:txBody>
      </p:sp>
      <p:sp>
        <p:nvSpPr>
          <p:cNvPr id="13975" name="Google Shape;13975;g2975d56d0dc_2_1143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Performing Arts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979" name="Shape 13979"/>
        <p:cNvGrpSpPr/>
        <p:nvPr/>
      </p:nvGrpSpPr>
      <p:grpSpPr>
        <a:xfrm>
          <a:off x="0" y="0"/>
          <a:ext cx="0" cy="0"/>
          <a:chOff x="0" y="0"/>
          <a:chExt cx="0" cy="0"/>
        </a:xfrm>
      </p:grpSpPr>
      <p:grpSp>
        <p:nvGrpSpPr>
          <p:cNvPr id="13980" name="Google Shape;13980;g2975d56d0dc_2_12129"/>
          <p:cNvGrpSpPr/>
          <p:nvPr/>
        </p:nvGrpSpPr>
        <p:grpSpPr>
          <a:xfrm>
            <a:off x="821808" y="1576858"/>
            <a:ext cx="347872" cy="347488"/>
            <a:chOff x="849677" y="1500658"/>
            <a:chExt cx="347872" cy="347488"/>
          </a:xfrm>
        </p:grpSpPr>
        <p:sp>
          <p:nvSpPr>
            <p:cNvPr id="13981" name="Google Shape;13981;g2975d56d0dc_2_12129"/>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2" name="Google Shape;13982;g2975d56d0dc_2_12129"/>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3" name="Google Shape;13983;g2975d56d0dc_2_12129"/>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4" name="Google Shape;13984;g2975d56d0dc_2_12129"/>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5" name="Google Shape;13985;g2975d56d0dc_2_12129"/>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6" name="Google Shape;13986;g2975d56d0dc_2_12129"/>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87" name="Google Shape;13987;g2975d56d0dc_2_12129"/>
          <p:cNvGrpSpPr/>
          <p:nvPr/>
        </p:nvGrpSpPr>
        <p:grpSpPr>
          <a:xfrm>
            <a:off x="1387984" y="1576858"/>
            <a:ext cx="315872" cy="347488"/>
            <a:chOff x="1415853" y="1500658"/>
            <a:chExt cx="315872" cy="347488"/>
          </a:xfrm>
        </p:grpSpPr>
        <p:sp>
          <p:nvSpPr>
            <p:cNvPr id="13988" name="Google Shape;13988;g2975d56d0dc_2_12129"/>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9" name="Google Shape;13989;g2975d56d0dc_2_12129"/>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0" name="Google Shape;13990;g2975d56d0dc_2_12129"/>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1" name="Google Shape;13991;g2975d56d0dc_2_12129"/>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92" name="Google Shape;13992;g2975d56d0dc_2_12129"/>
          <p:cNvGrpSpPr/>
          <p:nvPr/>
        </p:nvGrpSpPr>
        <p:grpSpPr>
          <a:xfrm>
            <a:off x="4669520" y="1576858"/>
            <a:ext cx="347520" cy="347104"/>
            <a:chOff x="4697389" y="1500658"/>
            <a:chExt cx="347520" cy="347104"/>
          </a:xfrm>
        </p:grpSpPr>
        <p:sp>
          <p:nvSpPr>
            <p:cNvPr id="13993" name="Google Shape;13993;g2975d56d0dc_2_12129"/>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4" name="Google Shape;13994;g2975d56d0dc_2_12129"/>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5" name="Google Shape;13995;g2975d56d0dc_2_12129"/>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96" name="Google Shape;13996;g2975d56d0dc_2_12129"/>
          <p:cNvGrpSpPr/>
          <p:nvPr/>
        </p:nvGrpSpPr>
        <p:grpSpPr>
          <a:xfrm>
            <a:off x="3575664" y="2041146"/>
            <a:ext cx="347520" cy="353760"/>
            <a:chOff x="3603533" y="1964946"/>
            <a:chExt cx="347520" cy="353760"/>
          </a:xfrm>
        </p:grpSpPr>
        <p:sp>
          <p:nvSpPr>
            <p:cNvPr id="13997" name="Google Shape;13997;g2975d56d0dc_2_12129"/>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8" name="Google Shape;13998;g2975d56d0dc_2_12129"/>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9" name="Google Shape;13999;g2975d56d0dc_2_12129"/>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00" name="Google Shape;14000;g2975d56d0dc_2_12129"/>
          <p:cNvGrpSpPr/>
          <p:nvPr/>
        </p:nvGrpSpPr>
        <p:grpSpPr>
          <a:xfrm>
            <a:off x="1922896" y="2040538"/>
            <a:ext cx="357792" cy="352448"/>
            <a:chOff x="1950765" y="1964338"/>
            <a:chExt cx="357792" cy="352448"/>
          </a:xfrm>
        </p:grpSpPr>
        <p:sp>
          <p:nvSpPr>
            <p:cNvPr id="14001" name="Google Shape;14001;g2975d56d0dc_2_12129"/>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2" name="Google Shape;14002;g2975d56d0dc_2_12129"/>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3" name="Google Shape;14003;g2975d56d0dc_2_12129"/>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4" name="Google Shape;14004;g2975d56d0dc_2_12129"/>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05" name="Google Shape;14005;g2975d56d0dc_2_12129"/>
          <p:cNvGrpSpPr/>
          <p:nvPr/>
        </p:nvGrpSpPr>
        <p:grpSpPr>
          <a:xfrm>
            <a:off x="7407760" y="2040890"/>
            <a:ext cx="367712" cy="353248"/>
            <a:chOff x="7435629" y="1964690"/>
            <a:chExt cx="367712" cy="353248"/>
          </a:xfrm>
        </p:grpSpPr>
        <p:sp>
          <p:nvSpPr>
            <p:cNvPr id="14006" name="Google Shape;14006;g2975d56d0dc_2_12129"/>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7" name="Google Shape;14007;g2975d56d0dc_2_12129"/>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8" name="Google Shape;14008;g2975d56d0dc_2_12129"/>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9" name="Google Shape;14009;g2975d56d0dc_2_12129"/>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10" name="Google Shape;14010;g2975d56d0dc_2_12129"/>
          <p:cNvGrpSpPr/>
          <p:nvPr/>
        </p:nvGrpSpPr>
        <p:grpSpPr>
          <a:xfrm>
            <a:off x="2484880" y="2041242"/>
            <a:ext cx="333024" cy="352896"/>
            <a:chOff x="2512749" y="1965042"/>
            <a:chExt cx="333024" cy="352896"/>
          </a:xfrm>
        </p:grpSpPr>
        <p:sp>
          <p:nvSpPr>
            <p:cNvPr id="14011" name="Google Shape;14011;g2975d56d0dc_2_12129"/>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2" name="Google Shape;14012;g2975d56d0dc_2_12129"/>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3" name="Google Shape;14013;g2975d56d0dc_2_12129"/>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4" name="Google Shape;14014;g2975d56d0dc_2_12129"/>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5" name="Google Shape;14015;g2975d56d0dc_2_12129"/>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16" name="Google Shape;14016;g2975d56d0dc_2_12129"/>
          <p:cNvGrpSpPr/>
          <p:nvPr/>
        </p:nvGrpSpPr>
        <p:grpSpPr>
          <a:xfrm>
            <a:off x="1370448" y="2057978"/>
            <a:ext cx="365792" cy="335392"/>
            <a:chOff x="1398317" y="1981778"/>
            <a:chExt cx="365792" cy="335392"/>
          </a:xfrm>
        </p:grpSpPr>
        <p:sp>
          <p:nvSpPr>
            <p:cNvPr id="14017" name="Google Shape;14017;g2975d56d0dc_2_12129"/>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8" name="Google Shape;14018;g2975d56d0dc_2_12129"/>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9" name="Google Shape;14019;g2975d56d0dc_2_12129"/>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0" name="Google Shape;14020;g2975d56d0dc_2_12129"/>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1" name="Google Shape;14021;g2975d56d0dc_2_12129"/>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2" name="Google Shape;14022;g2975d56d0dc_2_12129"/>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23" name="Google Shape;14023;g2975d56d0dc_2_12129"/>
          <p:cNvGrpSpPr/>
          <p:nvPr/>
        </p:nvGrpSpPr>
        <p:grpSpPr>
          <a:xfrm>
            <a:off x="3024368" y="2079770"/>
            <a:ext cx="353600" cy="314752"/>
            <a:chOff x="3052237" y="2003570"/>
            <a:chExt cx="353600" cy="314752"/>
          </a:xfrm>
        </p:grpSpPr>
        <p:sp>
          <p:nvSpPr>
            <p:cNvPr id="14024" name="Google Shape;14024;g2975d56d0dc_2_12129"/>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5" name="Google Shape;14025;g2975d56d0dc_2_12129"/>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6" name="Google Shape;14026;g2975d56d0dc_2_12129"/>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27" name="Google Shape;14027;g2975d56d0dc_2_12129"/>
          <p:cNvGrpSpPr/>
          <p:nvPr/>
        </p:nvGrpSpPr>
        <p:grpSpPr>
          <a:xfrm>
            <a:off x="1376144" y="3034266"/>
            <a:ext cx="368096" cy="223968"/>
            <a:chOff x="1404013" y="2958066"/>
            <a:chExt cx="368096" cy="223968"/>
          </a:xfrm>
        </p:grpSpPr>
        <p:sp>
          <p:nvSpPr>
            <p:cNvPr id="14028" name="Google Shape;14028;g2975d56d0dc_2_12129"/>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9" name="Google Shape;14029;g2975d56d0dc_2_12129"/>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030" name="Google Shape;14030;g2975d56d0dc_2_12129"/>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1" name="Google Shape;14031;g2975d56d0dc_2_12129"/>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032" name="Google Shape;14032;g2975d56d0dc_2_12129"/>
          <p:cNvGrpSpPr/>
          <p:nvPr/>
        </p:nvGrpSpPr>
        <p:grpSpPr>
          <a:xfrm>
            <a:off x="1923280" y="2961402"/>
            <a:ext cx="370368" cy="367328"/>
            <a:chOff x="1951149" y="2885202"/>
            <a:chExt cx="370368" cy="367328"/>
          </a:xfrm>
        </p:grpSpPr>
        <p:sp>
          <p:nvSpPr>
            <p:cNvPr id="14033" name="Google Shape;14033;g2975d56d0dc_2_12129"/>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4" name="Google Shape;14034;g2975d56d0dc_2_12129"/>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5" name="Google Shape;14035;g2975d56d0dc_2_12129"/>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36" name="Google Shape;14036;g2975d56d0dc_2_12129"/>
          <p:cNvGrpSpPr/>
          <p:nvPr/>
        </p:nvGrpSpPr>
        <p:grpSpPr>
          <a:xfrm>
            <a:off x="2473808" y="2982362"/>
            <a:ext cx="367328" cy="327296"/>
            <a:chOff x="2501677" y="2906162"/>
            <a:chExt cx="367328" cy="327296"/>
          </a:xfrm>
        </p:grpSpPr>
        <p:sp>
          <p:nvSpPr>
            <p:cNvPr id="14037" name="Google Shape;14037;g2975d56d0dc_2_12129"/>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8" name="Google Shape;14038;g2975d56d0dc_2_12129"/>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9" name="Google Shape;14039;g2975d56d0dc_2_12129"/>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040" name="Google Shape;14040;g2975d56d0dc_2_12129"/>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041" name="Google Shape;14041;g2975d56d0dc_2_12129"/>
          <p:cNvGrpSpPr/>
          <p:nvPr/>
        </p:nvGrpSpPr>
        <p:grpSpPr>
          <a:xfrm>
            <a:off x="3022448" y="2969914"/>
            <a:ext cx="367712" cy="354240"/>
            <a:chOff x="3050317" y="2893714"/>
            <a:chExt cx="367712" cy="354240"/>
          </a:xfrm>
        </p:grpSpPr>
        <p:sp>
          <p:nvSpPr>
            <p:cNvPr id="14042" name="Google Shape;14042;g2975d56d0dc_2_12129"/>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3" name="Google Shape;14043;g2975d56d0dc_2_12129"/>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044" name="Google Shape;14044;g2975d56d0dc_2_12129"/>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5" name="Google Shape;14045;g2975d56d0dc_2_12129"/>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046" name="Google Shape;14046;g2975d56d0dc_2_12129"/>
          <p:cNvGrpSpPr/>
          <p:nvPr/>
        </p:nvGrpSpPr>
        <p:grpSpPr>
          <a:xfrm>
            <a:off x="7503408" y="2962554"/>
            <a:ext cx="185184" cy="367296"/>
            <a:chOff x="7531277" y="2886354"/>
            <a:chExt cx="185184" cy="367296"/>
          </a:xfrm>
        </p:grpSpPr>
        <p:sp>
          <p:nvSpPr>
            <p:cNvPr id="14047" name="Google Shape;14047;g2975d56d0dc_2_12129"/>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8" name="Google Shape;14048;g2975d56d0dc_2_12129"/>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9" name="Google Shape;14049;g2975d56d0dc_2_12129"/>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50" name="Google Shape;14050;g2975d56d0dc_2_12129"/>
          <p:cNvGrpSpPr/>
          <p:nvPr/>
        </p:nvGrpSpPr>
        <p:grpSpPr>
          <a:xfrm>
            <a:off x="6898768" y="2962938"/>
            <a:ext cx="297184" cy="367296"/>
            <a:chOff x="6926637" y="2886738"/>
            <a:chExt cx="297184" cy="367296"/>
          </a:xfrm>
        </p:grpSpPr>
        <p:sp>
          <p:nvSpPr>
            <p:cNvPr id="14051" name="Google Shape;14051;g2975d56d0dc_2_12129"/>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2" name="Google Shape;14052;g2975d56d0dc_2_12129"/>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3" name="Google Shape;14053;g2975d56d0dc_2_12129"/>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054" name="Google Shape;14054;g2975d56d0dc_2_12129"/>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5" name="Google Shape;14055;g2975d56d0dc_2_12129"/>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056" name="Google Shape;14056;g2975d56d0dc_2_12129"/>
          <p:cNvGrpSpPr/>
          <p:nvPr/>
        </p:nvGrpSpPr>
        <p:grpSpPr>
          <a:xfrm>
            <a:off x="6312784" y="2962554"/>
            <a:ext cx="370368" cy="368064"/>
            <a:chOff x="6340653" y="2886354"/>
            <a:chExt cx="370368" cy="368064"/>
          </a:xfrm>
        </p:grpSpPr>
        <p:sp>
          <p:nvSpPr>
            <p:cNvPr id="14057" name="Google Shape;14057;g2975d56d0dc_2_12129"/>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8" name="Google Shape;14058;g2975d56d0dc_2_12129"/>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9" name="Google Shape;14059;g2975d56d0dc_2_12129"/>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0" name="Google Shape;14060;g2975d56d0dc_2_12129"/>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1" name="Google Shape;14061;g2975d56d0dc_2_12129"/>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2" name="Google Shape;14062;g2975d56d0dc_2_12129"/>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63" name="Google Shape;14063;g2975d56d0dc_2_12129"/>
          <p:cNvGrpSpPr/>
          <p:nvPr/>
        </p:nvGrpSpPr>
        <p:grpSpPr>
          <a:xfrm>
            <a:off x="5218928" y="2057626"/>
            <a:ext cx="354752" cy="336512"/>
            <a:chOff x="5246797" y="1981426"/>
            <a:chExt cx="354752" cy="336512"/>
          </a:xfrm>
        </p:grpSpPr>
        <p:sp>
          <p:nvSpPr>
            <p:cNvPr id="14064" name="Google Shape;14064;g2975d56d0dc_2_12129"/>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5" name="Google Shape;14065;g2975d56d0dc_2_12129"/>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66" name="Google Shape;14066;g2975d56d0dc_2_12129"/>
          <p:cNvGrpSpPr/>
          <p:nvPr/>
        </p:nvGrpSpPr>
        <p:grpSpPr>
          <a:xfrm>
            <a:off x="4120880" y="2178266"/>
            <a:ext cx="355136" cy="216256"/>
            <a:chOff x="4148749" y="2102066"/>
            <a:chExt cx="355136" cy="216256"/>
          </a:xfrm>
        </p:grpSpPr>
        <p:sp>
          <p:nvSpPr>
            <p:cNvPr id="14067" name="Google Shape;14067;g2975d56d0dc_2_12129"/>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8" name="Google Shape;14068;g2975d56d0dc_2_12129"/>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69" name="Google Shape;14069;g2975d56d0dc_2_12129"/>
          <p:cNvGrpSpPr/>
          <p:nvPr/>
        </p:nvGrpSpPr>
        <p:grpSpPr>
          <a:xfrm>
            <a:off x="5766800" y="2077626"/>
            <a:ext cx="354752" cy="315360"/>
            <a:chOff x="5794669" y="2001426"/>
            <a:chExt cx="354752" cy="315360"/>
          </a:xfrm>
        </p:grpSpPr>
        <p:sp>
          <p:nvSpPr>
            <p:cNvPr id="14070" name="Google Shape;14070;g2975d56d0dc_2_12129"/>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1" name="Google Shape;14071;g2975d56d0dc_2_12129"/>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72" name="Google Shape;14072;g2975d56d0dc_2_12129"/>
          <p:cNvGrpSpPr/>
          <p:nvPr/>
        </p:nvGrpSpPr>
        <p:grpSpPr>
          <a:xfrm>
            <a:off x="6317360" y="2106042"/>
            <a:ext cx="352832" cy="289216"/>
            <a:chOff x="6345229" y="2029842"/>
            <a:chExt cx="352832" cy="289216"/>
          </a:xfrm>
        </p:grpSpPr>
        <p:sp>
          <p:nvSpPr>
            <p:cNvPr id="14073" name="Google Shape;14073;g2975d56d0dc_2_12129"/>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4" name="Google Shape;14074;g2975d56d0dc_2_12129"/>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75" name="Google Shape;14075;g2975d56d0dc_2_12129"/>
          <p:cNvGrpSpPr/>
          <p:nvPr/>
        </p:nvGrpSpPr>
        <p:grpSpPr>
          <a:xfrm>
            <a:off x="4669520" y="2112538"/>
            <a:ext cx="354752" cy="281984"/>
            <a:chOff x="4697389" y="2036338"/>
            <a:chExt cx="354752" cy="281984"/>
          </a:xfrm>
        </p:grpSpPr>
        <p:sp>
          <p:nvSpPr>
            <p:cNvPr id="14076" name="Google Shape;14076;g2975d56d0dc_2_12129"/>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7" name="Google Shape;14077;g2975d56d0dc_2_12129"/>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78" name="Google Shape;14078;g2975d56d0dc_2_12129"/>
          <p:cNvGrpSpPr/>
          <p:nvPr/>
        </p:nvGrpSpPr>
        <p:grpSpPr>
          <a:xfrm>
            <a:off x="1376144" y="2500954"/>
            <a:ext cx="353600" cy="354944"/>
            <a:chOff x="1404013" y="2424754"/>
            <a:chExt cx="353600" cy="354944"/>
          </a:xfrm>
        </p:grpSpPr>
        <p:sp>
          <p:nvSpPr>
            <p:cNvPr id="14079" name="Google Shape;14079;g2975d56d0dc_2_12129"/>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0" name="Google Shape;14080;g2975d56d0dc_2_12129"/>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1" name="Google Shape;14081;g2975d56d0dc_2_12129"/>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2" name="Google Shape;14082;g2975d56d0dc_2_12129"/>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3" name="Google Shape;14083;g2975d56d0dc_2_12129"/>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84" name="Google Shape;14084;g2975d56d0dc_2_12129"/>
          <p:cNvGrpSpPr/>
          <p:nvPr/>
        </p:nvGrpSpPr>
        <p:grpSpPr>
          <a:xfrm>
            <a:off x="826384" y="2504474"/>
            <a:ext cx="355104" cy="351040"/>
            <a:chOff x="854253" y="2428274"/>
            <a:chExt cx="355104" cy="351040"/>
          </a:xfrm>
        </p:grpSpPr>
        <p:sp>
          <p:nvSpPr>
            <p:cNvPr id="14085" name="Google Shape;14085;g2975d56d0dc_2_12129"/>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6" name="Google Shape;14086;g2975d56d0dc_2_12129"/>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87" name="Google Shape;14087;g2975d56d0dc_2_12129"/>
          <p:cNvGrpSpPr/>
          <p:nvPr/>
        </p:nvGrpSpPr>
        <p:grpSpPr>
          <a:xfrm>
            <a:off x="6869040" y="2517146"/>
            <a:ext cx="354752" cy="275904"/>
            <a:chOff x="6896909" y="2440946"/>
            <a:chExt cx="354752" cy="275904"/>
          </a:xfrm>
        </p:grpSpPr>
        <p:sp>
          <p:nvSpPr>
            <p:cNvPr id="14088" name="Google Shape;14088;g2975d56d0dc_2_12129"/>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9" name="Google Shape;14089;g2975d56d0dc_2_12129"/>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090" name="Google Shape;14090;g2975d56d0dc_2_12129"/>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091" name="Google Shape;14091;g2975d56d0dc_2_12129"/>
          <p:cNvGrpSpPr/>
          <p:nvPr/>
        </p:nvGrpSpPr>
        <p:grpSpPr>
          <a:xfrm>
            <a:off x="5237200" y="2500954"/>
            <a:ext cx="321984" cy="354560"/>
            <a:chOff x="5265069" y="2424754"/>
            <a:chExt cx="321984" cy="354560"/>
          </a:xfrm>
        </p:grpSpPr>
        <p:sp>
          <p:nvSpPr>
            <p:cNvPr id="14092" name="Google Shape;14092;g2975d56d0dc_2_12129"/>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3" name="Google Shape;14093;g2975d56d0dc_2_12129"/>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94" name="Google Shape;14094;g2975d56d0dc_2_12129"/>
          <p:cNvGrpSpPr/>
          <p:nvPr/>
        </p:nvGrpSpPr>
        <p:grpSpPr>
          <a:xfrm>
            <a:off x="4122800" y="2542970"/>
            <a:ext cx="355104" cy="259584"/>
            <a:chOff x="4150669" y="2466770"/>
            <a:chExt cx="355104" cy="259584"/>
          </a:xfrm>
        </p:grpSpPr>
        <p:sp>
          <p:nvSpPr>
            <p:cNvPr id="14095" name="Google Shape;14095;g2975d56d0dc_2_12129"/>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6" name="Google Shape;14096;g2975d56d0dc_2_12129"/>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7" name="Google Shape;14097;g2975d56d0dc_2_12129"/>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8" name="Google Shape;14098;g2975d56d0dc_2_12129"/>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99" name="Google Shape;14099;g2975d56d0dc_2_12129"/>
          <p:cNvGrpSpPr/>
          <p:nvPr/>
        </p:nvGrpSpPr>
        <p:grpSpPr>
          <a:xfrm>
            <a:off x="4671824" y="2501146"/>
            <a:ext cx="354336" cy="353984"/>
            <a:chOff x="4699693" y="2424946"/>
            <a:chExt cx="354336" cy="353984"/>
          </a:xfrm>
        </p:grpSpPr>
        <p:sp>
          <p:nvSpPr>
            <p:cNvPr id="14100" name="Google Shape;14100;g2975d56d0dc_2_12129"/>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1" name="Google Shape;14101;g2975d56d0dc_2_12129"/>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02" name="Google Shape;14102;g2975d56d0dc_2_12129"/>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3" name="Google Shape;14103;g2975d56d0dc_2_12129"/>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104" name="Google Shape;14104;g2975d56d0dc_2_12129"/>
          <p:cNvGrpSpPr/>
          <p:nvPr/>
        </p:nvGrpSpPr>
        <p:grpSpPr>
          <a:xfrm>
            <a:off x="1925168" y="2628442"/>
            <a:ext cx="355136" cy="227072"/>
            <a:chOff x="1953037" y="2552242"/>
            <a:chExt cx="355136" cy="227072"/>
          </a:xfrm>
        </p:grpSpPr>
        <p:sp>
          <p:nvSpPr>
            <p:cNvPr id="14105" name="Google Shape;14105;g2975d56d0dc_2_12129"/>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6" name="Google Shape;14106;g2975d56d0dc_2_12129"/>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07" name="Google Shape;14107;g2975d56d0dc_2_12129"/>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108" name="Google Shape;14108;g2975d56d0dc_2_12129"/>
          <p:cNvGrpSpPr/>
          <p:nvPr/>
        </p:nvGrpSpPr>
        <p:grpSpPr>
          <a:xfrm>
            <a:off x="2473072" y="2603418"/>
            <a:ext cx="355104" cy="250944"/>
            <a:chOff x="2500941" y="2527218"/>
            <a:chExt cx="355104" cy="250944"/>
          </a:xfrm>
        </p:grpSpPr>
        <p:sp>
          <p:nvSpPr>
            <p:cNvPr id="14109" name="Google Shape;14109;g2975d56d0dc_2_12129"/>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0" name="Google Shape;14110;g2975d56d0dc_2_12129"/>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1" name="Google Shape;14111;g2975d56d0dc_2_12129"/>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2" name="Google Shape;14112;g2975d56d0dc_2_12129"/>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3" name="Google Shape;14113;g2975d56d0dc_2_12129"/>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114" name="Google Shape;14114;g2975d56d0dc_2_12129"/>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115" name="Google Shape;14115;g2975d56d0dc_2_12129"/>
          <p:cNvGrpSpPr/>
          <p:nvPr/>
        </p:nvGrpSpPr>
        <p:grpSpPr>
          <a:xfrm>
            <a:off x="7965936" y="2503322"/>
            <a:ext cx="356256" cy="351808"/>
            <a:chOff x="7993805" y="2427122"/>
            <a:chExt cx="356256" cy="351808"/>
          </a:xfrm>
        </p:grpSpPr>
        <p:sp>
          <p:nvSpPr>
            <p:cNvPr id="14116" name="Google Shape;14116;g2975d56d0dc_2_12129"/>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7" name="Google Shape;14117;g2975d56d0dc_2_12129"/>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8" name="Google Shape;14118;g2975d56d0dc_2_12129"/>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19" name="Google Shape;14119;g2975d56d0dc_2_12129"/>
          <p:cNvGrpSpPr/>
          <p:nvPr/>
        </p:nvGrpSpPr>
        <p:grpSpPr>
          <a:xfrm>
            <a:off x="850768" y="2041210"/>
            <a:ext cx="308640" cy="353312"/>
            <a:chOff x="878637" y="1965010"/>
            <a:chExt cx="308640" cy="353312"/>
          </a:xfrm>
        </p:grpSpPr>
        <p:sp>
          <p:nvSpPr>
            <p:cNvPr id="14120" name="Google Shape;14120;g2975d56d0dc_2_12129"/>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1" name="Google Shape;14121;g2975d56d0dc_2_12129"/>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2" name="Google Shape;14122;g2975d56d0dc_2_12129"/>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23" name="Google Shape;14123;g2975d56d0dc_2_12129"/>
          <p:cNvGrpSpPr/>
          <p:nvPr/>
        </p:nvGrpSpPr>
        <p:grpSpPr>
          <a:xfrm>
            <a:off x="6868272" y="2040922"/>
            <a:ext cx="348256" cy="352448"/>
            <a:chOff x="6896141" y="1964722"/>
            <a:chExt cx="348256" cy="352448"/>
          </a:xfrm>
        </p:grpSpPr>
        <p:sp>
          <p:nvSpPr>
            <p:cNvPr id="14124" name="Google Shape;14124;g2975d56d0dc_2_12129"/>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5" name="Google Shape;14125;g2975d56d0dc_2_12129"/>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6" name="Google Shape;14126;g2975d56d0dc_2_12129"/>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27" name="Google Shape;14127;g2975d56d0dc_2_12129"/>
          <p:cNvGrpSpPr/>
          <p:nvPr/>
        </p:nvGrpSpPr>
        <p:grpSpPr>
          <a:xfrm>
            <a:off x="7962128" y="2091578"/>
            <a:ext cx="355136" cy="303328"/>
            <a:chOff x="7989997" y="2015378"/>
            <a:chExt cx="355136" cy="303328"/>
          </a:xfrm>
        </p:grpSpPr>
        <p:sp>
          <p:nvSpPr>
            <p:cNvPr id="14128" name="Google Shape;14128;g2975d56d0dc_2_12129"/>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9" name="Google Shape;14129;g2975d56d0dc_2_12129"/>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0" name="Google Shape;14130;g2975d56d0dc_2_12129"/>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31" name="Google Shape;14131;g2975d56d0dc_2_12129"/>
          <p:cNvGrpSpPr/>
          <p:nvPr/>
        </p:nvGrpSpPr>
        <p:grpSpPr>
          <a:xfrm>
            <a:off x="3570352" y="1585562"/>
            <a:ext cx="348640" cy="330784"/>
            <a:chOff x="3598221" y="1509362"/>
            <a:chExt cx="348640" cy="330784"/>
          </a:xfrm>
        </p:grpSpPr>
        <p:sp>
          <p:nvSpPr>
            <p:cNvPr id="14132" name="Google Shape;14132;g2975d56d0dc_2_12129"/>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3" name="Google Shape;14133;g2975d56d0dc_2_12129"/>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4" name="Google Shape;14134;g2975d56d0dc_2_12129"/>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5" name="Google Shape;14135;g2975d56d0dc_2_12129"/>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36" name="Google Shape;14136;g2975d56d0dc_2_12129"/>
          <p:cNvGrpSpPr/>
          <p:nvPr/>
        </p:nvGrpSpPr>
        <p:grpSpPr>
          <a:xfrm>
            <a:off x="5218928" y="1576858"/>
            <a:ext cx="347872" cy="347488"/>
            <a:chOff x="5246797" y="1500658"/>
            <a:chExt cx="347872" cy="347488"/>
          </a:xfrm>
        </p:grpSpPr>
        <p:sp>
          <p:nvSpPr>
            <p:cNvPr id="14137" name="Google Shape;14137;g2975d56d0dc_2_12129"/>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8" name="Google Shape;14138;g2975d56d0dc_2_12129"/>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9" name="Google Shape;14139;g2975d56d0dc_2_12129"/>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0" name="Google Shape;14140;g2975d56d0dc_2_12129"/>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41" name="Google Shape;14141;g2975d56d0dc_2_12129"/>
          <p:cNvGrpSpPr/>
          <p:nvPr/>
        </p:nvGrpSpPr>
        <p:grpSpPr>
          <a:xfrm>
            <a:off x="5768720" y="1576858"/>
            <a:ext cx="349024" cy="346752"/>
            <a:chOff x="5796589" y="1500658"/>
            <a:chExt cx="349024" cy="346752"/>
          </a:xfrm>
        </p:grpSpPr>
        <p:sp>
          <p:nvSpPr>
            <p:cNvPr id="14142" name="Google Shape;14142;g2975d56d0dc_2_12129"/>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143" name="Google Shape;14143;g2975d56d0dc_2_12129"/>
            <p:cNvGrpSpPr/>
            <p:nvPr/>
          </p:nvGrpSpPr>
          <p:grpSpPr>
            <a:xfrm>
              <a:off x="5796589" y="1500658"/>
              <a:ext cx="349024" cy="346752"/>
              <a:chOff x="5796589" y="1500658"/>
              <a:chExt cx="349024" cy="346752"/>
            </a:xfrm>
          </p:grpSpPr>
          <p:sp>
            <p:nvSpPr>
              <p:cNvPr id="14144" name="Google Shape;14144;g2975d56d0dc_2_12129"/>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5" name="Google Shape;14145;g2975d56d0dc_2_12129"/>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6" name="Google Shape;14146;g2975d56d0dc_2_12129"/>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7" name="Google Shape;14147;g2975d56d0dc_2_12129"/>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4148" name="Google Shape;14148;g2975d56d0dc_2_12129"/>
          <p:cNvGrpSpPr/>
          <p:nvPr/>
        </p:nvGrpSpPr>
        <p:grpSpPr>
          <a:xfrm>
            <a:off x="6867504" y="1578778"/>
            <a:ext cx="348640" cy="343296"/>
            <a:chOff x="6895373" y="1502578"/>
            <a:chExt cx="348640" cy="343296"/>
          </a:xfrm>
        </p:grpSpPr>
        <p:sp>
          <p:nvSpPr>
            <p:cNvPr id="14149" name="Google Shape;14149;g2975d56d0dc_2_12129"/>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0" name="Google Shape;14150;g2975d56d0dc_2_12129"/>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1" name="Google Shape;14151;g2975d56d0dc_2_12129"/>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52" name="Google Shape;14152;g2975d56d0dc_2_12129"/>
          <p:cNvGrpSpPr/>
          <p:nvPr/>
        </p:nvGrpSpPr>
        <p:grpSpPr>
          <a:xfrm>
            <a:off x="4119728" y="1581658"/>
            <a:ext cx="347904" cy="336992"/>
            <a:chOff x="4147597" y="1505458"/>
            <a:chExt cx="347904" cy="336992"/>
          </a:xfrm>
        </p:grpSpPr>
        <p:sp>
          <p:nvSpPr>
            <p:cNvPr id="14153" name="Google Shape;14153;g2975d56d0dc_2_12129"/>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4" name="Google Shape;14154;g2975d56d0dc_2_12129"/>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5" name="Google Shape;14155;g2975d56d0dc_2_12129"/>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6" name="Google Shape;14156;g2975d56d0dc_2_12129"/>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7" name="Google Shape;14157;g2975d56d0dc_2_12129"/>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8" name="Google Shape;14158;g2975d56d0dc_2_12129"/>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9" name="Google Shape;14159;g2975d56d0dc_2_12129"/>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60" name="Google Shape;14160;g2975d56d0dc_2_12129"/>
          <p:cNvGrpSpPr/>
          <p:nvPr/>
        </p:nvGrpSpPr>
        <p:grpSpPr>
          <a:xfrm>
            <a:off x="2471536" y="1576090"/>
            <a:ext cx="347488" cy="348256"/>
            <a:chOff x="2499405" y="1499890"/>
            <a:chExt cx="347488" cy="348256"/>
          </a:xfrm>
        </p:grpSpPr>
        <p:sp>
          <p:nvSpPr>
            <p:cNvPr id="14161" name="Google Shape;14161;g2975d56d0dc_2_12129"/>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2" name="Google Shape;14162;g2975d56d0dc_2_12129"/>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3" name="Google Shape;14163;g2975d56d0dc_2_12129"/>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4" name="Google Shape;14164;g2975d56d0dc_2_12129"/>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5" name="Google Shape;14165;g2975d56d0dc_2_12129"/>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66" name="Google Shape;14166;g2975d56d0dc_2_12129"/>
          <p:cNvGrpSpPr/>
          <p:nvPr/>
        </p:nvGrpSpPr>
        <p:grpSpPr>
          <a:xfrm>
            <a:off x="1928976" y="1576698"/>
            <a:ext cx="331520" cy="348032"/>
            <a:chOff x="1956845" y="1500498"/>
            <a:chExt cx="331520" cy="348032"/>
          </a:xfrm>
        </p:grpSpPr>
        <p:sp>
          <p:nvSpPr>
            <p:cNvPr id="14167" name="Google Shape;14167;g2975d56d0dc_2_12129"/>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8" name="Google Shape;14168;g2975d56d0dc_2_12129"/>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9" name="Google Shape;14169;g2975d56d0dc_2_12129"/>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0" name="Google Shape;14170;g2975d56d0dc_2_12129"/>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1" name="Google Shape;14171;g2975d56d0dc_2_12129"/>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2" name="Google Shape;14172;g2975d56d0dc_2_12129"/>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3" name="Google Shape;14173;g2975d56d0dc_2_12129"/>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4" name="Google Shape;14174;g2975d56d0dc_2_12129"/>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5" name="Google Shape;14175;g2975d56d0dc_2_12129"/>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6" name="Google Shape;14176;g2975d56d0dc_2_12129"/>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7" name="Google Shape;14177;g2975d56d0dc_2_12129"/>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8" name="Google Shape;14178;g2975d56d0dc_2_12129"/>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79" name="Google Shape;14179;g2975d56d0dc_2_12129"/>
          <p:cNvGrpSpPr/>
          <p:nvPr/>
        </p:nvGrpSpPr>
        <p:grpSpPr>
          <a:xfrm>
            <a:off x="6317744" y="1626074"/>
            <a:ext cx="348640" cy="250656"/>
            <a:chOff x="6345613" y="1549874"/>
            <a:chExt cx="348640" cy="250656"/>
          </a:xfrm>
        </p:grpSpPr>
        <p:sp>
          <p:nvSpPr>
            <p:cNvPr id="14180" name="Google Shape;14180;g2975d56d0dc_2_12129"/>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1" name="Google Shape;14181;g2975d56d0dc_2_12129"/>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2" name="Google Shape;14182;g2975d56d0dc_2_12129"/>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3" name="Google Shape;14183;g2975d56d0dc_2_12129"/>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4" name="Google Shape;14184;g2975d56d0dc_2_12129"/>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5" name="Google Shape;14185;g2975d56d0dc_2_12129"/>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86" name="Google Shape;14186;g2975d56d0dc_2_12129"/>
          <p:cNvGrpSpPr/>
          <p:nvPr/>
        </p:nvGrpSpPr>
        <p:grpSpPr>
          <a:xfrm>
            <a:off x="7416912" y="1583226"/>
            <a:ext cx="348640" cy="334272"/>
            <a:chOff x="7444781" y="1507026"/>
            <a:chExt cx="348640" cy="334272"/>
          </a:xfrm>
        </p:grpSpPr>
        <p:sp>
          <p:nvSpPr>
            <p:cNvPr id="14187" name="Google Shape;14187;g2975d56d0dc_2_12129"/>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8" name="Google Shape;14188;g2975d56d0dc_2_12129"/>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9" name="Google Shape;14189;g2975d56d0dc_2_12129"/>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0" name="Google Shape;14190;g2975d56d0dc_2_12129"/>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1" name="Google Shape;14191;g2975d56d0dc_2_12129"/>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92" name="Google Shape;14192;g2975d56d0dc_2_12129"/>
          <p:cNvGrpSpPr/>
          <p:nvPr/>
        </p:nvGrpSpPr>
        <p:grpSpPr>
          <a:xfrm>
            <a:off x="7967472" y="1582938"/>
            <a:ext cx="347872" cy="334944"/>
            <a:chOff x="7995341" y="1506738"/>
            <a:chExt cx="347872" cy="334944"/>
          </a:xfrm>
        </p:grpSpPr>
        <p:sp>
          <p:nvSpPr>
            <p:cNvPr id="14193" name="Google Shape;14193;g2975d56d0dc_2_12129"/>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4" name="Google Shape;14194;g2975d56d0dc_2_12129"/>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5" name="Google Shape;14195;g2975d56d0dc_2_12129"/>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6" name="Google Shape;14196;g2975d56d0dc_2_12129"/>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7" name="Google Shape;14197;g2975d56d0dc_2_12129"/>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8" name="Google Shape;14198;g2975d56d0dc_2_12129"/>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99" name="Google Shape;14199;g2975d56d0dc_2_12129"/>
          <p:cNvGrpSpPr/>
          <p:nvPr/>
        </p:nvGrpSpPr>
        <p:grpSpPr>
          <a:xfrm>
            <a:off x="3020176" y="1599130"/>
            <a:ext cx="347872" cy="303904"/>
            <a:chOff x="3048045" y="1522930"/>
            <a:chExt cx="347872" cy="303904"/>
          </a:xfrm>
        </p:grpSpPr>
        <p:sp>
          <p:nvSpPr>
            <p:cNvPr id="14200" name="Google Shape;14200;g2975d56d0dc_2_1212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201" name="Google Shape;14201;g2975d56d0dc_2_12129"/>
            <p:cNvGrpSpPr/>
            <p:nvPr/>
          </p:nvGrpSpPr>
          <p:grpSpPr>
            <a:xfrm>
              <a:off x="3048045" y="1522930"/>
              <a:ext cx="347872" cy="303904"/>
              <a:chOff x="3048045" y="1522930"/>
              <a:chExt cx="347872" cy="303904"/>
            </a:xfrm>
          </p:grpSpPr>
          <p:sp>
            <p:nvSpPr>
              <p:cNvPr id="14202" name="Google Shape;14202;g2975d56d0dc_2_12129"/>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3" name="Google Shape;14203;g2975d56d0dc_2_12129"/>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4204" name="Google Shape;14204;g2975d56d0dc_2_12129"/>
          <p:cNvGrpSpPr/>
          <p:nvPr/>
        </p:nvGrpSpPr>
        <p:grpSpPr>
          <a:xfrm>
            <a:off x="1105264" y="3428122"/>
            <a:ext cx="313984" cy="358560"/>
            <a:chOff x="1133133" y="3351922"/>
            <a:chExt cx="313984" cy="358560"/>
          </a:xfrm>
        </p:grpSpPr>
        <p:sp>
          <p:nvSpPr>
            <p:cNvPr id="14205" name="Google Shape;14205;g2975d56d0dc_2_12129"/>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6" name="Google Shape;14206;g2975d56d0dc_2_12129"/>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7" name="Google Shape;14207;g2975d56d0dc_2_12129"/>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8" name="Google Shape;14208;g2975d56d0dc_2_12129"/>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9" name="Google Shape;14209;g2975d56d0dc_2_12129"/>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0" name="Google Shape;14210;g2975d56d0dc_2_12129"/>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1" name="Google Shape;14211;g2975d56d0dc_2_12129"/>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2" name="Google Shape;14212;g2975d56d0dc_2_12129"/>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3" name="Google Shape;14213;g2975d56d0dc_2_12129"/>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4" name="Google Shape;14214;g2975d56d0dc_2_12129"/>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5" name="Google Shape;14215;g2975d56d0dc_2_12129"/>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6" name="Google Shape;14216;g2975d56d0dc_2_12129"/>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7" name="Google Shape;14217;g2975d56d0dc_2_12129"/>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8" name="Google Shape;14218;g2975d56d0dc_2_12129"/>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9" name="Google Shape;14219;g2975d56d0dc_2_12129"/>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0" name="Google Shape;14220;g2975d56d0dc_2_12129"/>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221" name="Google Shape;14221;g2975d56d0dc_2_12129"/>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222" name="Google Shape;14222;g2975d56d0dc_2_12129"/>
          <p:cNvGrpSpPr/>
          <p:nvPr/>
        </p:nvGrpSpPr>
        <p:grpSpPr>
          <a:xfrm>
            <a:off x="2767184" y="3428794"/>
            <a:ext cx="288448" cy="357120"/>
            <a:chOff x="2795053" y="3352594"/>
            <a:chExt cx="288448" cy="357120"/>
          </a:xfrm>
        </p:grpSpPr>
        <p:sp>
          <p:nvSpPr>
            <p:cNvPr id="14223" name="Google Shape;14223;g2975d56d0dc_2_12129"/>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4" name="Google Shape;14224;g2975d56d0dc_2_12129"/>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5" name="Google Shape;14225;g2975d56d0dc_2_12129"/>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6" name="Google Shape;14226;g2975d56d0dc_2_12129"/>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7" name="Google Shape;14227;g2975d56d0dc_2_12129"/>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8" name="Google Shape;14228;g2975d56d0dc_2_12129"/>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9" name="Google Shape;14229;g2975d56d0dc_2_12129"/>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0" name="Google Shape;14230;g2975d56d0dc_2_12129"/>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1" name="Google Shape;14231;g2975d56d0dc_2_12129"/>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32" name="Google Shape;14232;g2975d56d0dc_2_12129"/>
          <p:cNvGrpSpPr/>
          <p:nvPr/>
        </p:nvGrpSpPr>
        <p:grpSpPr>
          <a:xfrm>
            <a:off x="2208656" y="3429402"/>
            <a:ext cx="304832" cy="356512"/>
            <a:chOff x="2236525" y="3353202"/>
            <a:chExt cx="304832" cy="356512"/>
          </a:xfrm>
        </p:grpSpPr>
        <p:sp>
          <p:nvSpPr>
            <p:cNvPr id="14233" name="Google Shape;14233;g2975d56d0dc_2_12129"/>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4" name="Google Shape;14234;g2975d56d0dc_2_12129"/>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5" name="Google Shape;14235;g2975d56d0dc_2_12129"/>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36" name="Google Shape;14236;g2975d56d0dc_2_12129"/>
          <p:cNvGrpSpPr/>
          <p:nvPr/>
        </p:nvGrpSpPr>
        <p:grpSpPr>
          <a:xfrm>
            <a:off x="3882768" y="3428890"/>
            <a:ext cx="256800" cy="357024"/>
            <a:chOff x="3910637" y="3352690"/>
            <a:chExt cx="256800" cy="357024"/>
          </a:xfrm>
        </p:grpSpPr>
        <p:sp>
          <p:nvSpPr>
            <p:cNvPr id="14237" name="Google Shape;14237;g2975d56d0dc_2_12129"/>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8" name="Google Shape;14238;g2975d56d0dc_2_12129"/>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9" name="Google Shape;14239;g2975d56d0dc_2_12129"/>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40" name="Google Shape;14240;g2975d56d0dc_2_12129"/>
          <p:cNvGrpSpPr/>
          <p:nvPr/>
        </p:nvGrpSpPr>
        <p:grpSpPr>
          <a:xfrm>
            <a:off x="6028560" y="3428122"/>
            <a:ext cx="360064" cy="360096"/>
            <a:chOff x="6056429" y="3351922"/>
            <a:chExt cx="360064" cy="360096"/>
          </a:xfrm>
        </p:grpSpPr>
        <p:sp>
          <p:nvSpPr>
            <p:cNvPr id="14241" name="Google Shape;14241;g2975d56d0dc_2_12129"/>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2" name="Google Shape;14242;g2975d56d0dc_2_12129"/>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3" name="Google Shape;14243;g2975d56d0dc_2_12129"/>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44" name="Google Shape;14244;g2975d56d0dc_2_12129"/>
          <p:cNvGrpSpPr/>
          <p:nvPr/>
        </p:nvGrpSpPr>
        <p:grpSpPr>
          <a:xfrm>
            <a:off x="6581008" y="3429274"/>
            <a:ext cx="357408" cy="357408"/>
            <a:chOff x="6608877" y="3353074"/>
            <a:chExt cx="357408" cy="357408"/>
          </a:xfrm>
        </p:grpSpPr>
        <p:sp>
          <p:nvSpPr>
            <p:cNvPr id="14245" name="Google Shape;14245;g2975d56d0dc_2_12129"/>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6" name="Google Shape;14246;g2975d56d0dc_2_12129"/>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7" name="Google Shape;14247;g2975d56d0dc_2_12129"/>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8" name="Google Shape;14248;g2975d56d0dc_2_12129"/>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9" name="Google Shape;14249;g2975d56d0dc_2_12129"/>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0" name="Google Shape;14250;g2975d56d0dc_2_12129"/>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1" name="Google Shape;14251;g2975d56d0dc_2_12129"/>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252" name="Google Shape;14252;g2975d56d0dc_2_12129"/>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3" name="Google Shape;14253;g2975d56d0dc_2_12129"/>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254" name="Google Shape;14254;g2975d56d0dc_2_12129"/>
          <p:cNvGrpSpPr/>
          <p:nvPr/>
        </p:nvGrpSpPr>
        <p:grpSpPr>
          <a:xfrm>
            <a:off x="4931664" y="3446426"/>
            <a:ext cx="357408" cy="323488"/>
            <a:chOff x="4959533" y="3370226"/>
            <a:chExt cx="357408" cy="323488"/>
          </a:xfrm>
        </p:grpSpPr>
        <p:sp>
          <p:nvSpPr>
            <p:cNvPr id="14255" name="Google Shape;14255;g2975d56d0dc_2_12129"/>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6" name="Google Shape;14256;g2975d56d0dc_2_12129"/>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57" name="Google Shape;14257;g2975d56d0dc_2_12129"/>
          <p:cNvGrpSpPr/>
          <p:nvPr/>
        </p:nvGrpSpPr>
        <p:grpSpPr>
          <a:xfrm>
            <a:off x="7130768" y="3429274"/>
            <a:ext cx="357056" cy="357408"/>
            <a:chOff x="7158637" y="3353074"/>
            <a:chExt cx="357056" cy="357408"/>
          </a:xfrm>
        </p:grpSpPr>
        <p:sp>
          <p:nvSpPr>
            <p:cNvPr id="14258" name="Google Shape;14258;g2975d56d0dc_2_12129"/>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9" name="Google Shape;14259;g2975d56d0dc_2_12129"/>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0" name="Google Shape;14260;g2975d56d0dc_2_12129"/>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1" name="Google Shape;14261;g2975d56d0dc_2_12129"/>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62" name="Google Shape;14262;g2975d56d0dc_2_12129"/>
          <p:cNvGrpSpPr/>
          <p:nvPr/>
        </p:nvGrpSpPr>
        <p:grpSpPr>
          <a:xfrm>
            <a:off x="3288400" y="3428602"/>
            <a:ext cx="344832" cy="356544"/>
            <a:chOff x="3316269" y="3352402"/>
            <a:chExt cx="344832" cy="356544"/>
          </a:xfrm>
        </p:grpSpPr>
        <p:sp>
          <p:nvSpPr>
            <p:cNvPr id="14263" name="Google Shape;14263;g2975d56d0dc_2_12129"/>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4" name="Google Shape;14264;g2975d56d0dc_2_12129"/>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5" name="Google Shape;14265;g2975d56d0dc_2_12129"/>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66" name="Google Shape;14266;g2975d56d0dc_2_12129"/>
          <p:cNvGrpSpPr/>
          <p:nvPr/>
        </p:nvGrpSpPr>
        <p:grpSpPr>
          <a:xfrm>
            <a:off x="5481040" y="3447706"/>
            <a:ext cx="358560" cy="319552"/>
            <a:chOff x="5508909" y="3371506"/>
            <a:chExt cx="358560" cy="319552"/>
          </a:xfrm>
        </p:grpSpPr>
        <p:sp>
          <p:nvSpPr>
            <p:cNvPr id="14267" name="Google Shape;14267;g2975d56d0dc_2_12129"/>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8" name="Google Shape;14268;g2975d56d0dc_2_12129"/>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9" name="Google Shape;14269;g2975d56d0dc_2_12129"/>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0" name="Google Shape;14270;g2975d56d0dc_2_12129"/>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1" name="Google Shape;14271;g2975d56d0dc_2_12129"/>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2" name="Google Shape;14272;g2975d56d0dc_2_12129"/>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3" name="Google Shape;14273;g2975d56d0dc_2_12129"/>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4" name="Google Shape;14274;g2975d56d0dc_2_12129"/>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5" name="Google Shape;14275;g2975d56d0dc_2_12129"/>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6" name="Google Shape;14276;g2975d56d0dc_2_12129"/>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277" name="Google Shape;14277;g2975d56d0dc_2_12129"/>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81" name="Shape 14281"/>
        <p:cNvGrpSpPr/>
        <p:nvPr/>
      </p:nvGrpSpPr>
      <p:grpSpPr>
        <a:xfrm>
          <a:off x="0" y="0"/>
          <a:ext cx="0" cy="0"/>
          <a:chOff x="0" y="0"/>
          <a:chExt cx="0" cy="0"/>
        </a:xfrm>
      </p:grpSpPr>
      <p:sp>
        <p:nvSpPr>
          <p:cNvPr id="14282" name="Google Shape;14282;g2975d56d0dc_2_12430"/>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283" name="Google Shape;14283;g2975d56d0dc_2_12430"/>
          <p:cNvGrpSpPr/>
          <p:nvPr/>
        </p:nvGrpSpPr>
        <p:grpSpPr>
          <a:xfrm>
            <a:off x="3026217" y="3893352"/>
            <a:ext cx="346056" cy="345674"/>
            <a:chOff x="3303268" y="3817349"/>
            <a:chExt cx="346056" cy="345674"/>
          </a:xfrm>
        </p:grpSpPr>
        <p:sp>
          <p:nvSpPr>
            <p:cNvPr id="14284" name="Google Shape;14284;g2975d56d0dc_2_1243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5" name="Google Shape;14285;g2975d56d0dc_2_1243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6" name="Google Shape;14286;g2975d56d0dc_2_1243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7" name="Google Shape;14287;g2975d56d0dc_2_1243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88" name="Google Shape;14288;g2975d56d0dc_2_12430"/>
          <p:cNvGrpSpPr/>
          <p:nvPr/>
        </p:nvGrpSpPr>
        <p:grpSpPr>
          <a:xfrm>
            <a:off x="3475306" y="3893352"/>
            <a:ext cx="346056" cy="345674"/>
            <a:chOff x="3752358" y="3817349"/>
            <a:chExt cx="346056" cy="345674"/>
          </a:xfrm>
        </p:grpSpPr>
        <p:sp>
          <p:nvSpPr>
            <p:cNvPr id="14289" name="Google Shape;14289;g2975d56d0dc_2_1243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0" name="Google Shape;14290;g2975d56d0dc_2_1243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1" name="Google Shape;14291;g2975d56d0dc_2_1243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2" name="Google Shape;14292;g2975d56d0dc_2_1243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93" name="Google Shape;14293;g2975d56d0dc_2_12430"/>
          <p:cNvGrpSpPr/>
          <p:nvPr/>
        </p:nvGrpSpPr>
        <p:grpSpPr>
          <a:xfrm>
            <a:off x="4822956" y="3893352"/>
            <a:ext cx="346024" cy="345674"/>
            <a:chOff x="5100008" y="3817349"/>
            <a:chExt cx="346024" cy="345674"/>
          </a:xfrm>
        </p:grpSpPr>
        <p:sp>
          <p:nvSpPr>
            <p:cNvPr id="14294" name="Google Shape;14294;g2975d56d0dc_2_12430"/>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5" name="Google Shape;14295;g2975d56d0dc_2_12430"/>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6" name="Google Shape;14296;g2975d56d0dc_2_12430"/>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97" name="Google Shape;14297;g2975d56d0dc_2_12430"/>
          <p:cNvGrpSpPr/>
          <p:nvPr/>
        </p:nvGrpSpPr>
        <p:grpSpPr>
          <a:xfrm>
            <a:off x="5721867" y="3893352"/>
            <a:ext cx="345674" cy="345674"/>
            <a:chOff x="5998919" y="3817349"/>
            <a:chExt cx="345674" cy="345674"/>
          </a:xfrm>
        </p:grpSpPr>
        <p:sp>
          <p:nvSpPr>
            <p:cNvPr id="14298" name="Google Shape;14298;g2975d56d0dc_2_12430"/>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9" name="Google Shape;14299;g2975d56d0dc_2_12430"/>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0" name="Google Shape;14300;g2975d56d0dc_2_12430"/>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01" name="Google Shape;14301;g2975d56d0dc_2_12430"/>
          <p:cNvGrpSpPr/>
          <p:nvPr/>
        </p:nvGrpSpPr>
        <p:grpSpPr>
          <a:xfrm>
            <a:off x="3924396" y="3893352"/>
            <a:ext cx="346024" cy="345674"/>
            <a:chOff x="4201447" y="3817349"/>
            <a:chExt cx="346024" cy="345674"/>
          </a:xfrm>
        </p:grpSpPr>
        <p:sp>
          <p:nvSpPr>
            <p:cNvPr id="14302" name="Google Shape;14302;g2975d56d0dc_2_1243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3" name="Google Shape;14303;g2975d56d0dc_2_1243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04" name="Google Shape;14304;g2975d56d0dc_2_12430"/>
          <p:cNvGrpSpPr/>
          <p:nvPr/>
        </p:nvGrpSpPr>
        <p:grpSpPr>
          <a:xfrm>
            <a:off x="4373867" y="3893352"/>
            <a:ext cx="346024" cy="345674"/>
            <a:chOff x="4650919" y="3817349"/>
            <a:chExt cx="346024" cy="345674"/>
          </a:xfrm>
        </p:grpSpPr>
        <p:sp>
          <p:nvSpPr>
            <p:cNvPr id="14305" name="Google Shape;14305;g2975d56d0dc_2_12430"/>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6" name="Google Shape;14306;g2975d56d0dc_2_12430"/>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7" name="Google Shape;14307;g2975d56d0dc_2_12430"/>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08" name="Google Shape;14308;g2975d56d0dc_2_12430"/>
          <p:cNvGrpSpPr/>
          <p:nvPr/>
        </p:nvGrpSpPr>
        <p:grpSpPr>
          <a:xfrm>
            <a:off x="5272810" y="3893352"/>
            <a:ext cx="345642" cy="345674"/>
            <a:chOff x="5549861" y="3817349"/>
            <a:chExt cx="345642" cy="345674"/>
          </a:xfrm>
        </p:grpSpPr>
        <p:sp>
          <p:nvSpPr>
            <p:cNvPr id="14309" name="Google Shape;14309;g2975d56d0dc_2_12430"/>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0" name="Google Shape;14310;g2975d56d0dc_2_12430"/>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1" name="Google Shape;14311;g2975d56d0dc_2_12430"/>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12" name="Google Shape;14312;g2975d56d0dc_2_12430"/>
          <p:cNvGrpSpPr/>
          <p:nvPr/>
        </p:nvGrpSpPr>
        <p:grpSpPr>
          <a:xfrm>
            <a:off x="1281335" y="3474029"/>
            <a:ext cx="367255" cy="269855"/>
            <a:chOff x="1306445" y="3397829"/>
            <a:chExt cx="367255" cy="269855"/>
          </a:xfrm>
        </p:grpSpPr>
        <p:sp>
          <p:nvSpPr>
            <p:cNvPr id="14313" name="Google Shape;14313;g2975d56d0dc_2_12430"/>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4" name="Google Shape;14314;g2975d56d0dc_2_12430"/>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5" name="Google Shape;14315;g2975d56d0dc_2_12430"/>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6" name="Google Shape;14316;g2975d56d0dc_2_12430"/>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7" name="Google Shape;14317;g2975d56d0dc_2_12430"/>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8" name="Google Shape;14318;g2975d56d0dc_2_12430"/>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19" name="Google Shape;14319;g2975d56d0dc_2_12430"/>
          <p:cNvGrpSpPr/>
          <p:nvPr/>
        </p:nvGrpSpPr>
        <p:grpSpPr>
          <a:xfrm>
            <a:off x="1756207" y="3467600"/>
            <a:ext cx="367255" cy="282364"/>
            <a:chOff x="1781317" y="3391400"/>
            <a:chExt cx="367255" cy="282364"/>
          </a:xfrm>
        </p:grpSpPr>
        <p:sp>
          <p:nvSpPr>
            <p:cNvPr id="14320" name="Google Shape;14320;g2975d56d0dc_2_12430"/>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1" name="Google Shape;14321;g2975d56d0dc_2_12430"/>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2" name="Google Shape;14322;g2975d56d0dc_2_12430"/>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3" name="Google Shape;14323;g2975d56d0dc_2_12430"/>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4" name="Google Shape;14324;g2975d56d0dc_2_12430"/>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5" name="Google Shape;14325;g2975d56d0dc_2_12430"/>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26" name="Google Shape;14326;g2975d56d0dc_2_12430"/>
          <p:cNvGrpSpPr/>
          <p:nvPr/>
        </p:nvGrpSpPr>
        <p:grpSpPr>
          <a:xfrm>
            <a:off x="3653720" y="3447133"/>
            <a:ext cx="369164" cy="323297"/>
            <a:chOff x="3678830" y="3370933"/>
            <a:chExt cx="369164" cy="323297"/>
          </a:xfrm>
        </p:grpSpPr>
        <p:sp>
          <p:nvSpPr>
            <p:cNvPr id="14327" name="Google Shape;14327;g2975d56d0dc_2_12430"/>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8" name="Google Shape;14328;g2975d56d0dc_2_12430"/>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9" name="Google Shape;14329;g2975d56d0dc_2_12430"/>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0" name="Google Shape;14330;g2975d56d0dc_2_12430"/>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1" name="Google Shape;14331;g2975d56d0dc_2_12430"/>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2" name="Google Shape;14332;g2975d56d0dc_2_12430"/>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3" name="Google Shape;14333;g2975d56d0dc_2_12430"/>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4" name="Google Shape;14334;g2975d56d0dc_2_12430"/>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5" name="Google Shape;14335;g2975d56d0dc_2_12430"/>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6" name="Google Shape;14336;g2975d56d0dc_2_12430"/>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7" name="Google Shape;14337;g2975d56d0dc_2_12430"/>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38" name="Google Shape;14338;g2975d56d0dc_2_12430"/>
          <p:cNvGrpSpPr/>
          <p:nvPr/>
        </p:nvGrpSpPr>
        <p:grpSpPr>
          <a:xfrm>
            <a:off x="834155" y="3424375"/>
            <a:ext cx="312316" cy="368400"/>
            <a:chOff x="859265" y="3348175"/>
            <a:chExt cx="312316" cy="368400"/>
          </a:xfrm>
        </p:grpSpPr>
        <p:sp>
          <p:nvSpPr>
            <p:cNvPr id="14339" name="Google Shape;14339;g2975d56d0dc_2_12430"/>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0" name="Google Shape;14340;g2975d56d0dc_2_12430"/>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1" name="Google Shape;14341;g2975d56d0dc_2_12430"/>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2" name="Google Shape;14342;g2975d56d0dc_2_12430"/>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3" name="Google Shape;14343;g2975d56d0dc_2_12430"/>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344" name="Google Shape;14344;g2975d56d0dc_2_12430"/>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345" name="Google Shape;14345;g2975d56d0dc_2_12430"/>
          <p:cNvGrpSpPr/>
          <p:nvPr/>
        </p:nvGrpSpPr>
        <p:grpSpPr>
          <a:xfrm>
            <a:off x="2741264" y="3437213"/>
            <a:ext cx="330111" cy="308908"/>
            <a:chOff x="2766264" y="3394042"/>
            <a:chExt cx="294874" cy="275934"/>
          </a:xfrm>
        </p:grpSpPr>
        <p:sp>
          <p:nvSpPr>
            <p:cNvPr id="14346" name="Google Shape;14346;g2975d56d0dc_2_12430"/>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7" name="Google Shape;14347;g2975d56d0dc_2_12430"/>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8" name="Google Shape;14348;g2975d56d0dc_2_12430"/>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9" name="Google Shape;14349;g2975d56d0dc_2_12430"/>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50" name="Google Shape;14350;g2975d56d0dc_2_12430"/>
          <p:cNvGrpSpPr/>
          <p:nvPr/>
        </p:nvGrpSpPr>
        <p:grpSpPr>
          <a:xfrm>
            <a:off x="3189862" y="3435388"/>
            <a:ext cx="346406" cy="347552"/>
            <a:chOff x="3214972" y="3359188"/>
            <a:chExt cx="346406" cy="347552"/>
          </a:xfrm>
        </p:grpSpPr>
        <p:sp>
          <p:nvSpPr>
            <p:cNvPr id="14351" name="Google Shape;14351;g2975d56d0dc_2_12430"/>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2" name="Google Shape;14352;g2975d56d0dc_2_12430"/>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3" name="Google Shape;14353;g2975d56d0dc_2_12430"/>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4" name="Google Shape;14354;g2975d56d0dc_2_12430"/>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5" name="Google Shape;14355;g2975d56d0dc_2_12430"/>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6" name="Google Shape;14356;g2975d56d0dc_2_12430"/>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7" name="Google Shape;14357;g2975d56d0dc_2_12430"/>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8" name="Google Shape;14358;g2975d56d0dc_2_12430"/>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9" name="Google Shape;14359;g2975d56d0dc_2_12430"/>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0" name="Google Shape;14360;g2975d56d0dc_2_12430"/>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1" name="Google Shape;14361;g2975d56d0dc_2_12430"/>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2" name="Google Shape;14362;g2975d56d0dc_2_12430"/>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3" name="Google Shape;14363;g2975d56d0dc_2_12430"/>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4" name="Google Shape;14364;g2975d56d0dc_2_12430"/>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65" name="Google Shape;14365;g2975d56d0dc_2_12430"/>
          <p:cNvGrpSpPr/>
          <p:nvPr/>
        </p:nvGrpSpPr>
        <p:grpSpPr>
          <a:xfrm>
            <a:off x="4604196" y="3485393"/>
            <a:ext cx="367255" cy="244486"/>
            <a:chOff x="4629306" y="3409193"/>
            <a:chExt cx="367255" cy="244486"/>
          </a:xfrm>
        </p:grpSpPr>
        <p:sp>
          <p:nvSpPr>
            <p:cNvPr id="14366" name="Google Shape;14366;g2975d56d0dc_2_12430"/>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7" name="Google Shape;14367;g2975d56d0dc_2_12430"/>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8" name="Google Shape;14368;g2975d56d0dc_2_12430"/>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9" name="Google Shape;14369;g2975d56d0dc_2_12430"/>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0" name="Google Shape;14370;g2975d56d0dc_2_12430"/>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1" name="Google Shape;14371;g2975d56d0dc_2_12430"/>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2" name="Google Shape;14372;g2975d56d0dc_2_12430"/>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3" name="Google Shape;14373;g2975d56d0dc_2_12430"/>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4" name="Google Shape;14374;g2975d56d0dc_2_12430"/>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5" name="Google Shape;14375;g2975d56d0dc_2_12430"/>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76" name="Google Shape;14376;g2975d56d0dc_2_12430"/>
          <p:cNvGrpSpPr/>
          <p:nvPr/>
        </p:nvGrpSpPr>
        <p:grpSpPr>
          <a:xfrm>
            <a:off x="4168380" y="3426284"/>
            <a:ext cx="289940" cy="334661"/>
            <a:chOff x="4193490" y="3350084"/>
            <a:chExt cx="289940" cy="334661"/>
          </a:xfrm>
        </p:grpSpPr>
        <p:sp>
          <p:nvSpPr>
            <p:cNvPr id="14377" name="Google Shape;14377;g2975d56d0dc_2_12430"/>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8" name="Google Shape;14378;g2975d56d0dc_2_12430"/>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9" name="Google Shape;14379;g2975d56d0dc_2_12430"/>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0" name="Google Shape;14380;g2975d56d0dc_2_12430"/>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1" name="Google Shape;14381;g2975d56d0dc_2_12430"/>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2" name="Google Shape;14382;g2975d56d0dc_2_12430"/>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3" name="Google Shape;14383;g2975d56d0dc_2_12430"/>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4" name="Google Shape;14384;g2975d56d0dc_2_12430"/>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5" name="Google Shape;14385;g2975d56d0dc_2_12430"/>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6" name="Google Shape;14386;g2975d56d0dc_2_12430"/>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87" name="Google Shape;14387;g2975d56d0dc_2_12430"/>
          <p:cNvGrpSpPr/>
          <p:nvPr/>
        </p:nvGrpSpPr>
        <p:grpSpPr>
          <a:xfrm>
            <a:off x="6508171" y="3427430"/>
            <a:ext cx="357037" cy="357005"/>
            <a:chOff x="6533281" y="3351230"/>
            <a:chExt cx="357037" cy="357005"/>
          </a:xfrm>
        </p:grpSpPr>
        <p:sp>
          <p:nvSpPr>
            <p:cNvPr id="14388" name="Google Shape;14388;g2975d56d0dc_2_12430"/>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9" name="Google Shape;14389;g2975d56d0dc_2_12430"/>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0" name="Google Shape;14390;g2975d56d0dc_2_12430"/>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91" name="Google Shape;14391;g2975d56d0dc_2_12430"/>
          <p:cNvGrpSpPr/>
          <p:nvPr/>
        </p:nvGrpSpPr>
        <p:grpSpPr>
          <a:xfrm>
            <a:off x="6033331" y="3427430"/>
            <a:ext cx="357387" cy="357005"/>
            <a:chOff x="6058441" y="3351230"/>
            <a:chExt cx="357387" cy="357005"/>
          </a:xfrm>
        </p:grpSpPr>
        <p:sp>
          <p:nvSpPr>
            <p:cNvPr id="14392" name="Google Shape;14392;g2975d56d0dc_2_12430"/>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3" name="Google Shape;14393;g2975d56d0dc_2_12430"/>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94" name="Google Shape;14394;g2975d56d0dc_2_12430"/>
          <p:cNvGrpSpPr/>
          <p:nvPr/>
        </p:nvGrpSpPr>
        <p:grpSpPr>
          <a:xfrm>
            <a:off x="7932373" y="3427048"/>
            <a:ext cx="357387" cy="357387"/>
            <a:chOff x="7957483" y="3350848"/>
            <a:chExt cx="357387" cy="357387"/>
          </a:xfrm>
        </p:grpSpPr>
        <p:sp>
          <p:nvSpPr>
            <p:cNvPr id="14395" name="Google Shape;14395;g2975d56d0dc_2_12430"/>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6" name="Google Shape;14396;g2975d56d0dc_2_12430"/>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7" name="Google Shape;14397;g2975d56d0dc_2_12430"/>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98" name="Google Shape;14398;g2975d56d0dc_2_12430"/>
          <p:cNvGrpSpPr/>
          <p:nvPr/>
        </p:nvGrpSpPr>
        <p:grpSpPr>
          <a:xfrm>
            <a:off x="6982661" y="3427430"/>
            <a:ext cx="357387" cy="357005"/>
            <a:chOff x="7007771" y="3351230"/>
            <a:chExt cx="357387" cy="357005"/>
          </a:xfrm>
        </p:grpSpPr>
        <p:sp>
          <p:nvSpPr>
            <p:cNvPr id="14399" name="Google Shape;14399;g2975d56d0dc_2_12430"/>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0" name="Google Shape;14400;g2975d56d0dc_2_12430"/>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1" name="Google Shape;14401;g2975d56d0dc_2_12430"/>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2" name="Google Shape;14402;g2975d56d0dc_2_12430"/>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3" name="Google Shape;14403;g2975d56d0dc_2_12430"/>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04" name="Google Shape;14404;g2975d56d0dc_2_12430"/>
          <p:cNvGrpSpPr/>
          <p:nvPr/>
        </p:nvGrpSpPr>
        <p:grpSpPr>
          <a:xfrm>
            <a:off x="5083620" y="3427430"/>
            <a:ext cx="357005" cy="357005"/>
            <a:chOff x="5108729" y="3351230"/>
            <a:chExt cx="357005" cy="357005"/>
          </a:xfrm>
        </p:grpSpPr>
        <p:sp>
          <p:nvSpPr>
            <p:cNvPr id="14405" name="Google Shape;14405;g2975d56d0dc_2_12430"/>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6" name="Google Shape;14406;g2975d56d0dc_2_12430"/>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07" name="Google Shape;14407;g2975d56d0dc_2_12430"/>
          <p:cNvGrpSpPr/>
          <p:nvPr/>
        </p:nvGrpSpPr>
        <p:grpSpPr>
          <a:xfrm>
            <a:off x="5558459" y="3427430"/>
            <a:ext cx="357419" cy="357005"/>
            <a:chOff x="5583569" y="3351230"/>
            <a:chExt cx="357419" cy="357005"/>
          </a:xfrm>
        </p:grpSpPr>
        <p:sp>
          <p:nvSpPr>
            <p:cNvPr id="14408" name="Google Shape;14408;g2975d56d0dc_2_12430"/>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9" name="Google Shape;14409;g2975d56d0dc_2_12430"/>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10" name="Google Shape;14410;g2975d56d0dc_2_12430"/>
          <p:cNvGrpSpPr/>
          <p:nvPr/>
        </p:nvGrpSpPr>
        <p:grpSpPr>
          <a:xfrm>
            <a:off x="7457119" y="3427430"/>
            <a:ext cx="357419" cy="357005"/>
            <a:chOff x="7482229" y="3351230"/>
            <a:chExt cx="357419" cy="357005"/>
          </a:xfrm>
        </p:grpSpPr>
        <p:sp>
          <p:nvSpPr>
            <p:cNvPr id="14411" name="Google Shape;14411;g2975d56d0dc_2_12430"/>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2" name="Google Shape;14412;g2975d56d0dc_2_12430"/>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3" name="Google Shape;14413;g2975d56d0dc_2_12430"/>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4" name="Google Shape;14414;g2975d56d0dc_2_12430"/>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5" name="Google Shape;14415;g2975d56d0dc_2_12430"/>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16" name="Google Shape;14416;g2975d56d0dc_2_12430"/>
          <p:cNvGrpSpPr/>
          <p:nvPr/>
        </p:nvGrpSpPr>
        <p:grpSpPr>
          <a:xfrm>
            <a:off x="3739375" y="2966882"/>
            <a:ext cx="222874" cy="345737"/>
            <a:chOff x="3764485" y="2890682"/>
            <a:chExt cx="222874" cy="345737"/>
          </a:xfrm>
        </p:grpSpPr>
        <p:sp>
          <p:nvSpPr>
            <p:cNvPr id="14417" name="Google Shape;14417;g2975d56d0dc_2_12430"/>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8" name="Google Shape;14418;g2975d56d0dc_2_12430"/>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9" name="Google Shape;14419;g2975d56d0dc_2_12430"/>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20" name="Google Shape;14420;g2975d56d0dc_2_12430"/>
          <p:cNvGrpSpPr/>
          <p:nvPr/>
        </p:nvGrpSpPr>
        <p:grpSpPr>
          <a:xfrm>
            <a:off x="2213507" y="2984331"/>
            <a:ext cx="422596" cy="310382"/>
            <a:chOff x="2278533" y="2937377"/>
            <a:chExt cx="346788" cy="254704"/>
          </a:xfrm>
        </p:grpSpPr>
        <p:sp>
          <p:nvSpPr>
            <p:cNvPr id="14421" name="Google Shape;14421;g2975d56d0dc_2_12430"/>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2" name="Google Shape;14422;g2975d56d0dc_2_12430"/>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423" name="Google Shape;14423;g2975d56d0dc_2_12430"/>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424" name="Google Shape;14424;g2975d56d0dc_2_12430"/>
          <p:cNvGrpSpPr/>
          <p:nvPr/>
        </p:nvGrpSpPr>
        <p:grpSpPr>
          <a:xfrm>
            <a:off x="1811527" y="2967710"/>
            <a:ext cx="286152" cy="346437"/>
            <a:chOff x="1836637" y="2891510"/>
            <a:chExt cx="286152" cy="346437"/>
          </a:xfrm>
        </p:grpSpPr>
        <p:sp>
          <p:nvSpPr>
            <p:cNvPr id="14425" name="Google Shape;14425;g2975d56d0dc_2_12430"/>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6" name="Google Shape;14426;g2975d56d0dc_2_12430"/>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7" name="Google Shape;14427;g2975d56d0dc_2_12430"/>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28" name="Google Shape;14428;g2975d56d0dc_2_12430"/>
          <p:cNvGrpSpPr/>
          <p:nvPr/>
        </p:nvGrpSpPr>
        <p:grpSpPr>
          <a:xfrm>
            <a:off x="5560751" y="2982129"/>
            <a:ext cx="379764" cy="337684"/>
            <a:chOff x="5585861" y="2905929"/>
            <a:chExt cx="379764" cy="337684"/>
          </a:xfrm>
        </p:grpSpPr>
        <p:sp>
          <p:nvSpPr>
            <p:cNvPr id="14429" name="Google Shape;14429;g2975d56d0dc_2_12430"/>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0" name="Google Shape;14430;g2975d56d0dc_2_12430"/>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1" name="Google Shape;14431;g2975d56d0dc_2_12430"/>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2" name="Google Shape;14432;g2975d56d0dc_2_12430"/>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33" name="Google Shape;14433;g2975d56d0dc_2_12430"/>
          <p:cNvGrpSpPr/>
          <p:nvPr/>
        </p:nvGrpSpPr>
        <p:grpSpPr>
          <a:xfrm>
            <a:off x="1302566" y="2986680"/>
            <a:ext cx="347934" cy="310024"/>
            <a:chOff x="1327676" y="2910480"/>
            <a:chExt cx="347934" cy="310024"/>
          </a:xfrm>
        </p:grpSpPr>
        <p:sp>
          <p:nvSpPr>
            <p:cNvPr id="14434" name="Google Shape;14434;g2975d56d0dc_2_12430"/>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5" name="Google Shape;14435;g2975d56d0dc_2_12430"/>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6" name="Google Shape;14436;g2975d56d0dc_2_12430"/>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7" name="Google Shape;14437;g2975d56d0dc_2_12430"/>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8" name="Google Shape;14438;g2975d56d0dc_2_12430"/>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439" name="Google Shape;14439;g2975d56d0dc_2_12430"/>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440" name="Google Shape;14440;g2975d56d0dc_2_12430"/>
          <p:cNvGrpSpPr/>
          <p:nvPr/>
        </p:nvGrpSpPr>
        <p:grpSpPr>
          <a:xfrm>
            <a:off x="2728291" y="2945764"/>
            <a:ext cx="382828" cy="358601"/>
            <a:chOff x="2753373" y="2902523"/>
            <a:chExt cx="347552" cy="325557"/>
          </a:xfrm>
        </p:grpSpPr>
        <p:sp>
          <p:nvSpPr>
            <p:cNvPr id="14441" name="Google Shape;14441;g2975d56d0dc_2_12430"/>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2" name="Google Shape;14442;g2975d56d0dc_2_12430"/>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3" name="Google Shape;14443;g2975d56d0dc_2_12430"/>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4" name="Google Shape;14444;g2975d56d0dc_2_12430"/>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5" name="Google Shape;14445;g2975d56d0dc_2_12430"/>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6" name="Google Shape;14446;g2975d56d0dc_2_12430"/>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47" name="Google Shape;14447;g2975d56d0dc_2_12430"/>
          <p:cNvGrpSpPr/>
          <p:nvPr/>
        </p:nvGrpSpPr>
        <p:grpSpPr>
          <a:xfrm>
            <a:off x="823906" y="2979455"/>
            <a:ext cx="356655" cy="335425"/>
            <a:chOff x="849016" y="2903255"/>
            <a:chExt cx="356655" cy="335425"/>
          </a:xfrm>
        </p:grpSpPr>
        <p:sp>
          <p:nvSpPr>
            <p:cNvPr id="14448" name="Google Shape;14448;g2975d56d0dc_2_12430"/>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9" name="Google Shape;14449;g2975d56d0dc_2_12430"/>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0" name="Google Shape;14450;g2975d56d0dc_2_12430"/>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1" name="Google Shape;14451;g2975d56d0dc_2_12430"/>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2" name="Google Shape;14452;g2975d56d0dc_2_12430"/>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3" name="Google Shape;14453;g2975d56d0dc_2_12430"/>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4" name="Google Shape;14454;g2975d56d0dc_2_12430"/>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5" name="Google Shape;14455;g2975d56d0dc_2_12430"/>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6" name="Google Shape;14456;g2975d56d0dc_2_12430"/>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7" name="Google Shape;14457;g2975d56d0dc_2_12430"/>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8" name="Google Shape;14458;g2975d56d0dc_2_12430"/>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59" name="Google Shape;14459;g2975d56d0dc_2_12430"/>
          <p:cNvGrpSpPr/>
          <p:nvPr/>
        </p:nvGrpSpPr>
        <p:grpSpPr>
          <a:xfrm>
            <a:off x="4185823" y="3002977"/>
            <a:ext cx="280072" cy="275521"/>
            <a:chOff x="4210933" y="2926777"/>
            <a:chExt cx="280072" cy="275521"/>
          </a:xfrm>
        </p:grpSpPr>
        <p:sp>
          <p:nvSpPr>
            <p:cNvPr id="14460" name="Google Shape;14460;g2975d56d0dc_2_12430"/>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1" name="Google Shape;14461;g2975d56d0dc_2_12430"/>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2" name="Google Shape;14462;g2975d56d0dc_2_12430"/>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3" name="Google Shape;14463;g2975d56d0dc_2_12430"/>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4" name="Google Shape;14464;g2975d56d0dc_2_12430"/>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5" name="Google Shape;14465;g2975d56d0dc_2_12430"/>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6" name="Google Shape;14466;g2975d56d0dc_2_12430"/>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7" name="Google Shape;14467;g2975d56d0dc_2_12430"/>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8" name="Google Shape;14468;g2975d56d0dc_2_12430"/>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9" name="Google Shape;14469;g2975d56d0dc_2_12430"/>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0" name="Google Shape;14470;g2975d56d0dc_2_12430"/>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1" name="Google Shape;14471;g2975d56d0dc_2_12430"/>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2" name="Google Shape;14472;g2975d56d0dc_2_12430"/>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73" name="Google Shape;14473;g2975d56d0dc_2_12430"/>
          <p:cNvGrpSpPr/>
          <p:nvPr/>
        </p:nvGrpSpPr>
        <p:grpSpPr>
          <a:xfrm>
            <a:off x="4642106" y="2991582"/>
            <a:ext cx="320273" cy="318395"/>
            <a:chOff x="4667216" y="2915382"/>
            <a:chExt cx="320273" cy="318395"/>
          </a:xfrm>
        </p:grpSpPr>
        <p:sp>
          <p:nvSpPr>
            <p:cNvPr id="14474" name="Google Shape;14474;g2975d56d0dc_2_12430"/>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5" name="Google Shape;14475;g2975d56d0dc_2_12430"/>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6" name="Google Shape;14476;g2975d56d0dc_2_12430"/>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7" name="Google Shape;14477;g2975d56d0dc_2_12430"/>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78" name="Google Shape;14478;g2975d56d0dc_2_12430"/>
          <p:cNvGrpSpPr/>
          <p:nvPr/>
        </p:nvGrpSpPr>
        <p:grpSpPr>
          <a:xfrm>
            <a:off x="5145370" y="3010839"/>
            <a:ext cx="261929" cy="280550"/>
            <a:chOff x="5170480" y="2934639"/>
            <a:chExt cx="261929" cy="280550"/>
          </a:xfrm>
        </p:grpSpPr>
        <p:sp>
          <p:nvSpPr>
            <p:cNvPr id="14479" name="Google Shape;14479;g2975d56d0dc_2_12430"/>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0" name="Google Shape;14480;g2975d56d0dc_2_12430"/>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1" name="Google Shape;14481;g2975d56d0dc_2_12430"/>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2" name="Google Shape;14482;g2975d56d0dc_2_12430"/>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3" name="Google Shape;14483;g2975d56d0dc_2_12430"/>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4" name="Google Shape;14484;g2975d56d0dc_2_12430"/>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5" name="Google Shape;14485;g2975d56d0dc_2_12430"/>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86" name="Google Shape;14486;g2975d56d0dc_2_12430"/>
          <p:cNvGrpSpPr/>
          <p:nvPr/>
        </p:nvGrpSpPr>
        <p:grpSpPr>
          <a:xfrm>
            <a:off x="6044313" y="2968091"/>
            <a:ext cx="362320" cy="364230"/>
            <a:chOff x="6069423" y="2891892"/>
            <a:chExt cx="362320" cy="364230"/>
          </a:xfrm>
        </p:grpSpPr>
        <p:sp>
          <p:nvSpPr>
            <p:cNvPr id="14487" name="Google Shape;14487;g2975d56d0dc_2_12430"/>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8" name="Google Shape;14488;g2975d56d0dc_2_12430"/>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9" name="Google Shape;14489;g2975d56d0dc_2_12430"/>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0" name="Google Shape;14490;g2975d56d0dc_2_12430"/>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1" name="Google Shape;14491;g2975d56d0dc_2_12430"/>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2" name="Google Shape;14492;g2975d56d0dc_2_12430"/>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93" name="Google Shape;14493;g2975d56d0dc_2_12430"/>
          <p:cNvGrpSpPr/>
          <p:nvPr/>
        </p:nvGrpSpPr>
        <p:grpSpPr>
          <a:xfrm>
            <a:off x="6546845" y="2995370"/>
            <a:ext cx="308878" cy="311170"/>
            <a:chOff x="6571955" y="2919170"/>
            <a:chExt cx="308878" cy="311170"/>
          </a:xfrm>
        </p:grpSpPr>
        <p:sp>
          <p:nvSpPr>
            <p:cNvPr id="14494" name="Google Shape;14494;g2975d56d0dc_2_12430"/>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5" name="Google Shape;14495;g2975d56d0dc_2_12430"/>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6" name="Google Shape;14496;g2975d56d0dc_2_12430"/>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7" name="Google Shape;14497;g2975d56d0dc_2_12430"/>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8" name="Google Shape;14498;g2975d56d0dc_2_12430"/>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9" name="Google Shape;14499;g2975d56d0dc_2_12430"/>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0" name="Google Shape;14500;g2975d56d0dc_2_12430"/>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1" name="Google Shape;14501;g2975d56d0dc_2_12430"/>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2" name="Google Shape;14502;g2975d56d0dc_2_12430"/>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3" name="Google Shape;14503;g2975d56d0dc_2_12430"/>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04" name="Google Shape;14504;g2975d56d0dc_2_12430"/>
          <p:cNvGrpSpPr/>
          <p:nvPr/>
        </p:nvGrpSpPr>
        <p:grpSpPr>
          <a:xfrm>
            <a:off x="7474944" y="3010935"/>
            <a:ext cx="350576" cy="280454"/>
            <a:chOff x="7500054" y="2934735"/>
            <a:chExt cx="350576" cy="280454"/>
          </a:xfrm>
        </p:grpSpPr>
        <p:sp>
          <p:nvSpPr>
            <p:cNvPr id="14505" name="Google Shape;14505;g2975d56d0dc_2_12430"/>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6" name="Google Shape;14506;g2975d56d0dc_2_12430"/>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7" name="Google Shape;14507;g2975d56d0dc_2_12430"/>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8" name="Google Shape;14508;g2975d56d0dc_2_12430"/>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9" name="Google Shape;14509;g2975d56d0dc_2_12430"/>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0" name="Google Shape;14510;g2975d56d0dc_2_12430"/>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1" name="Google Shape;14511;g2975d56d0dc_2_12430"/>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2" name="Google Shape;14512;g2975d56d0dc_2_12430"/>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13" name="Google Shape;14513;g2975d56d0dc_2_12430"/>
          <p:cNvGrpSpPr/>
          <p:nvPr/>
        </p:nvGrpSpPr>
        <p:grpSpPr>
          <a:xfrm>
            <a:off x="6987570" y="2950862"/>
            <a:ext cx="332012" cy="355454"/>
            <a:chOff x="7055134" y="2919170"/>
            <a:chExt cx="290321" cy="310820"/>
          </a:xfrm>
        </p:grpSpPr>
        <p:sp>
          <p:nvSpPr>
            <p:cNvPr id="14514" name="Google Shape;14514;g2975d56d0dc_2_12430"/>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5" name="Google Shape;14515;g2975d56d0dc_2_12430"/>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6" name="Google Shape;14516;g2975d56d0dc_2_12430"/>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7" name="Google Shape;14517;g2975d56d0dc_2_12430"/>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8" name="Google Shape;14518;g2975d56d0dc_2_12430"/>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9" name="Google Shape;14519;g2975d56d0dc_2_12430"/>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0" name="Google Shape;14520;g2975d56d0dc_2_12430"/>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1" name="Google Shape;14521;g2975d56d0dc_2_12430"/>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2" name="Google Shape;14522;g2975d56d0dc_2_12430"/>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3" name="Google Shape;14523;g2975d56d0dc_2_12430"/>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4" name="Google Shape;14524;g2975d56d0dc_2_12430"/>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5" name="Google Shape;14525;g2975d56d0dc_2_12430"/>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6" name="Google Shape;14526;g2975d56d0dc_2_12430"/>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7" name="Google Shape;14527;g2975d56d0dc_2_12430"/>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28" name="Google Shape;14528;g2975d56d0dc_2_12430"/>
          <p:cNvGrpSpPr/>
          <p:nvPr/>
        </p:nvGrpSpPr>
        <p:grpSpPr>
          <a:xfrm>
            <a:off x="7960033" y="2976813"/>
            <a:ext cx="330109" cy="347552"/>
            <a:chOff x="7985143" y="2900613"/>
            <a:chExt cx="330109" cy="347552"/>
          </a:xfrm>
        </p:grpSpPr>
        <p:sp>
          <p:nvSpPr>
            <p:cNvPr id="14529" name="Google Shape;14529;g2975d56d0dc_2_12430"/>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0" name="Google Shape;14530;g2975d56d0dc_2_12430"/>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1" name="Google Shape;14531;g2975d56d0dc_2_12430"/>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2" name="Google Shape;14532;g2975d56d0dc_2_12430"/>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3" name="Google Shape;14533;g2975d56d0dc_2_12430"/>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4" name="Google Shape;14534;g2975d56d0dc_2_12430"/>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5" name="Google Shape;14535;g2975d56d0dc_2_12430"/>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6" name="Google Shape;14536;g2975d56d0dc_2_12430"/>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37" name="Google Shape;14537;g2975d56d0dc_2_12430"/>
          <p:cNvGrpSpPr/>
          <p:nvPr/>
        </p:nvGrpSpPr>
        <p:grpSpPr>
          <a:xfrm>
            <a:off x="7965731" y="2511426"/>
            <a:ext cx="354363" cy="353631"/>
            <a:chOff x="7990840" y="2435226"/>
            <a:chExt cx="354363" cy="353631"/>
          </a:xfrm>
        </p:grpSpPr>
        <p:sp>
          <p:nvSpPr>
            <p:cNvPr id="14538" name="Google Shape;14538;g2975d56d0dc_2_12430"/>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9" name="Google Shape;14539;g2975d56d0dc_2_12430"/>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0" name="Google Shape;14540;g2975d56d0dc_2_12430"/>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41" name="Google Shape;14541;g2975d56d0dc_2_12430"/>
          <p:cNvGrpSpPr/>
          <p:nvPr/>
        </p:nvGrpSpPr>
        <p:grpSpPr>
          <a:xfrm>
            <a:off x="1792207" y="2556530"/>
            <a:ext cx="350958" cy="263043"/>
            <a:chOff x="1817317" y="2480330"/>
            <a:chExt cx="350958" cy="263043"/>
          </a:xfrm>
        </p:grpSpPr>
        <p:sp>
          <p:nvSpPr>
            <p:cNvPr id="14542" name="Google Shape;14542;g2975d56d0dc_2_12430"/>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3" name="Google Shape;14543;g2975d56d0dc_2_12430"/>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4" name="Google Shape;14544;g2975d56d0dc_2_12430"/>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5" name="Google Shape;14545;g2975d56d0dc_2_12430"/>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6" name="Google Shape;14546;g2975d56d0dc_2_12430"/>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47" name="Google Shape;14547;g2975d56d0dc_2_12430"/>
          <p:cNvGrpSpPr/>
          <p:nvPr/>
        </p:nvGrpSpPr>
        <p:grpSpPr>
          <a:xfrm>
            <a:off x="1316617" y="2559549"/>
            <a:ext cx="419913" cy="308109"/>
            <a:chOff x="1341727" y="2483349"/>
            <a:chExt cx="419913" cy="308109"/>
          </a:xfrm>
        </p:grpSpPr>
        <p:sp>
          <p:nvSpPr>
            <p:cNvPr id="14548" name="Google Shape;14548;g2975d56d0dc_2_12430"/>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9" name="Google Shape;14549;g2975d56d0dc_2_12430"/>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0" name="Google Shape;14550;g2975d56d0dc_2_12430"/>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51" name="Google Shape;14551;g2975d56d0dc_2_12430"/>
          <p:cNvGrpSpPr/>
          <p:nvPr/>
        </p:nvGrpSpPr>
        <p:grpSpPr>
          <a:xfrm>
            <a:off x="829222" y="2523936"/>
            <a:ext cx="376358" cy="330108"/>
            <a:chOff x="854332" y="2447736"/>
            <a:chExt cx="376358" cy="330108"/>
          </a:xfrm>
        </p:grpSpPr>
        <p:sp>
          <p:nvSpPr>
            <p:cNvPr id="14552" name="Google Shape;14552;g2975d56d0dc_2_12430"/>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3" name="Google Shape;14553;g2975d56d0dc_2_12430"/>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4" name="Google Shape;14554;g2975d56d0dc_2_12430"/>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5" name="Google Shape;14555;g2975d56d0dc_2_12430"/>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6" name="Google Shape;14556;g2975d56d0dc_2_12430"/>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7" name="Google Shape;14557;g2975d56d0dc_2_12430"/>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8" name="Google Shape;14558;g2975d56d0dc_2_12430"/>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9" name="Google Shape;14559;g2975d56d0dc_2_12430"/>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60" name="Google Shape;14560;g2975d56d0dc_2_12430"/>
          <p:cNvGrpSpPr/>
          <p:nvPr/>
        </p:nvGrpSpPr>
        <p:grpSpPr>
          <a:xfrm>
            <a:off x="4181653" y="2527151"/>
            <a:ext cx="322151" cy="322374"/>
            <a:chOff x="4206763" y="2450951"/>
            <a:chExt cx="322151" cy="322374"/>
          </a:xfrm>
        </p:grpSpPr>
        <p:sp>
          <p:nvSpPr>
            <p:cNvPr id="14561" name="Google Shape;14561;g2975d56d0dc_2_12430"/>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2" name="Google Shape;14562;g2975d56d0dc_2_12430"/>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63" name="Google Shape;14563;g2975d56d0dc_2_12430"/>
          <p:cNvGrpSpPr/>
          <p:nvPr/>
        </p:nvGrpSpPr>
        <p:grpSpPr>
          <a:xfrm>
            <a:off x="7491236" y="2526259"/>
            <a:ext cx="327976" cy="324316"/>
            <a:chOff x="7528096" y="2450059"/>
            <a:chExt cx="327976" cy="324316"/>
          </a:xfrm>
        </p:grpSpPr>
        <p:sp>
          <p:nvSpPr>
            <p:cNvPr id="14564" name="Google Shape;14564;g2975d56d0dc_2_12430"/>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5" name="Google Shape;14565;g2975d56d0dc_2_12430"/>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6" name="Google Shape;14566;g2975d56d0dc_2_12430"/>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7" name="Google Shape;14567;g2975d56d0dc_2_12430"/>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8" name="Google Shape;14568;g2975d56d0dc_2_12430"/>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69" name="Google Shape;14569;g2975d56d0dc_2_12430"/>
          <p:cNvGrpSpPr/>
          <p:nvPr/>
        </p:nvGrpSpPr>
        <p:grpSpPr>
          <a:xfrm>
            <a:off x="7052019" y="2588742"/>
            <a:ext cx="282364" cy="198619"/>
            <a:chOff x="7077129" y="2512542"/>
            <a:chExt cx="282364" cy="198619"/>
          </a:xfrm>
        </p:grpSpPr>
        <p:sp>
          <p:nvSpPr>
            <p:cNvPr id="14570" name="Google Shape;14570;g2975d56d0dc_2_12430"/>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1" name="Google Shape;14571;g2975d56d0dc_2_12430"/>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2" name="Google Shape;14572;g2975d56d0dc_2_12430"/>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3" name="Google Shape;14573;g2975d56d0dc_2_12430"/>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4" name="Google Shape;14574;g2975d56d0dc_2_12430"/>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5" name="Google Shape;14575;g2975d56d0dc_2_12430"/>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76" name="Google Shape;14576;g2975d56d0dc_2_12430"/>
          <p:cNvGrpSpPr/>
          <p:nvPr/>
        </p:nvGrpSpPr>
        <p:grpSpPr>
          <a:xfrm>
            <a:off x="3700351" y="2520912"/>
            <a:ext cx="334279" cy="334661"/>
            <a:chOff x="3725461" y="2444712"/>
            <a:chExt cx="334279" cy="334661"/>
          </a:xfrm>
        </p:grpSpPr>
        <p:sp>
          <p:nvSpPr>
            <p:cNvPr id="14577" name="Google Shape;14577;g2975d56d0dc_2_12430"/>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8" name="Google Shape;14578;g2975d56d0dc_2_12430"/>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9" name="Google Shape;14579;g2975d56d0dc_2_12430"/>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0" name="Google Shape;14580;g2975d56d0dc_2_12430"/>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1" name="Google Shape;14581;g2975d56d0dc_2_12430"/>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2" name="Google Shape;14582;g2975d56d0dc_2_12430"/>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3" name="Google Shape;14583;g2975d56d0dc_2_12430"/>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84" name="Google Shape;14584;g2975d56d0dc_2_12430"/>
          <p:cNvGrpSpPr/>
          <p:nvPr/>
        </p:nvGrpSpPr>
        <p:grpSpPr>
          <a:xfrm>
            <a:off x="6552128" y="2533421"/>
            <a:ext cx="332019" cy="310788"/>
            <a:chOff x="6577238" y="2457221"/>
            <a:chExt cx="332019" cy="310788"/>
          </a:xfrm>
        </p:grpSpPr>
        <p:sp>
          <p:nvSpPr>
            <p:cNvPr id="14585" name="Google Shape;14585;g2975d56d0dc_2_12430"/>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6" name="Google Shape;14586;g2975d56d0dc_2_12430"/>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7" name="Google Shape;14587;g2975d56d0dc_2_12430"/>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8" name="Google Shape;14588;g2975d56d0dc_2_12430"/>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9" name="Google Shape;14589;g2975d56d0dc_2_12430"/>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0" name="Google Shape;14590;g2975d56d0dc_2_12430"/>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91" name="Google Shape;14591;g2975d56d0dc_2_12430"/>
          <p:cNvGrpSpPr/>
          <p:nvPr/>
        </p:nvGrpSpPr>
        <p:grpSpPr>
          <a:xfrm>
            <a:off x="2793451" y="2515978"/>
            <a:ext cx="247892" cy="346024"/>
            <a:chOff x="2818561" y="2439778"/>
            <a:chExt cx="247892" cy="346024"/>
          </a:xfrm>
        </p:grpSpPr>
        <p:sp>
          <p:nvSpPr>
            <p:cNvPr id="14592" name="Google Shape;14592;g2975d56d0dc_2_12430"/>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3" name="Google Shape;14593;g2975d56d0dc_2_12430"/>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4" name="Google Shape;14594;g2975d56d0dc_2_12430"/>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5" name="Google Shape;14595;g2975d56d0dc_2_12430"/>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6" name="Google Shape;14596;g2975d56d0dc_2_12430"/>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7" name="Google Shape;14597;g2975d56d0dc_2_12430"/>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8" name="Google Shape;14598;g2975d56d0dc_2_12430"/>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9" name="Google Shape;14599;g2975d56d0dc_2_12430"/>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0" name="Google Shape;14600;g2975d56d0dc_2_12430"/>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1" name="Google Shape;14601;g2975d56d0dc_2_12430"/>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2" name="Google Shape;14602;g2975d56d0dc_2_12430"/>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3" name="Google Shape;14603;g2975d56d0dc_2_12430"/>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04" name="Google Shape;14604;g2975d56d0dc_2_12430"/>
          <p:cNvGrpSpPr/>
          <p:nvPr/>
        </p:nvGrpSpPr>
        <p:grpSpPr>
          <a:xfrm>
            <a:off x="3182668" y="2550832"/>
            <a:ext cx="419933" cy="275170"/>
            <a:chOff x="3207778" y="2474632"/>
            <a:chExt cx="419933" cy="275170"/>
          </a:xfrm>
        </p:grpSpPr>
        <p:sp>
          <p:nvSpPr>
            <p:cNvPr id="14605" name="Google Shape;14605;g2975d56d0dc_2_12430"/>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6" name="Google Shape;14606;g2975d56d0dc_2_12430"/>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7" name="Google Shape;14607;g2975d56d0dc_2_12430"/>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8" name="Google Shape;14608;g2975d56d0dc_2_12430"/>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9" name="Google Shape;14609;g2975d56d0dc_2_12430"/>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0" name="Google Shape;14610;g2975d56d0dc_2_12430"/>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1" name="Google Shape;14611;g2975d56d0dc_2_12430"/>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2" name="Google Shape;14612;g2975d56d0dc_2_12430"/>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3" name="Google Shape;14613;g2975d56d0dc_2_12430"/>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4" name="Google Shape;14614;g2975d56d0dc_2_12430"/>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5" name="Google Shape;14615;g2975d56d0dc_2_12430"/>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6" name="Google Shape;14616;g2975d56d0dc_2_12430"/>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7" name="Google Shape;14617;g2975d56d0dc_2_12430"/>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8" name="Google Shape;14618;g2975d56d0dc_2_12430"/>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19" name="Google Shape;14619;g2975d56d0dc_2_12430"/>
          <p:cNvGrpSpPr/>
          <p:nvPr/>
        </p:nvGrpSpPr>
        <p:grpSpPr>
          <a:xfrm>
            <a:off x="6074265" y="2532275"/>
            <a:ext cx="337684" cy="314194"/>
            <a:chOff x="6099375" y="2456075"/>
            <a:chExt cx="337684" cy="314194"/>
          </a:xfrm>
        </p:grpSpPr>
        <p:sp>
          <p:nvSpPr>
            <p:cNvPr id="14620" name="Google Shape;14620;g2975d56d0dc_2_12430"/>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1" name="Google Shape;14621;g2975d56d0dc_2_12430"/>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22" name="Google Shape;14622;g2975d56d0dc_2_12430"/>
          <p:cNvGrpSpPr/>
          <p:nvPr/>
        </p:nvGrpSpPr>
        <p:grpSpPr>
          <a:xfrm>
            <a:off x="2287513" y="2544784"/>
            <a:ext cx="312698" cy="286534"/>
            <a:chOff x="2312623" y="2468584"/>
            <a:chExt cx="312698" cy="286534"/>
          </a:xfrm>
        </p:grpSpPr>
        <p:sp>
          <p:nvSpPr>
            <p:cNvPr id="14623" name="Google Shape;14623;g2975d56d0dc_2_12430"/>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4" name="Google Shape;14624;g2975d56d0dc_2_12430"/>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5" name="Google Shape;14625;g2975d56d0dc_2_12430"/>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26" name="Google Shape;14626;g2975d56d0dc_2_12430"/>
          <p:cNvGrpSpPr/>
          <p:nvPr/>
        </p:nvGrpSpPr>
        <p:grpSpPr>
          <a:xfrm>
            <a:off x="5593695" y="2517124"/>
            <a:ext cx="345292" cy="342618"/>
            <a:chOff x="5618805" y="2440924"/>
            <a:chExt cx="345292" cy="342618"/>
          </a:xfrm>
        </p:grpSpPr>
        <p:sp>
          <p:nvSpPr>
            <p:cNvPr id="14627" name="Google Shape;14627;g2975d56d0dc_2_12430"/>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8" name="Google Shape;14628;g2975d56d0dc_2_12430"/>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9" name="Google Shape;14629;g2975d56d0dc_2_12430"/>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0" name="Google Shape;14630;g2975d56d0dc_2_12430"/>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1" name="Google Shape;14631;g2975d56d0dc_2_12430"/>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32" name="Google Shape;14632;g2975d56d0dc_2_12430"/>
          <p:cNvGrpSpPr/>
          <p:nvPr/>
        </p:nvGrpSpPr>
        <p:grpSpPr>
          <a:xfrm>
            <a:off x="4628069" y="2522790"/>
            <a:ext cx="377886" cy="331255"/>
            <a:chOff x="4653179" y="2446590"/>
            <a:chExt cx="377886" cy="331255"/>
          </a:xfrm>
        </p:grpSpPr>
        <p:sp>
          <p:nvSpPr>
            <p:cNvPr id="14633" name="Google Shape;14633;g2975d56d0dc_2_12430"/>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4" name="Google Shape;14634;g2975d56d0dc_2_12430"/>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5" name="Google Shape;14635;g2975d56d0dc_2_12430"/>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6" name="Google Shape;14636;g2975d56d0dc_2_12430"/>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37" name="Google Shape;14637;g2975d56d0dc_2_12430"/>
          <p:cNvGrpSpPr/>
          <p:nvPr/>
        </p:nvGrpSpPr>
        <p:grpSpPr>
          <a:xfrm>
            <a:off x="5159407" y="2535681"/>
            <a:ext cx="252062" cy="305122"/>
            <a:chOff x="5184517" y="2459481"/>
            <a:chExt cx="252062" cy="305122"/>
          </a:xfrm>
        </p:grpSpPr>
        <p:sp>
          <p:nvSpPr>
            <p:cNvPr id="14638" name="Google Shape;14638;g2975d56d0dc_2_12430"/>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9" name="Google Shape;14639;g2975d56d0dc_2_12430"/>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0" name="Google Shape;14640;g2975d56d0dc_2_12430"/>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1" name="Google Shape;14641;g2975d56d0dc_2_12430"/>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2" name="Google Shape;14642;g2975d56d0dc_2_12430"/>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3" name="Google Shape;14643;g2975d56d0dc_2_12430"/>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644" name="Google Shape;14644;g2975d56d0dc_2_12430"/>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645" name="Google Shape;14645;g2975d56d0dc_2_12430"/>
          <p:cNvGrpSpPr/>
          <p:nvPr/>
        </p:nvGrpSpPr>
        <p:grpSpPr>
          <a:xfrm>
            <a:off x="6130349" y="2045308"/>
            <a:ext cx="249770" cy="363849"/>
            <a:chOff x="6155459" y="1969108"/>
            <a:chExt cx="249770" cy="363849"/>
          </a:xfrm>
        </p:grpSpPr>
        <p:sp>
          <p:nvSpPr>
            <p:cNvPr id="14646" name="Google Shape;14646;g2975d56d0dc_2_12430"/>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7" name="Google Shape;14647;g2975d56d0dc_2_12430"/>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8" name="Google Shape;14648;g2975d56d0dc_2_12430"/>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9" name="Google Shape;14649;g2975d56d0dc_2_12430"/>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0" name="Google Shape;14650;g2975d56d0dc_2_12430"/>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1" name="Google Shape;14651;g2975d56d0dc_2_12430"/>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2" name="Google Shape;14652;g2975d56d0dc_2_12430"/>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3" name="Google Shape;14653;g2975d56d0dc_2_12430"/>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4" name="Google Shape;14654;g2975d56d0dc_2_12430"/>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55" name="Google Shape;14655;g2975d56d0dc_2_12430"/>
          <p:cNvGrpSpPr/>
          <p:nvPr/>
        </p:nvGrpSpPr>
        <p:grpSpPr>
          <a:xfrm>
            <a:off x="2254919" y="2046804"/>
            <a:ext cx="353631" cy="354395"/>
            <a:chOff x="2280029" y="1970604"/>
            <a:chExt cx="353631" cy="354395"/>
          </a:xfrm>
        </p:grpSpPr>
        <p:sp>
          <p:nvSpPr>
            <p:cNvPr id="14656" name="Google Shape;14656;g2975d56d0dc_2_12430"/>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7" name="Google Shape;14657;g2975d56d0dc_2_12430"/>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8" name="Google Shape;14658;g2975d56d0dc_2_12430"/>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9" name="Google Shape;14659;g2975d56d0dc_2_12430"/>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60" name="Google Shape;14660;g2975d56d0dc_2_12430"/>
          <p:cNvGrpSpPr/>
          <p:nvPr/>
        </p:nvGrpSpPr>
        <p:grpSpPr>
          <a:xfrm>
            <a:off x="8039990" y="2076374"/>
            <a:ext cx="255086" cy="301684"/>
            <a:chOff x="8065100" y="2000174"/>
            <a:chExt cx="255086" cy="301684"/>
          </a:xfrm>
        </p:grpSpPr>
        <p:sp>
          <p:nvSpPr>
            <p:cNvPr id="14661" name="Google Shape;14661;g2975d56d0dc_2_12430"/>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2" name="Google Shape;14662;g2975d56d0dc_2_12430"/>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3" name="Google Shape;14663;g2975d56d0dc_2_12430"/>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4" name="Google Shape;14664;g2975d56d0dc_2_12430"/>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65" name="Google Shape;14665;g2975d56d0dc_2_12430"/>
          <p:cNvGrpSpPr/>
          <p:nvPr/>
        </p:nvGrpSpPr>
        <p:grpSpPr>
          <a:xfrm>
            <a:off x="6608595" y="2045308"/>
            <a:ext cx="249420" cy="363849"/>
            <a:chOff x="6633705" y="1969108"/>
            <a:chExt cx="249420" cy="363849"/>
          </a:xfrm>
        </p:grpSpPr>
        <p:sp>
          <p:nvSpPr>
            <p:cNvPr id="14666" name="Google Shape;14666;g2975d56d0dc_2_12430"/>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7" name="Google Shape;14667;g2975d56d0dc_2_12430"/>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8" name="Google Shape;14668;g2975d56d0dc_2_12430"/>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9" name="Google Shape;14669;g2975d56d0dc_2_12430"/>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0" name="Google Shape;14670;g2975d56d0dc_2_12430"/>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1" name="Google Shape;14671;g2975d56d0dc_2_12430"/>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2" name="Google Shape;14672;g2975d56d0dc_2_12430"/>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3" name="Google Shape;14673;g2975d56d0dc_2_12430"/>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74" name="Google Shape;14674;g2975d56d0dc_2_12430"/>
          <p:cNvGrpSpPr/>
          <p:nvPr/>
        </p:nvGrpSpPr>
        <p:grpSpPr>
          <a:xfrm>
            <a:off x="5185921" y="2045308"/>
            <a:ext cx="226661" cy="363467"/>
            <a:chOff x="5211031" y="1969108"/>
            <a:chExt cx="226661" cy="363467"/>
          </a:xfrm>
        </p:grpSpPr>
        <p:sp>
          <p:nvSpPr>
            <p:cNvPr id="14675" name="Google Shape;14675;g2975d56d0dc_2_12430"/>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6" name="Google Shape;14676;g2975d56d0dc_2_12430"/>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77" name="Google Shape;14677;g2975d56d0dc_2_12430"/>
          <p:cNvGrpSpPr/>
          <p:nvPr/>
        </p:nvGrpSpPr>
        <p:grpSpPr>
          <a:xfrm>
            <a:off x="3687842" y="2046804"/>
            <a:ext cx="354363" cy="354395"/>
            <a:chOff x="3712952" y="1970604"/>
            <a:chExt cx="354363" cy="354395"/>
          </a:xfrm>
        </p:grpSpPr>
        <p:sp>
          <p:nvSpPr>
            <p:cNvPr id="14678" name="Google Shape;14678;g2975d56d0dc_2_12430"/>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9" name="Google Shape;14679;g2975d56d0dc_2_12430"/>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0" name="Google Shape;14680;g2975d56d0dc_2_12430"/>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1" name="Google Shape;14681;g2975d56d0dc_2_12430"/>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2" name="Google Shape;14682;g2975d56d0dc_2_12430"/>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3" name="Google Shape;14683;g2975d56d0dc_2_12430"/>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4" name="Google Shape;14684;g2975d56d0dc_2_12430"/>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5" name="Google Shape;14685;g2975d56d0dc_2_12430"/>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6" name="Google Shape;14686;g2975d56d0dc_2_12430"/>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87" name="Google Shape;14687;g2975d56d0dc_2_12430"/>
          <p:cNvGrpSpPr/>
          <p:nvPr/>
        </p:nvGrpSpPr>
        <p:grpSpPr>
          <a:xfrm>
            <a:off x="3210329" y="2046804"/>
            <a:ext cx="354364" cy="354745"/>
            <a:chOff x="3235438" y="1970604"/>
            <a:chExt cx="354364" cy="354745"/>
          </a:xfrm>
        </p:grpSpPr>
        <p:sp>
          <p:nvSpPr>
            <p:cNvPr id="14688" name="Google Shape;14688;g2975d56d0dc_2_12430"/>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9" name="Google Shape;14689;g2975d56d0dc_2_12430"/>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0" name="Google Shape;14690;g2975d56d0dc_2_12430"/>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1" name="Google Shape;14691;g2975d56d0dc_2_12430"/>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2" name="Google Shape;14692;g2975d56d0dc_2_12430"/>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3" name="Google Shape;14693;g2975d56d0dc_2_12430"/>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4" name="Google Shape;14694;g2975d56d0dc_2_12430"/>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5" name="Google Shape;14695;g2975d56d0dc_2_12430"/>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6" name="Google Shape;14696;g2975d56d0dc_2_12430"/>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7" name="Google Shape;14697;g2975d56d0dc_2_12430"/>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8" name="Google Shape;14698;g2975d56d0dc_2_12430"/>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9" name="Google Shape;14699;g2975d56d0dc_2_12430"/>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0" name="Google Shape;14700;g2975d56d0dc_2_12430"/>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01" name="Google Shape;14701;g2975d56d0dc_2_12430"/>
          <p:cNvGrpSpPr/>
          <p:nvPr/>
        </p:nvGrpSpPr>
        <p:grpSpPr>
          <a:xfrm>
            <a:off x="1304475" y="2066125"/>
            <a:ext cx="341473" cy="335074"/>
            <a:chOff x="1329585" y="1989925"/>
            <a:chExt cx="341473" cy="335074"/>
          </a:xfrm>
        </p:grpSpPr>
        <p:sp>
          <p:nvSpPr>
            <p:cNvPr id="14702" name="Google Shape;14702;g2975d56d0dc_2_12430"/>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3" name="Google Shape;14703;g2975d56d0dc_2_12430"/>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4" name="Google Shape;14704;g2975d56d0dc_2_12430"/>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05" name="Google Shape;14705;g2975d56d0dc_2_12430"/>
          <p:cNvGrpSpPr/>
          <p:nvPr/>
        </p:nvGrpSpPr>
        <p:grpSpPr>
          <a:xfrm>
            <a:off x="5566761" y="2066106"/>
            <a:ext cx="416649" cy="325597"/>
            <a:chOff x="5626763" y="2013829"/>
            <a:chExt cx="351722" cy="274788"/>
          </a:xfrm>
        </p:grpSpPr>
        <p:sp>
          <p:nvSpPr>
            <p:cNvPr id="14706" name="Google Shape;14706;g2975d56d0dc_2_12430"/>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7" name="Google Shape;14707;g2975d56d0dc_2_12430"/>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8" name="Google Shape;14708;g2975d56d0dc_2_12430"/>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9" name="Google Shape;14709;g2975d56d0dc_2_12430"/>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0" name="Google Shape;14710;g2975d56d0dc_2_12430"/>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1" name="Google Shape;14711;g2975d56d0dc_2_12430"/>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2" name="Google Shape;14712;g2975d56d0dc_2_12430"/>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3" name="Google Shape;14713;g2975d56d0dc_2_12430"/>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4" name="Google Shape;14714;g2975d56d0dc_2_12430"/>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5" name="Google Shape;14715;g2975d56d0dc_2_12430"/>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16" name="Google Shape;14716;g2975d56d0dc_2_12430"/>
          <p:cNvGrpSpPr/>
          <p:nvPr/>
        </p:nvGrpSpPr>
        <p:grpSpPr>
          <a:xfrm>
            <a:off x="7551495" y="2060077"/>
            <a:ext cx="276698" cy="333133"/>
            <a:chOff x="7576605" y="1983877"/>
            <a:chExt cx="276698" cy="333133"/>
          </a:xfrm>
        </p:grpSpPr>
        <p:sp>
          <p:nvSpPr>
            <p:cNvPr id="14717" name="Google Shape;14717;g2975d56d0dc_2_12430"/>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8" name="Google Shape;14718;g2975d56d0dc_2_12430"/>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19" name="Google Shape;14719;g2975d56d0dc_2_12430"/>
          <p:cNvGrpSpPr/>
          <p:nvPr/>
        </p:nvGrpSpPr>
        <p:grpSpPr>
          <a:xfrm>
            <a:off x="828458" y="2051738"/>
            <a:ext cx="337334" cy="353599"/>
            <a:chOff x="853568" y="1975538"/>
            <a:chExt cx="337334" cy="353599"/>
          </a:xfrm>
        </p:grpSpPr>
        <p:sp>
          <p:nvSpPr>
            <p:cNvPr id="14720" name="Google Shape;14720;g2975d56d0dc_2_12430"/>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1" name="Google Shape;14721;g2975d56d0dc_2_12430"/>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2" name="Google Shape;14722;g2975d56d0dc_2_12430"/>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3" name="Google Shape;14723;g2975d56d0dc_2_12430"/>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24" name="Google Shape;14724;g2975d56d0dc_2_12430"/>
          <p:cNvGrpSpPr/>
          <p:nvPr/>
        </p:nvGrpSpPr>
        <p:grpSpPr>
          <a:xfrm>
            <a:off x="2733192" y="2085828"/>
            <a:ext cx="327085" cy="277079"/>
            <a:chOff x="2770052" y="2009628"/>
            <a:chExt cx="327085" cy="277079"/>
          </a:xfrm>
        </p:grpSpPr>
        <p:sp>
          <p:nvSpPr>
            <p:cNvPr id="14725" name="Google Shape;14725;g2975d56d0dc_2_12430"/>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6" name="Google Shape;14726;g2975d56d0dc_2_12430"/>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27" name="Google Shape;14727;g2975d56d0dc_2_12430"/>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28" name="Google Shape;14728;g2975d56d0dc_2_12430"/>
          <p:cNvGrpSpPr/>
          <p:nvPr/>
        </p:nvGrpSpPr>
        <p:grpSpPr>
          <a:xfrm>
            <a:off x="4170289" y="2046804"/>
            <a:ext cx="344879" cy="343573"/>
            <a:chOff x="4195399" y="1970604"/>
            <a:chExt cx="344879" cy="343573"/>
          </a:xfrm>
        </p:grpSpPr>
        <p:sp>
          <p:nvSpPr>
            <p:cNvPr id="14729" name="Google Shape;14729;g2975d56d0dc_2_12430"/>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0" name="Google Shape;14730;g2975d56d0dc_2_12430"/>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1" name="Google Shape;14731;g2975d56d0dc_2_12430"/>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2" name="Google Shape;14732;g2975d56d0dc_2_12430"/>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33" name="Google Shape;14733;g2975d56d0dc_2_12430"/>
          <p:cNvGrpSpPr/>
          <p:nvPr/>
        </p:nvGrpSpPr>
        <p:grpSpPr>
          <a:xfrm>
            <a:off x="4649681" y="2053647"/>
            <a:ext cx="344528" cy="344114"/>
            <a:chOff x="4674791" y="1977447"/>
            <a:chExt cx="344528" cy="344114"/>
          </a:xfrm>
        </p:grpSpPr>
        <p:sp>
          <p:nvSpPr>
            <p:cNvPr id="14734" name="Google Shape;14734;g2975d56d0dc_2_12430"/>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5" name="Google Shape;14735;g2975d56d0dc_2_12430"/>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6" name="Google Shape;14736;g2975d56d0dc_2_12430"/>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7" name="Google Shape;14737;g2975d56d0dc_2_12430"/>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8" name="Google Shape;14738;g2975d56d0dc_2_12430"/>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9" name="Google Shape;14739;g2975d56d0dc_2_12430"/>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0" name="Google Shape;14740;g2975d56d0dc_2_12430"/>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1" name="Google Shape;14741;g2975d56d0dc_2_12430"/>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2" name="Google Shape;14742;g2975d56d0dc_2_12430"/>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3" name="Google Shape;14743;g2975d56d0dc_2_12430"/>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4" name="Google Shape;14744;g2975d56d0dc_2_12430"/>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5" name="Google Shape;14745;g2975d56d0dc_2_12430"/>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6" name="Google Shape;14746;g2975d56d0dc_2_12430"/>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7" name="Google Shape;14747;g2975d56d0dc_2_12430"/>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8" name="Google Shape;14748;g2975d56d0dc_2_12430"/>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9" name="Google Shape;14749;g2975d56d0dc_2_12430"/>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0" name="Google Shape;14750;g2975d56d0dc_2_12430"/>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1" name="Google Shape;14751;g2975d56d0dc_2_12430"/>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2" name="Google Shape;14752;g2975d56d0dc_2_12430"/>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3" name="Google Shape;14753;g2975d56d0dc_2_12430"/>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4" name="Google Shape;14754;g2975d56d0dc_2_12430"/>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5" name="Google Shape;14755;g2975d56d0dc_2_12430"/>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6" name="Google Shape;14756;g2975d56d0dc_2_12430"/>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7" name="Google Shape;14757;g2975d56d0dc_2_12430"/>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8" name="Google Shape;14758;g2975d56d0dc_2_12430"/>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9" name="Google Shape;14759;g2975d56d0dc_2_12430"/>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60" name="Google Shape;14760;g2975d56d0dc_2_12430"/>
          <p:cNvGrpSpPr/>
          <p:nvPr/>
        </p:nvGrpSpPr>
        <p:grpSpPr>
          <a:xfrm>
            <a:off x="6058700" y="1623497"/>
            <a:ext cx="382819" cy="310788"/>
            <a:chOff x="6083810" y="1547297"/>
            <a:chExt cx="382819" cy="310788"/>
          </a:xfrm>
        </p:grpSpPr>
        <p:sp>
          <p:nvSpPr>
            <p:cNvPr id="14761" name="Google Shape;14761;g2975d56d0dc_2_12430"/>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2" name="Google Shape;14762;g2975d56d0dc_2_12430"/>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3" name="Google Shape;14763;g2975d56d0dc_2_12430"/>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4" name="Google Shape;14764;g2975d56d0dc_2_12430"/>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5" name="Google Shape;14765;g2975d56d0dc_2_12430"/>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6" name="Google Shape;14766;g2975d56d0dc_2_12430"/>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7" name="Google Shape;14767;g2975d56d0dc_2_12430"/>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8" name="Google Shape;14768;g2975d56d0dc_2_12430"/>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9" name="Google Shape;14769;g2975d56d0dc_2_12430"/>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0" name="Google Shape;14770;g2975d56d0dc_2_12430"/>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1" name="Google Shape;14771;g2975d56d0dc_2_12430"/>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2" name="Google Shape;14772;g2975d56d0dc_2_12430"/>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3" name="Google Shape;14773;g2975d56d0dc_2_12430"/>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4" name="Google Shape;14774;g2975d56d0dc_2_12430"/>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5" name="Google Shape;14775;g2975d56d0dc_2_12430"/>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6" name="Google Shape;14776;g2975d56d0dc_2_12430"/>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7" name="Google Shape;14777;g2975d56d0dc_2_12430"/>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8" name="Google Shape;14778;g2975d56d0dc_2_12430"/>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79" name="Google Shape;14779;g2975d56d0dc_2_12430"/>
          <p:cNvGrpSpPr/>
          <p:nvPr/>
        </p:nvGrpSpPr>
        <p:grpSpPr>
          <a:xfrm>
            <a:off x="6533190" y="1614393"/>
            <a:ext cx="382788" cy="328613"/>
            <a:chOff x="6558300" y="1538193"/>
            <a:chExt cx="382788" cy="328613"/>
          </a:xfrm>
        </p:grpSpPr>
        <p:sp>
          <p:nvSpPr>
            <p:cNvPr id="14780" name="Google Shape;14780;g2975d56d0dc_2_12430"/>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1" name="Google Shape;14781;g2975d56d0dc_2_12430"/>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82" name="Google Shape;14782;g2975d56d0dc_2_12430"/>
          <p:cNvGrpSpPr/>
          <p:nvPr/>
        </p:nvGrpSpPr>
        <p:grpSpPr>
          <a:xfrm>
            <a:off x="5168892" y="1587497"/>
            <a:ext cx="259605" cy="346024"/>
            <a:chOff x="5194002" y="1511297"/>
            <a:chExt cx="259605" cy="346024"/>
          </a:xfrm>
        </p:grpSpPr>
        <p:sp>
          <p:nvSpPr>
            <p:cNvPr id="14783" name="Google Shape;14783;g2975d56d0dc_2_12430"/>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4" name="Google Shape;14784;g2975d56d0dc_2_12430"/>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5" name="Google Shape;14785;g2975d56d0dc_2_12430"/>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6" name="Google Shape;14786;g2975d56d0dc_2_12430"/>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87" name="Google Shape;14787;g2975d56d0dc_2_12430"/>
          <p:cNvGrpSpPr/>
          <p:nvPr/>
        </p:nvGrpSpPr>
        <p:grpSpPr>
          <a:xfrm>
            <a:off x="1369631" y="1588261"/>
            <a:ext cx="252444" cy="351722"/>
            <a:chOff x="1394741" y="1512061"/>
            <a:chExt cx="252444" cy="351722"/>
          </a:xfrm>
        </p:grpSpPr>
        <p:sp>
          <p:nvSpPr>
            <p:cNvPr id="14788" name="Google Shape;14788;g2975d56d0dc_2_12430"/>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9" name="Google Shape;14789;g2975d56d0dc_2_12430"/>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0" name="Google Shape;14790;g2975d56d0dc_2_12430"/>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1" name="Google Shape;14791;g2975d56d0dc_2_12430"/>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2" name="Google Shape;14792;g2975d56d0dc_2_12430"/>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3" name="Google Shape;14793;g2975d56d0dc_2_12430"/>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4" name="Google Shape;14794;g2975d56d0dc_2_12430"/>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5" name="Google Shape;14795;g2975d56d0dc_2_12430"/>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6" name="Google Shape;14796;g2975d56d0dc_2_12430"/>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7" name="Google Shape;14797;g2975d56d0dc_2_12430"/>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8" name="Google Shape;14798;g2975d56d0dc_2_12430"/>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9" name="Google Shape;14799;g2975d56d0dc_2_12430"/>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0" name="Google Shape;14800;g2975d56d0dc_2_12430"/>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1" name="Google Shape;14801;g2975d56d0dc_2_12430"/>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2" name="Google Shape;14802;g2975d56d0dc_2_12430"/>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3" name="Google Shape;14803;g2975d56d0dc_2_12430"/>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4" name="Google Shape;14804;g2975d56d0dc_2_12430"/>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05" name="Google Shape;14805;g2975d56d0dc_2_12430"/>
          <p:cNvGrpSpPr/>
          <p:nvPr/>
        </p:nvGrpSpPr>
        <p:grpSpPr>
          <a:xfrm>
            <a:off x="829986" y="1580685"/>
            <a:ext cx="380909" cy="339594"/>
            <a:chOff x="855096" y="1504485"/>
            <a:chExt cx="380909" cy="339594"/>
          </a:xfrm>
        </p:grpSpPr>
        <p:sp>
          <p:nvSpPr>
            <p:cNvPr id="14806" name="Google Shape;14806;g2975d56d0dc_2_12430"/>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7" name="Google Shape;14807;g2975d56d0dc_2_12430"/>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8" name="Google Shape;14808;g2975d56d0dc_2_12430"/>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9" name="Google Shape;14809;g2975d56d0dc_2_12430"/>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0" name="Google Shape;14810;g2975d56d0dc_2_12430"/>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11" name="Google Shape;14811;g2975d56d0dc_2_12430"/>
          <p:cNvGrpSpPr/>
          <p:nvPr/>
        </p:nvGrpSpPr>
        <p:grpSpPr>
          <a:xfrm>
            <a:off x="1794466" y="1587879"/>
            <a:ext cx="352103" cy="352103"/>
            <a:chOff x="1819576" y="1511679"/>
            <a:chExt cx="352103" cy="352103"/>
          </a:xfrm>
        </p:grpSpPr>
        <p:sp>
          <p:nvSpPr>
            <p:cNvPr id="14812" name="Google Shape;14812;g2975d56d0dc_2_12430"/>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3" name="Google Shape;14813;g2975d56d0dc_2_12430"/>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4" name="Google Shape;14814;g2975d56d0dc_2_12430"/>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5" name="Google Shape;14815;g2975d56d0dc_2_12430"/>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16" name="Google Shape;14816;g2975d56d0dc_2_12430"/>
          <p:cNvGrpSpPr/>
          <p:nvPr/>
        </p:nvGrpSpPr>
        <p:grpSpPr>
          <a:xfrm>
            <a:off x="5595987" y="1576961"/>
            <a:ext cx="371424" cy="355446"/>
            <a:chOff x="5621097" y="1500761"/>
            <a:chExt cx="371424" cy="355446"/>
          </a:xfrm>
        </p:grpSpPr>
        <p:sp>
          <p:nvSpPr>
            <p:cNvPr id="14817" name="Google Shape;14817;g2975d56d0dc_2_12430"/>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8" name="Google Shape;14818;g2975d56d0dc_2_12430"/>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19" name="Google Shape;14819;g2975d56d0dc_2_12430"/>
          <p:cNvGrpSpPr/>
          <p:nvPr/>
        </p:nvGrpSpPr>
        <p:grpSpPr>
          <a:xfrm>
            <a:off x="4645129" y="1617799"/>
            <a:ext cx="359679" cy="321833"/>
            <a:chOff x="4670239" y="1541599"/>
            <a:chExt cx="359679" cy="321833"/>
          </a:xfrm>
        </p:grpSpPr>
        <p:sp>
          <p:nvSpPr>
            <p:cNvPr id="14820" name="Google Shape;14820;g2975d56d0dc_2_12430"/>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1" name="Google Shape;14821;g2975d56d0dc_2_12430"/>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2" name="Google Shape;14822;g2975d56d0dc_2_12430"/>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3" name="Google Shape;14823;g2975d56d0dc_2_12430"/>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4" name="Google Shape;14824;g2975d56d0dc_2_12430"/>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25" name="Google Shape;14825;g2975d56d0dc_2_12430"/>
          <p:cNvGrpSpPr/>
          <p:nvPr/>
        </p:nvGrpSpPr>
        <p:grpSpPr>
          <a:xfrm>
            <a:off x="4187319" y="1578585"/>
            <a:ext cx="321037" cy="353822"/>
            <a:chOff x="4212429" y="1502385"/>
            <a:chExt cx="321037" cy="353822"/>
          </a:xfrm>
        </p:grpSpPr>
        <p:sp>
          <p:nvSpPr>
            <p:cNvPr id="14826" name="Google Shape;14826;g2975d56d0dc_2_12430"/>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7" name="Google Shape;14827;g2975d56d0dc_2_12430"/>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8" name="Google Shape;14828;g2975d56d0dc_2_12430"/>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9" name="Google Shape;14829;g2975d56d0dc_2_12430"/>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30" name="Google Shape;14830;g2975d56d0dc_2_12430"/>
          <p:cNvGrpSpPr/>
          <p:nvPr/>
        </p:nvGrpSpPr>
        <p:grpSpPr>
          <a:xfrm>
            <a:off x="2277678" y="1582181"/>
            <a:ext cx="336188" cy="335425"/>
            <a:chOff x="2302788" y="1505981"/>
            <a:chExt cx="336188" cy="335425"/>
          </a:xfrm>
        </p:grpSpPr>
        <p:sp>
          <p:nvSpPr>
            <p:cNvPr id="14831" name="Google Shape;14831;g2975d56d0dc_2_12430"/>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2" name="Google Shape;14832;g2975d56d0dc_2_12430"/>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3" name="Google Shape;14833;g2975d56d0dc_2_12430"/>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4" name="Google Shape;14834;g2975d56d0dc_2_12430"/>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5" name="Google Shape;14835;g2975d56d0dc_2_12430"/>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6" name="Google Shape;14836;g2975d56d0dc_2_12430"/>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7" name="Google Shape;14837;g2975d56d0dc_2_12430"/>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8" name="Google Shape;14838;g2975d56d0dc_2_12430"/>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9" name="Google Shape;14839;g2975d56d0dc_2_12430"/>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0" name="Google Shape;14840;g2975d56d0dc_2_12430"/>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1" name="Google Shape;14841;g2975d56d0dc_2_12430"/>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2" name="Google Shape;14842;g2975d56d0dc_2_12430"/>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3" name="Google Shape;14843;g2975d56d0dc_2_12430"/>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4" name="Google Shape;14844;g2975d56d0dc_2_12430"/>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5" name="Google Shape;14845;g2975d56d0dc_2_12430"/>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6" name="Google Shape;14846;g2975d56d0dc_2_12430"/>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7" name="Google Shape;14847;g2975d56d0dc_2_12430"/>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48" name="Google Shape;14848;g2975d56d0dc_2_12430"/>
          <p:cNvGrpSpPr/>
          <p:nvPr/>
        </p:nvGrpSpPr>
        <p:grpSpPr>
          <a:xfrm>
            <a:off x="2755191" y="1598096"/>
            <a:ext cx="333133" cy="321038"/>
            <a:chOff x="2780301" y="1521896"/>
            <a:chExt cx="333133" cy="321038"/>
          </a:xfrm>
        </p:grpSpPr>
        <p:sp>
          <p:nvSpPr>
            <p:cNvPr id="14849" name="Google Shape;14849;g2975d56d0dc_2_12430"/>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0" name="Google Shape;14850;g2975d56d0dc_2_12430"/>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1" name="Google Shape;14851;g2975d56d0dc_2_12430"/>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2" name="Google Shape;14852;g2975d56d0dc_2_12430"/>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3" name="Google Shape;14853;g2975d56d0dc_2_12430"/>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4" name="Google Shape;14854;g2975d56d0dc_2_12430"/>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5" name="Google Shape;14855;g2975d56d0dc_2_12430"/>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6" name="Google Shape;14856;g2975d56d0dc_2_12430"/>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7" name="Google Shape;14857;g2975d56d0dc_2_12430"/>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8" name="Google Shape;14858;g2975d56d0dc_2_12430"/>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9" name="Google Shape;14859;g2975d56d0dc_2_12430"/>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0" name="Google Shape;14860;g2975d56d0dc_2_12430"/>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1" name="Google Shape;14861;g2975d56d0dc_2_12430"/>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2" name="Google Shape;14862;g2975d56d0dc_2_12430"/>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3" name="Google Shape;14863;g2975d56d0dc_2_12430"/>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4" name="Google Shape;14864;g2975d56d0dc_2_12430"/>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5" name="Google Shape;14865;g2975d56d0dc_2_12430"/>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6" name="Google Shape;14866;g2975d56d0dc_2_12430"/>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7" name="Google Shape;14867;g2975d56d0dc_2_12430"/>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8" name="Google Shape;14868;g2975d56d0dc_2_12430"/>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69" name="Google Shape;14869;g2975d56d0dc_2_12430"/>
          <p:cNvGrpSpPr/>
          <p:nvPr/>
        </p:nvGrpSpPr>
        <p:grpSpPr>
          <a:xfrm>
            <a:off x="3291049" y="1591285"/>
            <a:ext cx="211893" cy="339594"/>
            <a:chOff x="3316159" y="1515085"/>
            <a:chExt cx="211893" cy="339594"/>
          </a:xfrm>
        </p:grpSpPr>
        <p:sp>
          <p:nvSpPr>
            <p:cNvPr id="14870" name="Google Shape;14870;g2975d56d0dc_2_12430"/>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1" name="Google Shape;14871;g2975d56d0dc_2_12430"/>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2" name="Google Shape;14872;g2975d56d0dc_2_12430"/>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73" name="Google Shape;14873;g2975d56d0dc_2_12430"/>
            <p:cNvGrpSpPr/>
            <p:nvPr/>
          </p:nvGrpSpPr>
          <p:grpSpPr>
            <a:xfrm>
              <a:off x="3316159" y="1515085"/>
              <a:ext cx="211893" cy="339594"/>
              <a:chOff x="3316159" y="1515085"/>
              <a:chExt cx="211893" cy="339594"/>
            </a:xfrm>
          </p:grpSpPr>
          <p:sp>
            <p:nvSpPr>
              <p:cNvPr id="14874" name="Google Shape;14874;g2975d56d0dc_2_12430"/>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5" name="Google Shape;14875;g2975d56d0dc_2_12430"/>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6" name="Google Shape;14876;g2975d56d0dc_2_12430"/>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7" name="Google Shape;14877;g2975d56d0dc_2_12430"/>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8" name="Google Shape;14878;g2975d56d0dc_2_12430"/>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9" name="Google Shape;14879;g2975d56d0dc_2_12430"/>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4880" name="Google Shape;14880;g2975d56d0dc_2_12430"/>
          <p:cNvGrpSpPr/>
          <p:nvPr/>
        </p:nvGrpSpPr>
        <p:grpSpPr>
          <a:xfrm>
            <a:off x="3691248" y="1620855"/>
            <a:ext cx="361971" cy="314958"/>
            <a:chOff x="3716358" y="1544655"/>
            <a:chExt cx="361971" cy="314958"/>
          </a:xfrm>
        </p:grpSpPr>
        <p:sp>
          <p:nvSpPr>
            <p:cNvPr id="14881" name="Google Shape;14881;g2975d56d0dc_2_12430"/>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2" name="Google Shape;14882;g2975d56d0dc_2_12430"/>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3" name="Google Shape;14883;g2975d56d0dc_2_12430"/>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4" name="Google Shape;14884;g2975d56d0dc_2_12430"/>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5" name="Google Shape;14885;g2975d56d0dc_2_12430"/>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86" name="Google Shape;14886;g2975d56d0dc_2_12430"/>
            <p:cNvGrpSpPr/>
            <p:nvPr/>
          </p:nvGrpSpPr>
          <p:grpSpPr>
            <a:xfrm>
              <a:off x="3716358" y="1544655"/>
              <a:ext cx="361971" cy="314958"/>
              <a:chOff x="3716358" y="1544655"/>
              <a:chExt cx="361971" cy="314958"/>
            </a:xfrm>
          </p:grpSpPr>
          <p:sp>
            <p:nvSpPr>
              <p:cNvPr id="14887" name="Google Shape;14887;g2975d56d0dc_2_12430"/>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8" name="Google Shape;14888;g2975d56d0dc_2_12430"/>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9" name="Google Shape;14889;g2975d56d0dc_2_12430"/>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0" name="Google Shape;14890;g2975d56d0dc_2_12430"/>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1" name="Google Shape;14891;g2975d56d0dc_2_12430"/>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4892" name="Google Shape;14892;g2975d56d0dc_2_12430"/>
          <p:cNvGrpSpPr/>
          <p:nvPr/>
        </p:nvGrpSpPr>
        <p:grpSpPr>
          <a:xfrm>
            <a:off x="6986814" y="1633752"/>
            <a:ext cx="499533" cy="305136"/>
            <a:chOff x="7009649" y="1541981"/>
            <a:chExt cx="524940" cy="320655"/>
          </a:xfrm>
        </p:grpSpPr>
        <p:sp>
          <p:nvSpPr>
            <p:cNvPr id="14893" name="Google Shape;14893;g2975d56d0dc_2_12430"/>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4" name="Google Shape;14894;g2975d56d0dc_2_12430"/>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5" name="Google Shape;14895;g2975d56d0dc_2_12430"/>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6" name="Google Shape;14896;g2975d56d0dc_2_12430"/>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7" name="Google Shape;14897;g2975d56d0dc_2_12430"/>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8" name="Google Shape;14898;g2975d56d0dc_2_12430"/>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9" name="Google Shape;14899;g2975d56d0dc_2_12430"/>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0" name="Google Shape;14900;g2975d56d0dc_2_12430"/>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01" name="Google Shape;14901;g2975d56d0dc_2_12430"/>
          <p:cNvGrpSpPr/>
          <p:nvPr/>
        </p:nvGrpSpPr>
        <p:grpSpPr>
          <a:xfrm>
            <a:off x="8008924" y="1594309"/>
            <a:ext cx="282746" cy="340358"/>
            <a:chOff x="8034034" y="1518109"/>
            <a:chExt cx="282746" cy="340358"/>
          </a:xfrm>
        </p:grpSpPr>
        <p:sp>
          <p:nvSpPr>
            <p:cNvPr id="14902" name="Google Shape;14902;g2975d56d0dc_2_12430"/>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3" name="Google Shape;14903;g2975d56d0dc_2_12430"/>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4" name="Google Shape;14904;g2975d56d0dc_2_12430"/>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5" name="Google Shape;14905;g2975d56d0dc_2_12430"/>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06" name="Google Shape;14906;g2975d56d0dc_2_12430"/>
          <p:cNvGrpSpPr/>
          <p:nvPr/>
        </p:nvGrpSpPr>
        <p:grpSpPr>
          <a:xfrm>
            <a:off x="7557192" y="1576134"/>
            <a:ext cx="369133" cy="360411"/>
            <a:chOff x="7582302" y="1499934"/>
            <a:chExt cx="369133" cy="360411"/>
          </a:xfrm>
        </p:grpSpPr>
        <p:sp>
          <p:nvSpPr>
            <p:cNvPr id="14907" name="Google Shape;14907;g2975d56d0dc_2_12430"/>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8" name="Google Shape;14908;g2975d56d0dc_2_12430"/>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9" name="Google Shape;14909;g2975d56d0dc_2_12430"/>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0" name="Google Shape;14910;g2975d56d0dc_2_12430"/>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1" name="Google Shape;14911;g2975d56d0dc_2_12430"/>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12" name="Google Shape;14912;g2975d56d0dc_2_12430"/>
          <p:cNvGrpSpPr/>
          <p:nvPr/>
        </p:nvGrpSpPr>
        <p:grpSpPr>
          <a:xfrm>
            <a:off x="6170979" y="3893352"/>
            <a:ext cx="346056" cy="345674"/>
            <a:chOff x="2238181" y="4120624"/>
            <a:chExt cx="346056" cy="345674"/>
          </a:xfrm>
        </p:grpSpPr>
        <p:grpSp>
          <p:nvGrpSpPr>
            <p:cNvPr id="14913" name="Google Shape;14913;g2975d56d0dc_2_12430"/>
            <p:cNvGrpSpPr/>
            <p:nvPr/>
          </p:nvGrpSpPr>
          <p:grpSpPr>
            <a:xfrm>
              <a:off x="2309155" y="4177413"/>
              <a:ext cx="203862" cy="231903"/>
              <a:chOff x="1512725" y="258500"/>
              <a:chExt cx="4570900" cy="5199625"/>
            </a:xfrm>
          </p:grpSpPr>
          <p:sp>
            <p:nvSpPr>
              <p:cNvPr id="14914" name="Google Shape;14914;g2975d56d0dc_2_12430"/>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5" name="Google Shape;14915;g2975d56d0dc_2_12430"/>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16" name="Google Shape;14916;g2975d56d0dc_2_12430"/>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17" name="Google Shape;14917;g2975d56d0dc_2_12430"/>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21" name="Shape 14921"/>
        <p:cNvGrpSpPr/>
        <p:nvPr/>
      </p:nvGrpSpPr>
      <p:grpSpPr>
        <a:xfrm>
          <a:off x="0" y="0"/>
          <a:ext cx="0" cy="0"/>
          <a:chOff x="0" y="0"/>
          <a:chExt cx="0" cy="0"/>
        </a:xfrm>
      </p:grpSpPr>
      <p:pic>
        <p:nvPicPr>
          <p:cNvPr id="14922" name="Google Shape;14922;g2975d56d0dc_2_13069">
            <a:hlinkClick r:id="rId3"/>
          </p:cNvPr>
          <p:cNvPicPr preferRelativeResize="0"/>
          <p:nvPr/>
        </p:nvPicPr>
        <p:blipFill rotWithShape="1">
          <a:blip r:embed="rId4">
            <a:alphaModFix/>
          </a:blip>
          <a:srcRect b="0" l="0" r="0" t="0"/>
          <a:stretch/>
        </p:blipFill>
        <p:spPr>
          <a:xfrm>
            <a:off x="3451063" y="2123075"/>
            <a:ext cx="2241874" cy="897350"/>
          </a:xfrm>
          <a:prstGeom prst="rect">
            <a:avLst/>
          </a:prstGeom>
          <a:noFill/>
          <a:ln>
            <a:noFill/>
          </a:ln>
        </p:spPr>
      </p:pic>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26" name="Shape 14926"/>
        <p:cNvGrpSpPr/>
        <p:nvPr/>
      </p:nvGrpSpPr>
      <p:grpSpPr>
        <a:xfrm>
          <a:off x="0" y="0"/>
          <a:ext cx="0" cy="0"/>
          <a:chOff x="0" y="0"/>
          <a:chExt cx="0" cy="0"/>
        </a:xfrm>
      </p:grpSpPr>
      <p:sp>
        <p:nvSpPr>
          <p:cNvPr id="14927" name="Google Shape;14927;p1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Practical exercise - calculator</a:t>
            </a:r>
            <a:endParaRPr/>
          </a:p>
        </p:txBody>
      </p:sp>
      <p:sp>
        <p:nvSpPr>
          <p:cNvPr id="14928" name="Google Shape;14928;p17"/>
          <p:cNvSpPr txBox="1"/>
          <p:nvPr>
            <p:ph idx="1" type="subTitle"/>
          </p:nvPr>
        </p:nvSpPr>
        <p:spPr>
          <a:xfrm>
            <a:off x="713225" y="1160775"/>
            <a:ext cx="7710900" cy="3455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rPr b="1" lang="en" sz="2000">
                <a:latin typeface="IBM Plex Mono"/>
                <a:ea typeface="IBM Plex Mono"/>
                <a:cs typeface="IBM Plex Mono"/>
                <a:sym typeface="IBM Plex Mono"/>
              </a:rPr>
              <a:t>Objective:</a:t>
            </a:r>
            <a:endParaRPr b="1" sz="2000">
              <a:latin typeface="IBM Plex Mono"/>
              <a:ea typeface="IBM Plex Mono"/>
              <a:cs typeface="IBM Plex Mono"/>
              <a:sym typeface="IBM Plex Mono"/>
            </a:endParaRPr>
          </a:p>
          <a:p>
            <a:pPr indent="0" lvl="0" marL="0" rtl="0" algn="l">
              <a:lnSpc>
                <a:spcPct val="115000"/>
              </a:lnSpc>
              <a:spcBef>
                <a:spcPts val="0"/>
              </a:spcBef>
              <a:spcAft>
                <a:spcPts val="0"/>
              </a:spcAft>
              <a:buSzPts val="1400"/>
              <a:buNone/>
            </a:pPr>
            <a:r>
              <a:rPr lang="en"/>
              <a:t>Introduce participants to basic coding concepts by building a </a:t>
            </a:r>
            <a:r>
              <a:rPr b="1" lang="en"/>
              <a:t>simple calculator</a:t>
            </a:r>
            <a:endParaRPr b="1"/>
          </a:p>
          <a:p>
            <a:pPr indent="0" lvl="0" marL="0" rtl="0" algn="l">
              <a:lnSpc>
                <a:spcPct val="115000"/>
              </a:lnSpc>
              <a:spcBef>
                <a:spcPts val="1000"/>
              </a:spcBef>
              <a:spcAft>
                <a:spcPts val="0"/>
              </a:spcAft>
              <a:buSzPts val="1400"/>
              <a:buNone/>
            </a:pPr>
            <a:r>
              <a:rPr b="1" lang="en"/>
              <a:t>Instructions:</a:t>
            </a:r>
            <a:endParaRPr b="1"/>
          </a:p>
          <a:p>
            <a:pPr indent="-317500" lvl="0" marL="457200" rtl="0" algn="l">
              <a:lnSpc>
                <a:spcPct val="115000"/>
              </a:lnSpc>
              <a:spcBef>
                <a:spcPts val="0"/>
              </a:spcBef>
              <a:spcAft>
                <a:spcPts val="0"/>
              </a:spcAft>
              <a:buSzPts val="1400"/>
              <a:buAutoNum type="arabicPeriod"/>
            </a:pPr>
            <a:r>
              <a:rPr lang="en"/>
              <a:t>Open a Python development environment and write the following code:</a:t>
            </a:r>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 Simple Calculator</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num1 = int(input("Enter the first number: "))</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num2 = int(input("Enter the second number: "))</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print("Sum:", num1 + num2)</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print("Difference:", num1 - num2)</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print("Product:", num1 * num2)</a:t>
            </a:r>
            <a:endParaRPr>
              <a:solidFill>
                <a:schemeClr val="dk2"/>
              </a:solidFill>
              <a:latin typeface="IBM Plex Mono Medium"/>
              <a:ea typeface="IBM Plex Mono Medium"/>
              <a:cs typeface="IBM Plex Mono Medium"/>
              <a:sym typeface="IBM Plex Mono Medium"/>
            </a:endParaRPr>
          </a:p>
          <a:p>
            <a:pPr indent="0" lvl="0" marL="457200" rtl="0" algn="l">
              <a:lnSpc>
                <a:spcPct val="115000"/>
              </a:lnSpc>
              <a:spcBef>
                <a:spcPts val="0"/>
              </a:spcBef>
              <a:spcAft>
                <a:spcPts val="0"/>
              </a:spcAft>
              <a:buSzPts val="1400"/>
              <a:buNone/>
            </a:pPr>
            <a:r>
              <a:rPr lang="en">
                <a:solidFill>
                  <a:schemeClr val="dk2"/>
                </a:solidFill>
                <a:latin typeface="IBM Plex Mono Medium"/>
                <a:ea typeface="IBM Plex Mono Medium"/>
                <a:cs typeface="IBM Plex Mono Medium"/>
                <a:sym typeface="IBM Plex Mono Medium"/>
              </a:rPr>
              <a:t>print("Quotient:", num1 / num2)</a:t>
            </a:r>
            <a:endParaRPr>
              <a:solidFill>
                <a:schemeClr val="dk2"/>
              </a:solidFill>
              <a:latin typeface="IBM Plex Mono Medium"/>
              <a:ea typeface="IBM Plex Mono Medium"/>
              <a:cs typeface="IBM Plex Mono Medium"/>
              <a:sym typeface="IBM Plex Mono Medium"/>
            </a:endParaRPr>
          </a:p>
          <a:p>
            <a:pPr indent="-317500" lvl="0" marL="457200" rtl="0" algn="l">
              <a:lnSpc>
                <a:spcPct val="115000"/>
              </a:lnSpc>
              <a:spcBef>
                <a:spcPts val="0"/>
              </a:spcBef>
              <a:spcAft>
                <a:spcPts val="0"/>
              </a:spcAft>
              <a:buSzPts val="1400"/>
              <a:buAutoNum type="arabicPeriod"/>
            </a:pPr>
            <a:r>
              <a:rPr lang="en"/>
              <a:t>Run the program and experiment with different numbers</a:t>
            </a:r>
            <a:endParaRPr/>
          </a:p>
          <a:p>
            <a:pPr indent="-317500" lvl="0" marL="457200" rtl="0" algn="l">
              <a:lnSpc>
                <a:spcPct val="115000"/>
              </a:lnSpc>
              <a:spcBef>
                <a:spcPts val="0"/>
              </a:spcBef>
              <a:spcAft>
                <a:spcPts val="0"/>
              </a:spcAft>
              <a:buSzPts val="1400"/>
              <a:buAutoNum type="arabicPeriod"/>
            </a:pPr>
            <a:r>
              <a:rPr lang="en"/>
              <a:t>Observe the output</a:t>
            </a:r>
            <a:endParaRPr/>
          </a:p>
          <a:p>
            <a:pPr indent="0" lvl="0" marL="457200" rtl="0" algn="l">
              <a:lnSpc>
                <a:spcPct val="115000"/>
              </a:lnSpc>
              <a:spcBef>
                <a:spcPts val="1000"/>
              </a:spcBef>
              <a:spcAft>
                <a:spcPts val="0"/>
              </a:spcAft>
              <a:buSzPts val="1400"/>
              <a:buNone/>
            </a:pPr>
            <a:r>
              <a:t/>
            </a:r>
            <a:endParaRPr/>
          </a:p>
          <a:p>
            <a:pPr indent="0" lvl="0" marL="457200" rtl="0" algn="l">
              <a:lnSpc>
                <a:spcPct val="115000"/>
              </a:lnSpc>
              <a:spcBef>
                <a:spcPts val="1000"/>
              </a:spcBef>
              <a:spcAft>
                <a:spcPts val="0"/>
              </a:spcAft>
              <a:buSzPts val="1400"/>
              <a:buNone/>
            </a:pPr>
            <a:r>
              <a:t/>
            </a:r>
            <a:endParaRPr/>
          </a:p>
          <a:p>
            <a:pPr indent="0" lvl="0" marL="457200" rtl="0" algn="l">
              <a:lnSpc>
                <a:spcPct val="115000"/>
              </a:lnSpc>
              <a:spcBef>
                <a:spcPts val="1000"/>
              </a:spcBef>
              <a:spcAft>
                <a:spcPts val="0"/>
              </a:spcAft>
              <a:buSzPts val="1400"/>
              <a:buNone/>
            </a:pPr>
            <a:r>
              <a:t/>
            </a:r>
            <a:endParaRPr/>
          </a:p>
          <a:p>
            <a:pPr indent="0" lvl="0" marL="457200" rtl="0" algn="l">
              <a:lnSpc>
                <a:spcPct val="115000"/>
              </a:lnSpc>
              <a:spcBef>
                <a:spcPts val="1000"/>
              </a:spcBef>
              <a:spcAft>
                <a:spcPts val="1000"/>
              </a:spcAft>
              <a:buSzPts val="1400"/>
              <a:buNone/>
            </a:pPr>
            <a:r>
              <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32" name="Shape 14932"/>
        <p:cNvGrpSpPr/>
        <p:nvPr/>
      </p:nvGrpSpPr>
      <p:grpSpPr>
        <a:xfrm>
          <a:off x="0" y="0"/>
          <a:ext cx="0" cy="0"/>
          <a:chOff x="0" y="0"/>
          <a:chExt cx="0" cy="0"/>
        </a:xfrm>
      </p:grpSpPr>
      <p:sp>
        <p:nvSpPr>
          <p:cNvPr id="14933" name="Google Shape;14933;p1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Brainstorm and idea generation</a:t>
            </a:r>
            <a:endParaRPr/>
          </a:p>
        </p:txBody>
      </p:sp>
      <p:sp>
        <p:nvSpPr>
          <p:cNvPr id="14934" name="Google Shape;14934;p18"/>
          <p:cNvSpPr txBox="1"/>
          <p:nvPr/>
        </p:nvSpPr>
        <p:spPr>
          <a:xfrm>
            <a:off x="786313" y="2659275"/>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Power 1</a:t>
            </a:r>
            <a:endParaRPr b="1" i="0" sz="2000" u="none" cap="none" strike="noStrike">
              <a:solidFill>
                <a:schemeClr val="dk1"/>
              </a:solidFill>
              <a:latin typeface="IBM Plex Mono"/>
              <a:ea typeface="IBM Plex Mono"/>
              <a:cs typeface="IBM Plex Mono"/>
              <a:sym typeface="IBM Plex Mono"/>
            </a:endParaRPr>
          </a:p>
        </p:txBody>
      </p:sp>
      <p:sp>
        <p:nvSpPr>
          <p:cNvPr id="14935" name="Google Shape;14935;p18"/>
          <p:cNvSpPr txBox="1"/>
          <p:nvPr/>
        </p:nvSpPr>
        <p:spPr>
          <a:xfrm>
            <a:off x="2874688" y="1786075"/>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Earth</a:t>
            </a:r>
            <a:endParaRPr b="1" i="0" sz="2000" u="none" cap="none" strike="noStrike">
              <a:solidFill>
                <a:schemeClr val="dk1"/>
              </a:solidFill>
              <a:latin typeface="IBM Plex Mono"/>
              <a:ea typeface="IBM Plex Mono"/>
              <a:cs typeface="IBM Plex Mono"/>
              <a:sym typeface="IBM Plex Mono"/>
            </a:endParaRPr>
          </a:p>
        </p:txBody>
      </p:sp>
      <p:sp>
        <p:nvSpPr>
          <p:cNvPr id="14936" name="Google Shape;14936;p18"/>
          <p:cNvSpPr txBox="1"/>
          <p:nvPr/>
        </p:nvSpPr>
        <p:spPr>
          <a:xfrm>
            <a:off x="6375888" y="1359913"/>
            <a:ext cx="19818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It’s the smallest planet of them all</a:t>
            </a:r>
            <a:endParaRPr b="0" i="0" sz="1400" u="none" cap="none" strike="noStrike">
              <a:solidFill>
                <a:schemeClr val="dk1"/>
              </a:solidFill>
              <a:latin typeface="Poppins"/>
              <a:ea typeface="Poppins"/>
              <a:cs typeface="Poppins"/>
              <a:sym typeface="Poppins"/>
            </a:endParaRPr>
          </a:p>
        </p:txBody>
      </p:sp>
      <p:sp>
        <p:nvSpPr>
          <p:cNvPr id="14937" name="Google Shape;14937;p18"/>
          <p:cNvSpPr txBox="1"/>
          <p:nvPr/>
        </p:nvSpPr>
        <p:spPr>
          <a:xfrm>
            <a:off x="4963088" y="1431775"/>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Mercury</a:t>
            </a:r>
            <a:endParaRPr b="1" i="0" sz="2000" u="none" cap="none" strike="noStrike">
              <a:solidFill>
                <a:schemeClr val="dk1"/>
              </a:solidFill>
              <a:latin typeface="IBM Plex Mono"/>
              <a:ea typeface="IBM Plex Mono"/>
              <a:cs typeface="IBM Plex Mono"/>
              <a:sym typeface="IBM Plex Mono"/>
            </a:endParaRPr>
          </a:p>
        </p:txBody>
      </p:sp>
      <p:sp>
        <p:nvSpPr>
          <p:cNvPr id="14938" name="Google Shape;14938;p18"/>
          <p:cNvSpPr txBox="1"/>
          <p:nvPr/>
        </p:nvSpPr>
        <p:spPr>
          <a:xfrm>
            <a:off x="6375888" y="2068513"/>
            <a:ext cx="19818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Venus is the second planet from the Sun</a:t>
            </a:r>
            <a:endParaRPr b="0" i="0" sz="1400" u="none" cap="none" strike="noStrike">
              <a:solidFill>
                <a:schemeClr val="dk1"/>
              </a:solidFill>
              <a:latin typeface="Poppins"/>
              <a:ea typeface="Poppins"/>
              <a:cs typeface="Poppins"/>
              <a:sym typeface="Poppins"/>
            </a:endParaRPr>
          </a:p>
        </p:txBody>
      </p:sp>
      <p:sp>
        <p:nvSpPr>
          <p:cNvPr id="14939" name="Google Shape;14939;p18"/>
          <p:cNvSpPr txBox="1"/>
          <p:nvPr/>
        </p:nvSpPr>
        <p:spPr>
          <a:xfrm>
            <a:off x="4963088" y="2140375"/>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Venus</a:t>
            </a:r>
            <a:endParaRPr b="1" i="0" sz="2000" u="none" cap="none" strike="noStrike">
              <a:solidFill>
                <a:schemeClr val="dk1"/>
              </a:solidFill>
              <a:latin typeface="IBM Plex Mono"/>
              <a:ea typeface="IBM Plex Mono"/>
              <a:cs typeface="IBM Plex Mono"/>
              <a:sym typeface="IBM Plex Mono"/>
            </a:endParaRPr>
          </a:p>
        </p:txBody>
      </p:sp>
      <p:sp>
        <p:nvSpPr>
          <p:cNvPr id="14940" name="Google Shape;14940;p18"/>
          <p:cNvSpPr txBox="1"/>
          <p:nvPr/>
        </p:nvSpPr>
        <p:spPr>
          <a:xfrm>
            <a:off x="2874688" y="3532500"/>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Mars</a:t>
            </a:r>
            <a:endParaRPr b="1" i="0" sz="2000" u="none" cap="none" strike="noStrike">
              <a:solidFill>
                <a:schemeClr val="dk1"/>
              </a:solidFill>
              <a:latin typeface="IBM Plex Mono"/>
              <a:ea typeface="IBM Plex Mono"/>
              <a:cs typeface="IBM Plex Mono"/>
              <a:sym typeface="IBM Plex Mono"/>
            </a:endParaRPr>
          </a:p>
        </p:txBody>
      </p:sp>
      <p:sp>
        <p:nvSpPr>
          <p:cNvPr id="14941" name="Google Shape;14941;p18"/>
          <p:cNvSpPr txBox="1"/>
          <p:nvPr/>
        </p:nvSpPr>
        <p:spPr>
          <a:xfrm>
            <a:off x="6375888" y="3106338"/>
            <a:ext cx="19818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It’s the farthest planet from the Sun</a:t>
            </a:r>
            <a:endParaRPr b="0" i="0" sz="1400" u="none" cap="none" strike="noStrike">
              <a:solidFill>
                <a:schemeClr val="dk1"/>
              </a:solidFill>
              <a:latin typeface="Poppins"/>
              <a:ea typeface="Poppins"/>
              <a:cs typeface="Poppins"/>
              <a:sym typeface="Poppins"/>
            </a:endParaRPr>
          </a:p>
        </p:txBody>
      </p:sp>
      <p:sp>
        <p:nvSpPr>
          <p:cNvPr id="14942" name="Google Shape;14942;p18"/>
          <p:cNvSpPr txBox="1"/>
          <p:nvPr/>
        </p:nvSpPr>
        <p:spPr>
          <a:xfrm>
            <a:off x="4963088" y="3178200"/>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Neptune</a:t>
            </a:r>
            <a:endParaRPr b="1" i="0" sz="2000" u="none" cap="none" strike="noStrike">
              <a:solidFill>
                <a:schemeClr val="dk1"/>
              </a:solidFill>
              <a:latin typeface="IBM Plex Mono"/>
              <a:ea typeface="IBM Plex Mono"/>
              <a:cs typeface="IBM Plex Mono"/>
              <a:sym typeface="IBM Plex Mono"/>
            </a:endParaRPr>
          </a:p>
        </p:txBody>
      </p:sp>
      <p:sp>
        <p:nvSpPr>
          <p:cNvPr id="14943" name="Google Shape;14943;p18"/>
          <p:cNvSpPr txBox="1"/>
          <p:nvPr/>
        </p:nvSpPr>
        <p:spPr>
          <a:xfrm>
            <a:off x="6375888" y="3814938"/>
            <a:ext cx="19818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was named after a Roman god</a:t>
            </a:r>
            <a:endParaRPr b="0" i="0" sz="1400" u="none" cap="none" strike="noStrike">
              <a:solidFill>
                <a:schemeClr val="dk1"/>
              </a:solidFill>
              <a:latin typeface="Poppins"/>
              <a:ea typeface="Poppins"/>
              <a:cs typeface="Poppins"/>
              <a:sym typeface="Poppins"/>
            </a:endParaRPr>
          </a:p>
        </p:txBody>
      </p:sp>
      <p:sp>
        <p:nvSpPr>
          <p:cNvPr id="14944" name="Google Shape;14944;p18"/>
          <p:cNvSpPr txBox="1"/>
          <p:nvPr/>
        </p:nvSpPr>
        <p:spPr>
          <a:xfrm>
            <a:off x="4963088" y="3886800"/>
            <a:ext cx="1276800" cy="42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cxnSp>
        <p:nvCxnSpPr>
          <p:cNvPr id="14945" name="Google Shape;14945;p18"/>
          <p:cNvCxnSpPr>
            <a:stCxn id="14934" idx="3"/>
            <a:endCxn id="14935" idx="1"/>
          </p:cNvCxnSpPr>
          <p:nvPr/>
        </p:nvCxnSpPr>
        <p:spPr>
          <a:xfrm flipH="1" rot="10800000">
            <a:off x="2063113" y="2000475"/>
            <a:ext cx="811500" cy="873300"/>
          </a:xfrm>
          <a:prstGeom prst="bentConnector3">
            <a:avLst>
              <a:gd fmla="val 50005" name="adj1"/>
            </a:avLst>
          </a:prstGeom>
          <a:noFill/>
          <a:ln cap="flat" cmpd="sng" w="9525">
            <a:solidFill>
              <a:schemeClr val="lt2"/>
            </a:solidFill>
            <a:prstDash val="solid"/>
            <a:round/>
            <a:headEnd len="sm" w="sm" type="none"/>
            <a:tailEnd len="sm" w="sm" type="none"/>
          </a:ln>
        </p:spPr>
      </p:cxnSp>
      <p:cxnSp>
        <p:nvCxnSpPr>
          <p:cNvPr id="14946" name="Google Shape;14946;p18"/>
          <p:cNvCxnSpPr>
            <a:stCxn id="14934" idx="3"/>
            <a:endCxn id="14940" idx="1"/>
          </p:cNvCxnSpPr>
          <p:nvPr/>
        </p:nvCxnSpPr>
        <p:spPr>
          <a:xfrm>
            <a:off x="2063113" y="2873775"/>
            <a:ext cx="811500" cy="873300"/>
          </a:xfrm>
          <a:prstGeom prst="bentConnector3">
            <a:avLst>
              <a:gd fmla="val 50005" name="adj1"/>
            </a:avLst>
          </a:prstGeom>
          <a:noFill/>
          <a:ln cap="flat" cmpd="sng" w="9525">
            <a:solidFill>
              <a:schemeClr val="lt2"/>
            </a:solidFill>
            <a:prstDash val="solid"/>
            <a:round/>
            <a:headEnd len="sm" w="sm" type="none"/>
            <a:tailEnd len="sm" w="sm" type="none"/>
          </a:ln>
        </p:spPr>
      </p:cxnSp>
      <p:cxnSp>
        <p:nvCxnSpPr>
          <p:cNvPr id="14947" name="Google Shape;14947;p18"/>
          <p:cNvCxnSpPr>
            <a:stCxn id="14935" idx="3"/>
            <a:endCxn id="14937" idx="1"/>
          </p:cNvCxnSpPr>
          <p:nvPr/>
        </p:nvCxnSpPr>
        <p:spPr>
          <a:xfrm flipH="1" rot="10800000">
            <a:off x="4151488" y="1646275"/>
            <a:ext cx="811500" cy="354300"/>
          </a:xfrm>
          <a:prstGeom prst="bentConnector3">
            <a:avLst>
              <a:gd fmla="val 50006" name="adj1"/>
            </a:avLst>
          </a:prstGeom>
          <a:noFill/>
          <a:ln cap="flat" cmpd="sng" w="9525">
            <a:solidFill>
              <a:schemeClr val="lt2"/>
            </a:solidFill>
            <a:prstDash val="solid"/>
            <a:round/>
            <a:headEnd len="sm" w="sm" type="none"/>
            <a:tailEnd len="sm" w="sm" type="none"/>
          </a:ln>
        </p:spPr>
      </p:cxnSp>
      <p:cxnSp>
        <p:nvCxnSpPr>
          <p:cNvPr id="14948" name="Google Shape;14948;p18"/>
          <p:cNvCxnSpPr>
            <a:stCxn id="14935" idx="3"/>
            <a:endCxn id="14939" idx="1"/>
          </p:cNvCxnSpPr>
          <p:nvPr/>
        </p:nvCxnSpPr>
        <p:spPr>
          <a:xfrm>
            <a:off x="4151488" y="2000575"/>
            <a:ext cx="811500" cy="354300"/>
          </a:xfrm>
          <a:prstGeom prst="bentConnector3">
            <a:avLst>
              <a:gd fmla="val 50006" name="adj1"/>
            </a:avLst>
          </a:prstGeom>
          <a:noFill/>
          <a:ln cap="flat" cmpd="sng" w="9525">
            <a:solidFill>
              <a:schemeClr val="lt2"/>
            </a:solidFill>
            <a:prstDash val="solid"/>
            <a:round/>
            <a:headEnd len="sm" w="sm" type="none"/>
            <a:tailEnd len="sm" w="sm" type="none"/>
          </a:ln>
        </p:spPr>
      </p:cxnSp>
      <p:cxnSp>
        <p:nvCxnSpPr>
          <p:cNvPr id="14949" name="Google Shape;14949;p18"/>
          <p:cNvCxnSpPr>
            <a:stCxn id="14940" idx="3"/>
            <a:endCxn id="14942" idx="1"/>
          </p:cNvCxnSpPr>
          <p:nvPr/>
        </p:nvCxnSpPr>
        <p:spPr>
          <a:xfrm flipH="1" rot="10800000">
            <a:off x="4151488" y="3392700"/>
            <a:ext cx="811500" cy="354300"/>
          </a:xfrm>
          <a:prstGeom prst="bentConnector3">
            <a:avLst>
              <a:gd fmla="val 50006" name="adj1"/>
            </a:avLst>
          </a:prstGeom>
          <a:noFill/>
          <a:ln cap="flat" cmpd="sng" w="9525">
            <a:solidFill>
              <a:schemeClr val="lt2"/>
            </a:solidFill>
            <a:prstDash val="solid"/>
            <a:round/>
            <a:headEnd len="sm" w="sm" type="none"/>
            <a:tailEnd len="sm" w="sm" type="none"/>
          </a:ln>
        </p:spPr>
      </p:cxnSp>
      <p:cxnSp>
        <p:nvCxnSpPr>
          <p:cNvPr id="14950" name="Google Shape;14950;p18"/>
          <p:cNvCxnSpPr>
            <a:stCxn id="14940" idx="3"/>
            <a:endCxn id="14944" idx="1"/>
          </p:cNvCxnSpPr>
          <p:nvPr/>
        </p:nvCxnSpPr>
        <p:spPr>
          <a:xfrm>
            <a:off x="4151488" y="3747000"/>
            <a:ext cx="811500" cy="354300"/>
          </a:xfrm>
          <a:prstGeom prst="bentConnector3">
            <a:avLst>
              <a:gd fmla="val 50006" name="adj1"/>
            </a:avLst>
          </a:prstGeom>
          <a:noFill/>
          <a:ln cap="flat" cmpd="sng" w="9525">
            <a:solidFill>
              <a:schemeClr val="lt2"/>
            </a:solidFill>
            <a:prstDash val="solid"/>
            <a:round/>
            <a:headEnd len="sm" w="sm" type="none"/>
            <a:tailEnd len="sm" w="sm" type="none"/>
          </a:ln>
        </p:spPr>
      </p:cxn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54" name="Shape 14954"/>
        <p:cNvGrpSpPr/>
        <p:nvPr/>
      </p:nvGrpSpPr>
      <p:grpSpPr>
        <a:xfrm>
          <a:off x="0" y="0"/>
          <a:ext cx="0" cy="0"/>
          <a:chOff x="0" y="0"/>
          <a:chExt cx="0" cy="0"/>
        </a:xfrm>
      </p:grpSpPr>
      <p:sp>
        <p:nvSpPr>
          <p:cNvPr id="14955" name="Google Shape;14955;p1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Main topic and details</a:t>
            </a:r>
            <a:endParaRPr/>
          </a:p>
        </p:txBody>
      </p:sp>
      <p:sp>
        <p:nvSpPr>
          <p:cNvPr id="14956" name="Google Shape;14956;p19"/>
          <p:cNvSpPr txBox="1"/>
          <p:nvPr/>
        </p:nvSpPr>
        <p:spPr>
          <a:xfrm>
            <a:off x="5779527" y="1925418"/>
            <a:ext cx="2102100" cy="665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It’s the farthest planet from the Sun</a:t>
            </a:r>
            <a:endParaRPr b="0" i="0" sz="1400" u="none" cap="none" strike="noStrike">
              <a:solidFill>
                <a:schemeClr val="dk1"/>
              </a:solidFill>
              <a:latin typeface="Poppins"/>
              <a:ea typeface="Poppins"/>
              <a:cs typeface="Poppins"/>
              <a:sym typeface="Poppins"/>
            </a:endParaRPr>
          </a:p>
        </p:txBody>
      </p:sp>
      <p:sp>
        <p:nvSpPr>
          <p:cNvPr id="14957" name="Google Shape;14957;p19"/>
          <p:cNvSpPr txBox="1"/>
          <p:nvPr/>
        </p:nvSpPr>
        <p:spPr>
          <a:xfrm>
            <a:off x="5779525" y="3123802"/>
            <a:ext cx="2102100" cy="504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sp>
        <p:nvSpPr>
          <p:cNvPr id="14958" name="Google Shape;14958;p19"/>
          <p:cNvSpPr txBox="1"/>
          <p:nvPr/>
        </p:nvSpPr>
        <p:spPr>
          <a:xfrm>
            <a:off x="1262375" y="1497640"/>
            <a:ext cx="2102100" cy="504000"/>
          </a:xfrm>
          <a:prstGeom prst="rect">
            <a:avLst/>
          </a:prstGeom>
          <a:noFill/>
          <a:ln>
            <a:noFill/>
          </a:ln>
        </p:spPr>
        <p:txBody>
          <a:bodyPr anchorCtr="0" anchor="ctr" bIns="91425" lIns="91425" spcFirstLastPara="1" rIns="91425" wrap="square" tIns="91425">
            <a:noAutofit/>
          </a:bodyPr>
          <a:lstStyle/>
          <a:p>
            <a:pPr indent="0" lvl="0" marL="0" marR="0" rtl="0" algn="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Mars</a:t>
            </a:r>
            <a:endParaRPr b="1" i="0" sz="2000" u="none" cap="none" strike="noStrike">
              <a:solidFill>
                <a:schemeClr val="dk1"/>
              </a:solidFill>
              <a:latin typeface="IBM Plex Mono"/>
              <a:ea typeface="IBM Plex Mono"/>
              <a:cs typeface="IBM Plex Mono"/>
              <a:sym typeface="IBM Plex Mono"/>
            </a:endParaRPr>
          </a:p>
        </p:txBody>
      </p:sp>
      <p:sp>
        <p:nvSpPr>
          <p:cNvPr id="14959" name="Google Shape;14959;p19"/>
          <p:cNvSpPr txBox="1"/>
          <p:nvPr/>
        </p:nvSpPr>
        <p:spPr>
          <a:xfrm>
            <a:off x="5779525" y="1497625"/>
            <a:ext cx="2102100" cy="504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Neptune</a:t>
            </a:r>
            <a:endParaRPr b="1" i="0" sz="2000" u="none" cap="none" strike="noStrike">
              <a:solidFill>
                <a:schemeClr val="dk1"/>
              </a:solidFill>
              <a:latin typeface="IBM Plex Mono"/>
              <a:ea typeface="IBM Plex Mono"/>
              <a:cs typeface="IBM Plex Mono"/>
              <a:sym typeface="IBM Plex Mono"/>
            </a:endParaRPr>
          </a:p>
        </p:txBody>
      </p:sp>
      <p:sp>
        <p:nvSpPr>
          <p:cNvPr id="14960" name="Google Shape;14960;p19"/>
          <p:cNvSpPr txBox="1"/>
          <p:nvPr/>
        </p:nvSpPr>
        <p:spPr>
          <a:xfrm>
            <a:off x="1262375" y="3551587"/>
            <a:ext cx="2102100" cy="6654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is the biggest planet of them all</a:t>
            </a:r>
            <a:endParaRPr b="0" i="0" sz="1400" u="none" cap="none" strike="noStrike">
              <a:solidFill>
                <a:schemeClr val="dk1"/>
              </a:solidFill>
              <a:latin typeface="Poppins"/>
              <a:ea typeface="Poppins"/>
              <a:cs typeface="Poppins"/>
              <a:sym typeface="Poppins"/>
            </a:endParaRPr>
          </a:p>
        </p:txBody>
      </p:sp>
      <p:sp>
        <p:nvSpPr>
          <p:cNvPr id="14961" name="Google Shape;14961;p19"/>
          <p:cNvSpPr txBox="1"/>
          <p:nvPr/>
        </p:nvSpPr>
        <p:spPr>
          <a:xfrm>
            <a:off x="5779527" y="3551574"/>
            <a:ext cx="2102100" cy="665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It’s a gas giant and has </a:t>
            </a:r>
            <a:r>
              <a:rPr b="1" i="0" lang="en" sz="1400" u="none" cap="none" strike="noStrike">
                <a:solidFill>
                  <a:schemeClr val="dk1"/>
                </a:solidFill>
                <a:latin typeface="Poppins"/>
                <a:ea typeface="Poppins"/>
                <a:cs typeface="Poppins"/>
                <a:sym typeface="Poppins"/>
              </a:rPr>
              <a:t>several rings</a:t>
            </a:r>
            <a:endParaRPr b="1" i="0" sz="1400" u="none" cap="none" strike="noStrike">
              <a:solidFill>
                <a:schemeClr val="dk1"/>
              </a:solidFill>
              <a:latin typeface="Poppins"/>
              <a:ea typeface="Poppins"/>
              <a:cs typeface="Poppins"/>
              <a:sym typeface="Poppins"/>
            </a:endParaRPr>
          </a:p>
        </p:txBody>
      </p:sp>
      <p:sp>
        <p:nvSpPr>
          <p:cNvPr id="14962" name="Google Shape;14962;p19"/>
          <p:cNvSpPr txBox="1"/>
          <p:nvPr/>
        </p:nvSpPr>
        <p:spPr>
          <a:xfrm>
            <a:off x="1262375" y="3123817"/>
            <a:ext cx="2102100" cy="504000"/>
          </a:xfrm>
          <a:prstGeom prst="rect">
            <a:avLst/>
          </a:prstGeom>
          <a:noFill/>
          <a:ln>
            <a:noFill/>
          </a:ln>
        </p:spPr>
        <p:txBody>
          <a:bodyPr anchorCtr="0" anchor="ctr" bIns="91425" lIns="91425" spcFirstLastPara="1" rIns="91425" wrap="square" tIns="91425">
            <a:noAutofit/>
          </a:bodyPr>
          <a:lstStyle/>
          <a:p>
            <a:pPr indent="0" lvl="0" marL="0" marR="0" rtl="0" algn="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Jupiter</a:t>
            </a:r>
            <a:endParaRPr b="1" i="0" sz="2000" u="none" cap="none" strike="noStrike">
              <a:solidFill>
                <a:schemeClr val="dk1"/>
              </a:solidFill>
              <a:latin typeface="IBM Plex Mono"/>
              <a:ea typeface="IBM Plex Mono"/>
              <a:cs typeface="IBM Plex Mono"/>
              <a:sym typeface="IBM Plex Mono"/>
            </a:endParaRPr>
          </a:p>
        </p:txBody>
      </p:sp>
      <p:grpSp>
        <p:nvGrpSpPr>
          <p:cNvPr id="14963" name="Google Shape;14963;p19"/>
          <p:cNvGrpSpPr/>
          <p:nvPr/>
        </p:nvGrpSpPr>
        <p:grpSpPr>
          <a:xfrm>
            <a:off x="3994484" y="2326823"/>
            <a:ext cx="1155299" cy="1155149"/>
            <a:chOff x="4085864" y="2304898"/>
            <a:chExt cx="972392" cy="972266"/>
          </a:xfrm>
        </p:grpSpPr>
        <p:sp>
          <p:nvSpPr>
            <p:cNvPr id="14964" name="Google Shape;14964;p19"/>
            <p:cNvSpPr/>
            <p:nvPr/>
          </p:nvSpPr>
          <p:spPr>
            <a:xfrm>
              <a:off x="4085864" y="2304898"/>
              <a:ext cx="972392" cy="972266"/>
            </a:xfrm>
            <a:custGeom>
              <a:rect b="b" l="l" r="r" t="t"/>
              <a:pathLst>
                <a:path extrusionOk="0" h="7706" w="7707">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5" name="Google Shape;14965;p19"/>
            <p:cNvSpPr/>
            <p:nvPr/>
          </p:nvSpPr>
          <p:spPr>
            <a:xfrm>
              <a:off x="4216324" y="2435989"/>
              <a:ext cx="711094" cy="711094"/>
            </a:xfrm>
            <a:custGeom>
              <a:rect b="b" l="l" r="r" t="t"/>
              <a:pathLst>
                <a:path extrusionOk="0" h="5636" w="5636">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6" name="Google Shape;14966;p19"/>
            <p:cNvSpPr/>
            <p:nvPr/>
          </p:nvSpPr>
          <p:spPr>
            <a:xfrm>
              <a:off x="4393593" y="2614898"/>
              <a:ext cx="355673" cy="352267"/>
            </a:xfrm>
            <a:custGeom>
              <a:rect b="b" l="l" r="r" t="t"/>
              <a:pathLst>
                <a:path extrusionOk="0" h="2792" w="2819">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67" name="Google Shape;14967;p19"/>
          <p:cNvSpPr txBox="1"/>
          <p:nvPr/>
        </p:nvSpPr>
        <p:spPr>
          <a:xfrm>
            <a:off x="1262375" y="1925431"/>
            <a:ext cx="2102100" cy="6654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Despite being red, Mars is </a:t>
            </a:r>
            <a:r>
              <a:rPr b="1" i="0" lang="en" sz="1400" u="none" cap="none" strike="noStrike">
                <a:solidFill>
                  <a:schemeClr val="dk1"/>
                </a:solidFill>
                <a:latin typeface="Poppins"/>
                <a:ea typeface="Poppins"/>
                <a:cs typeface="Poppins"/>
                <a:sym typeface="Poppins"/>
              </a:rPr>
              <a:t>very cold</a:t>
            </a:r>
            <a:endParaRPr b="1" i="0" sz="1400" u="none" cap="none" strike="noStrike">
              <a:solidFill>
                <a:schemeClr val="dk1"/>
              </a:solidFill>
              <a:latin typeface="Poppins"/>
              <a:ea typeface="Poppins"/>
              <a:cs typeface="Poppins"/>
              <a:sym typeface="Poppins"/>
            </a:endParaRPr>
          </a:p>
        </p:txBody>
      </p:sp>
      <p:cxnSp>
        <p:nvCxnSpPr>
          <p:cNvPr id="14968" name="Google Shape;14968;p19"/>
          <p:cNvCxnSpPr>
            <a:stCxn id="14958" idx="3"/>
          </p:cNvCxnSpPr>
          <p:nvPr/>
        </p:nvCxnSpPr>
        <p:spPr>
          <a:xfrm>
            <a:off x="3364475" y="1749640"/>
            <a:ext cx="841200" cy="737100"/>
          </a:xfrm>
          <a:prstGeom prst="bentConnector3">
            <a:avLst>
              <a:gd fmla="val 50000" name="adj1"/>
            </a:avLst>
          </a:prstGeom>
          <a:noFill/>
          <a:ln cap="flat" cmpd="sng" w="9525">
            <a:solidFill>
              <a:schemeClr val="lt2"/>
            </a:solidFill>
            <a:prstDash val="solid"/>
            <a:round/>
            <a:headEnd len="med" w="med" type="oval"/>
            <a:tailEnd len="sm" w="sm" type="none"/>
          </a:ln>
        </p:spPr>
      </p:cxnSp>
      <p:cxnSp>
        <p:nvCxnSpPr>
          <p:cNvPr id="14969" name="Google Shape;14969;p19"/>
          <p:cNvCxnSpPr>
            <a:stCxn id="14962" idx="3"/>
          </p:cNvCxnSpPr>
          <p:nvPr/>
        </p:nvCxnSpPr>
        <p:spPr>
          <a:xfrm>
            <a:off x="3364475" y="3375817"/>
            <a:ext cx="909300" cy="600"/>
          </a:xfrm>
          <a:prstGeom prst="bentConnector3">
            <a:avLst>
              <a:gd fmla="val 50000" name="adj1"/>
            </a:avLst>
          </a:prstGeom>
          <a:noFill/>
          <a:ln cap="flat" cmpd="sng" w="9525">
            <a:solidFill>
              <a:schemeClr val="lt2"/>
            </a:solidFill>
            <a:prstDash val="solid"/>
            <a:round/>
            <a:headEnd len="med" w="med" type="oval"/>
            <a:tailEnd len="sm" w="sm" type="none"/>
          </a:ln>
        </p:spPr>
      </p:cxnSp>
      <p:cxnSp>
        <p:nvCxnSpPr>
          <p:cNvPr id="14970" name="Google Shape;14970;p19"/>
          <p:cNvCxnSpPr>
            <a:stCxn id="14959" idx="1"/>
          </p:cNvCxnSpPr>
          <p:nvPr/>
        </p:nvCxnSpPr>
        <p:spPr>
          <a:xfrm flipH="1">
            <a:off x="5053525" y="1749625"/>
            <a:ext cx="726000" cy="870300"/>
          </a:xfrm>
          <a:prstGeom prst="bentConnector2">
            <a:avLst/>
          </a:prstGeom>
          <a:noFill/>
          <a:ln cap="flat" cmpd="sng" w="9525">
            <a:solidFill>
              <a:schemeClr val="lt2"/>
            </a:solidFill>
            <a:prstDash val="solid"/>
            <a:round/>
            <a:headEnd len="med" w="med" type="oval"/>
            <a:tailEnd len="sm" w="sm" type="none"/>
          </a:ln>
        </p:spPr>
      </p:cxnSp>
      <p:cxnSp>
        <p:nvCxnSpPr>
          <p:cNvPr id="14971" name="Google Shape;14971;p19"/>
          <p:cNvCxnSpPr>
            <a:stCxn id="14957" idx="1"/>
          </p:cNvCxnSpPr>
          <p:nvPr/>
        </p:nvCxnSpPr>
        <p:spPr>
          <a:xfrm rot="10800000">
            <a:off x="4860025" y="3080302"/>
            <a:ext cx="919500" cy="295500"/>
          </a:xfrm>
          <a:prstGeom prst="bentConnector3">
            <a:avLst>
              <a:gd fmla="val 50000" name="adj1"/>
            </a:avLst>
          </a:prstGeom>
          <a:noFill/>
          <a:ln cap="flat" cmpd="sng" w="9525">
            <a:solidFill>
              <a:schemeClr val="lt2"/>
            </a:solidFill>
            <a:prstDash val="solid"/>
            <a:round/>
            <a:headEnd len="med" w="med" type="oval"/>
            <a:tailEnd len="sm" w="sm" type="none"/>
          </a:ln>
        </p:spPr>
      </p:cxn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75" name="Shape 14975"/>
        <p:cNvGrpSpPr/>
        <p:nvPr/>
      </p:nvGrpSpPr>
      <p:grpSpPr>
        <a:xfrm>
          <a:off x="0" y="0"/>
          <a:ext cx="0" cy="0"/>
          <a:chOff x="0" y="0"/>
          <a:chExt cx="0" cy="0"/>
        </a:xfrm>
      </p:grpSpPr>
      <p:sp>
        <p:nvSpPr>
          <p:cNvPr id="14976" name="Google Shape;14976;p2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Popular programming languages</a:t>
            </a:r>
            <a:endParaRPr/>
          </a:p>
        </p:txBody>
      </p:sp>
      <p:sp>
        <p:nvSpPr>
          <p:cNvPr id="14977" name="Google Shape;14977;p20"/>
          <p:cNvSpPr txBox="1"/>
          <p:nvPr/>
        </p:nvSpPr>
        <p:spPr>
          <a:xfrm>
            <a:off x="4020025" y="1365213"/>
            <a:ext cx="43410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Mercury is the closest planet to the Sun and the </a:t>
            </a:r>
            <a:r>
              <a:rPr b="1" i="0" lang="en" sz="1400" u="none" cap="none" strike="noStrike">
                <a:solidFill>
                  <a:schemeClr val="dk1"/>
                </a:solidFill>
                <a:latin typeface="Poppins"/>
                <a:ea typeface="Poppins"/>
                <a:cs typeface="Poppins"/>
                <a:sym typeface="Poppins"/>
              </a:rPr>
              <a:t>smallest</a:t>
            </a:r>
            <a:r>
              <a:rPr b="0" i="0" lang="en" sz="1400" u="none" cap="none" strike="noStrike">
                <a:solidFill>
                  <a:schemeClr val="dk1"/>
                </a:solidFill>
                <a:latin typeface="Poppins"/>
                <a:ea typeface="Poppins"/>
                <a:cs typeface="Poppins"/>
                <a:sym typeface="Poppins"/>
              </a:rPr>
              <a:t> of them all</a:t>
            </a:r>
            <a:endParaRPr b="0" i="0" sz="1400" u="none" cap="none" strike="noStrike">
              <a:solidFill>
                <a:schemeClr val="dk1"/>
              </a:solidFill>
              <a:latin typeface="Poppins"/>
              <a:ea typeface="Poppins"/>
              <a:cs typeface="Poppins"/>
              <a:sym typeface="Poppins"/>
            </a:endParaRPr>
          </a:p>
        </p:txBody>
      </p:sp>
      <p:sp>
        <p:nvSpPr>
          <p:cNvPr id="14978" name="Google Shape;14978;p20"/>
          <p:cNvSpPr txBox="1"/>
          <p:nvPr/>
        </p:nvSpPr>
        <p:spPr>
          <a:xfrm>
            <a:off x="2183175" y="1363563"/>
            <a:ext cx="1313400" cy="576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Neptune</a:t>
            </a:r>
            <a:endParaRPr b="1" i="0" sz="2000" u="none" cap="none" strike="noStrike">
              <a:solidFill>
                <a:schemeClr val="dk1"/>
              </a:solidFill>
              <a:latin typeface="IBM Plex Mono"/>
              <a:ea typeface="IBM Plex Mono"/>
              <a:cs typeface="IBM Plex Mono"/>
              <a:sym typeface="IBM Plex Mono"/>
            </a:endParaRPr>
          </a:p>
        </p:txBody>
      </p:sp>
      <p:sp>
        <p:nvSpPr>
          <p:cNvPr id="14979" name="Google Shape;14979;p20"/>
          <p:cNvSpPr txBox="1"/>
          <p:nvPr/>
        </p:nvSpPr>
        <p:spPr>
          <a:xfrm>
            <a:off x="782975" y="1363563"/>
            <a:ext cx="722400" cy="5760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3000"/>
              <a:buFont typeface="Arial"/>
              <a:buNone/>
            </a:pPr>
            <a:r>
              <a:rPr b="1" i="0" lang="en" sz="3000" u="none" cap="none" strike="noStrike">
                <a:solidFill>
                  <a:schemeClr val="dk2"/>
                </a:solidFill>
                <a:latin typeface="Poppins"/>
                <a:ea typeface="Poppins"/>
                <a:cs typeface="Poppins"/>
                <a:sym typeface="Poppins"/>
              </a:rPr>
              <a:t>01</a:t>
            </a:r>
            <a:endParaRPr b="1" i="0" sz="3000" u="none" cap="none" strike="noStrike">
              <a:solidFill>
                <a:schemeClr val="dk2"/>
              </a:solidFill>
              <a:latin typeface="Poppins"/>
              <a:ea typeface="Poppins"/>
              <a:cs typeface="Poppins"/>
              <a:sym typeface="Poppins"/>
            </a:endParaRPr>
          </a:p>
        </p:txBody>
      </p:sp>
      <p:sp>
        <p:nvSpPr>
          <p:cNvPr id="14980" name="Google Shape;14980;p20"/>
          <p:cNvSpPr txBox="1"/>
          <p:nvPr/>
        </p:nvSpPr>
        <p:spPr>
          <a:xfrm>
            <a:off x="4020025" y="2264100"/>
            <a:ext cx="43410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Venus has a beautiful name and is the </a:t>
            </a:r>
            <a:r>
              <a:rPr b="1" i="0" lang="en" sz="1400" u="none" cap="none" strike="noStrike">
                <a:solidFill>
                  <a:schemeClr val="dk1"/>
                </a:solidFill>
                <a:latin typeface="Poppins"/>
                <a:ea typeface="Poppins"/>
                <a:cs typeface="Poppins"/>
                <a:sym typeface="Poppins"/>
              </a:rPr>
              <a:t>second planet from the Sun</a:t>
            </a:r>
            <a:endParaRPr b="1" i="0" sz="1400" u="none" cap="none" strike="noStrike">
              <a:solidFill>
                <a:schemeClr val="dk1"/>
              </a:solidFill>
              <a:latin typeface="Poppins"/>
              <a:ea typeface="Poppins"/>
              <a:cs typeface="Poppins"/>
              <a:sym typeface="Poppins"/>
            </a:endParaRPr>
          </a:p>
        </p:txBody>
      </p:sp>
      <p:sp>
        <p:nvSpPr>
          <p:cNvPr id="14981" name="Google Shape;14981;p20"/>
          <p:cNvSpPr txBox="1"/>
          <p:nvPr/>
        </p:nvSpPr>
        <p:spPr>
          <a:xfrm>
            <a:off x="2183175" y="2262450"/>
            <a:ext cx="1007100" cy="576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Venus</a:t>
            </a:r>
            <a:endParaRPr b="1" i="0" sz="2000" u="none" cap="none" strike="noStrike">
              <a:solidFill>
                <a:schemeClr val="dk1"/>
              </a:solidFill>
              <a:latin typeface="IBM Plex Mono"/>
              <a:ea typeface="IBM Plex Mono"/>
              <a:cs typeface="IBM Plex Mono"/>
              <a:sym typeface="IBM Plex Mono"/>
            </a:endParaRPr>
          </a:p>
        </p:txBody>
      </p:sp>
      <p:sp>
        <p:nvSpPr>
          <p:cNvPr id="14982" name="Google Shape;14982;p20"/>
          <p:cNvSpPr txBox="1"/>
          <p:nvPr/>
        </p:nvSpPr>
        <p:spPr>
          <a:xfrm>
            <a:off x="782975" y="2262450"/>
            <a:ext cx="722400" cy="5760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3000"/>
              <a:buFont typeface="Arial"/>
              <a:buNone/>
            </a:pPr>
            <a:r>
              <a:rPr b="1" i="0" lang="en" sz="3000" u="none" cap="none" strike="noStrike">
                <a:solidFill>
                  <a:schemeClr val="dk2"/>
                </a:solidFill>
                <a:latin typeface="Poppins"/>
                <a:ea typeface="Poppins"/>
                <a:cs typeface="Poppins"/>
                <a:sym typeface="Poppins"/>
              </a:rPr>
              <a:t>02</a:t>
            </a:r>
            <a:endParaRPr b="1" i="0" sz="3000" u="none" cap="none" strike="noStrike">
              <a:solidFill>
                <a:schemeClr val="dk2"/>
              </a:solidFill>
              <a:latin typeface="Poppins"/>
              <a:ea typeface="Poppins"/>
              <a:cs typeface="Poppins"/>
              <a:sym typeface="Poppins"/>
            </a:endParaRPr>
          </a:p>
        </p:txBody>
      </p:sp>
      <p:sp>
        <p:nvSpPr>
          <p:cNvPr id="14983" name="Google Shape;14983;p20"/>
          <p:cNvSpPr txBox="1"/>
          <p:nvPr/>
        </p:nvSpPr>
        <p:spPr>
          <a:xfrm>
            <a:off x="4020025" y="3153150"/>
            <a:ext cx="43410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Earth is the third planet from the Sun and the only one that harbors life in the Solar System</a:t>
            </a:r>
            <a:endParaRPr b="0" i="0" sz="1400" u="none" cap="none" strike="noStrike">
              <a:solidFill>
                <a:schemeClr val="dk1"/>
              </a:solidFill>
              <a:latin typeface="Poppins"/>
              <a:ea typeface="Poppins"/>
              <a:cs typeface="Poppins"/>
              <a:sym typeface="Poppins"/>
            </a:endParaRPr>
          </a:p>
        </p:txBody>
      </p:sp>
      <p:sp>
        <p:nvSpPr>
          <p:cNvPr id="14984" name="Google Shape;14984;p20"/>
          <p:cNvSpPr txBox="1"/>
          <p:nvPr/>
        </p:nvSpPr>
        <p:spPr>
          <a:xfrm>
            <a:off x="2183175" y="3151500"/>
            <a:ext cx="1007100" cy="576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Earth</a:t>
            </a:r>
            <a:endParaRPr b="1" i="0" sz="2000" u="none" cap="none" strike="noStrike">
              <a:solidFill>
                <a:schemeClr val="dk1"/>
              </a:solidFill>
              <a:latin typeface="IBM Plex Mono"/>
              <a:ea typeface="IBM Plex Mono"/>
              <a:cs typeface="IBM Plex Mono"/>
              <a:sym typeface="IBM Plex Mono"/>
            </a:endParaRPr>
          </a:p>
        </p:txBody>
      </p:sp>
      <p:sp>
        <p:nvSpPr>
          <p:cNvPr id="14985" name="Google Shape;14985;p20"/>
          <p:cNvSpPr txBox="1"/>
          <p:nvPr/>
        </p:nvSpPr>
        <p:spPr>
          <a:xfrm>
            <a:off x="782975" y="3151500"/>
            <a:ext cx="722400" cy="5760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3000"/>
              <a:buFont typeface="Arial"/>
              <a:buNone/>
            </a:pPr>
            <a:r>
              <a:rPr b="1" i="0" lang="en" sz="3000" u="none" cap="none" strike="noStrike">
                <a:solidFill>
                  <a:schemeClr val="dk2"/>
                </a:solidFill>
                <a:latin typeface="Poppins"/>
                <a:ea typeface="Poppins"/>
                <a:cs typeface="Poppins"/>
                <a:sym typeface="Poppins"/>
              </a:rPr>
              <a:t>03</a:t>
            </a:r>
            <a:endParaRPr b="1" i="0" sz="3000" u="none" cap="none" strike="noStrike">
              <a:solidFill>
                <a:schemeClr val="dk2"/>
              </a:solidFill>
              <a:latin typeface="Poppins"/>
              <a:ea typeface="Poppins"/>
              <a:cs typeface="Poppins"/>
              <a:sym typeface="Poppins"/>
            </a:endParaRPr>
          </a:p>
        </p:txBody>
      </p:sp>
      <p:sp>
        <p:nvSpPr>
          <p:cNvPr id="14986" name="Google Shape;14986;p20"/>
          <p:cNvSpPr txBox="1"/>
          <p:nvPr/>
        </p:nvSpPr>
        <p:spPr>
          <a:xfrm>
            <a:off x="4020025" y="4043850"/>
            <a:ext cx="43410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is a gas giant and has several rings. It’s composed mostly of hydrogen and helium</a:t>
            </a:r>
            <a:endParaRPr b="0" i="0" sz="1400" u="none" cap="none" strike="noStrike">
              <a:solidFill>
                <a:schemeClr val="dk1"/>
              </a:solidFill>
              <a:latin typeface="Poppins"/>
              <a:ea typeface="Poppins"/>
              <a:cs typeface="Poppins"/>
              <a:sym typeface="Poppins"/>
            </a:endParaRPr>
          </a:p>
        </p:txBody>
      </p:sp>
      <p:sp>
        <p:nvSpPr>
          <p:cNvPr id="14987" name="Google Shape;14987;p20"/>
          <p:cNvSpPr txBox="1"/>
          <p:nvPr/>
        </p:nvSpPr>
        <p:spPr>
          <a:xfrm>
            <a:off x="2183175" y="4042200"/>
            <a:ext cx="1122300" cy="576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sp>
        <p:nvSpPr>
          <p:cNvPr id="14988" name="Google Shape;14988;p20"/>
          <p:cNvSpPr txBox="1"/>
          <p:nvPr/>
        </p:nvSpPr>
        <p:spPr>
          <a:xfrm>
            <a:off x="782975" y="4042200"/>
            <a:ext cx="722400" cy="5760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3000"/>
              <a:buFont typeface="Arial"/>
              <a:buNone/>
            </a:pPr>
            <a:r>
              <a:rPr b="1" i="0" lang="en" sz="3000" u="none" cap="none" strike="noStrike">
                <a:solidFill>
                  <a:schemeClr val="dk2"/>
                </a:solidFill>
                <a:latin typeface="Poppins"/>
                <a:ea typeface="Poppins"/>
                <a:cs typeface="Poppins"/>
                <a:sym typeface="Poppins"/>
              </a:rPr>
              <a:t>04</a:t>
            </a:r>
            <a:endParaRPr b="1" i="0" sz="3000" u="none" cap="none" strike="noStrike">
              <a:solidFill>
                <a:schemeClr val="dk2"/>
              </a:solidFill>
              <a:latin typeface="Poppins"/>
              <a:ea typeface="Poppins"/>
              <a:cs typeface="Poppins"/>
              <a:sym typeface="Poppins"/>
            </a:endParaRPr>
          </a:p>
        </p:txBody>
      </p:sp>
      <p:cxnSp>
        <p:nvCxnSpPr>
          <p:cNvPr id="14989" name="Google Shape;14989;p20"/>
          <p:cNvCxnSpPr>
            <a:stCxn id="14979" idx="3"/>
            <a:endCxn id="14978" idx="1"/>
          </p:cNvCxnSpPr>
          <p:nvPr/>
        </p:nvCxnSpPr>
        <p:spPr>
          <a:xfrm>
            <a:off x="1505375" y="1651563"/>
            <a:ext cx="677700" cy="600"/>
          </a:xfrm>
          <a:prstGeom prst="bentConnector3">
            <a:avLst>
              <a:gd fmla="val 50007" name="adj1"/>
            </a:avLst>
          </a:prstGeom>
          <a:noFill/>
          <a:ln cap="flat" cmpd="sng" w="9525">
            <a:solidFill>
              <a:schemeClr val="lt2"/>
            </a:solidFill>
            <a:prstDash val="solid"/>
            <a:round/>
            <a:headEnd len="sm" w="sm" type="none"/>
            <a:tailEnd len="sm" w="sm" type="none"/>
          </a:ln>
        </p:spPr>
      </p:cxnSp>
      <p:cxnSp>
        <p:nvCxnSpPr>
          <p:cNvPr id="14990" name="Google Shape;14990;p20"/>
          <p:cNvCxnSpPr>
            <a:stCxn id="14978" idx="3"/>
            <a:endCxn id="14977" idx="1"/>
          </p:cNvCxnSpPr>
          <p:nvPr/>
        </p:nvCxnSpPr>
        <p:spPr>
          <a:xfrm>
            <a:off x="3496575" y="1651563"/>
            <a:ext cx="523500" cy="600"/>
          </a:xfrm>
          <a:prstGeom prst="bentConnector3">
            <a:avLst>
              <a:gd fmla="val 49995" name="adj1"/>
            </a:avLst>
          </a:prstGeom>
          <a:noFill/>
          <a:ln cap="flat" cmpd="sng" w="9525">
            <a:solidFill>
              <a:schemeClr val="lt2"/>
            </a:solidFill>
            <a:prstDash val="solid"/>
            <a:round/>
            <a:headEnd len="sm" w="sm" type="none"/>
            <a:tailEnd len="med" w="med" type="oval"/>
          </a:ln>
        </p:spPr>
      </p:cxnSp>
      <p:cxnSp>
        <p:nvCxnSpPr>
          <p:cNvPr id="14991" name="Google Shape;14991;p20"/>
          <p:cNvCxnSpPr>
            <a:stCxn id="14981" idx="3"/>
            <a:endCxn id="14980" idx="1"/>
          </p:cNvCxnSpPr>
          <p:nvPr/>
        </p:nvCxnSpPr>
        <p:spPr>
          <a:xfrm>
            <a:off x="3190275" y="2550450"/>
            <a:ext cx="829800" cy="600"/>
          </a:xfrm>
          <a:prstGeom prst="bentConnector3">
            <a:avLst>
              <a:gd fmla="val 49997" name="adj1"/>
            </a:avLst>
          </a:prstGeom>
          <a:noFill/>
          <a:ln cap="flat" cmpd="sng" w="9525">
            <a:solidFill>
              <a:schemeClr val="lt2"/>
            </a:solidFill>
            <a:prstDash val="solid"/>
            <a:round/>
            <a:headEnd len="sm" w="sm" type="none"/>
            <a:tailEnd len="med" w="med" type="oval"/>
          </a:ln>
        </p:spPr>
      </p:cxnSp>
      <p:cxnSp>
        <p:nvCxnSpPr>
          <p:cNvPr id="14992" name="Google Shape;14992;p20"/>
          <p:cNvCxnSpPr>
            <a:stCxn id="14984" idx="3"/>
            <a:endCxn id="14983" idx="1"/>
          </p:cNvCxnSpPr>
          <p:nvPr/>
        </p:nvCxnSpPr>
        <p:spPr>
          <a:xfrm>
            <a:off x="3190275" y="3439500"/>
            <a:ext cx="829800" cy="600"/>
          </a:xfrm>
          <a:prstGeom prst="bentConnector3">
            <a:avLst>
              <a:gd fmla="val 49997" name="adj1"/>
            </a:avLst>
          </a:prstGeom>
          <a:noFill/>
          <a:ln cap="flat" cmpd="sng" w="9525">
            <a:solidFill>
              <a:schemeClr val="lt2"/>
            </a:solidFill>
            <a:prstDash val="solid"/>
            <a:round/>
            <a:headEnd len="sm" w="sm" type="none"/>
            <a:tailEnd len="med" w="med" type="oval"/>
          </a:ln>
        </p:spPr>
      </p:cxnSp>
      <p:cxnSp>
        <p:nvCxnSpPr>
          <p:cNvPr id="14993" name="Google Shape;14993;p20"/>
          <p:cNvCxnSpPr>
            <a:endCxn id="14986" idx="1"/>
          </p:cNvCxnSpPr>
          <p:nvPr/>
        </p:nvCxnSpPr>
        <p:spPr>
          <a:xfrm>
            <a:off x="3305725" y="4329600"/>
            <a:ext cx="714300" cy="600"/>
          </a:xfrm>
          <a:prstGeom prst="bentConnector3">
            <a:avLst>
              <a:gd fmla="val 50000" name="adj1"/>
            </a:avLst>
          </a:prstGeom>
          <a:noFill/>
          <a:ln cap="flat" cmpd="sng" w="9525">
            <a:solidFill>
              <a:schemeClr val="lt2"/>
            </a:solidFill>
            <a:prstDash val="solid"/>
            <a:round/>
            <a:headEnd len="sm" w="sm" type="none"/>
            <a:tailEnd len="med" w="med" type="oval"/>
          </a:ln>
        </p:spPr>
      </p:cxnSp>
      <p:cxnSp>
        <p:nvCxnSpPr>
          <p:cNvPr id="14994" name="Google Shape;14994;p20"/>
          <p:cNvCxnSpPr>
            <a:stCxn id="14982" idx="3"/>
            <a:endCxn id="14981" idx="1"/>
          </p:cNvCxnSpPr>
          <p:nvPr/>
        </p:nvCxnSpPr>
        <p:spPr>
          <a:xfrm>
            <a:off x="1505375" y="2550450"/>
            <a:ext cx="677700" cy="600"/>
          </a:xfrm>
          <a:prstGeom prst="bentConnector3">
            <a:avLst>
              <a:gd fmla="val 50007" name="adj1"/>
            </a:avLst>
          </a:prstGeom>
          <a:noFill/>
          <a:ln cap="flat" cmpd="sng" w="9525">
            <a:solidFill>
              <a:schemeClr val="lt2"/>
            </a:solidFill>
            <a:prstDash val="solid"/>
            <a:round/>
            <a:headEnd len="sm" w="sm" type="none"/>
            <a:tailEnd len="sm" w="sm" type="none"/>
          </a:ln>
        </p:spPr>
      </p:cxnSp>
      <p:cxnSp>
        <p:nvCxnSpPr>
          <p:cNvPr id="14995" name="Google Shape;14995;p20"/>
          <p:cNvCxnSpPr>
            <a:stCxn id="14985" idx="3"/>
            <a:endCxn id="14984" idx="1"/>
          </p:cNvCxnSpPr>
          <p:nvPr/>
        </p:nvCxnSpPr>
        <p:spPr>
          <a:xfrm>
            <a:off x="1505375" y="3439500"/>
            <a:ext cx="677700" cy="600"/>
          </a:xfrm>
          <a:prstGeom prst="bentConnector3">
            <a:avLst>
              <a:gd fmla="val 50007" name="adj1"/>
            </a:avLst>
          </a:prstGeom>
          <a:noFill/>
          <a:ln cap="flat" cmpd="sng" w="9525">
            <a:solidFill>
              <a:schemeClr val="lt2"/>
            </a:solidFill>
            <a:prstDash val="solid"/>
            <a:round/>
            <a:headEnd len="sm" w="sm" type="none"/>
            <a:tailEnd len="sm" w="sm" type="none"/>
          </a:ln>
        </p:spPr>
      </p:cxnSp>
      <p:cxnSp>
        <p:nvCxnSpPr>
          <p:cNvPr id="14996" name="Google Shape;14996;p20"/>
          <p:cNvCxnSpPr>
            <a:stCxn id="14988" idx="3"/>
            <a:endCxn id="14987" idx="1"/>
          </p:cNvCxnSpPr>
          <p:nvPr/>
        </p:nvCxnSpPr>
        <p:spPr>
          <a:xfrm>
            <a:off x="1505375" y="4330200"/>
            <a:ext cx="677700" cy="600"/>
          </a:xfrm>
          <a:prstGeom prst="bentConnector3">
            <a:avLst>
              <a:gd fmla="val 50007" name="adj1"/>
            </a:avLst>
          </a:prstGeom>
          <a:noFill/>
          <a:ln cap="flat" cmpd="sng" w="9525">
            <a:solidFill>
              <a:schemeClr val="lt2"/>
            </a:solidFill>
            <a:prstDash val="solid"/>
            <a:round/>
            <a:headEnd len="sm" w="sm" type="none"/>
            <a:tailEnd len="sm" w="sm" type="none"/>
          </a:ln>
        </p:spPr>
      </p:cxn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00" name="Shape 15000"/>
        <p:cNvGrpSpPr/>
        <p:nvPr/>
      </p:nvGrpSpPr>
      <p:grpSpPr>
        <a:xfrm>
          <a:off x="0" y="0"/>
          <a:ext cx="0" cy="0"/>
          <a:chOff x="0" y="0"/>
          <a:chExt cx="0" cy="0"/>
        </a:xfrm>
      </p:grpSpPr>
      <p:sp>
        <p:nvSpPr>
          <p:cNvPr id="15001" name="Google Shape;15001;p21"/>
          <p:cNvSpPr txBox="1"/>
          <p:nvPr/>
        </p:nvSpPr>
        <p:spPr>
          <a:xfrm>
            <a:off x="720000" y="1167787"/>
            <a:ext cx="2191800" cy="5727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is composed of </a:t>
            </a:r>
            <a:r>
              <a:rPr b="1" i="0" lang="en" sz="1400" u="none" cap="none" strike="noStrike">
                <a:solidFill>
                  <a:schemeClr val="dk1"/>
                </a:solidFill>
                <a:latin typeface="Poppins"/>
                <a:ea typeface="Poppins"/>
                <a:cs typeface="Poppins"/>
                <a:sym typeface="Poppins"/>
              </a:rPr>
              <a:t>hydrogen and helium</a:t>
            </a:r>
            <a:endParaRPr b="1" i="0" sz="1400" u="none" cap="none" strike="noStrike">
              <a:solidFill>
                <a:schemeClr val="dk1"/>
              </a:solidFill>
              <a:latin typeface="Poppins"/>
              <a:ea typeface="Poppins"/>
              <a:cs typeface="Poppins"/>
              <a:sym typeface="Poppins"/>
            </a:endParaRPr>
          </a:p>
        </p:txBody>
      </p:sp>
      <p:sp>
        <p:nvSpPr>
          <p:cNvPr id="15002" name="Google Shape;15002;p21"/>
          <p:cNvSpPr txBox="1"/>
          <p:nvPr/>
        </p:nvSpPr>
        <p:spPr>
          <a:xfrm>
            <a:off x="3476100" y="1167787"/>
            <a:ext cx="2191800" cy="5727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Mercury is the </a:t>
            </a:r>
            <a:r>
              <a:rPr b="1" i="0" lang="en" sz="1400" u="none" cap="none" strike="noStrike">
                <a:solidFill>
                  <a:schemeClr val="dk1"/>
                </a:solidFill>
                <a:latin typeface="Poppins"/>
                <a:ea typeface="Poppins"/>
                <a:cs typeface="Poppins"/>
                <a:sym typeface="Poppins"/>
              </a:rPr>
              <a:t>closest </a:t>
            </a:r>
            <a:r>
              <a:rPr b="0" i="0" lang="en" sz="1400" u="none" cap="none" strike="noStrike">
                <a:solidFill>
                  <a:schemeClr val="dk1"/>
                </a:solidFill>
                <a:latin typeface="Poppins"/>
                <a:ea typeface="Poppins"/>
                <a:cs typeface="Poppins"/>
                <a:sym typeface="Poppins"/>
              </a:rPr>
              <a:t>planet to the Sun</a:t>
            </a:r>
            <a:endParaRPr b="0" i="0" sz="1400" u="none" cap="none" strike="noStrike">
              <a:solidFill>
                <a:schemeClr val="dk1"/>
              </a:solidFill>
              <a:latin typeface="Poppins"/>
              <a:ea typeface="Poppins"/>
              <a:cs typeface="Poppins"/>
              <a:sym typeface="Poppins"/>
            </a:endParaRPr>
          </a:p>
        </p:txBody>
      </p:sp>
      <p:sp>
        <p:nvSpPr>
          <p:cNvPr id="15003" name="Google Shape;15003;p21"/>
          <p:cNvSpPr txBox="1"/>
          <p:nvPr/>
        </p:nvSpPr>
        <p:spPr>
          <a:xfrm>
            <a:off x="6232200" y="1167787"/>
            <a:ext cx="2191800" cy="5727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was named after a Roman god</a:t>
            </a:r>
            <a:endParaRPr b="0" i="0" sz="1400" u="none" cap="none" strike="noStrike">
              <a:solidFill>
                <a:schemeClr val="dk1"/>
              </a:solidFill>
              <a:latin typeface="Poppins"/>
              <a:ea typeface="Poppins"/>
              <a:cs typeface="Poppins"/>
              <a:sym typeface="Poppins"/>
            </a:endParaRPr>
          </a:p>
        </p:txBody>
      </p:sp>
      <p:sp>
        <p:nvSpPr>
          <p:cNvPr id="15004" name="Google Shape;15004;p2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Sequences</a:t>
            </a:r>
            <a:endParaRPr/>
          </a:p>
        </p:txBody>
      </p:sp>
      <p:sp>
        <p:nvSpPr>
          <p:cNvPr id="15005" name="Google Shape;15005;p21"/>
          <p:cNvSpPr txBox="1"/>
          <p:nvPr/>
        </p:nvSpPr>
        <p:spPr>
          <a:xfrm>
            <a:off x="1317600" y="1664288"/>
            <a:ext cx="996600" cy="5040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First</a:t>
            </a:r>
            <a:endParaRPr b="1" i="0" sz="2000" u="none" cap="none" strike="noStrike">
              <a:solidFill>
                <a:schemeClr val="dk1"/>
              </a:solidFill>
              <a:latin typeface="IBM Plex Mono"/>
              <a:ea typeface="IBM Plex Mono"/>
              <a:cs typeface="IBM Plex Mono"/>
              <a:sym typeface="IBM Plex Mono"/>
            </a:endParaRPr>
          </a:p>
        </p:txBody>
      </p:sp>
      <p:sp>
        <p:nvSpPr>
          <p:cNvPr id="15006" name="Google Shape;15006;p21"/>
          <p:cNvSpPr txBox="1"/>
          <p:nvPr/>
        </p:nvSpPr>
        <p:spPr>
          <a:xfrm>
            <a:off x="4073700" y="1664288"/>
            <a:ext cx="996600" cy="5040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Next</a:t>
            </a:r>
            <a:endParaRPr b="1" i="0" sz="2000" u="none" cap="none" strike="noStrike">
              <a:solidFill>
                <a:schemeClr val="dk1"/>
              </a:solidFill>
              <a:latin typeface="IBM Plex Mono"/>
              <a:ea typeface="IBM Plex Mono"/>
              <a:cs typeface="IBM Plex Mono"/>
              <a:sym typeface="IBM Plex Mono"/>
            </a:endParaRPr>
          </a:p>
        </p:txBody>
      </p:sp>
      <p:sp>
        <p:nvSpPr>
          <p:cNvPr id="15007" name="Google Shape;15007;p21"/>
          <p:cNvSpPr txBox="1"/>
          <p:nvPr/>
        </p:nvSpPr>
        <p:spPr>
          <a:xfrm>
            <a:off x="6829800" y="1664288"/>
            <a:ext cx="996600" cy="5040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Next</a:t>
            </a:r>
            <a:endParaRPr b="1" i="0" sz="2000" u="none" cap="none" strike="noStrike">
              <a:solidFill>
                <a:schemeClr val="dk1"/>
              </a:solidFill>
              <a:latin typeface="IBM Plex Mono"/>
              <a:ea typeface="IBM Plex Mono"/>
              <a:cs typeface="IBM Plex Mono"/>
              <a:sym typeface="IBM Plex Mono"/>
            </a:endParaRPr>
          </a:p>
        </p:txBody>
      </p:sp>
      <p:sp>
        <p:nvSpPr>
          <p:cNvPr id="15008" name="Google Shape;15008;p21"/>
          <p:cNvSpPr txBox="1"/>
          <p:nvPr/>
        </p:nvSpPr>
        <p:spPr>
          <a:xfrm>
            <a:off x="720000" y="4041650"/>
            <a:ext cx="2191800" cy="5727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Despite being red, Mars is </a:t>
            </a:r>
            <a:r>
              <a:rPr b="1" i="0" lang="en" sz="1400" u="none" cap="none" strike="noStrike">
                <a:solidFill>
                  <a:schemeClr val="dk1"/>
                </a:solidFill>
                <a:latin typeface="Poppins"/>
                <a:ea typeface="Poppins"/>
                <a:cs typeface="Poppins"/>
                <a:sym typeface="Poppins"/>
              </a:rPr>
              <a:t>very cold</a:t>
            </a:r>
            <a:endParaRPr b="1" i="0" sz="1400" u="none" cap="none" strike="noStrike">
              <a:solidFill>
                <a:schemeClr val="dk1"/>
              </a:solidFill>
              <a:latin typeface="Poppins"/>
              <a:ea typeface="Poppins"/>
              <a:cs typeface="Poppins"/>
              <a:sym typeface="Poppins"/>
            </a:endParaRPr>
          </a:p>
        </p:txBody>
      </p:sp>
      <p:sp>
        <p:nvSpPr>
          <p:cNvPr id="15009" name="Google Shape;15009;p21"/>
          <p:cNvSpPr txBox="1"/>
          <p:nvPr/>
        </p:nvSpPr>
        <p:spPr>
          <a:xfrm>
            <a:off x="1316100" y="3613850"/>
            <a:ext cx="999600" cy="5040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Next</a:t>
            </a:r>
            <a:endParaRPr b="1" i="0" sz="2000" u="none" cap="none" strike="noStrike">
              <a:solidFill>
                <a:schemeClr val="dk1"/>
              </a:solidFill>
              <a:latin typeface="IBM Plex Mono"/>
              <a:ea typeface="IBM Plex Mono"/>
              <a:cs typeface="IBM Plex Mono"/>
              <a:sym typeface="IBM Plex Mono"/>
            </a:endParaRPr>
          </a:p>
        </p:txBody>
      </p:sp>
      <p:sp>
        <p:nvSpPr>
          <p:cNvPr id="15010" name="Google Shape;15010;p21"/>
          <p:cNvSpPr txBox="1"/>
          <p:nvPr/>
        </p:nvSpPr>
        <p:spPr>
          <a:xfrm>
            <a:off x="3476100" y="4041650"/>
            <a:ext cx="2191800" cy="5727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Earth is the third planet from the Sun</a:t>
            </a:r>
            <a:endParaRPr b="0" i="0" sz="1400" u="none" cap="none" strike="noStrike">
              <a:solidFill>
                <a:schemeClr val="dk1"/>
              </a:solidFill>
              <a:latin typeface="Poppins"/>
              <a:ea typeface="Poppins"/>
              <a:cs typeface="Poppins"/>
              <a:sym typeface="Poppins"/>
            </a:endParaRPr>
          </a:p>
        </p:txBody>
      </p:sp>
      <p:sp>
        <p:nvSpPr>
          <p:cNvPr id="15011" name="Google Shape;15011;p21"/>
          <p:cNvSpPr txBox="1"/>
          <p:nvPr/>
        </p:nvSpPr>
        <p:spPr>
          <a:xfrm>
            <a:off x="4073700" y="3613850"/>
            <a:ext cx="996600" cy="5040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Next</a:t>
            </a:r>
            <a:endParaRPr b="1" i="0" sz="2000" u="none" cap="none" strike="noStrike">
              <a:solidFill>
                <a:schemeClr val="dk1"/>
              </a:solidFill>
              <a:latin typeface="IBM Plex Mono"/>
              <a:ea typeface="IBM Plex Mono"/>
              <a:cs typeface="IBM Plex Mono"/>
              <a:sym typeface="IBM Plex Mono"/>
            </a:endParaRPr>
          </a:p>
        </p:txBody>
      </p:sp>
      <p:sp>
        <p:nvSpPr>
          <p:cNvPr id="15012" name="Google Shape;15012;p21"/>
          <p:cNvSpPr txBox="1"/>
          <p:nvPr/>
        </p:nvSpPr>
        <p:spPr>
          <a:xfrm>
            <a:off x="6232200" y="4041650"/>
            <a:ext cx="2191800" cy="5727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Venus has extremely high temperatures</a:t>
            </a:r>
            <a:endParaRPr b="0" i="0" sz="1400" u="none" cap="none" strike="noStrike">
              <a:solidFill>
                <a:schemeClr val="dk1"/>
              </a:solidFill>
              <a:latin typeface="Poppins"/>
              <a:ea typeface="Poppins"/>
              <a:cs typeface="Poppins"/>
              <a:sym typeface="Poppins"/>
            </a:endParaRPr>
          </a:p>
        </p:txBody>
      </p:sp>
      <p:sp>
        <p:nvSpPr>
          <p:cNvPr id="15013" name="Google Shape;15013;p21"/>
          <p:cNvSpPr txBox="1"/>
          <p:nvPr/>
        </p:nvSpPr>
        <p:spPr>
          <a:xfrm>
            <a:off x="6829800" y="3613850"/>
            <a:ext cx="996600" cy="5040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Last</a:t>
            </a:r>
            <a:endParaRPr b="1" i="0" sz="2000" u="none" cap="none" strike="noStrike">
              <a:solidFill>
                <a:schemeClr val="dk1"/>
              </a:solidFill>
              <a:latin typeface="IBM Plex Mono"/>
              <a:ea typeface="IBM Plex Mono"/>
              <a:cs typeface="IBM Plex Mono"/>
              <a:sym typeface="IBM Plex Mono"/>
            </a:endParaRPr>
          </a:p>
        </p:txBody>
      </p:sp>
      <p:cxnSp>
        <p:nvCxnSpPr>
          <p:cNvPr id="15014" name="Google Shape;15014;p21"/>
          <p:cNvCxnSpPr>
            <a:stCxn id="15015" idx="4"/>
            <a:endCxn id="15009" idx="0"/>
          </p:cNvCxnSpPr>
          <p:nvPr/>
        </p:nvCxnSpPr>
        <p:spPr>
          <a:xfrm flipH="1" rot="-5400000">
            <a:off x="1625416" y="3422797"/>
            <a:ext cx="381600" cy="600"/>
          </a:xfrm>
          <a:prstGeom prst="bentConnector3">
            <a:avLst>
              <a:gd fmla="val 49994" name="adj1"/>
            </a:avLst>
          </a:prstGeom>
          <a:noFill/>
          <a:ln cap="flat" cmpd="sng" w="9525">
            <a:solidFill>
              <a:schemeClr val="lt2"/>
            </a:solidFill>
            <a:prstDash val="solid"/>
            <a:round/>
            <a:headEnd len="sm" w="sm" type="none"/>
            <a:tailEnd len="med" w="med" type="oval"/>
          </a:ln>
        </p:spPr>
      </p:cxnSp>
      <p:grpSp>
        <p:nvGrpSpPr>
          <p:cNvPr id="15016" name="Google Shape;15016;p21"/>
          <p:cNvGrpSpPr/>
          <p:nvPr/>
        </p:nvGrpSpPr>
        <p:grpSpPr>
          <a:xfrm>
            <a:off x="7238266" y="3053222"/>
            <a:ext cx="179668" cy="179626"/>
            <a:chOff x="7238266" y="3053222"/>
            <a:chExt cx="179668" cy="179626"/>
          </a:xfrm>
        </p:grpSpPr>
        <p:sp>
          <p:nvSpPr>
            <p:cNvPr id="15017" name="Google Shape;15017;p21"/>
            <p:cNvSpPr/>
            <p:nvPr/>
          </p:nvSpPr>
          <p:spPr>
            <a:xfrm>
              <a:off x="7238266" y="3053222"/>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8" name="Google Shape;15018;p21"/>
            <p:cNvSpPr/>
            <p:nvPr/>
          </p:nvSpPr>
          <p:spPr>
            <a:xfrm>
              <a:off x="7273954" y="3088901"/>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19" name="Google Shape;15019;p21"/>
          <p:cNvGrpSpPr/>
          <p:nvPr/>
        </p:nvGrpSpPr>
        <p:grpSpPr>
          <a:xfrm>
            <a:off x="1726066" y="2580534"/>
            <a:ext cx="179668" cy="179626"/>
            <a:chOff x="1726066" y="2580534"/>
            <a:chExt cx="179668" cy="179626"/>
          </a:xfrm>
        </p:grpSpPr>
        <p:sp>
          <p:nvSpPr>
            <p:cNvPr id="15020" name="Google Shape;15020;p21"/>
            <p:cNvSpPr/>
            <p:nvPr/>
          </p:nvSpPr>
          <p:spPr>
            <a:xfrm>
              <a:off x="1726066" y="2580534"/>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1" name="Google Shape;15021;p21"/>
            <p:cNvSpPr/>
            <p:nvPr/>
          </p:nvSpPr>
          <p:spPr>
            <a:xfrm>
              <a:off x="1761754" y="2616214"/>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15022" name="Google Shape;15022;p21"/>
          <p:cNvCxnSpPr>
            <a:stCxn id="15005" idx="2"/>
            <a:endCxn id="15020" idx="0"/>
          </p:cNvCxnSpPr>
          <p:nvPr/>
        </p:nvCxnSpPr>
        <p:spPr>
          <a:xfrm flipH="1" rot="-5400000">
            <a:off x="1610100" y="2374088"/>
            <a:ext cx="412200" cy="600"/>
          </a:xfrm>
          <a:prstGeom prst="bentConnector3">
            <a:avLst>
              <a:gd fmla="val 50006" name="adj1"/>
            </a:avLst>
          </a:prstGeom>
          <a:noFill/>
          <a:ln cap="flat" cmpd="sng" w="9525">
            <a:solidFill>
              <a:schemeClr val="lt2"/>
            </a:solidFill>
            <a:prstDash val="solid"/>
            <a:round/>
            <a:headEnd len="med" w="med" type="oval"/>
            <a:tailEnd len="sm" w="sm" type="none"/>
          </a:ln>
        </p:spPr>
      </p:cxnSp>
      <p:cxnSp>
        <p:nvCxnSpPr>
          <p:cNvPr id="15023" name="Google Shape;15023;p21"/>
          <p:cNvCxnSpPr>
            <a:stCxn id="15006" idx="2"/>
            <a:endCxn id="15024" idx="0"/>
          </p:cNvCxnSpPr>
          <p:nvPr/>
        </p:nvCxnSpPr>
        <p:spPr>
          <a:xfrm flipH="1" rot="-5400000">
            <a:off x="4364400" y="2375888"/>
            <a:ext cx="415800" cy="600"/>
          </a:xfrm>
          <a:prstGeom prst="bentConnector3">
            <a:avLst>
              <a:gd fmla="val 49985" name="adj1"/>
            </a:avLst>
          </a:prstGeom>
          <a:noFill/>
          <a:ln cap="flat" cmpd="sng" w="9525">
            <a:solidFill>
              <a:schemeClr val="lt2"/>
            </a:solidFill>
            <a:prstDash val="solid"/>
            <a:round/>
            <a:headEnd len="med" w="med" type="oval"/>
            <a:tailEnd len="sm" w="sm" type="none"/>
          </a:ln>
        </p:spPr>
      </p:cxnSp>
      <p:cxnSp>
        <p:nvCxnSpPr>
          <p:cNvPr id="15025" name="Google Shape;15025;p21"/>
          <p:cNvCxnSpPr>
            <a:stCxn id="15007" idx="2"/>
            <a:endCxn id="15026" idx="0"/>
          </p:cNvCxnSpPr>
          <p:nvPr/>
        </p:nvCxnSpPr>
        <p:spPr>
          <a:xfrm flipH="1" rot="-5400000">
            <a:off x="7120650" y="2375738"/>
            <a:ext cx="415500" cy="600"/>
          </a:xfrm>
          <a:prstGeom prst="bentConnector3">
            <a:avLst>
              <a:gd fmla="val 50016" name="adj1"/>
            </a:avLst>
          </a:prstGeom>
          <a:noFill/>
          <a:ln cap="flat" cmpd="sng" w="9525">
            <a:solidFill>
              <a:schemeClr val="lt2"/>
            </a:solidFill>
            <a:prstDash val="solid"/>
            <a:round/>
            <a:headEnd len="med" w="med" type="oval"/>
            <a:tailEnd len="sm" w="sm" type="none"/>
          </a:ln>
        </p:spPr>
      </p:cxnSp>
      <p:cxnSp>
        <p:nvCxnSpPr>
          <p:cNvPr id="15027" name="Google Shape;15027;p21"/>
          <p:cNvCxnSpPr>
            <a:stCxn id="15011" idx="0"/>
            <a:endCxn id="15028" idx="4"/>
          </p:cNvCxnSpPr>
          <p:nvPr/>
        </p:nvCxnSpPr>
        <p:spPr>
          <a:xfrm rot="-5400000">
            <a:off x="4381500" y="3422750"/>
            <a:ext cx="381600" cy="600"/>
          </a:xfrm>
          <a:prstGeom prst="bentConnector3">
            <a:avLst>
              <a:gd fmla="val 49994" name="adj1"/>
            </a:avLst>
          </a:prstGeom>
          <a:noFill/>
          <a:ln cap="flat" cmpd="sng" w="9525">
            <a:solidFill>
              <a:schemeClr val="lt2"/>
            </a:solidFill>
            <a:prstDash val="solid"/>
            <a:round/>
            <a:headEnd len="med" w="med" type="oval"/>
            <a:tailEnd len="sm" w="sm" type="none"/>
          </a:ln>
        </p:spPr>
      </p:cxnSp>
      <p:cxnSp>
        <p:nvCxnSpPr>
          <p:cNvPr id="15029" name="Google Shape;15029;p21"/>
          <p:cNvCxnSpPr>
            <a:stCxn id="15013" idx="0"/>
            <a:endCxn id="15017" idx="4"/>
          </p:cNvCxnSpPr>
          <p:nvPr/>
        </p:nvCxnSpPr>
        <p:spPr>
          <a:xfrm rot="-5400000">
            <a:off x="7137900" y="3423050"/>
            <a:ext cx="381000" cy="600"/>
          </a:xfrm>
          <a:prstGeom prst="bentConnector3">
            <a:avLst>
              <a:gd fmla="val 50000" name="adj1"/>
            </a:avLst>
          </a:prstGeom>
          <a:noFill/>
          <a:ln cap="flat" cmpd="sng" w="9525">
            <a:solidFill>
              <a:schemeClr val="lt2"/>
            </a:solidFill>
            <a:prstDash val="solid"/>
            <a:round/>
            <a:headEnd len="med" w="med" type="oval"/>
            <a:tailEnd len="sm" w="sm" type="none"/>
          </a:ln>
        </p:spPr>
      </p:cxnSp>
      <p:cxnSp>
        <p:nvCxnSpPr>
          <p:cNvPr id="15030" name="Google Shape;15030;p21"/>
          <p:cNvCxnSpPr>
            <a:stCxn id="15020" idx="6"/>
            <a:endCxn id="15024" idx="2"/>
          </p:cNvCxnSpPr>
          <p:nvPr/>
        </p:nvCxnSpPr>
        <p:spPr>
          <a:xfrm>
            <a:off x="1905734" y="2670347"/>
            <a:ext cx="2576400" cy="3300"/>
          </a:xfrm>
          <a:prstGeom prst="bentConnector3">
            <a:avLst>
              <a:gd fmla="val 50001" name="adj1"/>
            </a:avLst>
          </a:prstGeom>
          <a:noFill/>
          <a:ln cap="flat" cmpd="sng" w="9525">
            <a:solidFill>
              <a:schemeClr val="lt2"/>
            </a:solidFill>
            <a:prstDash val="solid"/>
            <a:round/>
            <a:headEnd len="sm" w="sm" type="none"/>
            <a:tailEnd len="sm" w="sm" type="none"/>
          </a:ln>
        </p:spPr>
      </p:cxnSp>
      <p:cxnSp>
        <p:nvCxnSpPr>
          <p:cNvPr id="15031" name="Google Shape;15031;p21"/>
          <p:cNvCxnSpPr>
            <a:stCxn id="15024" idx="6"/>
            <a:endCxn id="15026" idx="2"/>
          </p:cNvCxnSpPr>
          <p:nvPr/>
        </p:nvCxnSpPr>
        <p:spPr>
          <a:xfrm>
            <a:off x="4661834" y="2673772"/>
            <a:ext cx="2576400" cy="600"/>
          </a:xfrm>
          <a:prstGeom prst="bentConnector3">
            <a:avLst>
              <a:gd fmla="val 50001" name="adj1"/>
            </a:avLst>
          </a:prstGeom>
          <a:noFill/>
          <a:ln cap="flat" cmpd="sng" w="9525">
            <a:solidFill>
              <a:schemeClr val="lt2"/>
            </a:solidFill>
            <a:prstDash val="solid"/>
            <a:round/>
            <a:headEnd len="sm" w="sm" type="none"/>
            <a:tailEnd len="sm" w="sm" type="none"/>
          </a:ln>
        </p:spPr>
      </p:cxnSp>
      <p:cxnSp>
        <p:nvCxnSpPr>
          <p:cNvPr id="15032" name="Google Shape;15032;p21"/>
          <p:cNvCxnSpPr>
            <a:stCxn id="15026" idx="6"/>
            <a:endCxn id="15015" idx="2"/>
          </p:cNvCxnSpPr>
          <p:nvPr/>
        </p:nvCxnSpPr>
        <p:spPr>
          <a:xfrm flipH="1">
            <a:off x="1726066" y="2673772"/>
            <a:ext cx="5691900" cy="468600"/>
          </a:xfrm>
          <a:prstGeom prst="bentConnector5">
            <a:avLst>
              <a:gd fmla="val -4184" name="adj1"/>
              <a:gd fmla="val 50008" name="adj2"/>
              <a:gd fmla="val 104184" name="adj3"/>
            </a:avLst>
          </a:prstGeom>
          <a:noFill/>
          <a:ln cap="flat" cmpd="sng" w="9525">
            <a:solidFill>
              <a:schemeClr val="lt2"/>
            </a:solidFill>
            <a:prstDash val="solid"/>
            <a:round/>
            <a:headEnd len="sm" w="sm" type="none"/>
            <a:tailEnd len="sm" w="sm" type="none"/>
          </a:ln>
        </p:spPr>
      </p:cxnSp>
      <p:cxnSp>
        <p:nvCxnSpPr>
          <p:cNvPr id="15033" name="Google Shape;15033;p21"/>
          <p:cNvCxnSpPr>
            <a:stCxn id="15017" idx="2"/>
            <a:endCxn id="15028" idx="6"/>
          </p:cNvCxnSpPr>
          <p:nvPr/>
        </p:nvCxnSpPr>
        <p:spPr>
          <a:xfrm rot="10800000">
            <a:off x="4661866" y="3142435"/>
            <a:ext cx="2576400" cy="600"/>
          </a:xfrm>
          <a:prstGeom prst="bentConnector3">
            <a:avLst>
              <a:gd fmla="val 50000" name="adj1"/>
            </a:avLst>
          </a:prstGeom>
          <a:noFill/>
          <a:ln cap="flat" cmpd="sng" w="9525">
            <a:solidFill>
              <a:schemeClr val="lt2"/>
            </a:solidFill>
            <a:prstDash val="solid"/>
            <a:round/>
            <a:headEnd len="sm" w="sm" type="none"/>
            <a:tailEnd len="sm" w="sm" type="none"/>
          </a:ln>
        </p:spPr>
      </p:cxnSp>
      <p:cxnSp>
        <p:nvCxnSpPr>
          <p:cNvPr id="15034" name="Google Shape;15034;p21"/>
          <p:cNvCxnSpPr>
            <a:stCxn id="15028" idx="2"/>
            <a:endCxn id="15015" idx="6"/>
          </p:cNvCxnSpPr>
          <p:nvPr/>
        </p:nvCxnSpPr>
        <p:spPr>
          <a:xfrm flipH="1">
            <a:off x="1905766" y="3142447"/>
            <a:ext cx="2576400" cy="600"/>
          </a:xfrm>
          <a:prstGeom prst="bentConnector3">
            <a:avLst>
              <a:gd fmla="val 50000" name="adj1"/>
            </a:avLst>
          </a:prstGeom>
          <a:noFill/>
          <a:ln cap="flat" cmpd="sng" w="9525">
            <a:solidFill>
              <a:schemeClr val="lt2"/>
            </a:solidFill>
            <a:prstDash val="solid"/>
            <a:round/>
            <a:headEnd len="sm" w="sm" type="none"/>
            <a:tailEnd len="sm" w="sm" type="none"/>
          </a:ln>
        </p:spPr>
      </p:cxnSp>
      <p:grpSp>
        <p:nvGrpSpPr>
          <p:cNvPr id="15035" name="Google Shape;15035;p21"/>
          <p:cNvGrpSpPr/>
          <p:nvPr/>
        </p:nvGrpSpPr>
        <p:grpSpPr>
          <a:xfrm>
            <a:off x="1726066" y="3052597"/>
            <a:ext cx="179700" cy="179700"/>
            <a:chOff x="1726066" y="2580534"/>
            <a:chExt cx="179700" cy="179700"/>
          </a:xfrm>
        </p:grpSpPr>
        <p:sp>
          <p:nvSpPr>
            <p:cNvPr id="15015" name="Google Shape;15015;p21"/>
            <p:cNvSpPr/>
            <p:nvPr/>
          </p:nvSpPr>
          <p:spPr>
            <a:xfrm>
              <a:off x="1726066" y="2580534"/>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6" name="Google Shape;15036;p21"/>
            <p:cNvSpPr/>
            <p:nvPr/>
          </p:nvSpPr>
          <p:spPr>
            <a:xfrm>
              <a:off x="1761754" y="2616214"/>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37" name="Google Shape;15037;p21"/>
          <p:cNvGrpSpPr/>
          <p:nvPr/>
        </p:nvGrpSpPr>
        <p:grpSpPr>
          <a:xfrm>
            <a:off x="4482166" y="2583959"/>
            <a:ext cx="179668" cy="179626"/>
            <a:chOff x="4482166" y="2580534"/>
            <a:chExt cx="179668" cy="179626"/>
          </a:xfrm>
        </p:grpSpPr>
        <p:sp>
          <p:nvSpPr>
            <p:cNvPr id="15024" name="Google Shape;15024;p21"/>
            <p:cNvSpPr/>
            <p:nvPr/>
          </p:nvSpPr>
          <p:spPr>
            <a:xfrm>
              <a:off x="4482166" y="2580534"/>
              <a:ext cx="179668" cy="179626"/>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8" name="Google Shape;15038;p21"/>
            <p:cNvSpPr/>
            <p:nvPr/>
          </p:nvSpPr>
          <p:spPr>
            <a:xfrm>
              <a:off x="4517854" y="2616214"/>
              <a:ext cx="108290" cy="108264"/>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39" name="Google Shape;15039;p21"/>
          <p:cNvGrpSpPr/>
          <p:nvPr/>
        </p:nvGrpSpPr>
        <p:grpSpPr>
          <a:xfrm>
            <a:off x="4482166" y="3052597"/>
            <a:ext cx="179700" cy="179700"/>
            <a:chOff x="4482166" y="2580534"/>
            <a:chExt cx="179700" cy="179700"/>
          </a:xfrm>
        </p:grpSpPr>
        <p:sp>
          <p:nvSpPr>
            <p:cNvPr id="15028" name="Google Shape;15028;p21"/>
            <p:cNvSpPr/>
            <p:nvPr/>
          </p:nvSpPr>
          <p:spPr>
            <a:xfrm>
              <a:off x="4482166" y="2580534"/>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0" name="Google Shape;15040;p21"/>
            <p:cNvSpPr/>
            <p:nvPr/>
          </p:nvSpPr>
          <p:spPr>
            <a:xfrm>
              <a:off x="4517854" y="2616214"/>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41" name="Google Shape;15041;p21"/>
          <p:cNvGrpSpPr/>
          <p:nvPr/>
        </p:nvGrpSpPr>
        <p:grpSpPr>
          <a:xfrm>
            <a:off x="7238266" y="2583922"/>
            <a:ext cx="179700" cy="179700"/>
            <a:chOff x="7238266" y="3053222"/>
            <a:chExt cx="179700" cy="179700"/>
          </a:xfrm>
        </p:grpSpPr>
        <p:sp>
          <p:nvSpPr>
            <p:cNvPr id="15026" name="Google Shape;15026;p21"/>
            <p:cNvSpPr/>
            <p:nvPr/>
          </p:nvSpPr>
          <p:spPr>
            <a:xfrm>
              <a:off x="7238266" y="3053222"/>
              <a:ext cx="179700" cy="179700"/>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2" name="Google Shape;15042;p21"/>
            <p:cNvSpPr/>
            <p:nvPr/>
          </p:nvSpPr>
          <p:spPr>
            <a:xfrm>
              <a:off x="7273954" y="3088901"/>
              <a:ext cx="108300" cy="1083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46" name="Shape 15046"/>
        <p:cNvGrpSpPr/>
        <p:nvPr/>
      </p:nvGrpSpPr>
      <p:grpSpPr>
        <a:xfrm>
          <a:off x="0" y="0"/>
          <a:ext cx="0" cy="0"/>
          <a:chOff x="0" y="0"/>
          <a:chExt cx="0" cy="0"/>
        </a:xfrm>
      </p:grpSpPr>
      <p:sp>
        <p:nvSpPr>
          <p:cNvPr id="15047" name="Google Shape;15047;p2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Classification</a:t>
            </a:r>
            <a:endParaRPr/>
          </a:p>
        </p:txBody>
      </p:sp>
      <p:graphicFrame>
        <p:nvGraphicFramePr>
          <p:cNvPr id="15048" name="Google Shape;15048;p22"/>
          <p:cNvGraphicFramePr/>
          <p:nvPr/>
        </p:nvGraphicFramePr>
        <p:xfrm>
          <a:off x="720000" y="1421194"/>
          <a:ext cx="3000000" cy="3000000"/>
        </p:xfrm>
        <a:graphic>
          <a:graphicData uri="http://schemas.openxmlformats.org/drawingml/2006/table">
            <a:tbl>
              <a:tblPr>
                <a:noFill/>
                <a:tableStyleId>{CA439BA7-F0D7-459F-B904-4AD791DA4FB8}</a:tableStyleId>
              </a:tblPr>
              <a:tblGrid>
                <a:gridCol w="1926000"/>
                <a:gridCol w="1926000"/>
                <a:gridCol w="1926000"/>
                <a:gridCol w="1926000"/>
              </a:tblGrid>
              <a:tr h="627075">
                <a:tc>
                  <a:txBody>
                    <a:bodyPr/>
                    <a:lstStyle/>
                    <a:p>
                      <a:pPr indent="0" lvl="0" marL="228600" marR="0" rtl="0" algn="l">
                        <a:lnSpc>
                          <a:spcPct val="115000"/>
                        </a:lnSpc>
                        <a:spcBef>
                          <a:spcPts val="0"/>
                        </a:spcBef>
                        <a:spcAft>
                          <a:spcPts val="0"/>
                        </a:spcAft>
                        <a:buClr>
                          <a:srgbClr val="000000"/>
                        </a:buClr>
                        <a:buSzPts val="2000"/>
                        <a:buFont typeface="Arial"/>
                        <a:buNone/>
                      </a:pPr>
                      <a:r>
                        <a:rPr b="1" lang="en" sz="2000" u="none" cap="none" strike="noStrike">
                          <a:solidFill>
                            <a:schemeClr val="dk1"/>
                          </a:solidFill>
                          <a:latin typeface="IBM Plex Mono"/>
                          <a:ea typeface="IBM Plex Mono"/>
                          <a:cs typeface="IBM Plex Mono"/>
                          <a:sym typeface="IBM Plex Mono"/>
                        </a:rPr>
                        <a:t>Mars</a:t>
                      </a:r>
                      <a:endParaRPr b="1" sz="2000" u="none" cap="none" strike="noStrike">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marR="0" rtl="0" algn="l">
                        <a:lnSpc>
                          <a:spcPct val="115000"/>
                        </a:lnSpc>
                        <a:spcBef>
                          <a:spcPts val="0"/>
                        </a:spcBef>
                        <a:spcAft>
                          <a:spcPts val="0"/>
                        </a:spcAft>
                        <a:buClr>
                          <a:srgbClr val="000000"/>
                        </a:buClr>
                        <a:buSzPts val="2000"/>
                        <a:buFont typeface="Arial"/>
                        <a:buNone/>
                      </a:pPr>
                      <a:r>
                        <a:rPr b="1" lang="en" sz="2000" u="none" cap="none" strike="noStrike">
                          <a:solidFill>
                            <a:schemeClr val="dk1"/>
                          </a:solidFill>
                          <a:latin typeface="IBM Plex Mono"/>
                          <a:ea typeface="IBM Plex Mono"/>
                          <a:cs typeface="IBM Plex Mono"/>
                          <a:sym typeface="IBM Plex Mono"/>
                        </a:rPr>
                        <a:t>Venus</a:t>
                      </a:r>
                      <a:endParaRPr b="1" sz="2000" u="none" cap="none" strike="noStrike">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marR="0" rtl="0" algn="l">
                        <a:lnSpc>
                          <a:spcPct val="115000"/>
                        </a:lnSpc>
                        <a:spcBef>
                          <a:spcPts val="0"/>
                        </a:spcBef>
                        <a:spcAft>
                          <a:spcPts val="0"/>
                        </a:spcAft>
                        <a:buClr>
                          <a:srgbClr val="000000"/>
                        </a:buClr>
                        <a:buSzPts val="2000"/>
                        <a:buFont typeface="Arial"/>
                        <a:buNone/>
                      </a:pPr>
                      <a:r>
                        <a:rPr b="1" lang="en" sz="2000" u="none" cap="none" strike="noStrike">
                          <a:solidFill>
                            <a:schemeClr val="dk1"/>
                          </a:solidFill>
                          <a:latin typeface="IBM Plex Mono"/>
                          <a:ea typeface="IBM Plex Mono"/>
                          <a:cs typeface="IBM Plex Mono"/>
                          <a:sym typeface="IBM Plex Mono"/>
                        </a:rPr>
                        <a:t>Mercury</a:t>
                      </a:r>
                      <a:endParaRPr b="1" sz="2000" u="none" cap="none" strike="noStrike">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c>
                  <a:txBody>
                    <a:bodyPr/>
                    <a:lstStyle/>
                    <a:p>
                      <a:pPr indent="0" lvl="0" marL="228600" marR="0" rtl="0" algn="l">
                        <a:lnSpc>
                          <a:spcPct val="115000"/>
                        </a:lnSpc>
                        <a:spcBef>
                          <a:spcPts val="0"/>
                        </a:spcBef>
                        <a:spcAft>
                          <a:spcPts val="0"/>
                        </a:spcAft>
                        <a:buClr>
                          <a:srgbClr val="000000"/>
                        </a:buClr>
                        <a:buSzPts val="2000"/>
                        <a:buFont typeface="Arial"/>
                        <a:buNone/>
                      </a:pPr>
                      <a:r>
                        <a:rPr b="1" lang="en" sz="2000" u="none" cap="none" strike="noStrike">
                          <a:solidFill>
                            <a:schemeClr val="dk1"/>
                          </a:solidFill>
                          <a:latin typeface="IBM Plex Mono"/>
                          <a:ea typeface="IBM Plex Mono"/>
                          <a:cs typeface="IBM Plex Mono"/>
                          <a:sym typeface="IBM Plex Mono"/>
                        </a:rPr>
                        <a:t>Jupiter</a:t>
                      </a:r>
                      <a:endParaRPr b="1" sz="2000" u="none" cap="none" strike="noStrike">
                        <a:solidFill>
                          <a:schemeClr val="dk1"/>
                        </a:solidFill>
                        <a:latin typeface="IBM Plex Mono"/>
                        <a:ea typeface="IBM Plex Mono"/>
                        <a:cs typeface="IBM Plex Mono"/>
                        <a:sym typeface="IBM Plex Mono"/>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2"/>
                    </a:solidFill>
                  </a:tcPr>
                </a:tc>
              </a:tr>
              <a:tr h="1132325">
                <a:tc>
                  <a:txBody>
                    <a:bodyPr/>
                    <a:lstStyle/>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Small</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Red</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Cold </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Rocky</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Small</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Hot</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Dry</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Volcanic</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Small</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Hot</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Rocky</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Cratered</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Large</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Cold</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Gassy</a:t>
                      </a:r>
                      <a:endParaRPr sz="1400" u="none" cap="none" strike="noStrike">
                        <a:solidFill>
                          <a:schemeClr val="dk1"/>
                        </a:solidFill>
                        <a:latin typeface="Poppins"/>
                        <a:ea typeface="Poppins"/>
                        <a:cs typeface="Poppins"/>
                        <a:sym typeface="Poppins"/>
                      </a:endParaRPr>
                    </a:p>
                    <a:p>
                      <a:pPr indent="-317500" lvl="0" marL="457200" marR="0" rtl="0" algn="l">
                        <a:lnSpc>
                          <a:spcPct val="115000"/>
                        </a:lnSpc>
                        <a:spcBef>
                          <a:spcPts val="0"/>
                        </a:spcBef>
                        <a:spcAft>
                          <a:spcPts val="0"/>
                        </a:spcAft>
                        <a:buClr>
                          <a:schemeClr val="dk1"/>
                        </a:buClr>
                        <a:buSzPts val="1400"/>
                        <a:buFont typeface="Poppins"/>
                        <a:buChar char="●"/>
                      </a:pPr>
                      <a:r>
                        <a:rPr lang="en" sz="1400" u="none" cap="none" strike="noStrike">
                          <a:solidFill>
                            <a:schemeClr val="dk1"/>
                          </a:solidFill>
                          <a:latin typeface="Poppins"/>
                          <a:ea typeface="Poppins"/>
                          <a:cs typeface="Poppins"/>
                          <a:sym typeface="Poppins"/>
                        </a:rPr>
                        <a:t>Striped</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1132325">
                <a:tc>
                  <a:txBody>
                    <a:bodyPr/>
                    <a:lstStyle/>
                    <a:p>
                      <a:pPr indent="0" lvl="0" marL="228600" marR="0" rtl="0" algn="l">
                        <a:lnSpc>
                          <a:spcPct val="115000"/>
                        </a:lnSpc>
                        <a:spcBef>
                          <a:spcPts val="0"/>
                        </a:spcBef>
                        <a:spcAft>
                          <a:spcPts val="0"/>
                        </a:spcAft>
                        <a:buClr>
                          <a:srgbClr val="000000"/>
                        </a:buClr>
                        <a:buSzPts val="1400"/>
                        <a:buFont typeface="Arial"/>
                        <a:buNone/>
                      </a:pPr>
                      <a:r>
                        <a:rPr lang="en" sz="1400" u="none" cap="none" strike="noStrike">
                          <a:solidFill>
                            <a:schemeClr val="dk1"/>
                          </a:solidFill>
                          <a:latin typeface="Poppins"/>
                          <a:ea typeface="Poppins"/>
                          <a:cs typeface="Poppins"/>
                          <a:sym typeface="Poppins"/>
                        </a:rPr>
                        <a:t>Mars is full of iron oxide dust</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399" marR="0" rtl="0" algn="l">
                        <a:lnSpc>
                          <a:spcPct val="115000"/>
                        </a:lnSpc>
                        <a:spcBef>
                          <a:spcPts val="0"/>
                        </a:spcBef>
                        <a:spcAft>
                          <a:spcPts val="0"/>
                        </a:spcAft>
                        <a:buClr>
                          <a:srgbClr val="000000"/>
                        </a:buClr>
                        <a:buSzPts val="1400"/>
                        <a:buFont typeface="Arial"/>
                        <a:buNone/>
                      </a:pPr>
                      <a:r>
                        <a:rPr lang="en" sz="1400" u="none" cap="none" strike="noStrike">
                          <a:solidFill>
                            <a:schemeClr val="dk1"/>
                          </a:solidFill>
                          <a:latin typeface="Poppins"/>
                          <a:ea typeface="Poppins"/>
                          <a:cs typeface="Poppins"/>
                          <a:sym typeface="Poppins"/>
                        </a:rPr>
                        <a:t>Venus has high temperatures</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399" marR="0" rtl="0" algn="l">
                        <a:lnSpc>
                          <a:spcPct val="115000"/>
                        </a:lnSpc>
                        <a:spcBef>
                          <a:spcPts val="0"/>
                        </a:spcBef>
                        <a:spcAft>
                          <a:spcPts val="0"/>
                        </a:spcAft>
                        <a:buClr>
                          <a:srgbClr val="000000"/>
                        </a:buClr>
                        <a:buSzPts val="1400"/>
                        <a:buFont typeface="Arial"/>
                        <a:buNone/>
                      </a:pPr>
                      <a:r>
                        <a:rPr lang="en" sz="1400" u="none" cap="none" strike="noStrike">
                          <a:solidFill>
                            <a:schemeClr val="dk1"/>
                          </a:solidFill>
                          <a:latin typeface="Poppins"/>
                          <a:ea typeface="Poppins"/>
                          <a:cs typeface="Poppins"/>
                          <a:sym typeface="Poppins"/>
                        </a:rPr>
                        <a:t>Mercury is quite a small planet</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c>
                  <a:txBody>
                    <a:bodyPr/>
                    <a:lstStyle/>
                    <a:p>
                      <a:pPr indent="0" lvl="0" marL="230399" marR="0" rtl="0" algn="l">
                        <a:lnSpc>
                          <a:spcPct val="115000"/>
                        </a:lnSpc>
                        <a:spcBef>
                          <a:spcPts val="0"/>
                        </a:spcBef>
                        <a:spcAft>
                          <a:spcPts val="0"/>
                        </a:spcAft>
                        <a:buClr>
                          <a:srgbClr val="000000"/>
                        </a:buClr>
                        <a:buSzPts val="1400"/>
                        <a:buFont typeface="Arial"/>
                        <a:buNone/>
                      </a:pPr>
                      <a:r>
                        <a:rPr lang="en" sz="1400" u="none" cap="none" strike="noStrike">
                          <a:solidFill>
                            <a:schemeClr val="dk1"/>
                          </a:solidFill>
                          <a:latin typeface="Poppins"/>
                          <a:ea typeface="Poppins"/>
                          <a:cs typeface="Poppins"/>
                          <a:sym typeface="Poppins"/>
                        </a:rPr>
                        <a:t>Jupiter is a huge gas giant</a:t>
                      </a:r>
                      <a:endParaRPr sz="1400" u="none" cap="none" strike="noStrike">
                        <a:solidFill>
                          <a:schemeClr val="dk1"/>
                        </a:solidFill>
                        <a:latin typeface="Poppins"/>
                        <a:ea typeface="Poppins"/>
                        <a:cs typeface="Poppins"/>
                        <a:sym typeface="Poppins"/>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52" name="Shape 15052"/>
        <p:cNvGrpSpPr/>
        <p:nvPr/>
      </p:nvGrpSpPr>
      <p:grpSpPr>
        <a:xfrm>
          <a:off x="0" y="0"/>
          <a:ext cx="0" cy="0"/>
          <a:chOff x="0" y="0"/>
          <a:chExt cx="0" cy="0"/>
        </a:xfrm>
      </p:grpSpPr>
      <p:sp>
        <p:nvSpPr>
          <p:cNvPr id="15053" name="Google Shape;15053;p23"/>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Cause and effect</a:t>
            </a:r>
            <a:endParaRPr/>
          </a:p>
        </p:txBody>
      </p:sp>
      <p:sp>
        <p:nvSpPr>
          <p:cNvPr id="15054" name="Google Shape;15054;p23"/>
          <p:cNvSpPr txBox="1"/>
          <p:nvPr/>
        </p:nvSpPr>
        <p:spPr>
          <a:xfrm>
            <a:off x="5830935" y="3330599"/>
            <a:ext cx="2204100" cy="4545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sp>
        <p:nvSpPr>
          <p:cNvPr id="15055" name="Google Shape;15055;p23"/>
          <p:cNvSpPr txBox="1"/>
          <p:nvPr/>
        </p:nvSpPr>
        <p:spPr>
          <a:xfrm>
            <a:off x="3081075" y="3709040"/>
            <a:ext cx="2204100" cy="6729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Mercury is the closest planet to the Sun</a:t>
            </a:r>
            <a:endParaRPr b="0" i="0" sz="1400" u="none" cap="none" strike="noStrike">
              <a:solidFill>
                <a:schemeClr val="dk1"/>
              </a:solidFill>
              <a:latin typeface="Poppins"/>
              <a:ea typeface="Poppins"/>
              <a:cs typeface="Poppins"/>
              <a:sym typeface="Poppins"/>
            </a:endParaRPr>
          </a:p>
        </p:txBody>
      </p:sp>
      <p:sp>
        <p:nvSpPr>
          <p:cNvPr id="15056" name="Google Shape;15056;p23"/>
          <p:cNvSpPr txBox="1"/>
          <p:nvPr/>
        </p:nvSpPr>
        <p:spPr>
          <a:xfrm>
            <a:off x="5830935" y="3709026"/>
            <a:ext cx="2204100" cy="6729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is a gas giant and has several rings</a:t>
            </a:r>
            <a:endParaRPr b="0" i="0" sz="1400" u="none" cap="none" strike="noStrike">
              <a:solidFill>
                <a:schemeClr val="dk1"/>
              </a:solidFill>
              <a:latin typeface="Poppins"/>
              <a:ea typeface="Poppins"/>
              <a:cs typeface="Poppins"/>
              <a:sym typeface="Poppins"/>
            </a:endParaRPr>
          </a:p>
        </p:txBody>
      </p:sp>
      <p:sp>
        <p:nvSpPr>
          <p:cNvPr id="15057" name="Google Shape;15057;p23"/>
          <p:cNvSpPr txBox="1"/>
          <p:nvPr/>
        </p:nvSpPr>
        <p:spPr>
          <a:xfrm>
            <a:off x="3081075" y="3330613"/>
            <a:ext cx="2204100" cy="4545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Mercury</a:t>
            </a:r>
            <a:endParaRPr b="1" i="0" sz="2000" u="none" cap="none" strike="noStrike">
              <a:solidFill>
                <a:schemeClr val="dk1"/>
              </a:solidFill>
              <a:latin typeface="IBM Plex Mono"/>
              <a:ea typeface="IBM Plex Mono"/>
              <a:cs typeface="IBM Plex Mono"/>
              <a:sym typeface="IBM Plex Mono"/>
            </a:endParaRPr>
          </a:p>
        </p:txBody>
      </p:sp>
      <p:sp>
        <p:nvSpPr>
          <p:cNvPr id="15058" name="Google Shape;15058;p23"/>
          <p:cNvSpPr txBox="1"/>
          <p:nvPr/>
        </p:nvSpPr>
        <p:spPr>
          <a:xfrm>
            <a:off x="1081300" y="1606525"/>
            <a:ext cx="1453800" cy="402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Problem</a:t>
            </a:r>
            <a:endParaRPr b="1" i="0" sz="2000" u="none" cap="none" strike="noStrike">
              <a:solidFill>
                <a:schemeClr val="dk1"/>
              </a:solidFill>
              <a:latin typeface="IBM Plex Mono"/>
              <a:ea typeface="IBM Plex Mono"/>
              <a:cs typeface="IBM Plex Mono"/>
              <a:sym typeface="IBM Plex Mono"/>
            </a:endParaRPr>
          </a:p>
        </p:txBody>
      </p:sp>
      <p:sp>
        <p:nvSpPr>
          <p:cNvPr id="15059" name="Google Shape;15059;p23"/>
          <p:cNvSpPr txBox="1"/>
          <p:nvPr/>
        </p:nvSpPr>
        <p:spPr>
          <a:xfrm>
            <a:off x="1081300" y="3631175"/>
            <a:ext cx="1453800" cy="402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Solution</a:t>
            </a:r>
            <a:endParaRPr b="1" i="0" sz="2000" u="none" cap="none" strike="noStrike">
              <a:solidFill>
                <a:schemeClr val="dk1"/>
              </a:solidFill>
              <a:latin typeface="IBM Plex Mono"/>
              <a:ea typeface="IBM Plex Mono"/>
              <a:cs typeface="IBM Plex Mono"/>
              <a:sym typeface="IBM Plex Mono"/>
            </a:endParaRPr>
          </a:p>
        </p:txBody>
      </p:sp>
      <p:cxnSp>
        <p:nvCxnSpPr>
          <p:cNvPr id="15060" name="Google Shape;15060;p23"/>
          <p:cNvCxnSpPr/>
          <p:nvPr/>
        </p:nvCxnSpPr>
        <p:spPr>
          <a:xfrm>
            <a:off x="1144100" y="2820300"/>
            <a:ext cx="6918600" cy="600"/>
          </a:xfrm>
          <a:prstGeom prst="bentConnector3">
            <a:avLst>
              <a:gd fmla="val 50000" name="adj1"/>
            </a:avLst>
          </a:prstGeom>
          <a:noFill/>
          <a:ln cap="flat" cmpd="sng" w="9525">
            <a:solidFill>
              <a:schemeClr val="lt2"/>
            </a:solidFill>
            <a:prstDash val="solid"/>
            <a:round/>
            <a:headEnd len="sm" w="sm" type="none"/>
            <a:tailEnd len="sm" w="sm" type="none"/>
          </a:ln>
        </p:spPr>
      </p:cxnSp>
      <p:sp>
        <p:nvSpPr>
          <p:cNvPr id="15061" name="Google Shape;15061;p23"/>
          <p:cNvSpPr txBox="1"/>
          <p:nvPr/>
        </p:nvSpPr>
        <p:spPr>
          <a:xfrm>
            <a:off x="5830935" y="1306074"/>
            <a:ext cx="2204100" cy="4545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Venus</a:t>
            </a:r>
            <a:endParaRPr b="1" i="0" sz="2000" u="none" cap="none" strike="noStrike">
              <a:solidFill>
                <a:schemeClr val="dk1"/>
              </a:solidFill>
              <a:latin typeface="IBM Plex Mono"/>
              <a:ea typeface="IBM Plex Mono"/>
              <a:cs typeface="IBM Plex Mono"/>
              <a:sym typeface="IBM Plex Mono"/>
            </a:endParaRPr>
          </a:p>
        </p:txBody>
      </p:sp>
      <p:sp>
        <p:nvSpPr>
          <p:cNvPr id="15062" name="Google Shape;15062;p23"/>
          <p:cNvSpPr txBox="1"/>
          <p:nvPr/>
        </p:nvSpPr>
        <p:spPr>
          <a:xfrm>
            <a:off x="3081075" y="1684390"/>
            <a:ext cx="2204100" cy="6729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Despite being red, Mars is very cold</a:t>
            </a:r>
            <a:endParaRPr b="0" i="0" sz="1400" u="none" cap="none" strike="noStrike">
              <a:solidFill>
                <a:schemeClr val="dk1"/>
              </a:solidFill>
              <a:latin typeface="Poppins"/>
              <a:ea typeface="Poppins"/>
              <a:cs typeface="Poppins"/>
              <a:sym typeface="Poppins"/>
            </a:endParaRPr>
          </a:p>
        </p:txBody>
      </p:sp>
      <p:sp>
        <p:nvSpPr>
          <p:cNvPr id="15063" name="Google Shape;15063;p23"/>
          <p:cNvSpPr txBox="1"/>
          <p:nvPr/>
        </p:nvSpPr>
        <p:spPr>
          <a:xfrm>
            <a:off x="5830935" y="1684376"/>
            <a:ext cx="2204100" cy="6729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Venus is the second planet from the Sun</a:t>
            </a:r>
            <a:endParaRPr b="0" i="0" sz="1400" u="none" cap="none" strike="noStrike">
              <a:solidFill>
                <a:schemeClr val="dk1"/>
              </a:solidFill>
              <a:latin typeface="Poppins"/>
              <a:ea typeface="Poppins"/>
              <a:cs typeface="Poppins"/>
              <a:sym typeface="Poppins"/>
            </a:endParaRPr>
          </a:p>
        </p:txBody>
      </p:sp>
      <p:sp>
        <p:nvSpPr>
          <p:cNvPr id="15064" name="Google Shape;15064;p23"/>
          <p:cNvSpPr txBox="1"/>
          <p:nvPr/>
        </p:nvSpPr>
        <p:spPr>
          <a:xfrm>
            <a:off x="3081075" y="1306088"/>
            <a:ext cx="2204100" cy="4545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Mars</a:t>
            </a:r>
            <a:endParaRPr b="1" i="0" sz="2000" u="none" cap="none" strike="noStrike">
              <a:solidFill>
                <a:schemeClr val="dk1"/>
              </a:solidFill>
              <a:latin typeface="IBM Plex Mono"/>
              <a:ea typeface="IBM Plex Mono"/>
              <a:cs typeface="IBM Plex Mono"/>
              <a:sym typeface="IBM Plex Mono"/>
            </a:endParaRPr>
          </a:p>
        </p:txBody>
      </p:sp>
      <p:cxnSp>
        <p:nvCxnSpPr>
          <p:cNvPr id="15065" name="Google Shape;15065;p23"/>
          <p:cNvCxnSpPr>
            <a:stCxn id="15064" idx="1"/>
            <a:endCxn id="15057" idx="1"/>
          </p:cNvCxnSpPr>
          <p:nvPr/>
        </p:nvCxnSpPr>
        <p:spPr>
          <a:xfrm>
            <a:off x="3081075" y="1533338"/>
            <a:ext cx="600" cy="2024400"/>
          </a:xfrm>
          <a:prstGeom prst="bentConnector3">
            <a:avLst>
              <a:gd fmla="val -39687500" name="adj1"/>
            </a:avLst>
          </a:prstGeom>
          <a:noFill/>
          <a:ln cap="flat" cmpd="sng" w="9525">
            <a:solidFill>
              <a:schemeClr val="lt2"/>
            </a:solidFill>
            <a:prstDash val="solid"/>
            <a:round/>
            <a:headEnd len="med" w="med" type="oval"/>
            <a:tailEnd len="med" w="med" type="oval"/>
          </a:ln>
        </p:spPr>
      </p:cxnSp>
      <p:cxnSp>
        <p:nvCxnSpPr>
          <p:cNvPr id="15066" name="Google Shape;15066;p23"/>
          <p:cNvCxnSpPr>
            <a:stCxn id="15061" idx="1"/>
            <a:endCxn id="15054" idx="1"/>
          </p:cNvCxnSpPr>
          <p:nvPr/>
        </p:nvCxnSpPr>
        <p:spPr>
          <a:xfrm>
            <a:off x="5830935" y="1533324"/>
            <a:ext cx="600" cy="2024400"/>
          </a:xfrm>
          <a:prstGeom prst="bentConnector3">
            <a:avLst>
              <a:gd fmla="val -39687500" name="adj1"/>
            </a:avLst>
          </a:prstGeom>
          <a:noFill/>
          <a:ln cap="flat" cmpd="sng" w="9525">
            <a:solidFill>
              <a:schemeClr val="lt2"/>
            </a:solidFill>
            <a:prstDash val="solid"/>
            <a:round/>
            <a:headEnd len="med" w="med" type="oval"/>
            <a:tailEnd len="med" w="med" type="oval"/>
          </a:ln>
        </p:spPr>
      </p:cxn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70" name="Shape 15070"/>
        <p:cNvGrpSpPr/>
        <p:nvPr/>
      </p:nvGrpSpPr>
      <p:grpSpPr>
        <a:xfrm>
          <a:off x="0" y="0"/>
          <a:ext cx="0" cy="0"/>
          <a:chOff x="0" y="0"/>
          <a:chExt cx="0" cy="0"/>
        </a:xfrm>
      </p:grpSpPr>
      <p:sp>
        <p:nvSpPr>
          <p:cNvPr id="15071" name="Google Shape;15071;p24"/>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Question and answer</a:t>
            </a:r>
            <a:endParaRPr/>
          </a:p>
        </p:txBody>
      </p:sp>
      <p:sp>
        <p:nvSpPr>
          <p:cNvPr id="15072" name="Google Shape;15072;p24"/>
          <p:cNvSpPr txBox="1"/>
          <p:nvPr>
            <p:ph idx="1" type="subTitle"/>
          </p:nvPr>
        </p:nvSpPr>
        <p:spPr>
          <a:xfrm>
            <a:off x="713225" y="2041525"/>
            <a:ext cx="5578500" cy="60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2800"/>
              <a:buNone/>
            </a:pPr>
            <a:r>
              <a:rPr lang="en"/>
              <a:t>Is Mercury the closest planet to the Sun and the smallest one in the Solar System? </a:t>
            </a:r>
            <a:r>
              <a:rPr b="1" lang="en"/>
              <a:t>Note that it’s a bit larger than the Moon</a:t>
            </a:r>
            <a:endParaRPr b="1"/>
          </a:p>
        </p:txBody>
      </p:sp>
      <p:sp>
        <p:nvSpPr>
          <p:cNvPr id="15073" name="Google Shape;15073;p24"/>
          <p:cNvSpPr txBox="1"/>
          <p:nvPr>
            <p:ph idx="2" type="subTitle"/>
          </p:nvPr>
        </p:nvSpPr>
        <p:spPr>
          <a:xfrm>
            <a:off x="713225" y="3366650"/>
            <a:ext cx="5578500" cy="642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2800"/>
              <a:buNone/>
            </a:pPr>
            <a:r>
              <a:rPr lang="en"/>
              <a:t>Venus has a beautiful name and is</a:t>
            </a:r>
            <a:r>
              <a:rPr b="1" lang="en"/>
              <a:t> the second planet from the Sun.</a:t>
            </a:r>
            <a:r>
              <a:rPr lang="en"/>
              <a:t> It’s hot and has a poisonous atmosphere</a:t>
            </a:r>
            <a:endParaRPr/>
          </a:p>
        </p:txBody>
      </p:sp>
      <p:sp>
        <p:nvSpPr>
          <p:cNvPr id="15074" name="Google Shape;15074;p24"/>
          <p:cNvSpPr txBox="1"/>
          <p:nvPr>
            <p:ph idx="3" type="subTitle"/>
          </p:nvPr>
        </p:nvSpPr>
        <p:spPr>
          <a:xfrm>
            <a:off x="713225" y="1679400"/>
            <a:ext cx="5578500" cy="4023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SzPts val="2400"/>
              <a:buNone/>
            </a:pPr>
            <a:r>
              <a:rPr lang="en"/>
              <a:t>Question</a:t>
            </a:r>
            <a:endParaRPr/>
          </a:p>
        </p:txBody>
      </p:sp>
      <p:sp>
        <p:nvSpPr>
          <p:cNvPr id="15075" name="Google Shape;15075;p24"/>
          <p:cNvSpPr txBox="1"/>
          <p:nvPr>
            <p:ph idx="4" type="subTitle"/>
          </p:nvPr>
        </p:nvSpPr>
        <p:spPr>
          <a:xfrm>
            <a:off x="713225" y="3040550"/>
            <a:ext cx="5578500" cy="4023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SzPts val="2400"/>
              <a:buNone/>
            </a:pPr>
            <a:r>
              <a:rPr lang="en"/>
              <a:t>Answer</a:t>
            </a:r>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79" name="Shape 15079"/>
        <p:cNvGrpSpPr/>
        <p:nvPr/>
      </p:nvGrpSpPr>
      <p:grpSpPr>
        <a:xfrm>
          <a:off x="0" y="0"/>
          <a:ext cx="0" cy="0"/>
          <a:chOff x="0" y="0"/>
          <a:chExt cx="0" cy="0"/>
        </a:xfrm>
      </p:grpSpPr>
      <p:sp>
        <p:nvSpPr>
          <p:cNvPr id="15080" name="Google Shape;15080;p25"/>
          <p:cNvSpPr/>
          <p:nvPr/>
        </p:nvSpPr>
        <p:spPr>
          <a:xfrm>
            <a:off x="3189965"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1" name="Google Shape;15081;p25"/>
          <p:cNvSpPr/>
          <p:nvPr/>
        </p:nvSpPr>
        <p:spPr>
          <a:xfrm>
            <a:off x="1155800"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2" name="Google Shape;15082;p2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Step-by-step coding</a:t>
            </a:r>
            <a:endParaRPr/>
          </a:p>
        </p:txBody>
      </p:sp>
      <p:grpSp>
        <p:nvGrpSpPr>
          <p:cNvPr id="15083" name="Google Shape;15083;p25"/>
          <p:cNvGrpSpPr/>
          <p:nvPr/>
        </p:nvGrpSpPr>
        <p:grpSpPr>
          <a:xfrm>
            <a:off x="3423378" y="2320987"/>
            <a:ext cx="263073" cy="341227"/>
            <a:chOff x="2390298" y="2185817"/>
            <a:chExt cx="367522" cy="476707"/>
          </a:xfrm>
        </p:grpSpPr>
        <p:sp>
          <p:nvSpPr>
            <p:cNvPr id="15084" name="Google Shape;15084;p25"/>
            <p:cNvSpPr/>
            <p:nvPr/>
          </p:nvSpPr>
          <p:spPr>
            <a:xfrm>
              <a:off x="2390298" y="2185817"/>
              <a:ext cx="367522" cy="476707"/>
            </a:xfrm>
            <a:custGeom>
              <a:rect b="b" l="l" r="r" t="t"/>
              <a:pathLst>
                <a:path extrusionOk="0" h="12583" w="9701">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5" name="Google Shape;15085;p25"/>
            <p:cNvSpPr/>
            <p:nvPr/>
          </p:nvSpPr>
          <p:spPr>
            <a:xfrm>
              <a:off x="2424811" y="2463287"/>
              <a:ext cx="71603" cy="83650"/>
            </a:xfrm>
            <a:custGeom>
              <a:rect b="b" l="l" r="r" t="t"/>
              <a:pathLst>
                <a:path extrusionOk="0" h="2208" w="189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6" name="Google Shape;15086;p25"/>
            <p:cNvSpPr/>
            <p:nvPr/>
          </p:nvSpPr>
          <p:spPr>
            <a:xfrm>
              <a:off x="2509750" y="2463287"/>
              <a:ext cx="61260" cy="83612"/>
            </a:xfrm>
            <a:custGeom>
              <a:rect b="b" l="l" r="r" t="t"/>
              <a:pathLst>
                <a:path extrusionOk="0" h="2207" w="1617">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7" name="Google Shape;15087;p25"/>
            <p:cNvSpPr/>
            <p:nvPr/>
          </p:nvSpPr>
          <p:spPr>
            <a:xfrm>
              <a:off x="2585179" y="2463287"/>
              <a:ext cx="61260" cy="83574"/>
            </a:xfrm>
            <a:custGeom>
              <a:rect b="b" l="l" r="r" t="t"/>
              <a:pathLst>
                <a:path extrusionOk="0" h="2206" w="1617">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088" name="Google Shape;15088;p25"/>
          <p:cNvSpPr/>
          <p:nvPr/>
        </p:nvSpPr>
        <p:spPr>
          <a:xfrm>
            <a:off x="5418484" y="2343233"/>
            <a:ext cx="341157" cy="296773"/>
          </a:xfrm>
          <a:custGeom>
            <a:rect b="b" l="l" r="r" t="t"/>
            <a:pathLst>
              <a:path extrusionOk="0" h="10946" w="12583">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089" name="Google Shape;15089;p25"/>
          <p:cNvGrpSpPr/>
          <p:nvPr/>
        </p:nvGrpSpPr>
        <p:grpSpPr>
          <a:xfrm>
            <a:off x="7491709" y="2321047"/>
            <a:ext cx="263073" cy="341145"/>
            <a:chOff x="1612822" y="1436414"/>
            <a:chExt cx="367522" cy="476593"/>
          </a:xfrm>
        </p:grpSpPr>
        <p:sp>
          <p:nvSpPr>
            <p:cNvPr id="15090" name="Google Shape;15090;p25"/>
            <p:cNvSpPr/>
            <p:nvPr/>
          </p:nvSpPr>
          <p:spPr>
            <a:xfrm>
              <a:off x="1612822" y="1436414"/>
              <a:ext cx="367522" cy="476593"/>
            </a:xfrm>
            <a:custGeom>
              <a:rect b="b" l="l" r="r" t="t"/>
              <a:pathLst>
                <a:path extrusionOk="0" h="12580" w="9701">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1" name="Google Shape;15091;p25"/>
            <p:cNvSpPr/>
            <p:nvPr/>
          </p:nvSpPr>
          <p:spPr>
            <a:xfrm>
              <a:off x="1818879" y="1713202"/>
              <a:ext cx="38037" cy="84749"/>
            </a:xfrm>
            <a:custGeom>
              <a:rect b="b" l="l" r="r" t="t"/>
              <a:pathLst>
                <a:path extrusionOk="0" h="2237" w="1004">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2" name="Google Shape;15092;p25"/>
            <p:cNvSpPr/>
            <p:nvPr/>
          </p:nvSpPr>
          <p:spPr>
            <a:xfrm>
              <a:off x="1737312" y="1713240"/>
              <a:ext cx="62094" cy="84862"/>
            </a:xfrm>
            <a:custGeom>
              <a:rect b="b" l="l" r="r" t="t"/>
              <a:pathLst>
                <a:path extrusionOk="0" h="2240" w="1639">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3" name="Google Shape;15093;p25"/>
            <p:cNvSpPr/>
            <p:nvPr/>
          </p:nvSpPr>
          <p:spPr>
            <a:xfrm>
              <a:off x="1656542" y="1713240"/>
              <a:ext cx="62094" cy="84862"/>
            </a:xfrm>
            <a:custGeom>
              <a:rect b="b" l="l" r="r" t="t"/>
              <a:pathLst>
                <a:path extrusionOk="0" h="2240" w="1639">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94" name="Google Shape;15094;p25"/>
          <p:cNvGrpSpPr/>
          <p:nvPr/>
        </p:nvGrpSpPr>
        <p:grpSpPr>
          <a:xfrm>
            <a:off x="1345370" y="2355643"/>
            <a:ext cx="350772" cy="271913"/>
            <a:chOff x="5547407" y="2234234"/>
            <a:chExt cx="490042" cy="379873"/>
          </a:xfrm>
        </p:grpSpPr>
        <p:sp>
          <p:nvSpPr>
            <p:cNvPr id="15095" name="Google Shape;15095;p25"/>
            <p:cNvSpPr/>
            <p:nvPr/>
          </p:nvSpPr>
          <p:spPr>
            <a:xfrm>
              <a:off x="5837379" y="2258860"/>
              <a:ext cx="56828" cy="65503"/>
            </a:xfrm>
            <a:custGeom>
              <a:rect b="b" l="l" r="r" t="t"/>
              <a:pathLst>
                <a:path extrusionOk="0" h="1729" w="150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6" name="Google Shape;15096;p25"/>
            <p:cNvSpPr/>
            <p:nvPr/>
          </p:nvSpPr>
          <p:spPr>
            <a:xfrm>
              <a:off x="5899889" y="2258860"/>
              <a:ext cx="49288" cy="65465"/>
            </a:xfrm>
            <a:custGeom>
              <a:rect b="b" l="l" r="r" t="t"/>
              <a:pathLst>
                <a:path extrusionOk="0" h="1728" w="1301">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7" name="Google Shape;15097;p25"/>
            <p:cNvSpPr/>
            <p:nvPr/>
          </p:nvSpPr>
          <p:spPr>
            <a:xfrm>
              <a:off x="5955656" y="2258822"/>
              <a:ext cx="49250" cy="65503"/>
            </a:xfrm>
            <a:custGeom>
              <a:rect b="b" l="l" r="r" t="t"/>
              <a:pathLst>
                <a:path extrusionOk="0" h="1729" w="130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8" name="Google Shape;15098;p25"/>
            <p:cNvSpPr/>
            <p:nvPr/>
          </p:nvSpPr>
          <p:spPr>
            <a:xfrm>
              <a:off x="5547407" y="2234234"/>
              <a:ext cx="490042" cy="379873"/>
            </a:xfrm>
            <a:custGeom>
              <a:rect b="b" l="l" r="r" t="t"/>
              <a:pathLst>
                <a:path extrusionOk="0" h="10027" w="12935">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9" name="Google Shape;15099;p25"/>
            <p:cNvSpPr/>
            <p:nvPr/>
          </p:nvSpPr>
          <p:spPr>
            <a:xfrm>
              <a:off x="5847001" y="2368347"/>
              <a:ext cx="35915" cy="13676"/>
            </a:xfrm>
            <a:custGeom>
              <a:rect b="b" l="l" r="r" t="t"/>
              <a:pathLst>
                <a:path extrusionOk="0" h="361" w="948">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0" name="Google Shape;15100;p25"/>
            <p:cNvSpPr/>
            <p:nvPr/>
          </p:nvSpPr>
          <p:spPr>
            <a:xfrm>
              <a:off x="5847039" y="2426614"/>
              <a:ext cx="35877" cy="13714"/>
            </a:xfrm>
            <a:custGeom>
              <a:rect b="b" l="l" r="r" t="t"/>
              <a:pathLst>
                <a:path extrusionOk="0" h="362" w="947">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1" name="Google Shape;15101;p25"/>
            <p:cNvSpPr/>
            <p:nvPr/>
          </p:nvSpPr>
          <p:spPr>
            <a:xfrm>
              <a:off x="5847039" y="2456430"/>
              <a:ext cx="35877" cy="13676"/>
            </a:xfrm>
            <a:custGeom>
              <a:rect b="b" l="l" r="r" t="t"/>
              <a:pathLst>
                <a:path extrusionOk="0" h="361" w="947">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2" name="Google Shape;15102;p25"/>
            <p:cNvSpPr/>
            <p:nvPr/>
          </p:nvSpPr>
          <p:spPr>
            <a:xfrm>
              <a:off x="5749258" y="2484995"/>
              <a:ext cx="35877" cy="13676"/>
            </a:xfrm>
            <a:custGeom>
              <a:rect b="b" l="l" r="r" t="t"/>
              <a:pathLst>
                <a:path extrusionOk="0" h="361" w="947">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3" name="Google Shape;15103;p25"/>
            <p:cNvSpPr/>
            <p:nvPr/>
          </p:nvSpPr>
          <p:spPr>
            <a:xfrm>
              <a:off x="5804153" y="2484995"/>
              <a:ext cx="78308" cy="13676"/>
            </a:xfrm>
            <a:custGeom>
              <a:rect b="b" l="l" r="r" t="t"/>
              <a:pathLst>
                <a:path extrusionOk="0" h="361" w="2067">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4" name="Google Shape;15104;p25"/>
            <p:cNvSpPr/>
            <p:nvPr/>
          </p:nvSpPr>
          <p:spPr>
            <a:xfrm>
              <a:off x="5792485" y="2426614"/>
              <a:ext cx="35536" cy="13714"/>
            </a:xfrm>
            <a:custGeom>
              <a:rect b="b" l="l" r="r" t="t"/>
              <a:pathLst>
                <a:path extrusionOk="0" h="362" w="938">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5" name="Google Shape;15105;p25"/>
            <p:cNvSpPr/>
            <p:nvPr/>
          </p:nvSpPr>
          <p:spPr>
            <a:xfrm>
              <a:off x="5703758" y="2426614"/>
              <a:ext cx="74974" cy="13714"/>
            </a:xfrm>
            <a:custGeom>
              <a:rect b="b" l="l" r="r" t="t"/>
              <a:pathLst>
                <a:path extrusionOk="0" h="362" w="1979">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6" name="Google Shape;15106;p25"/>
            <p:cNvSpPr/>
            <p:nvPr/>
          </p:nvSpPr>
          <p:spPr>
            <a:xfrm>
              <a:off x="5704630" y="2368347"/>
              <a:ext cx="122747" cy="13676"/>
            </a:xfrm>
            <a:custGeom>
              <a:rect b="b" l="l" r="r" t="t"/>
              <a:pathLst>
                <a:path extrusionOk="0" h="361" w="324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7" name="Google Shape;15107;p25"/>
            <p:cNvSpPr/>
            <p:nvPr/>
          </p:nvSpPr>
          <p:spPr>
            <a:xfrm>
              <a:off x="5702963" y="2398087"/>
              <a:ext cx="180787" cy="13714"/>
            </a:xfrm>
            <a:custGeom>
              <a:rect b="b" l="l" r="r" t="t"/>
              <a:pathLst>
                <a:path extrusionOk="0" h="362" w="4772">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8" name="Google Shape;15108;p25"/>
            <p:cNvSpPr/>
            <p:nvPr/>
          </p:nvSpPr>
          <p:spPr>
            <a:xfrm>
              <a:off x="5898411" y="2368347"/>
              <a:ext cx="27618" cy="13676"/>
            </a:xfrm>
            <a:custGeom>
              <a:rect b="b" l="l" r="r" t="t"/>
              <a:pathLst>
                <a:path extrusionOk="0" h="361" w="729">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9" name="Google Shape;15109;p25"/>
            <p:cNvSpPr/>
            <p:nvPr/>
          </p:nvSpPr>
          <p:spPr>
            <a:xfrm>
              <a:off x="5898411" y="2398087"/>
              <a:ext cx="27618" cy="13714"/>
            </a:xfrm>
            <a:custGeom>
              <a:rect b="b" l="l" r="r" t="t"/>
              <a:pathLst>
                <a:path extrusionOk="0" h="362" w="729">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0" name="Google Shape;15110;p25"/>
            <p:cNvSpPr/>
            <p:nvPr/>
          </p:nvSpPr>
          <p:spPr>
            <a:xfrm>
              <a:off x="5898411" y="2426652"/>
              <a:ext cx="27618" cy="13714"/>
            </a:xfrm>
            <a:custGeom>
              <a:rect b="b" l="l" r="r" t="t"/>
              <a:pathLst>
                <a:path extrusionOk="0" h="362" w="729">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1" name="Google Shape;15111;p25"/>
            <p:cNvSpPr/>
            <p:nvPr/>
          </p:nvSpPr>
          <p:spPr>
            <a:xfrm>
              <a:off x="5898411" y="2456430"/>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2" name="Google Shape;15112;p25"/>
            <p:cNvSpPr/>
            <p:nvPr/>
          </p:nvSpPr>
          <p:spPr>
            <a:xfrm>
              <a:off x="5898411" y="2484995"/>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113" name="Google Shape;15113;p25"/>
          <p:cNvSpPr txBox="1"/>
          <p:nvPr/>
        </p:nvSpPr>
        <p:spPr>
          <a:xfrm>
            <a:off x="734150" y="3246950"/>
            <a:ext cx="1573200" cy="4755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Earth</a:t>
            </a:r>
            <a:endParaRPr b="1" i="0" sz="2000" u="none" cap="none" strike="noStrike">
              <a:solidFill>
                <a:schemeClr val="dk1"/>
              </a:solidFill>
              <a:latin typeface="IBM Plex Mono"/>
              <a:ea typeface="IBM Plex Mono"/>
              <a:cs typeface="IBM Plex Mono"/>
              <a:sym typeface="IBM Plex Mono"/>
            </a:endParaRPr>
          </a:p>
        </p:txBody>
      </p:sp>
      <p:sp>
        <p:nvSpPr>
          <p:cNvPr id="15114" name="Google Shape;15114;p25"/>
          <p:cNvSpPr txBox="1"/>
          <p:nvPr/>
        </p:nvSpPr>
        <p:spPr>
          <a:xfrm>
            <a:off x="734156" y="3646300"/>
            <a:ext cx="1573200" cy="869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It’s the only planet known to </a:t>
            </a:r>
            <a:r>
              <a:rPr b="1" i="0" lang="en" sz="1400" u="none" cap="none" strike="noStrike">
                <a:solidFill>
                  <a:schemeClr val="dk1"/>
                </a:solidFill>
                <a:latin typeface="Poppins"/>
                <a:ea typeface="Poppins"/>
                <a:cs typeface="Poppins"/>
                <a:sym typeface="Poppins"/>
              </a:rPr>
              <a:t>harbor life</a:t>
            </a:r>
            <a:endParaRPr b="1" i="0" sz="1400" u="none" cap="none" strike="noStrike">
              <a:solidFill>
                <a:schemeClr val="dk1"/>
              </a:solidFill>
              <a:latin typeface="Poppins"/>
              <a:ea typeface="Poppins"/>
              <a:cs typeface="Poppins"/>
              <a:sym typeface="Poppins"/>
            </a:endParaRPr>
          </a:p>
        </p:txBody>
      </p:sp>
      <p:sp>
        <p:nvSpPr>
          <p:cNvPr id="15115" name="Google Shape;15115;p25"/>
          <p:cNvSpPr txBox="1"/>
          <p:nvPr/>
        </p:nvSpPr>
        <p:spPr>
          <a:xfrm>
            <a:off x="2768315" y="3246950"/>
            <a:ext cx="1573200" cy="4755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Mercury</a:t>
            </a:r>
            <a:endParaRPr b="1" i="0" sz="2000" u="none" cap="none" strike="noStrike">
              <a:solidFill>
                <a:schemeClr val="dk1"/>
              </a:solidFill>
              <a:latin typeface="IBM Plex Mono"/>
              <a:ea typeface="IBM Plex Mono"/>
              <a:cs typeface="IBM Plex Mono"/>
              <a:sym typeface="IBM Plex Mono"/>
            </a:endParaRPr>
          </a:p>
        </p:txBody>
      </p:sp>
      <p:sp>
        <p:nvSpPr>
          <p:cNvPr id="15116" name="Google Shape;15116;p25"/>
          <p:cNvSpPr txBox="1"/>
          <p:nvPr/>
        </p:nvSpPr>
        <p:spPr>
          <a:xfrm>
            <a:off x="2768315" y="3646300"/>
            <a:ext cx="1573200" cy="869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191919"/>
                </a:solidFill>
                <a:latin typeface="Poppins"/>
                <a:ea typeface="Poppins"/>
                <a:cs typeface="Poppins"/>
                <a:sym typeface="Poppins"/>
              </a:rPr>
              <a:t>Mercury is the closest planet to the Sun</a:t>
            </a:r>
            <a:endParaRPr b="0" i="0" sz="1400" u="none" cap="none" strike="noStrike">
              <a:solidFill>
                <a:schemeClr val="dk1"/>
              </a:solidFill>
              <a:latin typeface="Poppins"/>
              <a:ea typeface="Poppins"/>
              <a:cs typeface="Poppins"/>
              <a:sym typeface="Poppins"/>
            </a:endParaRPr>
          </a:p>
        </p:txBody>
      </p:sp>
      <p:sp>
        <p:nvSpPr>
          <p:cNvPr id="15117" name="Google Shape;15117;p25"/>
          <p:cNvSpPr txBox="1"/>
          <p:nvPr/>
        </p:nvSpPr>
        <p:spPr>
          <a:xfrm>
            <a:off x="734163" y="1243875"/>
            <a:ext cx="1573200" cy="4860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1" i="0" lang="en" sz="3000" u="none" cap="none" strike="noStrike">
                <a:solidFill>
                  <a:schemeClr val="lt2"/>
                </a:solidFill>
                <a:latin typeface="Poppins"/>
                <a:ea typeface="Poppins"/>
                <a:cs typeface="Poppins"/>
                <a:sym typeface="Poppins"/>
              </a:rPr>
              <a:t>01</a:t>
            </a:r>
            <a:endParaRPr b="1" i="0" sz="3000" u="none" cap="none" strike="noStrike">
              <a:solidFill>
                <a:schemeClr val="lt2"/>
              </a:solidFill>
              <a:latin typeface="Poppins"/>
              <a:ea typeface="Poppins"/>
              <a:cs typeface="Poppins"/>
              <a:sym typeface="Poppins"/>
            </a:endParaRPr>
          </a:p>
        </p:txBody>
      </p:sp>
      <p:sp>
        <p:nvSpPr>
          <p:cNvPr id="15118" name="Google Shape;15118;p25"/>
          <p:cNvSpPr txBox="1"/>
          <p:nvPr/>
        </p:nvSpPr>
        <p:spPr>
          <a:xfrm>
            <a:off x="4802510" y="3246950"/>
            <a:ext cx="1573200" cy="4755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Jupiter</a:t>
            </a:r>
            <a:endParaRPr b="1" i="0" sz="2000" u="none" cap="none" strike="noStrike">
              <a:solidFill>
                <a:schemeClr val="dk1"/>
              </a:solidFill>
              <a:latin typeface="IBM Plex Mono"/>
              <a:ea typeface="IBM Plex Mono"/>
              <a:cs typeface="IBM Plex Mono"/>
              <a:sym typeface="IBM Plex Mono"/>
            </a:endParaRPr>
          </a:p>
        </p:txBody>
      </p:sp>
      <p:sp>
        <p:nvSpPr>
          <p:cNvPr id="15119" name="Google Shape;15119;p25"/>
          <p:cNvSpPr txBox="1"/>
          <p:nvPr/>
        </p:nvSpPr>
        <p:spPr>
          <a:xfrm>
            <a:off x="4802510" y="3646300"/>
            <a:ext cx="1573200" cy="869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is the </a:t>
            </a:r>
            <a:r>
              <a:rPr b="1" i="0" lang="en" sz="1400" u="none" cap="none" strike="noStrike">
                <a:solidFill>
                  <a:schemeClr val="dk1"/>
                </a:solidFill>
                <a:latin typeface="Poppins"/>
                <a:ea typeface="Poppins"/>
                <a:cs typeface="Poppins"/>
                <a:sym typeface="Poppins"/>
              </a:rPr>
              <a:t>biggest</a:t>
            </a:r>
            <a:r>
              <a:rPr b="0" i="0" lang="en" sz="1400" u="none" cap="none" strike="noStrike">
                <a:solidFill>
                  <a:schemeClr val="dk1"/>
                </a:solidFill>
                <a:latin typeface="Poppins"/>
                <a:ea typeface="Poppins"/>
                <a:cs typeface="Poppins"/>
                <a:sym typeface="Poppins"/>
              </a:rPr>
              <a:t> planet of them all</a:t>
            </a:r>
            <a:endParaRPr b="0" i="0" sz="1400" u="none" cap="none" strike="noStrike">
              <a:solidFill>
                <a:schemeClr val="dk1"/>
              </a:solidFill>
              <a:latin typeface="Poppins"/>
              <a:ea typeface="Poppins"/>
              <a:cs typeface="Poppins"/>
              <a:sym typeface="Poppins"/>
            </a:endParaRPr>
          </a:p>
        </p:txBody>
      </p:sp>
      <p:sp>
        <p:nvSpPr>
          <p:cNvPr id="15120" name="Google Shape;15120;p25"/>
          <p:cNvSpPr txBox="1"/>
          <p:nvPr/>
        </p:nvSpPr>
        <p:spPr>
          <a:xfrm>
            <a:off x="6836648" y="3246950"/>
            <a:ext cx="1573200" cy="4755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sp>
        <p:nvSpPr>
          <p:cNvPr id="15121" name="Google Shape;15121;p25"/>
          <p:cNvSpPr txBox="1"/>
          <p:nvPr/>
        </p:nvSpPr>
        <p:spPr>
          <a:xfrm>
            <a:off x="6836645" y="3646300"/>
            <a:ext cx="1573200" cy="869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was named after a Roman god</a:t>
            </a:r>
            <a:endParaRPr b="0" i="0" sz="1400" u="none" cap="none" strike="noStrike">
              <a:solidFill>
                <a:schemeClr val="dk1"/>
              </a:solidFill>
              <a:latin typeface="Poppins"/>
              <a:ea typeface="Poppins"/>
              <a:cs typeface="Poppins"/>
              <a:sym typeface="Poppins"/>
            </a:endParaRPr>
          </a:p>
        </p:txBody>
      </p:sp>
      <p:sp>
        <p:nvSpPr>
          <p:cNvPr id="15122" name="Google Shape;15122;p25"/>
          <p:cNvSpPr txBox="1"/>
          <p:nvPr/>
        </p:nvSpPr>
        <p:spPr>
          <a:xfrm>
            <a:off x="2768315" y="1243875"/>
            <a:ext cx="1573200" cy="4860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1" i="0" lang="en" sz="3000" u="none" cap="none" strike="noStrike">
                <a:solidFill>
                  <a:schemeClr val="lt2"/>
                </a:solidFill>
                <a:latin typeface="Poppins"/>
                <a:ea typeface="Poppins"/>
                <a:cs typeface="Poppins"/>
                <a:sym typeface="Poppins"/>
              </a:rPr>
              <a:t>02</a:t>
            </a:r>
            <a:endParaRPr b="1" i="0" sz="3000" u="none" cap="none" strike="noStrike">
              <a:solidFill>
                <a:schemeClr val="lt2"/>
              </a:solidFill>
              <a:latin typeface="Poppins"/>
              <a:ea typeface="Poppins"/>
              <a:cs typeface="Poppins"/>
              <a:sym typeface="Poppins"/>
            </a:endParaRPr>
          </a:p>
        </p:txBody>
      </p:sp>
      <p:sp>
        <p:nvSpPr>
          <p:cNvPr id="15123" name="Google Shape;15123;p25"/>
          <p:cNvSpPr txBox="1"/>
          <p:nvPr/>
        </p:nvSpPr>
        <p:spPr>
          <a:xfrm>
            <a:off x="4802461" y="1243875"/>
            <a:ext cx="1573200" cy="4860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1" i="0" lang="en" sz="3000" u="none" cap="none" strike="noStrike">
                <a:solidFill>
                  <a:schemeClr val="lt2"/>
                </a:solidFill>
                <a:latin typeface="Poppins"/>
                <a:ea typeface="Poppins"/>
                <a:cs typeface="Poppins"/>
                <a:sym typeface="Poppins"/>
              </a:rPr>
              <a:t>03</a:t>
            </a:r>
            <a:endParaRPr b="1" i="0" sz="3000" u="none" cap="none" strike="noStrike">
              <a:solidFill>
                <a:schemeClr val="lt2"/>
              </a:solidFill>
              <a:latin typeface="Poppins"/>
              <a:ea typeface="Poppins"/>
              <a:cs typeface="Poppins"/>
              <a:sym typeface="Poppins"/>
            </a:endParaRPr>
          </a:p>
        </p:txBody>
      </p:sp>
      <p:sp>
        <p:nvSpPr>
          <p:cNvPr id="15124" name="Google Shape;15124;p25"/>
          <p:cNvSpPr txBox="1"/>
          <p:nvPr/>
        </p:nvSpPr>
        <p:spPr>
          <a:xfrm>
            <a:off x="6836640" y="1243875"/>
            <a:ext cx="1573200" cy="4860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1" i="0" lang="en" sz="3000" u="none" cap="none" strike="noStrike">
                <a:solidFill>
                  <a:schemeClr val="lt2"/>
                </a:solidFill>
                <a:latin typeface="Poppins"/>
                <a:ea typeface="Poppins"/>
                <a:cs typeface="Poppins"/>
                <a:sym typeface="Poppins"/>
              </a:rPr>
              <a:t>04</a:t>
            </a:r>
            <a:endParaRPr b="1" i="0" sz="3000" u="none" cap="none" strike="noStrike">
              <a:solidFill>
                <a:schemeClr val="lt2"/>
              </a:solidFill>
              <a:latin typeface="Poppins"/>
              <a:ea typeface="Poppins"/>
              <a:cs typeface="Poppins"/>
              <a:sym typeface="Poppins"/>
            </a:endParaRPr>
          </a:p>
        </p:txBody>
      </p:sp>
      <p:sp>
        <p:nvSpPr>
          <p:cNvPr id="15125" name="Google Shape;15125;p25"/>
          <p:cNvSpPr/>
          <p:nvPr/>
        </p:nvSpPr>
        <p:spPr>
          <a:xfrm>
            <a:off x="5224112"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6" name="Google Shape;15126;p25"/>
          <p:cNvSpPr/>
          <p:nvPr/>
        </p:nvSpPr>
        <p:spPr>
          <a:xfrm>
            <a:off x="7258295" y="2205250"/>
            <a:ext cx="729900" cy="5727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5127" name="Google Shape;15127;p25"/>
          <p:cNvCxnSpPr>
            <a:stCxn id="15117" idx="2"/>
            <a:endCxn id="15081" idx="0"/>
          </p:cNvCxnSpPr>
          <p:nvPr/>
        </p:nvCxnSpPr>
        <p:spPr>
          <a:xfrm flipH="1" rot="-5400000">
            <a:off x="1283313" y="1967325"/>
            <a:ext cx="475500" cy="600"/>
          </a:xfrm>
          <a:prstGeom prst="bentConnector3">
            <a:avLst>
              <a:gd fmla="val 49987" name="adj1"/>
            </a:avLst>
          </a:prstGeom>
          <a:noFill/>
          <a:ln cap="flat" cmpd="sng" w="9525">
            <a:solidFill>
              <a:schemeClr val="lt2"/>
            </a:solidFill>
            <a:prstDash val="solid"/>
            <a:round/>
            <a:headEnd len="sm" w="sm" type="none"/>
            <a:tailEnd len="sm" w="sm" type="none"/>
          </a:ln>
        </p:spPr>
      </p:cxnSp>
      <p:cxnSp>
        <p:nvCxnSpPr>
          <p:cNvPr id="15128" name="Google Shape;15128;p25"/>
          <p:cNvCxnSpPr>
            <a:stCxn id="15081" idx="2"/>
            <a:endCxn id="15113" idx="0"/>
          </p:cNvCxnSpPr>
          <p:nvPr/>
        </p:nvCxnSpPr>
        <p:spPr>
          <a:xfrm flipH="1" rot="-5400000">
            <a:off x="1286600" y="3012100"/>
            <a:ext cx="468900" cy="600"/>
          </a:xfrm>
          <a:prstGeom prst="bentConnector3">
            <a:avLst>
              <a:gd fmla="val 50011" name="adj1"/>
            </a:avLst>
          </a:prstGeom>
          <a:noFill/>
          <a:ln cap="flat" cmpd="sng" w="9525">
            <a:solidFill>
              <a:schemeClr val="lt2"/>
            </a:solidFill>
            <a:prstDash val="solid"/>
            <a:round/>
            <a:headEnd len="sm" w="sm" type="none"/>
            <a:tailEnd len="med" w="med" type="oval"/>
          </a:ln>
        </p:spPr>
      </p:cxnSp>
      <p:cxnSp>
        <p:nvCxnSpPr>
          <p:cNvPr id="15129" name="Google Shape;15129;p25"/>
          <p:cNvCxnSpPr>
            <a:stCxn id="15080" idx="2"/>
            <a:endCxn id="15115" idx="0"/>
          </p:cNvCxnSpPr>
          <p:nvPr/>
        </p:nvCxnSpPr>
        <p:spPr>
          <a:xfrm flipH="1" rot="-5400000">
            <a:off x="3320765" y="3012100"/>
            <a:ext cx="468900" cy="600"/>
          </a:xfrm>
          <a:prstGeom prst="bentConnector3">
            <a:avLst>
              <a:gd fmla="val 50011" name="adj1"/>
            </a:avLst>
          </a:prstGeom>
          <a:noFill/>
          <a:ln cap="flat" cmpd="sng" w="9525">
            <a:solidFill>
              <a:schemeClr val="lt2"/>
            </a:solidFill>
            <a:prstDash val="solid"/>
            <a:round/>
            <a:headEnd len="sm" w="sm" type="none"/>
            <a:tailEnd len="med" w="med" type="oval"/>
          </a:ln>
        </p:spPr>
      </p:cxnSp>
      <p:cxnSp>
        <p:nvCxnSpPr>
          <p:cNvPr id="15130" name="Google Shape;15130;p25"/>
          <p:cNvCxnSpPr>
            <a:stCxn id="15125" idx="2"/>
            <a:endCxn id="15118" idx="0"/>
          </p:cNvCxnSpPr>
          <p:nvPr/>
        </p:nvCxnSpPr>
        <p:spPr>
          <a:xfrm flipH="1" rot="-5400000">
            <a:off x="5354912" y="3012100"/>
            <a:ext cx="468900" cy="600"/>
          </a:xfrm>
          <a:prstGeom prst="bentConnector3">
            <a:avLst>
              <a:gd fmla="val 50011" name="adj1"/>
            </a:avLst>
          </a:prstGeom>
          <a:noFill/>
          <a:ln cap="flat" cmpd="sng" w="9525">
            <a:solidFill>
              <a:schemeClr val="lt2"/>
            </a:solidFill>
            <a:prstDash val="solid"/>
            <a:round/>
            <a:headEnd len="sm" w="sm" type="none"/>
            <a:tailEnd len="med" w="med" type="oval"/>
          </a:ln>
        </p:spPr>
      </p:cxnSp>
      <p:cxnSp>
        <p:nvCxnSpPr>
          <p:cNvPr id="15131" name="Google Shape;15131;p25"/>
          <p:cNvCxnSpPr>
            <a:stCxn id="15126" idx="2"/>
            <a:endCxn id="15120" idx="0"/>
          </p:cNvCxnSpPr>
          <p:nvPr/>
        </p:nvCxnSpPr>
        <p:spPr>
          <a:xfrm flipH="1" rot="-5400000">
            <a:off x="7389095" y="3012100"/>
            <a:ext cx="468900" cy="600"/>
          </a:xfrm>
          <a:prstGeom prst="bentConnector3">
            <a:avLst>
              <a:gd fmla="val 50011" name="adj1"/>
            </a:avLst>
          </a:prstGeom>
          <a:noFill/>
          <a:ln cap="flat" cmpd="sng" w="9525">
            <a:solidFill>
              <a:schemeClr val="lt2"/>
            </a:solidFill>
            <a:prstDash val="solid"/>
            <a:round/>
            <a:headEnd len="sm" w="sm" type="none"/>
            <a:tailEnd len="med" w="med" type="oval"/>
          </a:ln>
        </p:spPr>
      </p:cxnSp>
      <p:cxnSp>
        <p:nvCxnSpPr>
          <p:cNvPr id="15132" name="Google Shape;15132;p25"/>
          <p:cNvCxnSpPr>
            <a:stCxn id="15122" idx="2"/>
            <a:endCxn id="15080" idx="0"/>
          </p:cNvCxnSpPr>
          <p:nvPr/>
        </p:nvCxnSpPr>
        <p:spPr>
          <a:xfrm flipH="1" rot="-5400000">
            <a:off x="3317465" y="1967325"/>
            <a:ext cx="475500" cy="600"/>
          </a:xfrm>
          <a:prstGeom prst="bentConnector3">
            <a:avLst>
              <a:gd fmla="val 49987" name="adj1"/>
            </a:avLst>
          </a:prstGeom>
          <a:noFill/>
          <a:ln cap="flat" cmpd="sng" w="9525">
            <a:solidFill>
              <a:schemeClr val="lt2"/>
            </a:solidFill>
            <a:prstDash val="solid"/>
            <a:round/>
            <a:headEnd len="sm" w="sm" type="none"/>
            <a:tailEnd len="sm" w="sm" type="none"/>
          </a:ln>
        </p:spPr>
      </p:cxnSp>
      <p:cxnSp>
        <p:nvCxnSpPr>
          <p:cNvPr id="15133" name="Google Shape;15133;p25"/>
          <p:cNvCxnSpPr>
            <a:stCxn id="15123" idx="2"/>
            <a:endCxn id="15125" idx="0"/>
          </p:cNvCxnSpPr>
          <p:nvPr/>
        </p:nvCxnSpPr>
        <p:spPr>
          <a:xfrm flipH="1" rot="-5400000">
            <a:off x="5351611" y="1967325"/>
            <a:ext cx="475500" cy="600"/>
          </a:xfrm>
          <a:prstGeom prst="bentConnector3">
            <a:avLst>
              <a:gd fmla="val 49987" name="adj1"/>
            </a:avLst>
          </a:prstGeom>
          <a:noFill/>
          <a:ln cap="flat" cmpd="sng" w="9525">
            <a:solidFill>
              <a:schemeClr val="lt2"/>
            </a:solidFill>
            <a:prstDash val="solid"/>
            <a:round/>
            <a:headEnd len="sm" w="sm" type="none"/>
            <a:tailEnd len="sm" w="sm" type="none"/>
          </a:ln>
        </p:spPr>
      </p:cxnSp>
      <p:cxnSp>
        <p:nvCxnSpPr>
          <p:cNvPr id="15134" name="Google Shape;15134;p25"/>
          <p:cNvCxnSpPr>
            <a:stCxn id="15124" idx="2"/>
            <a:endCxn id="15126" idx="0"/>
          </p:cNvCxnSpPr>
          <p:nvPr/>
        </p:nvCxnSpPr>
        <p:spPr>
          <a:xfrm flipH="1" rot="-5400000">
            <a:off x="7385790" y="1967325"/>
            <a:ext cx="475500" cy="600"/>
          </a:xfrm>
          <a:prstGeom prst="bentConnector3">
            <a:avLst>
              <a:gd fmla="val 49987" name="adj1"/>
            </a:avLst>
          </a:prstGeom>
          <a:noFill/>
          <a:ln cap="flat" cmpd="sng" w="9525">
            <a:solidFill>
              <a:schemeClr val="lt2"/>
            </a:solidFill>
            <a:prstDash val="solid"/>
            <a:round/>
            <a:headEnd len="sm" w="sm" type="none"/>
            <a:tailEnd len="sm" w="sm" type="none"/>
          </a:ln>
        </p:spPr>
      </p:cxn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38" name="Shape 15138"/>
        <p:cNvGrpSpPr/>
        <p:nvPr/>
      </p:nvGrpSpPr>
      <p:grpSpPr>
        <a:xfrm>
          <a:off x="0" y="0"/>
          <a:ext cx="0" cy="0"/>
          <a:chOff x="0" y="0"/>
          <a:chExt cx="0" cy="0"/>
        </a:xfrm>
      </p:grpSpPr>
      <p:sp>
        <p:nvSpPr>
          <p:cNvPr id="15139" name="Google Shape;15139;p2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Parts and whole</a:t>
            </a:r>
            <a:endParaRPr/>
          </a:p>
        </p:txBody>
      </p:sp>
      <p:sp>
        <p:nvSpPr>
          <p:cNvPr id="15140" name="Google Shape;15140;p26"/>
          <p:cNvSpPr txBox="1"/>
          <p:nvPr/>
        </p:nvSpPr>
        <p:spPr>
          <a:xfrm>
            <a:off x="720000" y="1982775"/>
            <a:ext cx="1463100" cy="1889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Mercury is the closest planet to the Sun and the smallest one in the entire Solar System</a:t>
            </a:r>
            <a:endParaRPr b="0" i="0" sz="1400" u="none" cap="none" strike="noStrike">
              <a:solidFill>
                <a:schemeClr val="dk1"/>
              </a:solidFill>
              <a:latin typeface="Poppins"/>
              <a:ea typeface="Poppins"/>
              <a:cs typeface="Poppins"/>
              <a:sym typeface="Poppins"/>
            </a:endParaRPr>
          </a:p>
        </p:txBody>
      </p:sp>
      <p:sp>
        <p:nvSpPr>
          <p:cNvPr id="15141" name="Google Shape;15141;p26"/>
          <p:cNvSpPr txBox="1"/>
          <p:nvPr/>
        </p:nvSpPr>
        <p:spPr>
          <a:xfrm>
            <a:off x="720000" y="1263100"/>
            <a:ext cx="1463100" cy="7959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dk1"/>
                </a:solidFill>
                <a:latin typeface="IBM Plex Mono"/>
                <a:ea typeface="IBM Plex Mono"/>
                <a:cs typeface="IBM Plex Mono"/>
                <a:sym typeface="IBM Plex Mono"/>
              </a:rPr>
              <a:t>The whole objective</a:t>
            </a:r>
            <a:endParaRPr b="1" i="0" sz="1600" u="none" cap="none" strike="noStrike">
              <a:solidFill>
                <a:schemeClr val="dk1"/>
              </a:solidFill>
              <a:latin typeface="IBM Plex Mono"/>
              <a:ea typeface="IBM Plex Mono"/>
              <a:cs typeface="IBM Plex Mono"/>
              <a:sym typeface="IBM Plex Mono"/>
            </a:endParaRPr>
          </a:p>
        </p:txBody>
      </p:sp>
      <p:sp>
        <p:nvSpPr>
          <p:cNvPr id="15142" name="Google Shape;15142;p26"/>
          <p:cNvSpPr txBox="1"/>
          <p:nvPr/>
        </p:nvSpPr>
        <p:spPr>
          <a:xfrm>
            <a:off x="2959948" y="1982775"/>
            <a:ext cx="1459500" cy="1889400"/>
          </a:xfrm>
          <a:prstGeom prst="rect">
            <a:avLst/>
          </a:prstGeom>
          <a:noFill/>
          <a:ln>
            <a:noFill/>
          </a:ln>
        </p:spPr>
        <p:txBody>
          <a:bodyPr anchorCtr="0" anchor="t" bIns="91425" lIns="91425" spcFirstLastPara="1" rIns="91425" wrap="square" tIns="91425">
            <a:noAutofit/>
          </a:bodyPr>
          <a:lstStyle/>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Mercury</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Jupiter</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Venus</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Mars</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Earth</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Saturn</a:t>
            </a:r>
            <a:endParaRPr b="0" i="0" sz="1400" u="none" cap="none" strike="noStrike">
              <a:solidFill>
                <a:schemeClr val="dk1"/>
              </a:solidFill>
              <a:latin typeface="Poppins"/>
              <a:ea typeface="Poppins"/>
              <a:cs typeface="Poppins"/>
              <a:sym typeface="Poppins"/>
            </a:endParaRPr>
          </a:p>
          <a:p>
            <a:pPr indent="-317500" lvl="0" marL="320040" marR="0" rtl="0" algn="l">
              <a:lnSpc>
                <a:spcPct val="115000"/>
              </a:lnSpc>
              <a:spcBef>
                <a:spcPts val="0"/>
              </a:spcBef>
              <a:spcAft>
                <a:spcPts val="0"/>
              </a:spcAft>
              <a:buClr>
                <a:schemeClr val="dk1"/>
              </a:buClr>
              <a:buSzPts val="1400"/>
              <a:buFont typeface="Poppins"/>
              <a:buChar char="●"/>
            </a:pPr>
            <a:r>
              <a:rPr b="0" i="0" lang="en" sz="1400" u="none" cap="none" strike="noStrike">
                <a:solidFill>
                  <a:schemeClr val="dk1"/>
                </a:solidFill>
                <a:latin typeface="Poppins"/>
                <a:ea typeface="Poppins"/>
                <a:cs typeface="Poppins"/>
                <a:sym typeface="Poppins"/>
              </a:rPr>
              <a:t>Mercury</a:t>
            </a:r>
            <a:endParaRPr b="0" i="0" sz="1400" u="none" cap="none" strike="noStrike">
              <a:solidFill>
                <a:schemeClr val="dk1"/>
              </a:solidFill>
              <a:latin typeface="Poppins"/>
              <a:ea typeface="Poppins"/>
              <a:cs typeface="Poppins"/>
              <a:sym typeface="Poppins"/>
            </a:endParaRPr>
          </a:p>
        </p:txBody>
      </p:sp>
      <p:sp>
        <p:nvSpPr>
          <p:cNvPr id="15143" name="Google Shape;15143;p26"/>
          <p:cNvSpPr txBox="1"/>
          <p:nvPr/>
        </p:nvSpPr>
        <p:spPr>
          <a:xfrm>
            <a:off x="2959951" y="1263100"/>
            <a:ext cx="1463100" cy="7959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dk1"/>
                </a:solidFill>
                <a:latin typeface="IBM Plex Mono"/>
                <a:ea typeface="IBM Plex Mono"/>
                <a:cs typeface="IBM Plex Mono"/>
                <a:sym typeface="IBM Plex Mono"/>
              </a:rPr>
              <a:t>Parts of the object</a:t>
            </a:r>
            <a:endParaRPr b="1" i="0" sz="1600" u="none" cap="none" strike="noStrike">
              <a:solidFill>
                <a:schemeClr val="dk1"/>
              </a:solidFill>
              <a:latin typeface="IBM Plex Mono"/>
              <a:ea typeface="IBM Plex Mono"/>
              <a:cs typeface="IBM Plex Mono"/>
              <a:sym typeface="IBM Plex Mono"/>
            </a:endParaRPr>
          </a:p>
        </p:txBody>
      </p:sp>
      <p:sp>
        <p:nvSpPr>
          <p:cNvPr id="15144" name="Google Shape;15144;p26"/>
          <p:cNvSpPr txBox="1"/>
          <p:nvPr/>
        </p:nvSpPr>
        <p:spPr>
          <a:xfrm>
            <a:off x="5097300" y="1982775"/>
            <a:ext cx="3326700" cy="843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Earth is the third planet from the Sun and the </a:t>
            </a:r>
            <a:r>
              <a:rPr b="1" i="0" lang="en" sz="1400" u="none" cap="none" strike="noStrike">
                <a:solidFill>
                  <a:schemeClr val="dk1"/>
                </a:solidFill>
                <a:latin typeface="Poppins"/>
                <a:ea typeface="Poppins"/>
                <a:cs typeface="Poppins"/>
                <a:sym typeface="Poppins"/>
              </a:rPr>
              <a:t>only one that harbors life in the Solar System</a:t>
            </a:r>
            <a:endParaRPr b="1" i="0" sz="1400" u="none" cap="none" strike="noStrike">
              <a:solidFill>
                <a:schemeClr val="dk1"/>
              </a:solidFill>
              <a:latin typeface="Poppins"/>
              <a:ea typeface="Poppins"/>
              <a:cs typeface="Poppins"/>
              <a:sym typeface="Poppins"/>
            </a:endParaRPr>
          </a:p>
        </p:txBody>
      </p:sp>
      <p:sp>
        <p:nvSpPr>
          <p:cNvPr id="15145" name="Google Shape;15145;p26"/>
          <p:cNvSpPr txBox="1"/>
          <p:nvPr/>
        </p:nvSpPr>
        <p:spPr>
          <a:xfrm>
            <a:off x="5097300" y="1263100"/>
            <a:ext cx="3326700" cy="7959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dk1"/>
                </a:solidFill>
                <a:latin typeface="IBM Plex Mono"/>
                <a:ea typeface="IBM Plex Mono"/>
                <a:cs typeface="IBM Plex Mono"/>
                <a:sym typeface="IBM Plex Mono"/>
              </a:rPr>
              <a:t>What happens if the parts are missing?</a:t>
            </a:r>
            <a:endParaRPr b="1" i="0" sz="1600" u="none" cap="none" strike="noStrike">
              <a:solidFill>
                <a:schemeClr val="dk1"/>
              </a:solidFill>
              <a:latin typeface="IBM Plex Mono"/>
              <a:ea typeface="IBM Plex Mono"/>
              <a:cs typeface="IBM Plex Mono"/>
              <a:sym typeface="IBM Plex Mono"/>
            </a:endParaRPr>
          </a:p>
        </p:txBody>
      </p:sp>
      <p:sp>
        <p:nvSpPr>
          <p:cNvPr id="15146" name="Google Shape;15146;p26"/>
          <p:cNvSpPr txBox="1"/>
          <p:nvPr/>
        </p:nvSpPr>
        <p:spPr>
          <a:xfrm>
            <a:off x="5097300" y="4035875"/>
            <a:ext cx="33267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is a gas giant and the biggest planet in the Solar System</a:t>
            </a:r>
            <a:endParaRPr b="0" i="0" sz="1400" u="none" cap="none" strike="noStrike">
              <a:solidFill>
                <a:schemeClr val="dk1"/>
              </a:solidFill>
              <a:latin typeface="Poppins"/>
              <a:ea typeface="Poppins"/>
              <a:cs typeface="Poppins"/>
              <a:sym typeface="Poppins"/>
            </a:endParaRPr>
          </a:p>
        </p:txBody>
      </p:sp>
      <p:sp>
        <p:nvSpPr>
          <p:cNvPr id="15147" name="Google Shape;15147;p26"/>
          <p:cNvSpPr txBox="1"/>
          <p:nvPr/>
        </p:nvSpPr>
        <p:spPr>
          <a:xfrm>
            <a:off x="5097300" y="3316200"/>
            <a:ext cx="3326700" cy="7959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1600"/>
              <a:buFont typeface="Arial"/>
              <a:buNone/>
            </a:pPr>
            <a:r>
              <a:rPr b="1" i="0" lang="en" sz="1600" u="none" cap="none" strike="noStrike">
                <a:solidFill>
                  <a:schemeClr val="dk1"/>
                </a:solidFill>
                <a:latin typeface="IBM Plex Mono"/>
                <a:ea typeface="IBM Plex Mono"/>
                <a:cs typeface="IBM Plex Mono"/>
                <a:sym typeface="IBM Plex Mono"/>
              </a:rPr>
              <a:t>What’s the function of the parts?</a:t>
            </a:r>
            <a:endParaRPr b="1" i="0" sz="1600" u="none" cap="none" strike="noStrike">
              <a:solidFill>
                <a:schemeClr val="dk1"/>
              </a:solidFill>
              <a:latin typeface="IBM Plex Mono"/>
              <a:ea typeface="IBM Plex Mono"/>
              <a:cs typeface="IBM Plex Mono"/>
              <a:sym typeface="IBM Plex Mono"/>
            </a:endParaRPr>
          </a:p>
        </p:txBody>
      </p:sp>
      <p:cxnSp>
        <p:nvCxnSpPr>
          <p:cNvPr id="15148" name="Google Shape;15148;p26"/>
          <p:cNvCxnSpPr>
            <a:stCxn id="15141" idx="3"/>
            <a:endCxn id="15143" idx="1"/>
          </p:cNvCxnSpPr>
          <p:nvPr/>
        </p:nvCxnSpPr>
        <p:spPr>
          <a:xfrm>
            <a:off x="2183100" y="1661050"/>
            <a:ext cx="777000" cy="600"/>
          </a:xfrm>
          <a:prstGeom prst="bentConnector3">
            <a:avLst>
              <a:gd fmla="val 49990" name="adj1"/>
            </a:avLst>
          </a:prstGeom>
          <a:noFill/>
          <a:ln cap="flat" cmpd="sng" w="9525">
            <a:solidFill>
              <a:schemeClr val="lt2"/>
            </a:solidFill>
            <a:prstDash val="solid"/>
            <a:round/>
            <a:headEnd len="sm" w="sm" type="none"/>
            <a:tailEnd len="med" w="med" type="oval"/>
          </a:ln>
        </p:spPr>
      </p:cxnSp>
      <p:cxnSp>
        <p:nvCxnSpPr>
          <p:cNvPr id="15149" name="Google Shape;15149;p26"/>
          <p:cNvCxnSpPr>
            <a:stCxn id="15143" idx="3"/>
            <a:endCxn id="15145" idx="1"/>
          </p:cNvCxnSpPr>
          <p:nvPr/>
        </p:nvCxnSpPr>
        <p:spPr>
          <a:xfrm>
            <a:off x="4423051" y="1661050"/>
            <a:ext cx="674100" cy="600"/>
          </a:xfrm>
          <a:prstGeom prst="bentConnector3">
            <a:avLst>
              <a:gd fmla="val 50011" name="adj1"/>
            </a:avLst>
          </a:prstGeom>
          <a:noFill/>
          <a:ln cap="flat" cmpd="sng" w="9525">
            <a:solidFill>
              <a:schemeClr val="lt2"/>
            </a:solidFill>
            <a:prstDash val="solid"/>
            <a:round/>
            <a:headEnd len="sm" w="sm" type="none"/>
            <a:tailEnd len="med" w="med" type="oval"/>
          </a:ln>
        </p:spPr>
      </p:cxnSp>
      <p:cxnSp>
        <p:nvCxnSpPr>
          <p:cNvPr id="15150" name="Google Shape;15150;p26"/>
          <p:cNvCxnSpPr>
            <a:stCxn id="15144" idx="2"/>
            <a:endCxn id="15147" idx="0"/>
          </p:cNvCxnSpPr>
          <p:nvPr/>
        </p:nvCxnSpPr>
        <p:spPr>
          <a:xfrm flipH="1" rot="-5400000">
            <a:off x="6516000" y="3071025"/>
            <a:ext cx="489900" cy="600"/>
          </a:xfrm>
          <a:prstGeom prst="bentConnector3">
            <a:avLst>
              <a:gd fmla="val 49992" name="adj1"/>
            </a:avLst>
          </a:prstGeom>
          <a:noFill/>
          <a:ln cap="flat" cmpd="sng" w="9525">
            <a:solidFill>
              <a:schemeClr val="lt2"/>
            </a:solidFill>
            <a:prstDash val="solid"/>
            <a:round/>
            <a:headEnd len="sm" w="sm" type="none"/>
            <a:tailEnd len="med" w="med" type="oval"/>
          </a:ln>
        </p:spPr>
      </p:cxn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54" name="Shape 15154"/>
        <p:cNvGrpSpPr/>
        <p:nvPr/>
      </p:nvGrpSpPr>
      <p:grpSpPr>
        <a:xfrm>
          <a:off x="0" y="0"/>
          <a:ext cx="0" cy="0"/>
          <a:chOff x="0" y="0"/>
          <a:chExt cx="0" cy="0"/>
        </a:xfrm>
      </p:grpSpPr>
      <p:sp>
        <p:nvSpPr>
          <p:cNvPr id="15155" name="Google Shape;15155;p2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You can use this graph</a:t>
            </a:r>
            <a:endParaRPr/>
          </a:p>
        </p:txBody>
      </p:sp>
      <p:sp>
        <p:nvSpPr>
          <p:cNvPr id="15156" name="Google Shape;15156;p27"/>
          <p:cNvSpPr txBox="1"/>
          <p:nvPr/>
        </p:nvSpPr>
        <p:spPr>
          <a:xfrm>
            <a:off x="897263" y="4194475"/>
            <a:ext cx="4024800" cy="431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900"/>
              <a:buFont typeface="Arial"/>
              <a:buNone/>
            </a:pPr>
            <a:r>
              <a:rPr b="0" i="0" lang="en" sz="900" u="none" cap="none" strike="noStrike">
                <a:solidFill>
                  <a:schemeClr val="dk1"/>
                </a:solidFill>
                <a:latin typeface="Poppins"/>
                <a:ea typeface="Poppins"/>
                <a:cs typeface="Poppins"/>
                <a:sym typeface="Poppins"/>
              </a:rPr>
              <a:t>Follow the link in the graph to modify its data and then paste the new one here. </a:t>
            </a:r>
            <a:r>
              <a:rPr b="1" i="0" lang="en" sz="900" u="sng" cap="none" strike="noStrike">
                <a:solidFill>
                  <a:schemeClr val="dk1"/>
                </a:solidFill>
                <a:latin typeface="Poppins"/>
                <a:ea typeface="Poppins"/>
                <a:cs typeface="Poppins"/>
                <a:sym typeface="Poppins"/>
                <a:hlinkClick r:id="rId3">
                  <a:extLst>
                    <a:ext uri="{A12FA001-AC4F-418D-AE19-62706E023703}">
                      <ahyp:hlinkClr val="tx"/>
                    </a:ext>
                  </a:extLst>
                </a:hlinkClick>
              </a:rPr>
              <a:t>For more info, click here</a:t>
            </a:r>
            <a:endParaRPr b="1" i="0" sz="900" u="sng" cap="none" strike="noStrike">
              <a:solidFill>
                <a:schemeClr val="dk1"/>
              </a:solidFill>
              <a:latin typeface="Poppins"/>
              <a:ea typeface="Poppins"/>
              <a:cs typeface="Poppins"/>
              <a:sym typeface="Poppins"/>
            </a:endParaRPr>
          </a:p>
        </p:txBody>
      </p:sp>
      <p:sp>
        <p:nvSpPr>
          <p:cNvPr id="15157" name="Google Shape;15157;p27"/>
          <p:cNvSpPr txBox="1"/>
          <p:nvPr/>
        </p:nvSpPr>
        <p:spPr>
          <a:xfrm>
            <a:off x="5973520" y="1213988"/>
            <a:ext cx="2280000" cy="4056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Mercury</a:t>
            </a:r>
            <a:endParaRPr b="1" i="0" sz="2000" u="none" cap="none" strike="noStrike">
              <a:solidFill>
                <a:schemeClr val="dk1"/>
              </a:solidFill>
              <a:latin typeface="IBM Plex Mono"/>
              <a:ea typeface="IBM Plex Mono"/>
              <a:cs typeface="IBM Plex Mono"/>
              <a:sym typeface="IBM Plex Mono"/>
            </a:endParaRPr>
          </a:p>
        </p:txBody>
      </p:sp>
      <p:sp>
        <p:nvSpPr>
          <p:cNvPr id="15158" name="Google Shape;15158;p27"/>
          <p:cNvSpPr txBox="1"/>
          <p:nvPr/>
        </p:nvSpPr>
        <p:spPr>
          <a:xfrm>
            <a:off x="5973513" y="1543438"/>
            <a:ext cx="2280000" cy="609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Mercury is the closest planet to the Sun</a:t>
            </a:r>
            <a:endParaRPr b="0" i="0" sz="1400" u="none" cap="none" strike="noStrike">
              <a:solidFill>
                <a:schemeClr val="dk1"/>
              </a:solidFill>
              <a:latin typeface="Poppins"/>
              <a:ea typeface="Poppins"/>
              <a:cs typeface="Poppins"/>
              <a:sym typeface="Poppins"/>
            </a:endParaRPr>
          </a:p>
        </p:txBody>
      </p:sp>
      <p:grpSp>
        <p:nvGrpSpPr>
          <p:cNvPr id="15159" name="Google Shape;15159;p27"/>
          <p:cNvGrpSpPr/>
          <p:nvPr/>
        </p:nvGrpSpPr>
        <p:grpSpPr>
          <a:xfrm>
            <a:off x="5568459" y="1213992"/>
            <a:ext cx="285579" cy="285597"/>
            <a:chOff x="5204821" y="1321454"/>
            <a:chExt cx="285579" cy="285597"/>
          </a:xfrm>
        </p:grpSpPr>
        <p:sp>
          <p:nvSpPr>
            <p:cNvPr id="15160" name="Google Shape;15160;p27"/>
            <p:cNvSpPr/>
            <p:nvPr/>
          </p:nvSpPr>
          <p:spPr>
            <a:xfrm>
              <a:off x="5204821" y="1321454"/>
              <a:ext cx="285579" cy="285597"/>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1" name="Google Shape;15161;p27"/>
            <p:cNvSpPr/>
            <p:nvPr/>
          </p:nvSpPr>
          <p:spPr>
            <a:xfrm>
              <a:off x="5261536" y="1378160"/>
              <a:ext cx="172110" cy="172121"/>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162" name="Google Shape;15162;p27"/>
          <p:cNvSpPr txBox="1"/>
          <p:nvPr/>
        </p:nvSpPr>
        <p:spPr>
          <a:xfrm>
            <a:off x="5973520" y="2441763"/>
            <a:ext cx="2280000" cy="4056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Jupiter</a:t>
            </a:r>
            <a:endParaRPr b="1" i="0" sz="2000" u="none" cap="none" strike="noStrike">
              <a:solidFill>
                <a:schemeClr val="dk1"/>
              </a:solidFill>
              <a:latin typeface="IBM Plex Mono"/>
              <a:ea typeface="IBM Plex Mono"/>
              <a:cs typeface="IBM Plex Mono"/>
              <a:sym typeface="IBM Plex Mono"/>
            </a:endParaRPr>
          </a:p>
        </p:txBody>
      </p:sp>
      <p:sp>
        <p:nvSpPr>
          <p:cNvPr id="15163" name="Google Shape;15163;p27"/>
          <p:cNvSpPr txBox="1"/>
          <p:nvPr/>
        </p:nvSpPr>
        <p:spPr>
          <a:xfrm>
            <a:off x="5973513" y="2771213"/>
            <a:ext cx="2280000" cy="609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is the biggest planet of them all</a:t>
            </a:r>
            <a:endParaRPr b="0" i="0" sz="1400" u="none" cap="none" strike="noStrike">
              <a:solidFill>
                <a:schemeClr val="dk1"/>
              </a:solidFill>
              <a:latin typeface="Poppins"/>
              <a:ea typeface="Poppins"/>
              <a:cs typeface="Poppins"/>
              <a:sym typeface="Poppins"/>
            </a:endParaRPr>
          </a:p>
        </p:txBody>
      </p:sp>
      <p:grpSp>
        <p:nvGrpSpPr>
          <p:cNvPr id="15164" name="Google Shape;15164;p27"/>
          <p:cNvGrpSpPr/>
          <p:nvPr/>
        </p:nvGrpSpPr>
        <p:grpSpPr>
          <a:xfrm>
            <a:off x="5568459" y="2441767"/>
            <a:ext cx="285579" cy="285597"/>
            <a:chOff x="5204821" y="2495492"/>
            <a:chExt cx="285579" cy="285597"/>
          </a:xfrm>
        </p:grpSpPr>
        <p:sp>
          <p:nvSpPr>
            <p:cNvPr id="15165" name="Google Shape;15165;p27"/>
            <p:cNvSpPr/>
            <p:nvPr/>
          </p:nvSpPr>
          <p:spPr>
            <a:xfrm>
              <a:off x="5204821" y="2495492"/>
              <a:ext cx="285579" cy="285597"/>
            </a:xfrm>
            <a:prstGeom prst="ellipse">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6" name="Google Shape;15166;p27"/>
            <p:cNvSpPr/>
            <p:nvPr/>
          </p:nvSpPr>
          <p:spPr>
            <a:xfrm>
              <a:off x="5261536" y="2552197"/>
              <a:ext cx="172110" cy="172121"/>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167" name="Google Shape;15167;p27"/>
          <p:cNvSpPr txBox="1"/>
          <p:nvPr/>
        </p:nvSpPr>
        <p:spPr>
          <a:xfrm>
            <a:off x="5973520" y="3669513"/>
            <a:ext cx="2280000" cy="4056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Saturn</a:t>
            </a:r>
            <a:endParaRPr b="1" i="0" sz="2000" u="none" cap="none" strike="noStrike">
              <a:solidFill>
                <a:schemeClr val="dk1"/>
              </a:solidFill>
              <a:latin typeface="IBM Plex Mono"/>
              <a:ea typeface="IBM Plex Mono"/>
              <a:cs typeface="IBM Plex Mono"/>
              <a:sym typeface="IBM Plex Mono"/>
            </a:endParaRPr>
          </a:p>
        </p:txBody>
      </p:sp>
      <p:sp>
        <p:nvSpPr>
          <p:cNvPr id="15168" name="Google Shape;15168;p27"/>
          <p:cNvSpPr txBox="1"/>
          <p:nvPr/>
        </p:nvSpPr>
        <p:spPr>
          <a:xfrm>
            <a:off x="5973513" y="3998963"/>
            <a:ext cx="2280000" cy="609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was named after a Roman god</a:t>
            </a:r>
            <a:endParaRPr b="0" i="0" sz="1400" u="none" cap="none" strike="noStrike">
              <a:solidFill>
                <a:schemeClr val="dk1"/>
              </a:solidFill>
              <a:latin typeface="Poppins"/>
              <a:ea typeface="Poppins"/>
              <a:cs typeface="Poppins"/>
              <a:sym typeface="Poppins"/>
            </a:endParaRPr>
          </a:p>
        </p:txBody>
      </p:sp>
      <p:grpSp>
        <p:nvGrpSpPr>
          <p:cNvPr id="15169" name="Google Shape;15169;p27"/>
          <p:cNvGrpSpPr/>
          <p:nvPr/>
        </p:nvGrpSpPr>
        <p:grpSpPr>
          <a:xfrm>
            <a:off x="5568459" y="3669517"/>
            <a:ext cx="285579" cy="285597"/>
            <a:chOff x="5204821" y="3669529"/>
            <a:chExt cx="285579" cy="285597"/>
          </a:xfrm>
        </p:grpSpPr>
        <p:sp>
          <p:nvSpPr>
            <p:cNvPr id="15170" name="Google Shape;15170;p27"/>
            <p:cNvSpPr/>
            <p:nvPr/>
          </p:nvSpPr>
          <p:spPr>
            <a:xfrm>
              <a:off x="5204821" y="3669529"/>
              <a:ext cx="285579" cy="285597"/>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1" name="Google Shape;15171;p27"/>
            <p:cNvSpPr/>
            <p:nvPr/>
          </p:nvSpPr>
          <p:spPr>
            <a:xfrm>
              <a:off x="5261536" y="3726235"/>
              <a:ext cx="172110" cy="172121"/>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15172" name="Google Shape;15172;p27" title="Gráfico">
            <a:hlinkClick r:id="rId4"/>
          </p:cNvPr>
          <p:cNvPicPr preferRelativeResize="0"/>
          <p:nvPr/>
        </p:nvPicPr>
        <p:blipFill rotWithShape="1">
          <a:blip r:embed="rId5">
            <a:alphaModFix/>
          </a:blip>
          <a:srcRect b="0" l="0" r="0" t="0"/>
          <a:stretch/>
        </p:blipFill>
        <p:spPr>
          <a:xfrm>
            <a:off x="890488" y="1214000"/>
            <a:ext cx="4234601" cy="2984700"/>
          </a:xfrm>
          <a:prstGeom prst="rect">
            <a:avLst/>
          </a:prstGeom>
          <a:noFill/>
          <a:ln>
            <a:noFill/>
          </a:ln>
        </p:spPr>
      </p:pic>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76" name="Shape 15176"/>
        <p:cNvGrpSpPr/>
        <p:nvPr/>
      </p:nvGrpSpPr>
      <p:grpSpPr>
        <a:xfrm>
          <a:off x="0" y="0"/>
          <a:ext cx="0" cy="0"/>
          <a:chOff x="0" y="0"/>
          <a:chExt cx="0" cy="0"/>
        </a:xfrm>
      </p:grpSpPr>
      <p:sp>
        <p:nvSpPr>
          <p:cNvPr id="15177" name="Google Shape;15177;p2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This is a map</a:t>
            </a:r>
            <a:endParaRPr/>
          </a:p>
        </p:txBody>
      </p:sp>
      <p:grpSp>
        <p:nvGrpSpPr>
          <p:cNvPr id="15178" name="Google Shape;15178;p28"/>
          <p:cNvGrpSpPr/>
          <p:nvPr/>
        </p:nvGrpSpPr>
        <p:grpSpPr>
          <a:xfrm>
            <a:off x="2499891" y="1758510"/>
            <a:ext cx="4143916" cy="2207615"/>
            <a:chOff x="233350" y="949250"/>
            <a:chExt cx="7137300" cy="3802300"/>
          </a:xfrm>
        </p:grpSpPr>
        <p:sp>
          <p:nvSpPr>
            <p:cNvPr id="15179" name="Google Shape;15179;p2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0" name="Google Shape;15180;p2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1" name="Google Shape;15181;p2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2" name="Google Shape;15182;p2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3" name="Google Shape;15183;p2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4" name="Google Shape;15184;p2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5" name="Google Shape;15185;p2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6" name="Google Shape;15186;p2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7" name="Google Shape;15187;p2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8" name="Google Shape;15188;p2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9" name="Google Shape;15189;p2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0" name="Google Shape;15190;p2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1" name="Google Shape;15191;p2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2" name="Google Shape;15192;p2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3" name="Google Shape;15193;p2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4" name="Google Shape;15194;p2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5" name="Google Shape;15195;p2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6" name="Google Shape;15196;p2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7" name="Google Shape;15197;p2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8" name="Google Shape;15198;p2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9" name="Google Shape;15199;p2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0" name="Google Shape;15200;p2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1" name="Google Shape;15201;p2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2" name="Google Shape;15202;p2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3" name="Google Shape;15203;p2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4" name="Google Shape;15204;p2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5" name="Google Shape;15205;p2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6" name="Google Shape;15206;p2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7" name="Google Shape;15207;p2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8" name="Google Shape;15208;p2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9" name="Google Shape;15209;p2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0" name="Google Shape;15210;p2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1" name="Google Shape;15211;p2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2" name="Google Shape;15212;p2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3" name="Google Shape;15213;p2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4" name="Google Shape;15214;p2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5" name="Google Shape;15215;p2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6" name="Google Shape;15216;p2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7" name="Google Shape;15217;p2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8" name="Google Shape;15218;p2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9" name="Google Shape;15219;p2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0" name="Google Shape;15220;p2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1" name="Google Shape;15221;p2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2" name="Google Shape;15222;p2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3" name="Google Shape;15223;p2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4" name="Google Shape;15224;p2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5" name="Google Shape;15225;p2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6" name="Google Shape;15226;p2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7" name="Google Shape;15227;p2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8" name="Google Shape;15228;p2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9" name="Google Shape;15229;p2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230" name="Google Shape;15230;p28"/>
          <p:cNvSpPr txBox="1"/>
          <p:nvPr/>
        </p:nvSpPr>
        <p:spPr>
          <a:xfrm>
            <a:off x="6881275" y="1860476"/>
            <a:ext cx="1549500" cy="7872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1" i="0" lang="en" sz="1400" u="none" cap="none" strike="noStrike">
                <a:solidFill>
                  <a:schemeClr val="dk1"/>
                </a:solidFill>
                <a:latin typeface="Poppins"/>
                <a:ea typeface="Poppins"/>
                <a:cs typeface="Poppins"/>
                <a:sym typeface="Poppins"/>
              </a:rPr>
              <a:t>Neptune </a:t>
            </a:r>
            <a:r>
              <a:rPr b="0" i="0" lang="en" sz="1400" u="none" cap="none" strike="noStrike">
                <a:solidFill>
                  <a:schemeClr val="dk1"/>
                </a:solidFill>
                <a:latin typeface="Poppins"/>
                <a:ea typeface="Poppins"/>
                <a:cs typeface="Poppins"/>
                <a:sym typeface="Poppins"/>
              </a:rPr>
              <a:t>is the farthest planet from the Sun</a:t>
            </a:r>
            <a:endParaRPr b="0" i="0" sz="1400" u="none" cap="none" strike="noStrike">
              <a:solidFill>
                <a:schemeClr val="dk1"/>
              </a:solidFill>
              <a:latin typeface="Poppins"/>
              <a:ea typeface="Poppins"/>
              <a:cs typeface="Poppins"/>
              <a:sym typeface="Poppins"/>
            </a:endParaRPr>
          </a:p>
        </p:txBody>
      </p:sp>
      <p:sp>
        <p:nvSpPr>
          <p:cNvPr id="15231" name="Google Shape;15231;p28"/>
          <p:cNvSpPr txBox="1"/>
          <p:nvPr/>
        </p:nvSpPr>
        <p:spPr>
          <a:xfrm>
            <a:off x="6881275" y="3058852"/>
            <a:ext cx="1549500" cy="504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China</a:t>
            </a:r>
            <a:endParaRPr b="1" i="0" sz="2000" u="none" cap="none" strike="noStrike">
              <a:solidFill>
                <a:schemeClr val="dk1"/>
              </a:solidFill>
              <a:latin typeface="IBM Plex Mono"/>
              <a:ea typeface="IBM Plex Mono"/>
              <a:cs typeface="IBM Plex Mono"/>
              <a:sym typeface="IBM Plex Mono"/>
            </a:endParaRPr>
          </a:p>
        </p:txBody>
      </p:sp>
      <p:sp>
        <p:nvSpPr>
          <p:cNvPr id="15232" name="Google Shape;15232;p28"/>
          <p:cNvSpPr txBox="1"/>
          <p:nvPr/>
        </p:nvSpPr>
        <p:spPr>
          <a:xfrm>
            <a:off x="720000" y="1432700"/>
            <a:ext cx="1542300" cy="504000"/>
          </a:xfrm>
          <a:prstGeom prst="rect">
            <a:avLst/>
          </a:prstGeom>
          <a:noFill/>
          <a:ln>
            <a:noFill/>
          </a:ln>
        </p:spPr>
        <p:txBody>
          <a:bodyPr anchorCtr="0" anchor="ctr" bIns="91425" lIns="91425" spcFirstLastPara="1" rIns="91425" wrap="square" tIns="91425">
            <a:noAutofit/>
          </a:bodyPr>
          <a:lstStyle/>
          <a:p>
            <a:pPr indent="0" lvl="0" marL="0" marR="0" rtl="0" algn="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USA</a:t>
            </a:r>
            <a:endParaRPr b="1" i="0" sz="2000" u="none" cap="none" strike="noStrike">
              <a:solidFill>
                <a:schemeClr val="dk1"/>
              </a:solidFill>
              <a:latin typeface="IBM Plex Mono"/>
              <a:ea typeface="IBM Plex Mono"/>
              <a:cs typeface="IBM Plex Mono"/>
              <a:sym typeface="IBM Plex Mono"/>
            </a:endParaRPr>
          </a:p>
        </p:txBody>
      </p:sp>
      <p:sp>
        <p:nvSpPr>
          <p:cNvPr id="15233" name="Google Shape;15233;p28"/>
          <p:cNvSpPr txBox="1"/>
          <p:nvPr/>
        </p:nvSpPr>
        <p:spPr>
          <a:xfrm>
            <a:off x="6881275" y="1432675"/>
            <a:ext cx="1549500" cy="504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Russia</a:t>
            </a:r>
            <a:endParaRPr b="1" i="0" sz="2000" u="none" cap="none" strike="noStrike">
              <a:solidFill>
                <a:schemeClr val="dk1"/>
              </a:solidFill>
              <a:latin typeface="IBM Plex Mono"/>
              <a:ea typeface="IBM Plex Mono"/>
              <a:cs typeface="IBM Plex Mono"/>
              <a:sym typeface="IBM Plex Mono"/>
            </a:endParaRPr>
          </a:p>
        </p:txBody>
      </p:sp>
      <p:sp>
        <p:nvSpPr>
          <p:cNvPr id="15234" name="Google Shape;15234;p28"/>
          <p:cNvSpPr txBox="1"/>
          <p:nvPr/>
        </p:nvSpPr>
        <p:spPr>
          <a:xfrm>
            <a:off x="720000" y="3486624"/>
            <a:ext cx="1542300" cy="787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Jupiter is the biggest planet of them all</a:t>
            </a:r>
            <a:endParaRPr b="0" i="0" sz="1400" u="none" cap="none" strike="noStrike">
              <a:solidFill>
                <a:schemeClr val="dk1"/>
              </a:solidFill>
              <a:latin typeface="Poppins"/>
              <a:ea typeface="Poppins"/>
              <a:cs typeface="Poppins"/>
              <a:sym typeface="Poppins"/>
            </a:endParaRPr>
          </a:p>
        </p:txBody>
      </p:sp>
      <p:sp>
        <p:nvSpPr>
          <p:cNvPr id="15235" name="Google Shape;15235;p28"/>
          <p:cNvSpPr txBox="1"/>
          <p:nvPr/>
        </p:nvSpPr>
        <p:spPr>
          <a:xfrm>
            <a:off x="6881275" y="3486625"/>
            <a:ext cx="1549500" cy="7872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Saturn is </a:t>
            </a:r>
            <a:r>
              <a:rPr b="1" i="0" lang="en" sz="1400" u="none" cap="none" strike="noStrike">
                <a:solidFill>
                  <a:schemeClr val="dk1"/>
                </a:solidFill>
                <a:latin typeface="Poppins"/>
                <a:ea typeface="Poppins"/>
                <a:cs typeface="Poppins"/>
                <a:sym typeface="Poppins"/>
              </a:rPr>
              <a:t>a gas giant </a:t>
            </a:r>
            <a:r>
              <a:rPr b="0" i="0" lang="en" sz="1400" u="none" cap="none" strike="noStrike">
                <a:solidFill>
                  <a:schemeClr val="dk1"/>
                </a:solidFill>
                <a:latin typeface="Poppins"/>
                <a:ea typeface="Poppins"/>
                <a:cs typeface="Poppins"/>
                <a:sym typeface="Poppins"/>
              </a:rPr>
              <a:t>and has several rings</a:t>
            </a:r>
            <a:endParaRPr b="0" i="0" sz="1400" u="none" cap="none" strike="noStrike">
              <a:solidFill>
                <a:schemeClr val="dk1"/>
              </a:solidFill>
              <a:latin typeface="Poppins"/>
              <a:ea typeface="Poppins"/>
              <a:cs typeface="Poppins"/>
              <a:sym typeface="Poppins"/>
            </a:endParaRPr>
          </a:p>
        </p:txBody>
      </p:sp>
      <p:sp>
        <p:nvSpPr>
          <p:cNvPr id="15236" name="Google Shape;15236;p28"/>
          <p:cNvSpPr txBox="1"/>
          <p:nvPr/>
        </p:nvSpPr>
        <p:spPr>
          <a:xfrm>
            <a:off x="720000" y="3058864"/>
            <a:ext cx="1542300" cy="504000"/>
          </a:xfrm>
          <a:prstGeom prst="rect">
            <a:avLst/>
          </a:prstGeom>
          <a:noFill/>
          <a:ln>
            <a:noFill/>
          </a:ln>
        </p:spPr>
        <p:txBody>
          <a:bodyPr anchorCtr="0" anchor="ctr" bIns="91425" lIns="91425" spcFirstLastPara="1" rIns="91425" wrap="square" tIns="91425">
            <a:noAutofit/>
          </a:bodyPr>
          <a:lstStyle/>
          <a:p>
            <a:pPr indent="0" lvl="0" marL="0" marR="0" rtl="0" algn="r">
              <a:lnSpc>
                <a:spcPct val="115000"/>
              </a:lnSpc>
              <a:spcBef>
                <a:spcPts val="0"/>
              </a:spcBef>
              <a:spcAft>
                <a:spcPts val="0"/>
              </a:spcAft>
              <a:buClr>
                <a:srgbClr val="000000"/>
              </a:buClr>
              <a:buSzPts val="2000"/>
              <a:buFont typeface="Arial"/>
              <a:buNone/>
            </a:pPr>
            <a:r>
              <a:rPr b="1" i="0" lang="en" sz="2000" u="none" cap="none" strike="noStrike">
                <a:solidFill>
                  <a:schemeClr val="dk1"/>
                </a:solidFill>
                <a:latin typeface="IBM Plex Mono"/>
                <a:ea typeface="IBM Plex Mono"/>
                <a:cs typeface="IBM Plex Mono"/>
                <a:sym typeface="IBM Plex Mono"/>
              </a:rPr>
              <a:t>India</a:t>
            </a:r>
            <a:endParaRPr b="1" i="0" sz="2000" u="none" cap="none" strike="noStrike">
              <a:solidFill>
                <a:schemeClr val="dk1"/>
              </a:solidFill>
              <a:latin typeface="IBM Plex Mono"/>
              <a:ea typeface="IBM Plex Mono"/>
              <a:cs typeface="IBM Plex Mono"/>
              <a:sym typeface="IBM Plex Mono"/>
            </a:endParaRPr>
          </a:p>
        </p:txBody>
      </p:sp>
      <p:sp>
        <p:nvSpPr>
          <p:cNvPr id="15237" name="Google Shape;15237;p28"/>
          <p:cNvSpPr txBox="1"/>
          <p:nvPr/>
        </p:nvSpPr>
        <p:spPr>
          <a:xfrm>
            <a:off x="720000" y="1860472"/>
            <a:ext cx="1542300" cy="787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0"/>
              </a:spcAft>
              <a:buClr>
                <a:srgbClr val="000000"/>
              </a:buClr>
              <a:buSzPts val="1400"/>
              <a:buFont typeface="Arial"/>
              <a:buNone/>
            </a:pPr>
            <a:r>
              <a:rPr b="0" i="0" lang="en" sz="1400" u="none" cap="none" strike="noStrike">
                <a:solidFill>
                  <a:schemeClr val="dk1"/>
                </a:solidFill>
                <a:latin typeface="Poppins"/>
                <a:ea typeface="Poppins"/>
                <a:cs typeface="Poppins"/>
                <a:sym typeface="Poppins"/>
              </a:rPr>
              <a:t>Despite being red, Mars is </a:t>
            </a:r>
            <a:r>
              <a:rPr b="1" i="0" lang="en" sz="1400" u="none" cap="none" strike="noStrike">
                <a:solidFill>
                  <a:schemeClr val="dk1"/>
                </a:solidFill>
                <a:latin typeface="Poppins"/>
                <a:ea typeface="Poppins"/>
                <a:cs typeface="Poppins"/>
                <a:sym typeface="Poppins"/>
              </a:rPr>
              <a:t>very cold</a:t>
            </a:r>
            <a:endParaRPr b="1" i="0" sz="1400" u="none" cap="none" strike="noStrike">
              <a:solidFill>
                <a:schemeClr val="dk1"/>
              </a:solidFill>
              <a:latin typeface="Poppins"/>
              <a:ea typeface="Poppins"/>
              <a:cs typeface="Poppins"/>
              <a:sym typeface="Poppins"/>
            </a:endParaRPr>
          </a:p>
        </p:txBody>
      </p:sp>
      <p:cxnSp>
        <p:nvCxnSpPr>
          <p:cNvPr id="15238" name="Google Shape;15238;p28"/>
          <p:cNvCxnSpPr/>
          <p:nvPr/>
        </p:nvCxnSpPr>
        <p:spPr>
          <a:xfrm>
            <a:off x="2262300" y="1684700"/>
            <a:ext cx="852900" cy="563100"/>
          </a:xfrm>
          <a:prstGeom prst="bentConnector3">
            <a:avLst>
              <a:gd fmla="val 50000" name="adj1"/>
            </a:avLst>
          </a:prstGeom>
          <a:noFill/>
          <a:ln cap="flat" cmpd="sng" w="9525">
            <a:solidFill>
              <a:schemeClr val="lt2"/>
            </a:solidFill>
            <a:prstDash val="solid"/>
            <a:round/>
            <a:headEnd len="sm" w="sm" type="none"/>
            <a:tailEnd len="med" w="med" type="oval"/>
          </a:ln>
        </p:spPr>
      </p:cxnSp>
      <p:cxnSp>
        <p:nvCxnSpPr>
          <p:cNvPr id="15239" name="Google Shape;15239;p28"/>
          <p:cNvCxnSpPr>
            <a:stCxn id="15236" idx="3"/>
          </p:cNvCxnSpPr>
          <p:nvPr/>
        </p:nvCxnSpPr>
        <p:spPr>
          <a:xfrm flipH="1" rot="10800000">
            <a:off x="2262300" y="2817064"/>
            <a:ext cx="3161700" cy="493800"/>
          </a:xfrm>
          <a:prstGeom prst="bentConnector3">
            <a:avLst>
              <a:gd fmla="val 50000" name="adj1"/>
            </a:avLst>
          </a:prstGeom>
          <a:noFill/>
          <a:ln cap="flat" cmpd="sng" w="9525">
            <a:solidFill>
              <a:schemeClr val="lt2"/>
            </a:solidFill>
            <a:prstDash val="solid"/>
            <a:round/>
            <a:headEnd len="sm" w="sm" type="none"/>
            <a:tailEnd len="med" w="med" type="oval"/>
          </a:ln>
        </p:spPr>
      </p:cxnSp>
      <p:cxnSp>
        <p:nvCxnSpPr>
          <p:cNvPr id="15240" name="Google Shape;15240;p28"/>
          <p:cNvCxnSpPr>
            <a:stCxn id="15233" idx="1"/>
          </p:cNvCxnSpPr>
          <p:nvPr/>
        </p:nvCxnSpPr>
        <p:spPr>
          <a:xfrm flipH="1">
            <a:off x="5216875" y="1684675"/>
            <a:ext cx="1664400" cy="387000"/>
          </a:xfrm>
          <a:prstGeom prst="bentConnector3">
            <a:avLst>
              <a:gd fmla="val 50000" name="adj1"/>
            </a:avLst>
          </a:prstGeom>
          <a:noFill/>
          <a:ln cap="flat" cmpd="sng" w="9525">
            <a:solidFill>
              <a:schemeClr val="lt2"/>
            </a:solidFill>
            <a:prstDash val="solid"/>
            <a:round/>
            <a:headEnd len="sm" w="sm" type="none"/>
            <a:tailEnd len="med" w="med" type="oval"/>
          </a:ln>
        </p:spPr>
      </p:cxnSp>
      <p:cxnSp>
        <p:nvCxnSpPr>
          <p:cNvPr id="15241" name="Google Shape;15241;p28"/>
          <p:cNvCxnSpPr>
            <a:stCxn id="15231" idx="1"/>
          </p:cNvCxnSpPr>
          <p:nvPr/>
        </p:nvCxnSpPr>
        <p:spPr>
          <a:xfrm rot="10800000">
            <a:off x="5890075" y="2568652"/>
            <a:ext cx="991200" cy="742200"/>
          </a:xfrm>
          <a:prstGeom prst="bentConnector3">
            <a:avLst>
              <a:gd fmla="val 50000" name="adj1"/>
            </a:avLst>
          </a:prstGeom>
          <a:noFill/>
          <a:ln cap="flat" cmpd="sng" w="9525">
            <a:solidFill>
              <a:schemeClr val="lt2"/>
            </a:solidFill>
            <a:prstDash val="solid"/>
            <a:round/>
            <a:headEnd len="sm" w="sm" type="none"/>
            <a:tailEnd len="med" w="med" type="oval"/>
          </a:ln>
        </p:spPr>
      </p:cxn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5" name="Shape 15245"/>
        <p:cNvGrpSpPr/>
        <p:nvPr/>
      </p:nvGrpSpPr>
      <p:grpSpPr>
        <a:xfrm>
          <a:off x="0" y="0"/>
          <a:ext cx="0" cy="0"/>
          <a:chOff x="0" y="0"/>
          <a:chExt cx="0" cy="0"/>
        </a:xfrm>
      </p:grpSpPr>
      <p:grpSp>
        <p:nvGrpSpPr>
          <p:cNvPr id="15246" name="Google Shape;15246;p29"/>
          <p:cNvGrpSpPr/>
          <p:nvPr/>
        </p:nvGrpSpPr>
        <p:grpSpPr>
          <a:xfrm>
            <a:off x="3812690" y="1075164"/>
            <a:ext cx="4003052" cy="2972459"/>
            <a:chOff x="5138725" y="1338401"/>
            <a:chExt cx="3552900" cy="2638199"/>
          </a:xfrm>
        </p:grpSpPr>
        <p:sp>
          <p:nvSpPr>
            <p:cNvPr id="15247" name="Google Shape;15247;p29"/>
            <p:cNvSpPr/>
            <p:nvPr/>
          </p:nvSpPr>
          <p:spPr>
            <a:xfrm>
              <a:off x="5138725" y="1338401"/>
              <a:ext cx="3552900" cy="22863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8" name="Google Shape;15248;p29"/>
            <p:cNvSpPr/>
            <p:nvPr/>
          </p:nvSpPr>
          <p:spPr>
            <a:xfrm>
              <a:off x="6522475" y="3624700"/>
              <a:ext cx="785400" cy="2484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9" name="Google Shape;15249;p29"/>
            <p:cNvSpPr/>
            <p:nvPr/>
          </p:nvSpPr>
          <p:spPr>
            <a:xfrm>
              <a:off x="5884975" y="3873100"/>
              <a:ext cx="2060400" cy="1035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250" name="Google Shape;15250;p29"/>
          <p:cNvSpPr txBox="1"/>
          <p:nvPr>
            <p:ph type="title"/>
          </p:nvPr>
        </p:nvSpPr>
        <p:spPr>
          <a:xfrm>
            <a:off x="720000" y="1565925"/>
            <a:ext cx="2799000" cy="760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Mockups</a:t>
            </a:r>
            <a:endParaRPr/>
          </a:p>
        </p:txBody>
      </p:sp>
      <p:sp>
        <p:nvSpPr>
          <p:cNvPr id="15251" name="Google Shape;15251;p29"/>
          <p:cNvSpPr txBox="1"/>
          <p:nvPr>
            <p:ph idx="1" type="subTitle"/>
          </p:nvPr>
        </p:nvSpPr>
        <p:spPr>
          <a:xfrm>
            <a:off x="720000" y="2326750"/>
            <a:ext cx="2799000" cy="1125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rPr lang="en"/>
              <a:t>You can replace the images on the screen with your own work. Just right-click on them and select “Replace image”</a:t>
            </a:r>
            <a:endParaRPr/>
          </a:p>
        </p:txBody>
      </p:sp>
      <p:pic>
        <p:nvPicPr>
          <p:cNvPr id="15252" name="Google Shape;15252;p29"/>
          <p:cNvPicPr preferRelativeResize="0"/>
          <p:nvPr/>
        </p:nvPicPr>
        <p:blipFill rotWithShape="1">
          <a:blip r:embed="rId3">
            <a:alphaModFix/>
          </a:blip>
          <a:srcRect b="0" l="3891" r="3882" t="0"/>
          <a:stretch/>
        </p:blipFill>
        <p:spPr>
          <a:xfrm>
            <a:off x="3983789" y="1246750"/>
            <a:ext cx="3660749" cy="2232795"/>
          </a:xfrm>
          <a:prstGeom prst="rect">
            <a:avLst/>
          </a:prstGeom>
          <a:noFill/>
          <a:ln>
            <a:noFill/>
          </a:ln>
        </p:spPr>
      </p:pic>
      <p:grpSp>
        <p:nvGrpSpPr>
          <p:cNvPr id="15253" name="Google Shape;15253;p29"/>
          <p:cNvGrpSpPr/>
          <p:nvPr/>
        </p:nvGrpSpPr>
        <p:grpSpPr>
          <a:xfrm>
            <a:off x="7468200" y="1759222"/>
            <a:ext cx="1175700" cy="2288400"/>
            <a:chOff x="4414000" y="2320175"/>
            <a:chExt cx="1175700" cy="2288400"/>
          </a:xfrm>
        </p:grpSpPr>
        <p:sp>
          <p:nvSpPr>
            <p:cNvPr id="15254" name="Google Shape;15254;p29"/>
            <p:cNvSpPr/>
            <p:nvPr/>
          </p:nvSpPr>
          <p:spPr>
            <a:xfrm>
              <a:off x="4414000" y="2320175"/>
              <a:ext cx="1175700" cy="2288400"/>
            </a:xfrm>
            <a:prstGeom prst="rect">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5" name="Google Shape;15255;p29"/>
            <p:cNvSpPr/>
            <p:nvPr/>
          </p:nvSpPr>
          <p:spPr>
            <a:xfrm>
              <a:off x="4869550" y="4432225"/>
              <a:ext cx="264600" cy="1038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15256" name="Google Shape;15256;p29"/>
          <p:cNvPicPr preferRelativeResize="0"/>
          <p:nvPr/>
        </p:nvPicPr>
        <p:blipFill rotWithShape="1">
          <a:blip r:embed="rId4">
            <a:alphaModFix/>
          </a:blip>
          <a:srcRect b="0" l="9415" r="9414" t="0"/>
          <a:stretch/>
        </p:blipFill>
        <p:spPr>
          <a:xfrm>
            <a:off x="7551901" y="1818834"/>
            <a:ext cx="1008298" cy="1981724"/>
          </a:xfrm>
          <a:prstGeom prst="rect">
            <a:avLst/>
          </a:prstGeom>
          <a:noFill/>
          <a:ln>
            <a:noFill/>
          </a:ln>
        </p:spPr>
      </p:pic>
      <p:grpSp>
        <p:nvGrpSpPr>
          <p:cNvPr id="15257" name="Google Shape;15257;p29"/>
          <p:cNvGrpSpPr/>
          <p:nvPr/>
        </p:nvGrpSpPr>
        <p:grpSpPr>
          <a:xfrm>
            <a:off x="2734950" y="3980917"/>
            <a:ext cx="6577300" cy="134070"/>
            <a:chOff x="2734950" y="3980917"/>
            <a:chExt cx="6577300" cy="134070"/>
          </a:xfrm>
        </p:grpSpPr>
        <p:sp>
          <p:nvSpPr>
            <p:cNvPr id="15258" name="Google Shape;15258;p29"/>
            <p:cNvSpPr/>
            <p:nvPr/>
          </p:nvSpPr>
          <p:spPr>
            <a:xfrm rot="10800000">
              <a:off x="2734950" y="3980917"/>
              <a:ext cx="134070" cy="13407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5259" name="Google Shape;15259;p29"/>
            <p:cNvCxnSpPr/>
            <p:nvPr/>
          </p:nvCxnSpPr>
          <p:spPr>
            <a:xfrm rot="10800000">
              <a:off x="2831050" y="4047947"/>
              <a:ext cx="6481200" cy="0"/>
            </a:xfrm>
            <a:prstGeom prst="straightConnector1">
              <a:avLst/>
            </a:prstGeom>
            <a:noFill/>
            <a:ln cap="flat" cmpd="sng" w="9525">
              <a:solidFill>
                <a:schemeClr val="dk2"/>
              </a:solidFill>
              <a:prstDash val="solid"/>
              <a:round/>
              <a:headEnd len="sm" w="sm" type="none"/>
              <a:tailEnd len="sm" w="sm" type="none"/>
            </a:ln>
          </p:spPr>
        </p:cxnSp>
        <p:sp>
          <p:nvSpPr>
            <p:cNvPr id="15260" name="Google Shape;15260;p29"/>
            <p:cNvSpPr/>
            <p:nvPr/>
          </p:nvSpPr>
          <p:spPr>
            <a:xfrm rot="10800000">
              <a:off x="2765063" y="4011000"/>
              <a:ext cx="73844" cy="73844"/>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64" name="Shape 15264"/>
        <p:cNvGrpSpPr/>
        <p:nvPr/>
      </p:nvGrpSpPr>
      <p:grpSpPr>
        <a:xfrm>
          <a:off x="0" y="0"/>
          <a:ext cx="0" cy="0"/>
          <a:chOff x="0" y="0"/>
          <a:chExt cx="0" cy="0"/>
        </a:xfrm>
      </p:grpSpPr>
      <p:sp>
        <p:nvSpPr>
          <p:cNvPr id="15265" name="Google Shape;15265;p30"/>
          <p:cNvSpPr txBox="1"/>
          <p:nvPr>
            <p:ph type="title"/>
          </p:nvPr>
        </p:nvSpPr>
        <p:spPr>
          <a:xfrm>
            <a:off x="1157288" y="685275"/>
            <a:ext cx="4448100" cy="1058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Thanks!</a:t>
            </a:r>
            <a:endParaRPr/>
          </a:p>
        </p:txBody>
      </p:sp>
      <p:sp>
        <p:nvSpPr>
          <p:cNvPr id="15266" name="Google Shape;15266;p30"/>
          <p:cNvSpPr txBox="1"/>
          <p:nvPr>
            <p:ph idx="1" type="subTitle"/>
          </p:nvPr>
        </p:nvSpPr>
        <p:spPr>
          <a:xfrm>
            <a:off x="1157250" y="2203275"/>
            <a:ext cx="4448100" cy="1007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SzPts val="1400"/>
              <a:buNone/>
            </a:pPr>
            <a:r>
              <a:rPr lang="en"/>
              <a:t>youremail@freepik.com</a:t>
            </a:r>
            <a:endParaRPr/>
          </a:p>
          <a:p>
            <a:pPr indent="0" lvl="0" marL="0" rtl="0" algn="l">
              <a:lnSpc>
                <a:spcPct val="115000"/>
              </a:lnSpc>
              <a:spcBef>
                <a:spcPts val="0"/>
              </a:spcBef>
              <a:spcAft>
                <a:spcPts val="0"/>
              </a:spcAft>
              <a:buSzPts val="1400"/>
              <a:buNone/>
            </a:pPr>
            <a:r>
              <a:rPr lang="en"/>
              <a:t>+34 654 321 432</a:t>
            </a:r>
            <a:endParaRPr/>
          </a:p>
          <a:p>
            <a:pPr indent="0" lvl="0" marL="0" rtl="0" algn="l">
              <a:lnSpc>
                <a:spcPct val="115000"/>
              </a:lnSpc>
              <a:spcBef>
                <a:spcPts val="0"/>
              </a:spcBef>
              <a:spcAft>
                <a:spcPts val="0"/>
              </a:spcAft>
              <a:buSzPts val="1400"/>
              <a:buNone/>
            </a:pPr>
            <a:r>
              <a:rPr lang="en"/>
              <a:t>yourwebsite.com</a:t>
            </a:r>
            <a:endParaRPr/>
          </a:p>
        </p:txBody>
      </p:sp>
      <p:sp>
        <p:nvSpPr>
          <p:cNvPr id="15267" name="Google Shape;15267;p30"/>
          <p:cNvSpPr txBox="1"/>
          <p:nvPr>
            <p:ph idx="2" type="subTitle"/>
          </p:nvPr>
        </p:nvSpPr>
        <p:spPr>
          <a:xfrm>
            <a:off x="1157250" y="1800075"/>
            <a:ext cx="4448100" cy="385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2500"/>
              <a:buNone/>
            </a:pPr>
            <a:r>
              <a:rPr lang="en"/>
              <a:t>Do you have any questions?</a:t>
            </a:r>
            <a:endParaRPr/>
          </a:p>
        </p:txBody>
      </p:sp>
      <p:sp>
        <p:nvSpPr>
          <p:cNvPr id="15268" name="Google Shape;15268;p30"/>
          <p:cNvSpPr txBox="1"/>
          <p:nvPr/>
        </p:nvSpPr>
        <p:spPr>
          <a:xfrm>
            <a:off x="1157300" y="4197825"/>
            <a:ext cx="4151700" cy="260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000000"/>
              </a:buClr>
              <a:buSzPts val="1200"/>
              <a:buFont typeface="Arial"/>
              <a:buNone/>
            </a:pPr>
            <a:r>
              <a:rPr b="0" i="0" lang="en" sz="1200" u="none" cap="none" strike="noStrike">
                <a:solidFill>
                  <a:schemeClr val="dk1"/>
                </a:solidFill>
                <a:latin typeface="Poppins"/>
                <a:ea typeface="Poppins"/>
                <a:cs typeface="Poppins"/>
                <a:sym typeface="Poppins"/>
              </a:rPr>
              <a:t>Please keep this slide for attribution</a:t>
            </a:r>
            <a:endParaRPr b="0" i="0" sz="1200" u="none" cap="none" strike="noStrike">
              <a:solidFill>
                <a:schemeClr val="dk1"/>
              </a:solidFill>
              <a:latin typeface="Poppins"/>
              <a:ea typeface="Poppins"/>
              <a:cs typeface="Poppins"/>
              <a:sym typeface="Poppins"/>
            </a:endParaRPr>
          </a:p>
        </p:txBody>
      </p:sp>
      <p:grpSp>
        <p:nvGrpSpPr>
          <p:cNvPr id="15269" name="Google Shape;15269;p30"/>
          <p:cNvGrpSpPr/>
          <p:nvPr/>
        </p:nvGrpSpPr>
        <p:grpSpPr>
          <a:xfrm>
            <a:off x="5361478" y="2513937"/>
            <a:ext cx="597900" cy="385800"/>
            <a:chOff x="2289878" y="3082512"/>
            <a:chExt cx="597900" cy="385800"/>
          </a:xfrm>
        </p:grpSpPr>
        <p:sp>
          <p:nvSpPr>
            <p:cNvPr id="15270" name="Google Shape;15270;p30"/>
            <p:cNvSpPr/>
            <p:nvPr/>
          </p:nvSpPr>
          <p:spPr>
            <a:xfrm>
              <a:off x="2447030" y="3130409"/>
              <a:ext cx="282876" cy="28321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1" name="Google Shape;15271;p30"/>
            <p:cNvSpPr/>
            <p:nvPr/>
          </p:nvSpPr>
          <p:spPr>
            <a:xfrm>
              <a:off x="2289878"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72" name="Google Shape;15272;p30"/>
          <p:cNvGrpSpPr/>
          <p:nvPr/>
        </p:nvGrpSpPr>
        <p:grpSpPr>
          <a:xfrm>
            <a:off x="4573177" y="2513937"/>
            <a:ext cx="597900" cy="385800"/>
            <a:chOff x="1501577" y="3082512"/>
            <a:chExt cx="597900" cy="385800"/>
          </a:xfrm>
        </p:grpSpPr>
        <p:grpSp>
          <p:nvGrpSpPr>
            <p:cNvPr id="15273" name="Google Shape;15273;p30"/>
            <p:cNvGrpSpPr/>
            <p:nvPr/>
          </p:nvGrpSpPr>
          <p:grpSpPr>
            <a:xfrm>
              <a:off x="1659114" y="3130469"/>
              <a:ext cx="283212" cy="282899"/>
              <a:chOff x="3303268" y="3817349"/>
              <a:chExt cx="346056" cy="345674"/>
            </a:xfrm>
          </p:grpSpPr>
          <p:sp>
            <p:nvSpPr>
              <p:cNvPr id="15274" name="Google Shape;15274;p3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5" name="Google Shape;15275;p3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6" name="Google Shape;15276;p3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7" name="Google Shape;15277;p3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278" name="Google Shape;15278;p30"/>
            <p:cNvSpPr/>
            <p:nvPr/>
          </p:nvSpPr>
          <p:spPr>
            <a:xfrm>
              <a:off x="1501577"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79" name="Google Shape;15279;p30"/>
          <p:cNvGrpSpPr/>
          <p:nvPr/>
        </p:nvGrpSpPr>
        <p:grpSpPr>
          <a:xfrm>
            <a:off x="3784875" y="2513937"/>
            <a:ext cx="597900" cy="385800"/>
            <a:chOff x="713275" y="3082512"/>
            <a:chExt cx="597900" cy="385800"/>
          </a:xfrm>
        </p:grpSpPr>
        <p:grpSp>
          <p:nvGrpSpPr>
            <p:cNvPr id="15280" name="Google Shape;15280;p30"/>
            <p:cNvGrpSpPr/>
            <p:nvPr/>
          </p:nvGrpSpPr>
          <p:grpSpPr>
            <a:xfrm>
              <a:off x="870716" y="3133963"/>
              <a:ext cx="283558" cy="283245"/>
              <a:chOff x="3752358" y="3817349"/>
              <a:chExt cx="346056" cy="345674"/>
            </a:xfrm>
          </p:grpSpPr>
          <p:sp>
            <p:nvSpPr>
              <p:cNvPr id="15281" name="Google Shape;15281;p3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2" name="Google Shape;15282;p3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3" name="Google Shape;15283;p3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4" name="Google Shape;15284;p3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285" name="Google Shape;15285;p30"/>
            <p:cNvSpPr/>
            <p:nvPr/>
          </p:nvSpPr>
          <p:spPr>
            <a:xfrm>
              <a:off x="713275" y="3082512"/>
              <a:ext cx="597900" cy="3858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86" name="Google Shape;15286;p30"/>
          <p:cNvGrpSpPr/>
          <p:nvPr/>
        </p:nvGrpSpPr>
        <p:grpSpPr>
          <a:xfrm flipH="1" rot="10800000">
            <a:off x="6773992" y="-1205455"/>
            <a:ext cx="4151820" cy="5527899"/>
            <a:chOff x="6309526" y="836950"/>
            <a:chExt cx="3920510" cy="5219924"/>
          </a:xfrm>
        </p:grpSpPr>
        <p:pic>
          <p:nvPicPr>
            <p:cNvPr id="15287" name="Google Shape;15287;p30"/>
            <p:cNvPicPr preferRelativeResize="0"/>
            <p:nvPr/>
          </p:nvPicPr>
          <p:blipFill rotWithShape="1">
            <a:blip r:embed="rId3">
              <a:alphaModFix/>
            </a:blip>
            <a:srcRect b="26177" l="16960" r="7121" t="24718"/>
            <a:stretch/>
          </p:blipFill>
          <p:spPr>
            <a:xfrm>
              <a:off x="6309535" y="3064650"/>
              <a:ext cx="3920501" cy="2992224"/>
            </a:xfrm>
            <a:prstGeom prst="rect">
              <a:avLst/>
            </a:prstGeom>
            <a:noFill/>
            <a:ln>
              <a:noFill/>
            </a:ln>
          </p:spPr>
        </p:pic>
        <p:sp>
          <p:nvSpPr>
            <p:cNvPr id="15288" name="Google Shape;15288;p30"/>
            <p:cNvSpPr/>
            <p:nvPr/>
          </p:nvSpPr>
          <p:spPr>
            <a:xfrm rot="10800000">
              <a:off x="7535449" y="2941132"/>
              <a:ext cx="981776" cy="2307791"/>
            </a:xfrm>
            <a:custGeom>
              <a:rect b="b" l="l" r="r" t="t"/>
              <a:pathLst>
                <a:path extrusionOk="0" h="56267" w="23937">
                  <a:moveTo>
                    <a:pt x="12997" y="1"/>
                  </a:moveTo>
                  <a:lnTo>
                    <a:pt x="12784" y="214"/>
                  </a:lnTo>
                  <a:lnTo>
                    <a:pt x="23098" y="10513"/>
                  </a:lnTo>
                  <a:cubicBezTo>
                    <a:pt x="23434" y="10864"/>
                    <a:pt x="23632" y="11321"/>
                    <a:pt x="23632" y="11808"/>
                  </a:cubicBezTo>
                  <a:cubicBezTo>
                    <a:pt x="23632" y="12311"/>
                    <a:pt x="23434" y="12768"/>
                    <a:pt x="23098" y="13104"/>
                  </a:cubicBezTo>
                  <a:lnTo>
                    <a:pt x="21925" y="14261"/>
                  </a:lnTo>
                  <a:cubicBezTo>
                    <a:pt x="21575" y="14627"/>
                    <a:pt x="21110" y="14810"/>
                    <a:pt x="20642" y="14810"/>
                  </a:cubicBezTo>
                  <a:cubicBezTo>
                    <a:pt x="20173" y="14810"/>
                    <a:pt x="19701" y="14627"/>
                    <a:pt x="19335" y="14261"/>
                  </a:cubicBezTo>
                  <a:lnTo>
                    <a:pt x="16958" y="11885"/>
                  </a:lnTo>
                  <a:cubicBezTo>
                    <a:pt x="16547" y="11489"/>
                    <a:pt x="16029" y="11260"/>
                    <a:pt x="15435" y="11260"/>
                  </a:cubicBezTo>
                  <a:cubicBezTo>
                    <a:pt x="14841" y="11260"/>
                    <a:pt x="14307" y="11489"/>
                    <a:pt x="13911" y="11885"/>
                  </a:cubicBezTo>
                  <a:lnTo>
                    <a:pt x="12525" y="13271"/>
                  </a:lnTo>
                  <a:cubicBezTo>
                    <a:pt x="12129" y="13698"/>
                    <a:pt x="11900" y="14231"/>
                    <a:pt x="11900" y="14795"/>
                  </a:cubicBezTo>
                  <a:cubicBezTo>
                    <a:pt x="11900" y="15374"/>
                    <a:pt x="12129" y="15922"/>
                    <a:pt x="12525" y="16318"/>
                  </a:cubicBezTo>
                  <a:cubicBezTo>
                    <a:pt x="12860" y="16669"/>
                    <a:pt x="13058" y="17126"/>
                    <a:pt x="13058" y="17629"/>
                  </a:cubicBezTo>
                  <a:cubicBezTo>
                    <a:pt x="13058" y="18116"/>
                    <a:pt x="12860" y="18573"/>
                    <a:pt x="12525" y="18924"/>
                  </a:cubicBezTo>
                  <a:lnTo>
                    <a:pt x="11489" y="19944"/>
                  </a:lnTo>
                  <a:cubicBezTo>
                    <a:pt x="11154" y="20295"/>
                    <a:pt x="10696" y="20478"/>
                    <a:pt x="10209" y="20478"/>
                  </a:cubicBezTo>
                  <a:lnTo>
                    <a:pt x="9569" y="20478"/>
                  </a:lnTo>
                  <a:cubicBezTo>
                    <a:pt x="8990" y="20478"/>
                    <a:pt x="8457" y="20706"/>
                    <a:pt x="8045" y="21102"/>
                  </a:cubicBezTo>
                  <a:lnTo>
                    <a:pt x="3353" y="25810"/>
                  </a:lnTo>
                  <a:cubicBezTo>
                    <a:pt x="2515" y="26648"/>
                    <a:pt x="2515" y="28004"/>
                    <a:pt x="3353" y="28842"/>
                  </a:cubicBezTo>
                  <a:lnTo>
                    <a:pt x="10529" y="36018"/>
                  </a:lnTo>
                  <a:cubicBezTo>
                    <a:pt x="10864" y="36369"/>
                    <a:pt x="11062" y="36826"/>
                    <a:pt x="11062" y="37313"/>
                  </a:cubicBezTo>
                  <a:cubicBezTo>
                    <a:pt x="11062" y="37801"/>
                    <a:pt x="10864" y="38273"/>
                    <a:pt x="10529" y="38608"/>
                  </a:cubicBezTo>
                  <a:lnTo>
                    <a:pt x="8198" y="40940"/>
                  </a:lnTo>
                  <a:cubicBezTo>
                    <a:pt x="7802" y="41351"/>
                    <a:pt x="7573" y="41884"/>
                    <a:pt x="7573" y="42463"/>
                  </a:cubicBezTo>
                  <a:lnTo>
                    <a:pt x="7573" y="47720"/>
                  </a:lnTo>
                  <a:cubicBezTo>
                    <a:pt x="7573" y="48207"/>
                    <a:pt x="7390" y="48664"/>
                    <a:pt x="7040" y="49015"/>
                  </a:cubicBezTo>
                  <a:lnTo>
                    <a:pt x="1" y="56054"/>
                  </a:lnTo>
                  <a:lnTo>
                    <a:pt x="199" y="56267"/>
                  </a:lnTo>
                  <a:lnTo>
                    <a:pt x="7268" y="49274"/>
                  </a:lnTo>
                  <a:cubicBezTo>
                    <a:pt x="7664" y="48862"/>
                    <a:pt x="7893" y="48329"/>
                    <a:pt x="7893" y="47750"/>
                  </a:cubicBezTo>
                  <a:lnTo>
                    <a:pt x="7893" y="42494"/>
                  </a:lnTo>
                  <a:cubicBezTo>
                    <a:pt x="7893" y="42006"/>
                    <a:pt x="8091" y="41549"/>
                    <a:pt x="8426" y="41199"/>
                  </a:cubicBezTo>
                  <a:lnTo>
                    <a:pt x="10757" y="38883"/>
                  </a:lnTo>
                  <a:cubicBezTo>
                    <a:pt x="11154" y="38456"/>
                    <a:pt x="11382" y="37923"/>
                    <a:pt x="11382" y="37359"/>
                  </a:cubicBezTo>
                  <a:cubicBezTo>
                    <a:pt x="11382" y="36765"/>
                    <a:pt x="11154" y="36232"/>
                    <a:pt x="10757" y="35835"/>
                  </a:cubicBezTo>
                  <a:lnTo>
                    <a:pt x="3581" y="28644"/>
                  </a:lnTo>
                  <a:cubicBezTo>
                    <a:pt x="2850" y="27943"/>
                    <a:pt x="2850" y="26785"/>
                    <a:pt x="3581" y="26054"/>
                  </a:cubicBezTo>
                  <a:lnTo>
                    <a:pt x="8274" y="21346"/>
                  </a:lnTo>
                  <a:cubicBezTo>
                    <a:pt x="8624" y="21011"/>
                    <a:pt x="9081" y="20813"/>
                    <a:pt x="9569" y="20813"/>
                  </a:cubicBezTo>
                  <a:lnTo>
                    <a:pt x="10209" y="20813"/>
                  </a:lnTo>
                  <a:cubicBezTo>
                    <a:pt x="10788" y="20813"/>
                    <a:pt x="11321" y="20584"/>
                    <a:pt x="11732" y="20188"/>
                  </a:cubicBezTo>
                  <a:lnTo>
                    <a:pt x="12753" y="19167"/>
                  </a:lnTo>
                  <a:cubicBezTo>
                    <a:pt x="13149" y="18741"/>
                    <a:pt x="13378" y="18208"/>
                    <a:pt x="13378" y="17644"/>
                  </a:cubicBezTo>
                  <a:cubicBezTo>
                    <a:pt x="13378" y="17050"/>
                    <a:pt x="13149" y="16516"/>
                    <a:pt x="12753" y="16120"/>
                  </a:cubicBezTo>
                  <a:cubicBezTo>
                    <a:pt x="12418" y="15770"/>
                    <a:pt x="12220" y="15313"/>
                    <a:pt x="12220" y="14825"/>
                  </a:cubicBezTo>
                  <a:cubicBezTo>
                    <a:pt x="12220" y="14322"/>
                    <a:pt x="12418" y="13865"/>
                    <a:pt x="12753" y="13530"/>
                  </a:cubicBezTo>
                  <a:lnTo>
                    <a:pt x="14140" y="12128"/>
                  </a:lnTo>
                  <a:cubicBezTo>
                    <a:pt x="14490" y="11793"/>
                    <a:pt x="14947" y="11595"/>
                    <a:pt x="15435" y="11595"/>
                  </a:cubicBezTo>
                  <a:cubicBezTo>
                    <a:pt x="15938" y="11595"/>
                    <a:pt x="16395" y="11793"/>
                    <a:pt x="16730" y="12128"/>
                  </a:cubicBezTo>
                  <a:lnTo>
                    <a:pt x="19107" y="14520"/>
                  </a:lnTo>
                  <a:cubicBezTo>
                    <a:pt x="19526" y="14939"/>
                    <a:pt x="20074" y="15149"/>
                    <a:pt x="20623" y="15149"/>
                  </a:cubicBezTo>
                  <a:cubicBezTo>
                    <a:pt x="21171" y="15149"/>
                    <a:pt x="21720" y="14939"/>
                    <a:pt x="22139" y="14520"/>
                  </a:cubicBezTo>
                  <a:lnTo>
                    <a:pt x="23297" y="13347"/>
                  </a:lnTo>
                  <a:cubicBezTo>
                    <a:pt x="23708" y="12936"/>
                    <a:pt x="23936" y="12403"/>
                    <a:pt x="23936" y="11824"/>
                  </a:cubicBezTo>
                  <a:cubicBezTo>
                    <a:pt x="23936" y="11260"/>
                    <a:pt x="23708" y="10711"/>
                    <a:pt x="23297" y="10300"/>
                  </a:cubicBezTo>
                  <a:lnTo>
                    <a:pt x="12997" y="1"/>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9" name="Google Shape;15289;p30"/>
            <p:cNvSpPr/>
            <p:nvPr/>
          </p:nvSpPr>
          <p:spPr>
            <a:xfrm rot="10800000">
              <a:off x="7694795" y="2941747"/>
              <a:ext cx="981776" cy="2307791"/>
            </a:xfrm>
            <a:custGeom>
              <a:rect b="b" l="l" r="r" t="t"/>
              <a:pathLst>
                <a:path extrusionOk="0" h="56267" w="23937">
                  <a:moveTo>
                    <a:pt x="12997" y="0"/>
                  </a:moveTo>
                  <a:lnTo>
                    <a:pt x="12784" y="214"/>
                  </a:lnTo>
                  <a:lnTo>
                    <a:pt x="23098" y="10513"/>
                  </a:lnTo>
                  <a:cubicBezTo>
                    <a:pt x="23434" y="10848"/>
                    <a:pt x="23632" y="11305"/>
                    <a:pt x="23632" y="11808"/>
                  </a:cubicBezTo>
                  <a:cubicBezTo>
                    <a:pt x="23632" y="12296"/>
                    <a:pt x="23434" y="12753"/>
                    <a:pt x="23098" y="13103"/>
                  </a:cubicBezTo>
                  <a:lnTo>
                    <a:pt x="21925" y="14261"/>
                  </a:lnTo>
                  <a:cubicBezTo>
                    <a:pt x="21575" y="14627"/>
                    <a:pt x="21110" y="14810"/>
                    <a:pt x="20642" y="14810"/>
                  </a:cubicBezTo>
                  <a:cubicBezTo>
                    <a:pt x="20173" y="14810"/>
                    <a:pt x="19701" y="14627"/>
                    <a:pt x="19335" y="14261"/>
                  </a:cubicBezTo>
                  <a:lnTo>
                    <a:pt x="16958" y="11884"/>
                  </a:lnTo>
                  <a:cubicBezTo>
                    <a:pt x="16547" y="11488"/>
                    <a:pt x="16029" y="11260"/>
                    <a:pt x="15435" y="11260"/>
                  </a:cubicBezTo>
                  <a:cubicBezTo>
                    <a:pt x="14840" y="11260"/>
                    <a:pt x="14307" y="11488"/>
                    <a:pt x="13911" y="11884"/>
                  </a:cubicBezTo>
                  <a:lnTo>
                    <a:pt x="12525" y="13271"/>
                  </a:lnTo>
                  <a:cubicBezTo>
                    <a:pt x="11687" y="14109"/>
                    <a:pt x="11687" y="15465"/>
                    <a:pt x="12525" y="16303"/>
                  </a:cubicBezTo>
                  <a:cubicBezTo>
                    <a:pt x="12860" y="16638"/>
                    <a:pt x="13058" y="17095"/>
                    <a:pt x="13058" y="17598"/>
                  </a:cubicBezTo>
                  <a:cubicBezTo>
                    <a:pt x="13058" y="18085"/>
                    <a:pt x="12860" y="18543"/>
                    <a:pt x="12525" y="18893"/>
                  </a:cubicBezTo>
                  <a:lnTo>
                    <a:pt x="11489" y="19914"/>
                  </a:lnTo>
                  <a:cubicBezTo>
                    <a:pt x="11153" y="20264"/>
                    <a:pt x="10696" y="20447"/>
                    <a:pt x="10193" y="20447"/>
                  </a:cubicBezTo>
                  <a:lnTo>
                    <a:pt x="9569" y="20447"/>
                  </a:lnTo>
                  <a:cubicBezTo>
                    <a:pt x="8975" y="20447"/>
                    <a:pt x="8441" y="20676"/>
                    <a:pt x="8045" y="21087"/>
                  </a:cubicBezTo>
                  <a:lnTo>
                    <a:pt x="3337" y="25780"/>
                  </a:lnTo>
                  <a:cubicBezTo>
                    <a:pt x="2941" y="26206"/>
                    <a:pt x="2713" y="26739"/>
                    <a:pt x="2713" y="27303"/>
                  </a:cubicBezTo>
                  <a:cubicBezTo>
                    <a:pt x="2713" y="27897"/>
                    <a:pt x="2941" y="28431"/>
                    <a:pt x="3337" y="28827"/>
                  </a:cubicBezTo>
                  <a:lnTo>
                    <a:pt x="10529" y="36018"/>
                  </a:lnTo>
                  <a:cubicBezTo>
                    <a:pt x="11245" y="36719"/>
                    <a:pt x="11245" y="37877"/>
                    <a:pt x="10529" y="38608"/>
                  </a:cubicBezTo>
                  <a:lnTo>
                    <a:pt x="8198" y="40924"/>
                  </a:lnTo>
                  <a:cubicBezTo>
                    <a:pt x="7801" y="41351"/>
                    <a:pt x="7573" y="41884"/>
                    <a:pt x="7573" y="42448"/>
                  </a:cubicBezTo>
                  <a:lnTo>
                    <a:pt x="7573" y="47704"/>
                  </a:lnTo>
                  <a:cubicBezTo>
                    <a:pt x="7573" y="48207"/>
                    <a:pt x="7375" y="48664"/>
                    <a:pt x="7040" y="48999"/>
                  </a:cubicBezTo>
                  <a:lnTo>
                    <a:pt x="1" y="56053"/>
                  </a:lnTo>
                  <a:lnTo>
                    <a:pt x="199" y="56267"/>
                  </a:lnTo>
                  <a:lnTo>
                    <a:pt x="7268" y="49212"/>
                  </a:lnTo>
                  <a:cubicBezTo>
                    <a:pt x="7664" y="48801"/>
                    <a:pt x="7893" y="48268"/>
                    <a:pt x="7893" y="47689"/>
                  </a:cubicBezTo>
                  <a:lnTo>
                    <a:pt x="7893" y="42432"/>
                  </a:lnTo>
                  <a:cubicBezTo>
                    <a:pt x="7893" y="41945"/>
                    <a:pt x="8091" y="41473"/>
                    <a:pt x="8426" y="41137"/>
                  </a:cubicBezTo>
                  <a:lnTo>
                    <a:pt x="10757" y="38806"/>
                  </a:lnTo>
                  <a:cubicBezTo>
                    <a:pt x="11595" y="37984"/>
                    <a:pt x="11595" y="36628"/>
                    <a:pt x="10757" y="35790"/>
                  </a:cubicBezTo>
                  <a:lnTo>
                    <a:pt x="3581" y="28598"/>
                  </a:lnTo>
                  <a:cubicBezTo>
                    <a:pt x="3231" y="28263"/>
                    <a:pt x="3048" y="27806"/>
                    <a:pt x="3048" y="27318"/>
                  </a:cubicBezTo>
                  <a:cubicBezTo>
                    <a:pt x="3048" y="26816"/>
                    <a:pt x="3231" y="26359"/>
                    <a:pt x="3581" y="26023"/>
                  </a:cubicBezTo>
                  <a:lnTo>
                    <a:pt x="8274" y="21346"/>
                  </a:lnTo>
                  <a:cubicBezTo>
                    <a:pt x="8624" y="21011"/>
                    <a:pt x="9081" y="20813"/>
                    <a:pt x="9569" y="20813"/>
                  </a:cubicBezTo>
                  <a:lnTo>
                    <a:pt x="10209" y="20813"/>
                  </a:lnTo>
                  <a:cubicBezTo>
                    <a:pt x="10788" y="20813"/>
                    <a:pt x="11321" y="20584"/>
                    <a:pt x="11732" y="20188"/>
                  </a:cubicBezTo>
                  <a:lnTo>
                    <a:pt x="12753" y="19152"/>
                  </a:lnTo>
                  <a:cubicBezTo>
                    <a:pt x="13149" y="18741"/>
                    <a:pt x="13378" y="18207"/>
                    <a:pt x="13378" y="17628"/>
                  </a:cubicBezTo>
                  <a:cubicBezTo>
                    <a:pt x="13378" y="17049"/>
                    <a:pt x="13149" y="16516"/>
                    <a:pt x="12753" y="16105"/>
                  </a:cubicBezTo>
                  <a:cubicBezTo>
                    <a:pt x="12037" y="15404"/>
                    <a:pt x="12037" y="14246"/>
                    <a:pt x="12753" y="13515"/>
                  </a:cubicBezTo>
                  <a:lnTo>
                    <a:pt x="14140" y="12128"/>
                  </a:lnTo>
                  <a:cubicBezTo>
                    <a:pt x="14490" y="11793"/>
                    <a:pt x="14947" y="11595"/>
                    <a:pt x="15435" y="11595"/>
                  </a:cubicBezTo>
                  <a:cubicBezTo>
                    <a:pt x="15937" y="11595"/>
                    <a:pt x="16395" y="11793"/>
                    <a:pt x="16730" y="12128"/>
                  </a:cubicBezTo>
                  <a:lnTo>
                    <a:pt x="19106" y="14505"/>
                  </a:lnTo>
                  <a:cubicBezTo>
                    <a:pt x="19525" y="14924"/>
                    <a:pt x="20074" y="15133"/>
                    <a:pt x="20622" y="15133"/>
                  </a:cubicBezTo>
                  <a:cubicBezTo>
                    <a:pt x="21171" y="15133"/>
                    <a:pt x="21719" y="14924"/>
                    <a:pt x="22138" y="14505"/>
                  </a:cubicBezTo>
                  <a:lnTo>
                    <a:pt x="23296" y="13347"/>
                  </a:lnTo>
                  <a:cubicBezTo>
                    <a:pt x="23708" y="12936"/>
                    <a:pt x="23936" y="12402"/>
                    <a:pt x="23936" y="11823"/>
                  </a:cubicBezTo>
                  <a:cubicBezTo>
                    <a:pt x="23936" y="11229"/>
                    <a:pt x="23708" y="10696"/>
                    <a:pt x="23296" y="10300"/>
                  </a:cubicBezTo>
                  <a:lnTo>
                    <a:pt x="12997" y="0"/>
                  </a:lnTo>
                  <a:close/>
                </a:path>
              </a:pathLst>
            </a:custGeom>
            <a:gradFill>
              <a:gsLst>
                <a:gs pos="0">
                  <a:schemeClr val="lt2"/>
                </a:gs>
                <a:gs pos="40000">
                  <a:srgbClr val="FF9900">
                    <a:alpha val="40392"/>
                  </a:srgbClr>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0" name="Google Shape;15290;p30"/>
            <p:cNvSpPr/>
            <p:nvPr/>
          </p:nvSpPr>
          <p:spPr>
            <a:xfrm>
              <a:off x="6309526" y="836950"/>
              <a:ext cx="3153315" cy="5119205"/>
            </a:xfrm>
            <a:custGeom>
              <a:rect b="b" l="l" r="r" t="t"/>
              <a:pathLst>
                <a:path extrusionOk="0" h="124813" w="76882">
                  <a:moveTo>
                    <a:pt x="76668" y="0"/>
                  </a:moveTo>
                  <a:lnTo>
                    <a:pt x="63260" y="13408"/>
                  </a:lnTo>
                  <a:cubicBezTo>
                    <a:pt x="62879" y="13789"/>
                    <a:pt x="62879" y="14398"/>
                    <a:pt x="63260" y="14779"/>
                  </a:cubicBezTo>
                  <a:lnTo>
                    <a:pt x="69857" y="21376"/>
                  </a:lnTo>
                  <a:cubicBezTo>
                    <a:pt x="70116" y="21620"/>
                    <a:pt x="70116" y="22046"/>
                    <a:pt x="69857" y="22305"/>
                  </a:cubicBezTo>
                  <a:lnTo>
                    <a:pt x="46546" y="45616"/>
                  </a:lnTo>
                  <a:cubicBezTo>
                    <a:pt x="46417" y="45738"/>
                    <a:pt x="46245" y="45799"/>
                    <a:pt x="46074" y="45799"/>
                  </a:cubicBezTo>
                  <a:cubicBezTo>
                    <a:pt x="45903" y="45799"/>
                    <a:pt x="45731" y="45738"/>
                    <a:pt x="45602" y="45616"/>
                  </a:cubicBezTo>
                  <a:lnTo>
                    <a:pt x="39020" y="39019"/>
                  </a:lnTo>
                  <a:cubicBezTo>
                    <a:pt x="38822" y="38836"/>
                    <a:pt x="38593" y="38745"/>
                    <a:pt x="38334" y="38745"/>
                  </a:cubicBezTo>
                  <a:cubicBezTo>
                    <a:pt x="38060" y="38745"/>
                    <a:pt x="37831" y="38836"/>
                    <a:pt x="37649" y="39019"/>
                  </a:cubicBezTo>
                  <a:lnTo>
                    <a:pt x="23357" y="53311"/>
                  </a:lnTo>
                  <a:cubicBezTo>
                    <a:pt x="22976" y="53691"/>
                    <a:pt x="22976" y="54301"/>
                    <a:pt x="23357" y="54682"/>
                  </a:cubicBezTo>
                  <a:lnTo>
                    <a:pt x="40833" y="72142"/>
                  </a:lnTo>
                  <a:cubicBezTo>
                    <a:pt x="40939" y="72279"/>
                    <a:pt x="41016" y="72432"/>
                    <a:pt x="41016" y="72614"/>
                  </a:cubicBezTo>
                  <a:cubicBezTo>
                    <a:pt x="41016" y="72812"/>
                    <a:pt x="40955" y="72965"/>
                    <a:pt x="40833" y="73102"/>
                  </a:cubicBezTo>
                  <a:lnTo>
                    <a:pt x="27090" y="86830"/>
                  </a:lnTo>
                  <a:cubicBezTo>
                    <a:pt x="26907" y="87028"/>
                    <a:pt x="26816" y="87256"/>
                    <a:pt x="26816" y="87515"/>
                  </a:cubicBezTo>
                  <a:lnTo>
                    <a:pt x="26816" y="96276"/>
                  </a:lnTo>
                  <a:cubicBezTo>
                    <a:pt x="26816" y="96459"/>
                    <a:pt x="26755" y="96611"/>
                    <a:pt x="26618" y="96748"/>
                  </a:cubicBezTo>
                  <a:lnTo>
                    <a:pt x="13225" y="110140"/>
                  </a:lnTo>
                  <a:cubicBezTo>
                    <a:pt x="13103" y="110270"/>
                    <a:pt x="12940" y="110335"/>
                    <a:pt x="12772" y="110335"/>
                  </a:cubicBezTo>
                  <a:cubicBezTo>
                    <a:pt x="12604" y="110335"/>
                    <a:pt x="12433" y="110270"/>
                    <a:pt x="12296" y="110140"/>
                  </a:cubicBezTo>
                  <a:lnTo>
                    <a:pt x="7618" y="105448"/>
                  </a:lnTo>
                  <a:cubicBezTo>
                    <a:pt x="7428" y="105257"/>
                    <a:pt x="7180" y="105162"/>
                    <a:pt x="6933" y="105162"/>
                  </a:cubicBezTo>
                  <a:cubicBezTo>
                    <a:pt x="6685" y="105162"/>
                    <a:pt x="6438" y="105257"/>
                    <a:pt x="6247" y="105448"/>
                  </a:cubicBezTo>
                  <a:lnTo>
                    <a:pt x="381" y="111314"/>
                  </a:lnTo>
                  <a:cubicBezTo>
                    <a:pt x="1" y="111695"/>
                    <a:pt x="1" y="112304"/>
                    <a:pt x="381" y="112685"/>
                  </a:cubicBezTo>
                  <a:lnTo>
                    <a:pt x="5059" y="117378"/>
                  </a:lnTo>
                  <a:cubicBezTo>
                    <a:pt x="5181" y="117515"/>
                    <a:pt x="5257" y="117667"/>
                    <a:pt x="5257" y="117850"/>
                  </a:cubicBezTo>
                  <a:cubicBezTo>
                    <a:pt x="5257" y="118048"/>
                    <a:pt x="5196" y="118200"/>
                    <a:pt x="5059" y="118322"/>
                  </a:cubicBezTo>
                  <a:lnTo>
                    <a:pt x="3231" y="120150"/>
                  </a:lnTo>
                  <a:cubicBezTo>
                    <a:pt x="2850" y="120531"/>
                    <a:pt x="2850" y="121141"/>
                    <a:pt x="3231" y="121522"/>
                  </a:cubicBezTo>
                  <a:lnTo>
                    <a:pt x="5059" y="123365"/>
                  </a:lnTo>
                  <a:cubicBezTo>
                    <a:pt x="5333" y="123609"/>
                    <a:pt x="5333" y="124020"/>
                    <a:pt x="5059" y="124295"/>
                  </a:cubicBezTo>
                  <a:cubicBezTo>
                    <a:pt x="4914" y="124432"/>
                    <a:pt x="4754" y="124489"/>
                    <a:pt x="4602" y="124489"/>
                  </a:cubicBezTo>
                  <a:cubicBezTo>
                    <a:pt x="4449" y="124489"/>
                    <a:pt x="4305" y="124432"/>
                    <a:pt x="4190" y="124340"/>
                  </a:cubicBezTo>
                  <a:cubicBezTo>
                    <a:pt x="3962" y="124173"/>
                    <a:pt x="3825" y="123838"/>
                    <a:pt x="4038" y="123487"/>
                  </a:cubicBezTo>
                  <a:lnTo>
                    <a:pt x="3764" y="123335"/>
                  </a:lnTo>
                  <a:lnTo>
                    <a:pt x="3764" y="123335"/>
                  </a:lnTo>
                  <a:cubicBezTo>
                    <a:pt x="3459" y="123838"/>
                    <a:pt x="3672" y="124356"/>
                    <a:pt x="3992" y="124599"/>
                  </a:cubicBezTo>
                  <a:cubicBezTo>
                    <a:pt x="4175" y="124736"/>
                    <a:pt x="4373" y="124813"/>
                    <a:pt x="4602" y="124813"/>
                  </a:cubicBezTo>
                  <a:cubicBezTo>
                    <a:pt x="4830" y="124813"/>
                    <a:pt x="5059" y="124736"/>
                    <a:pt x="5272" y="124477"/>
                  </a:cubicBezTo>
                  <a:cubicBezTo>
                    <a:pt x="5455" y="124295"/>
                    <a:pt x="5562" y="124066"/>
                    <a:pt x="5562" y="123792"/>
                  </a:cubicBezTo>
                  <a:cubicBezTo>
                    <a:pt x="5562" y="123533"/>
                    <a:pt x="5455" y="123304"/>
                    <a:pt x="5272" y="123106"/>
                  </a:cubicBezTo>
                  <a:lnTo>
                    <a:pt x="3444" y="121278"/>
                  </a:lnTo>
                  <a:cubicBezTo>
                    <a:pt x="3170" y="121034"/>
                    <a:pt x="3170" y="120623"/>
                    <a:pt x="3444" y="120349"/>
                  </a:cubicBezTo>
                  <a:lnTo>
                    <a:pt x="5272" y="118520"/>
                  </a:lnTo>
                  <a:cubicBezTo>
                    <a:pt x="5455" y="118337"/>
                    <a:pt x="5562" y="118094"/>
                    <a:pt x="5562" y="117835"/>
                  </a:cubicBezTo>
                  <a:cubicBezTo>
                    <a:pt x="5562" y="117576"/>
                    <a:pt x="5455" y="117332"/>
                    <a:pt x="5272" y="117149"/>
                  </a:cubicBezTo>
                  <a:lnTo>
                    <a:pt x="579" y="112456"/>
                  </a:lnTo>
                  <a:cubicBezTo>
                    <a:pt x="320" y="112213"/>
                    <a:pt x="320" y="111801"/>
                    <a:pt x="579" y="111527"/>
                  </a:cubicBezTo>
                  <a:lnTo>
                    <a:pt x="6445" y="105661"/>
                  </a:lnTo>
                  <a:cubicBezTo>
                    <a:pt x="6575" y="105532"/>
                    <a:pt x="6742" y="105467"/>
                    <a:pt x="6912" y="105467"/>
                  </a:cubicBezTo>
                  <a:cubicBezTo>
                    <a:pt x="7081" y="105467"/>
                    <a:pt x="7253" y="105532"/>
                    <a:pt x="7390" y="105661"/>
                  </a:cubicBezTo>
                  <a:lnTo>
                    <a:pt x="12067" y="110354"/>
                  </a:lnTo>
                  <a:cubicBezTo>
                    <a:pt x="12265" y="110537"/>
                    <a:pt x="12494" y="110643"/>
                    <a:pt x="12753" y="110643"/>
                  </a:cubicBezTo>
                  <a:cubicBezTo>
                    <a:pt x="13027" y="110643"/>
                    <a:pt x="13256" y="110537"/>
                    <a:pt x="13439" y="110354"/>
                  </a:cubicBezTo>
                  <a:lnTo>
                    <a:pt x="26831" y="96961"/>
                  </a:lnTo>
                  <a:cubicBezTo>
                    <a:pt x="27014" y="96779"/>
                    <a:pt x="27120" y="96550"/>
                    <a:pt x="27120" y="96276"/>
                  </a:cubicBezTo>
                  <a:lnTo>
                    <a:pt x="27120" y="87469"/>
                  </a:lnTo>
                  <a:cubicBezTo>
                    <a:pt x="27120" y="87287"/>
                    <a:pt x="27166" y="87134"/>
                    <a:pt x="27303" y="86997"/>
                  </a:cubicBezTo>
                  <a:lnTo>
                    <a:pt x="41031" y="73270"/>
                  </a:lnTo>
                  <a:cubicBezTo>
                    <a:pt x="41412" y="72889"/>
                    <a:pt x="41412" y="72279"/>
                    <a:pt x="41031" y="71898"/>
                  </a:cubicBezTo>
                  <a:lnTo>
                    <a:pt x="23571" y="54438"/>
                  </a:lnTo>
                  <a:cubicBezTo>
                    <a:pt x="23312" y="54194"/>
                    <a:pt x="23312" y="53768"/>
                    <a:pt x="23571" y="53509"/>
                  </a:cubicBezTo>
                  <a:lnTo>
                    <a:pt x="37862" y="39217"/>
                  </a:lnTo>
                  <a:cubicBezTo>
                    <a:pt x="37984" y="39095"/>
                    <a:pt x="38155" y="39035"/>
                    <a:pt x="38327" y="39035"/>
                  </a:cubicBezTo>
                  <a:cubicBezTo>
                    <a:pt x="38498" y="39035"/>
                    <a:pt x="38669" y="39095"/>
                    <a:pt x="38791" y="39217"/>
                  </a:cubicBezTo>
                  <a:lnTo>
                    <a:pt x="45373" y="45830"/>
                  </a:lnTo>
                  <a:cubicBezTo>
                    <a:pt x="45571" y="46013"/>
                    <a:pt x="45800" y="46119"/>
                    <a:pt x="46059" y="46119"/>
                  </a:cubicBezTo>
                  <a:cubicBezTo>
                    <a:pt x="46333" y="46119"/>
                    <a:pt x="46562" y="46013"/>
                    <a:pt x="46744" y="45830"/>
                  </a:cubicBezTo>
                  <a:lnTo>
                    <a:pt x="70055" y="22519"/>
                  </a:lnTo>
                  <a:cubicBezTo>
                    <a:pt x="70436" y="22138"/>
                    <a:pt x="70436" y="21528"/>
                    <a:pt x="70055" y="21148"/>
                  </a:cubicBezTo>
                  <a:lnTo>
                    <a:pt x="63473" y="14550"/>
                  </a:lnTo>
                  <a:cubicBezTo>
                    <a:pt x="63199" y="14307"/>
                    <a:pt x="63199" y="13895"/>
                    <a:pt x="63473" y="13621"/>
                  </a:cubicBezTo>
                  <a:lnTo>
                    <a:pt x="76881" y="213"/>
                  </a:lnTo>
                  <a:lnTo>
                    <a:pt x="76668" y="0"/>
                  </a:lnTo>
                  <a:close/>
                </a:path>
              </a:pathLst>
            </a:cu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291" name="Google Shape;15291;p30"/>
            <p:cNvGrpSpPr/>
            <p:nvPr/>
          </p:nvGrpSpPr>
          <p:grpSpPr>
            <a:xfrm>
              <a:off x="7280400" y="3719575"/>
              <a:ext cx="582050" cy="582425"/>
              <a:chOff x="959750" y="3039275"/>
              <a:chExt cx="582050" cy="582425"/>
            </a:xfrm>
          </p:grpSpPr>
          <p:sp>
            <p:nvSpPr>
              <p:cNvPr id="15292" name="Google Shape;15292;p30"/>
              <p:cNvSpPr/>
              <p:nvPr/>
            </p:nvSpPr>
            <p:spPr>
              <a:xfrm>
                <a:off x="959750" y="3498275"/>
                <a:ext cx="123450" cy="123425"/>
              </a:xfrm>
              <a:custGeom>
                <a:rect b="b" l="l" r="r" t="t"/>
                <a:pathLst>
                  <a:path extrusionOk="0" h="4937" w="4938">
                    <a:moveTo>
                      <a:pt x="1403" y="0"/>
                    </a:moveTo>
                    <a:lnTo>
                      <a:pt x="1" y="1402"/>
                    </a:lnTo>
                    <a:lnTo>
                      <a:pt x="3536" y="4937"/>
                    </a:lnTo>
                    <a:lnTo>
                      <a:pt x="4937" y="3535"/>
                    </a:lnTo>
                    <a:lnTo>
                      <a:pt x="1403"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3" name="Google Shape;15293;p30"/>
              <p:cNvSpPr/>
              <p:nvPr/>
            </p:nvSpPr>
            <p:spPr>
              <a:xfrm>
                <a:off x="1035950" y="3421700"/>
                <a:ext cx="123425" cy="123825"/>
              </a:xfrm>
              <a:custGeom>
                <a:rect b="b" l="l" r="r" t="t"/>
                <a:pathLst>
                  <a:path extrusionOk="0" h="4953" w="4937">
                    <a:moveTo>
                      <a:pt x="1402" y="1"/>
                    </a:moveTo>
                    <a:lnTo>
                      <a:pt x="0" y="1403"/>
                    </a:lnTo>
                    <a:lnTo>
                      <a:pt x="3535" y="4952"/>
                    </a:lnTo>
                    <a:lnTo>
                      <a:pt x="4937" y="3551"/>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4" name="Google Shape;15294;p30"/>
              <p:cNvSpPr/>
              <p:nvPr/>
            </p:nvSpPr>
            <p:spPr>
              <a:xfrm>
                <a:off x="1112500" y="3345525"/>
                <a:ext cx="123825" cy="123450"/>
              </a:xfrm>
              <a:custGeom>
                <a:rect b="b" l="l" r="r" t="t"/>
                <a:pathLst>
                  <a:path extrusionOk="0" h="4938" w="4953">
                    <a:moveTo>
                      <a:pt x="1402" y="1"/>
                    </a:moveTo>
                    <a:lnTo>
                      <a:pt x="1" y="1402"/>
                    </a:lnTo>
                    <a:lnTo>
                      <a:pt x="3551" y="4937"/>
                    </a:lnTo>
                    <a:lnTo>
                      <a:pt x="4952"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5" name="Google Shape;15295;p30"/>
              <p:cNvSpPr/>
              <p:nvPr/>
            </p:nvSpPr>
            <p:spPr>
              <a:xfrm>
                <a:off x="1188675" y="3268975"/>
                <a:ext cx="123825" cy="123425"/>
              </a:xfrm>
              <a:custGeom>
                <a:rect b="b" l="l" r="r" t="t"/>
                <a:pathLst>
                  <a:path extrusionOk="0" h="4937" w="4953">
                    <a:moveTo>
                      <a:pt x="1402" y="0"/>
                    </a:moveTo>
                    <a:lnTo>
                      <a:pt x="1" y="1402"/>
                    </a:lnTo>
                    <a:lnTo>
                      <a:pt x="3551" y="4937"/>
                    </a:lnTo>
                    <a:lnTo>
                      <a:pt x="4952" y="3550"/>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6" name="Google Shape;15296;p30"/>
              <p:cNvSpPr/>
              <p:nvPr/>
            </p:nvSpPr>
            <p:spPr>
              <a:xfrm>
                <a:off x="1265625" y="3192800"/>
                <a:ext cx="123425" cy="123425"/>
              </a:xfrm>
              <a:custGeom>
                <a:rect b="b" l="l" r="r" t="t"/>
                <a:pathLst>
                  <a:path extrusionOk="0" h="4937" w="4937">
                    <a:moveTo>
                      <a:pt x="1402" y="0"/>
                    </a:moveTo>
                    <a:lnTo>
                      <a:pt x="0" y="1386"/>
                    </a:lnTo>
                    <a:lnTo>
                      <a:pt x="3535" y="4936"/>
                    </a:lnTo>
                    <a:lnTo>
                      <a:pt x="4937" y="3535"/>
                    </a:lnTo>
                    <a:lnTo>
                      <a:pt x="1402" y="0"/>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7" name="Google Shape;15297;p30"/>
              <p:cNvSpPr/>
              <p:nvPr/>
            </p:nvSpPr>
            <p:spPr>
              <a:xfrm>
                <a:off x="1341800" y="3116225"/>
                <a:ext cx="123450" cy="123450"/>
              </a:xfrm>
              <a:custGeom>
                <a:rect b="b" l="l" r="r" t="t"/>
                <a:pathLst>
                  <a:path extrusionOk="0" h="4938" w="4938">
                    <a:moveTo>
                      <a:pt x="1402" y="1"/>
                    </a:moveTo>
                    <a:lnTo>
                      <a:pt x="1" y="1402"/>
                    </a:lnTo>
                    <a:lnTo>
                      <a:pt x="3535" y="4937"/>
                    </a:lnTo>
                    <a:lnTo>
                      <a:pt x="4937" y="3535"/>
                    </a:lnTo>
                    <a:lnTo>
                      <a:pt x="1402"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8" name="Google Shape;15298;p30"/>
              <p:cNvSpPr/>
              <p:nvPr/>
            </p:nvSpPr>
            <p:spPr>
              <a:xfrm>
                <a:off x="1418375" y="3039275"/>
                <a:ext cx="123425" cy="123825"/>
              </a:xfrm>
              <a:custGeom>
                <a:rect b="b" l="l" r="r" t="t"/>
                <a:pathLst>
                  <a:path extrusionOk="0" h="4953" w="4937">
                    <a:moveTo>
                      <a:pt x="1387" y="1"/>
                    </a:moveTo>
                    <a:lnTo>
                      <a:pt x="0" y="1403"/>
                    </a:lnTo>
                    <a:lnTo>
                      <a:pt x="3535" y="4953"/>
                    </a:lnTo>
                    <a:lnTo>
                      <a:pt x="4936" y="3551"/>
                    </a:lnTo>
                    <a:lnTo>
                      <a:pt x="1387" y="1"/>
                    </a:lnTo>
                    <a:close/>
                  </a:path>
                </a:pathLst>
              </a:custGeom>
              <a:gradFill>
                <a:gsLst>
                  <a:gs pos="0">
                    <a:srgbClr val="0C0A9E">
                      <a:alpha val="37254"/>
                    </a:srgbClr>
                  </a:gs>
                  <a:gs pos="100000">
                    <a:srgbClr val="FFFFFF">
                      <a:alpha val="37254"/>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99" name="Google Shape;15299;p30"/>
            <p:cNvGrpSpPr/>
            <p:nvPr/>
          </p:nvGrpSpPr>
          <p:grpSpPr>
            <a:xfrm>
              <a:off x="7728436" y="3524084"/>
              <a:ext cx="134004" cy="134004"/>
              <a:chOff x="8356813" y="1074288"/>
              <a:chExt cx="351900" cy="351900"/>
            </a:xfrm>
          </p:grpSpPr>
          <p:sp>
            <p:nvSpPr>
              <p:cNvPr id="15300" name="Google Shape;15300;p3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1" name="Google Shape;15301;p30"/>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02" name="Google Shape;15302;p30"/>
            <p:cNvGrpSpPr/>
            <p:nvPr/>
          </p:nvGrpSpPr>
          <p:grpSpPr>
            <a:xfrm>
              <a:off x="7344361" y="3150259"/>
              <a:ext cx="134004" cy="134004"/>
              <a:chOff x="8356813" y="1074288"/>
              <a:chExt cx="351900" cy="351900"/>
            </a:xfrm>
          </p:grpSpPr>
          <p:sp>
            <p:nvSpPr>
              <p:cNvPr id="15303" name="Google Shape;15303;p3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4" name="Google Shape;15304;p30"/>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05" name="Google Shape;15305;p30"/>
            <p:cNvGrpSpPr/>
            <p:nvPr/>
          </p:nvGrpSpPr>
          <p:grpSpPr>
            <a:xfrm>
              <a:off x="8337811" y="2464059"/>
              <a:ext cx="134004" cy="134004"/>
              <a:chOff x="8356813" y="1074288"/>
              <a:chExt cx="351900" cy="351900"/>
            </a:xfrm>
          </p:grpSpPr>
          <p:sp>
            <p:nvSpPr>
              <p:cNvPr id="15306" name="Google Shape;15306;p30"/>
              <p:cNvSpPr/>
              <p:nvPr/>
            </p:nvSpPr>
            <p:spPr>
              <a:xfrm>
                <a:off x="8356813" y="1074288"/>
                <a:ext cx="351900" cy="351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7" name="Google Shape;15307;p30"/>
              <p:cNvSpPr/>
              <p:nvPr/>
            </p:nvSpPr>
            <p:spPr>
              <a:xfrm>
                <a:off x="8406497" y="1123972"/>
                <a:ext cx="252600" cy="252600"/>
              </a:xfrm>
              <a:prstGeom prst="ellipse">
                <a:avLst/>
              </a:prstGeom>
              <a:gradFill>
                <a:gsLst>
                  <a:gs pos="0">
                    <a:srgbClr val="9900FF">
                      <a:alpha val="46274"/>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308" name="Google Shape;15308;p30"/>
            <p:cNvSpPr/>
            <p:nvPr/>
          </p:nvSpPr>
          <p:spPr>
            <a:xfrm>
              <a:off x="8430775" y="2842975"/>
              <a:ext cx="480893" cy="475828"/>
            </a:xfrm>
            <a:custGeom>
              <a:rect b="b" l="l" r="r" t="t"/>
              <a:pathLst>
                <a:path extrusionOk="0" h="35790" w="36171">
                  <a:moveTo>
                    <a:pt x="34030" y="1"/>
                  </a:moveTo>
                  <a:cubicBezTo>
                    <a:pt x="33531" y="1"/>
                    <a:pt x="33032" y="191"/>
                    <a:pt x="32651" y="572"/>
                  </a:cubicBezTo>
                  <a:cubicBezTo>
                    <a:pt x="31890" y="1334"/>
                    <a:pt x="31890" y="2568"/>
                    <a:pt x="32651" y="3330"/>
                  </a:cubicBezTo>
                  <a:cubicBezTo>
                    <a:pt x="33032" y="3711"/>
                    <a:pt x="33531" y="3901"/>
                    <a:pt x="34030" y="3901"/>
                  </a:cubicBezTo>
                  <a:cubicBezTo>
                    <a:pt x="34529" y="3901"/>
                    <a:pt x="35028" y="3711"/>
                    <a:pt x="35409" y="3330"/>
                  </a:cubicBezTo>
                  <a:cubicBezTo>
                    <a:pt x="36171" y="2568"/>
                    <a:pt x="36171" y="1334"/>
                    <a:pt x="35409" y="572"/>
                  </a:cubicBezTo>
                  <a:cubicBezTo>
                    <a:pt x="35028" y="191"/>
                    <a:pt x="34529" y="1"/>
                    <a:pt x="34030" y="1"/>
                  </a:cubicBezTo>
                  <a:close/>
                  <a:moveTo>
                    <a:pt x="27662" y="6385"/>
                  </a:moveTo>
                  <a:cubicBezTo>
                    <a:pt x="27163" y="6385"/>
                    <a:pt x="26664" y="6575"/>
                    <a:pt x="26283" y="6956"/>
                  </a:cubicBezTo>
                  <a:cubicBezTo>
                    <a:pt x="25521" y="7718"/>
                    <a:pt x="25521" y="8952"/>
                    <a:pt x="26283" y="9714"/>
                  </a:cubicBezTo>
                  <a:cubicBezTo>
                    <a:pt x="26664" y="10095"/>
                    <a:pt x="27163" y="10285"/>
                    <a:pt x="27662" y="10285"/>
                  </a:cubicBezTo>
                  <a:cubicBezTo>
                    <a:pt x="28161" y="10285"/>
                    <a:pt x="28660" y="10095"/>
                    <a:pt x="29040" y="9714"/>
                  </a:cubicBezTo>
                  <a:cubicBezTo>
                    <a:pt x="29802" y="8952"/>
                    <a:pt x="29802" y="7718"/>
                    <a:pt x="29040" y="6956"/>
                  </a:cubicBezTo>
                  <a:cubicBezTo>
                    <a:pt x="28660" y="6575"/>
                    <a:pt x="28161" y="6385"/>
                    <a:pt x="27662" y="6385"/>
                  </a:cubicBezTo>
                  <a:close/>
                  <a:moveTo>
                    <a:pt x="21285" y="12753"/>
                  </a:moveTo>
                  <a:cubicBezTo>
                    <a:pt x="20783" y="12753"/>
                    <a:pt x="20280" y="12944"/>
                    <a:pt x="19899" y="13325"/>
                  </a:cubicBezTo>
                  <a:cubicBezTo>
                    <a:pt x="19137" y="14086"/>
                    <a:pt x="19137" y="15336"/>
                    <a:pt x="19899" y="16097"/>
                  </a:cubicBezTo>
                  <a:cubicBezTo>
                    <a:pt x="20280" y="16478"/>
                    <a:pt x="20783" y="16669"/>
                    <a:pt x="21285" y="16669"/>
                  </a:cubicBezTo>
                  <a:cubicBezTo>
                    <a:pt x="21788" y="16669"/>
                    <a:pt x="22291" y="16478"/>
                    <a:pt x="22672" y="16097"/>
                  </a:cubicBezTo>
                  <a:cubicBezTo>
                    <a:pt x="23434" y="15336"/>
                    <a:pt x="23434" y="14086"/>
                    <a:pt x="22672" y="13325"/>
                  </a:cubicBezTo>
                  <a:cubicBezTo>
                    <a:pt x="22291" y="12944"/>
                    <a:pt x="21788" y="12753"/>
                    <a:pt x="21285" y="12753"/>
                  </a:cubicBezTo>
                  <a:close/>
                  <a:moveTo>
                    <a:pt x="14917" y="19128"/>
                  </a:moveTo>
                  <a:cubicBezTo>
                    <a:pt x="14415" y="19128"/>
                    <a:pt x="13913" y="19318"/>
                    <a:pt x="13530" y="19693"/>
                  </a:cubicBezTo>
                  <a:cubicBezTo>
                    <a:pt x="12768" y="20455"/>
                    <a:pt x="12768" y="21689"/>
                    <a:pt x="13530" y="22451"/>
                  </a:cubicBezTo>
                  <a:cubicBezTo>
                    <a:pt x="13911" y="22832"/>
                    <a:pt x="14410" y="23022"/>
                    <a:pt x="14909" y="23022"/>
                  </a:cubicBezTo>
                  <a:cubicBezTo>
                    <a:pt x="15408" y="23022"/>
                    <a:pt x="15907" y="22832"/>
                    <a:pt x="16288" y="22451"/>
                  </a:cubicBezTo>
                  <a:cubicBezTo>
                    <a:pt x="17050" y="21689"/>
                    <a:pt x="17050" y="20455"/>
                    <a:pt x="16288" y="19693"/>
                  </a:cubicBezTo>
                  <a:cubicBezTo>
                    <a:pt x="15909" y="19314"/>
                    <a:pt x="15413" y="19128"/>
                    <a:pt x="14917" y="19128"/>
                  </a:cubicBezTo>
                  <a:close/>
                  <a:moveTo>
                    <a:pt x="8525" y="25506"/>
                  </a:moveTo>
                  <a:cubicBezTo>
                    <a:pt x="8026" y="25506"/>
                    <a:pt x="7527" y="25696"/>
                    <a:pt x="7146" y="26077"/>
                  </a:cubicBezTo>
                  <a:cubicBezTo>
                    <a:pt x="6385" y="26839"/>
                    <a:pt x="6385" y="28073"/>
                    <a:pt x="7146" y="28835"/>
                  </a:cubicBezTo>
                  <a:cubicBezTo>
                    <a:pt x="7527" y="29216"/>
                    <a:pt x="8026" y="29406"/>
                    <a:pt x="8525" y="29406"/>
                  </a:cubicBezTo>
                  <a:cubicBezTo>
                    <a:pt x="9024" y="29406"/>
                    <a:pt x="9523" y="29216"/>
                    <a:pt x="9904" y="28835"/>
                  </a:cubicBezTo>
                  <a:cubicBezTo>
                    <a:pt x="10666" y="28073"/>
                    <a:pt x="10666" y="26839"/>
                    <a:pt x="9904" y="26077"/>
                  </a:cubicBezTo>
                  <a:cubicBezTo>
                    <a:pt x="9523" y="25696"/>
                    <a:pt x="9024" y="25506"/>
                    <a:pt x="8525" y="25506"/>
                  </a:cubicBezTo>
                  <a:close/>
                  <a:moveTo>
                    <a:pt x="2141" y="31874"/>
                  </a:moveTo>
                  <a:cubicBezTo>
                    <a:pt x="1642" y="31874"/>
                    <a:pt x="1143" y="32065"/>
                    <a:pt x="763" y="32446"/>
                  </a:cubicBezTo>
                  <a:cubicBezTo>
                    <a:pt x="1" y="33207"/>
                    <a:pt x="1" y="34457"/>
                    <a:pt x="763" y="35219"/>
                  </a:cubicBezTo>
                  <a:cubicBezTo>
                    <a:pt x="1143" y="35599"/>
                    <a:pt x="1642" y="35790"/>
                    <a:pt x="2141" y="35790"/>
                  </a:cubicBezTo>
                  <a:cubicBezTo>
                    <a:pt x="2640" y="35790"/>
                    <a:pt x="3139" y="35599"/>
                    <a:pt x="3520" y="35219"/>
                  </a:cubicBezTo>
                  <a:cubicBezTo>
                    <a:pt x="4282" y="34457"/>
                    <a:pt x="4282" y="33207"/>
                    <a:pt x="3520" y="32446"/>
                  </a:cubicBezTo>
                  <a:cubicBezTo>
                    <a:pt x="3139" y="32065"/>
                    <a:pt x="2640" y="31874"/>
                    <a:pt x="2141" y="31874"/>
                  </a:cubicBezTo>
                  <a:close/>
                </a:path>
              </a:pathLst>
            </a:custGeom>
            <a:gradFill>
              <a:gsLst>
                <a:gs pos="0">
                  <a:srgbClr val="EB9109">
                    <a:alpha val="46666"/>
                  </a:srgbClr>
                </a:gs>
                <a:gs pos="78000">
                  <a:srgbClr val="F5F8FF">
                    <a:alpha val="46666"/>
                  </a:srgbClr>
                </a:gs>
                <a:gs pos="100000">
                  <a:srgbClr val="F5F8FF">
                    <a:alpha val="46666"/>
                  </a:srgbClr>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309" name="Google Shape;15309;p30"/>
            <p:cNvGrpSpPr/>
            <p:nvPr/>
          </p:nvGrpSpPr>
          <p:grpSpPr>
            <a:xfrm>
              <a:off x="8337812" y="3492483"/>
              <a:ext cx="699928" cy="1651024"/>
              <a:chOff x="8337812" y="3492483"/>
              <a:chExt cx="699928" cy="1651024"/>
            </a:xfrm>
          </p:grpSpPr>
          <p:sp>
            <p:nvSpPr>
              <p:cNvPr id="15310" name="Google Shape;15310;p30"/>
              <p:cNvSpPr/>
              <p:nvPr/>
            </p:nvSpPr>
            <p:spPr>
              <a:xfrm>
                <a:off x="8337812" y="3492483"/>
                <a:ext cx="483116" cy="1013645"/>
              </a:xfrm>
              <a:custGeom>
                <a:rect b="b" l="l" r="r" t="t"/>
                <a:pathLst>
                  <a:path extrusionOk="0" h="24714" w="11779">
                    <a:moveTo>
                      <a:pt x="6735" y="1"/>
                    </a:moveTo>
                    <a:lnTo>
                      <a:pt x="1" y="6750"/>
                    </a:lnTo>
                    <a:lnTo>
                      <a:pt x="229" y="6964"/>
                    </a:lnTo>
                    <a:lnTo>
                      <a:pt x="6415" y="763"/>
                    </a:lnTo>
                    <a:lnTo>
                      <a:pt x="6415" y="13165"/>
                    </a:lnTo>
                    <a:lnTo>
                      <a:pt x="11458" y="13165"/>
                    </a:lnTo>
                    <a:lnTo>
                      <a:pt x="11458" y="24713"/>
                    </a:lnTo>
                    <a:lnTo>
                      <a:pt x="11778" y="24713"/>
                    </a:lnTo>
                    <a:lnTo>
                      <a:pt x="11778" y="12860"/>
                    </a:lnTo>
                    <a:lnTo>
                      <a:pt x="6735" y="12860"/>
                    </a:lnTo>
                    <a:lnTo>
                      <a:pt x="6735"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1" name="Google Shape;15311;p30"/>
              <p:cNvSpPr/>
              <p:nvPr/>
            </p:nvSpPr>
            <p:spPr>
              <a:xfrm>
                <a:off x="8698380" y="3916789"/>
                <a:ext cx="246869" cy="1226718"/>
              </a:xfrm>
              <a:custGeom>
                <a:rect b="b" l="l" r="r" t="t"/>
                <a:pathLst>
                  <a:path extrusionOk="0" h="29909" w="6019">
                    <a:moveTo>
                      <a:pt x="1" y="1"/>
                    </a:moveTo>
                    <a:lnTo>
                      <a:pt x="1" y="306"/>
                    </a:lnTo>
                    <a:lnTo>
                      <a:pt x="5699" y="306"/>
                    </a:lnTo>
                    <a:lnTo>
                      <a:pt x="5699"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2" name="Google Shape;15312;p30"/>
              <p:cNvSpPr/>
              <p:nvPr/>
            </p:nvSpPr>
            <p:spPr>
              <a:xfrm>
                <a:off x="8790871" y="3823684"/>
                <a:ext cx="246869" cy="1226718"/>
              </a:xfrm>
              <a:custGeom>
                <a:rect b="b" l="l" r="r" t="t"/>
                <a:pathLst>
                  <a:path extrusionOk="0" h="29909" w="6019">
                    <a:moveTo>
                      <a:pt x="1" y="1"/>
                    </a:moveTo>
                    <a:lnTo>
                      <a:pt x="1" y="305"/>
                    </a:lnTo>
                    <a:lnTo>
                      <a:pt x="5714" y="305"/>
                    </a:lnTo>
                    <a:lnTo>
                      <a:pt x="5714" y="29909"/>
                    </a:lnTo>
                    <a:lnTo>
                      <a:pt x="6019" y="29909"/>
                    </a:lnTo>
                    <a:lnTo>
                      <a:pt x="6019" y="1"/>
                    </a:lnTo>
                    <a:close/>
                  </a:path>
                </a:pathLst>
              </a:custGeom>
              <a:gradFill>
                <a:gsLst>
                  <a:gs pos="0">
                    <a:srgbClr val="0C0A9E">
                      <a:alpha val="36862"/>
                    </a:srgbClr>
                  </a:gs>
                  <a:gs pos="100000">
                    <a:srgbClr val="FFFFFF">
                      <a:alpha val="0"/>
                    </a:srgbClr>
                  </a:gs>
                </a:gsLst>
                <a:lin ang="1350003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13" name="Google Shape;15313;p30"/>
            <p:cNvGrpSpPr/>
            <p:nvPr/>
          </p:nvGrpSpPr>
          <p:grpSpPr>
            <a:xfrm>
              <a:off x="7945225" y="4302000"/>
              <a:ext cx="904666" cy="726121"/>
              <a:chOff x="7945225" y="4302000"/>
              <a:chExt cx="904666" cy="726121"/>
            </a:xfrm>
          </p:grpSpPr>
          <p:sp>
            <p:nvSpPr>
              <p:cNvPr id="15314" name="Google Shape;15314;p30"/>
              <p:cNvSpPr/>
              <p:nvPr/>
            </p:nvSpPr>
            <p:spPr>
              <a:xfrm>
                <a:off x="8176775" y="4445200"/>
                <a:ext cx="673116" cy="582921"/>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5" name="Google Shape;15315;p30"/>
              <p:cNvSpPr/>
              <p:nvPr/>
            </p:nvSpPr>
            <p:spPr>
              <a:xfrm>
                <a:off x="8164350" y="43020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6" name="Google Shape;15316;p30"/>
              <p:cNvSpPr/>
              <p:nvPr/>
            </p:nvSpPr>
            <p:spPr>
              <a:xfrm>
                <a:off x="7945225" y="4445200"/>
                <a:ext cx="480925" cy="416483"/>
              </a:xfrm>
              <a:custGeom>
                <a:rect b="b" l="l" r="r" t="t"/>
                <a:pathLst>
                  <a:path extrusionOk="0" h="44413" w="51285">
                    <a:moveTo>
                      <a:pt x="12814" y="0"/>
                    </a:moveTo>
                    <a:lnTo>
                      <a:pt x="0" y="22199"/>
                    </a:lnTo>
                    <a:lnTo>
                      <a:pt x="12814" y="44413"/>
                    </a:lnTo>
                    <a:lnTo>
                      <a:pt x="38471" y="44413"/>
                    </a:lnTo>
                    <a:lnTo>
                      <a:pt x="51285" y="22199"/>
                    </a:lnTo>
                    <a:lnTo>
                      <a:pt x="38471" y="0"/>
                    </a:lnTo>
                    <a:close/>
                  </a:path>
                </a:pathLst>
              </a:custGeom>
              <a:gradFill>
                <a:gsLst>
                  <a:gs pos="0">
                    <a:schemeClr val="lt1"/>
                  </a:gs>
                  <a:gs pos="22000">
                    <a:schemeClr val="lt1"/>
                  </a:gs>
                  <a:gs pos="45000">
                    <a:srgbClr val="FFFFFF">
                      <a:alpha val="0"/>
                    </a:srgbClr>
                  </a:gs>
                  <a:gs pos="100000">
                    <a:srgbClr val="0C0A9E">
                      <a:alpha val="49803"/>
                    </a:srgbClr>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317" name="Google Shape;15317;p30"/>
            <p:cNvSpPr/>
            <p:nvPr/>
          </p:nvSpPr>
          <p:spPr>
            <a:xfrm rot="5400000">
              <a:off x="7687039" y="1023058"/>
              <a:ext cx="1421047" cy="2833357"/>
            </a:xfrm>
            <a:custGeom>
              <a:rect b="b" l="l" r="r" t="t"/>
              <a:pathLst>
                <a:path extrusionOk="0" h="69081" w="34647">
                  <a:moveTo>
                    <a:pt x="34434" y="1"/>
                  </a:moveTo>
                  <a:lnTo>
                    <a:pt x="25429" y="8990"/>
                  </a:lnTo>
                  <a:lnTo>
                    <a:pt x="25383" y="9051"/>
                  </a:lnTo>
                  <a:lnTo>
                    <a:pt x="25383" y="32651"/>
                  </a:lnTo>
                  <a:lnTo>
                    <a:pt x="15130" y="42920"/>
                  </a:lnTo>
                  <a:lnTo>
                    <a:pt x="15084" y="42951"/>
                  </a:lnTo>
                  <a:lnTo>
                    <a:pt x="15084" y="60472"/>
                  </a:lnTo>
                  <a:lnTo>
                    <a:pt x="9614" y="65957"/>
                  </a:lnTo>
                  <a:lnTo>
                    <a:pt x="0" y="65957"/>
                  </a:lnTo>
                  <a:lnTo>
                    <a:pt x="0" y="69080"/>
                  </a:lnTo>
                  <a:lnTo>
                    <a:pt x="320" y="69080"/>
                  </a:lnTo>
                  <a:lnTo>
                    <a:pt x="320" y="66262"/>
                  </a:lnTo>
                  <a:lnTo>
                    <a:pt x="9751" y="66262"/>
                  </a:lnTo>
                  <a:lnTo>
                    <a:pt x="15389" y="60609"/>
                  </a:lnTo>
                  <a:lnTo>
                    <a:pt x="15389" y="43088"/>
                  </a:lnTo>
                  <a:lnTo>
                    <a:pt x="25658" y="32819"/>
                  </a:lnTo>
                  <a:lnTo>
                    <a:pt x="25688" y="32788"/>
                  </a:lnTo>
                  <a:lnTo>
                    <a:pt x="25688" y="9188"/>
                  </a:lnTo>
                  <a:lnTo>
                    <a:pt x="34647" y="214"/>
                  </a:lnTo>
                  <a:lnTo>
                    <a:pt x="34434" y="1"/>
                  </a:lnTo>
                  <a:close/>
                </a:path>
              </a:pathLst>
            </a:custGeom>
            <a:gradFill>
              <a:gsLst>
                <a:gs pos="0">
                  <a:schemeClr val="dk2"/>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18" name="Google Shape;15318;p30"/>
          <p:cNvGrpSpPr/>
          <p:nvPr/>
        </p:nvGrpSpPr>
        <p:grpSpPr>
          <a:xfrm>
            <a:off x="1234025" y="3961251"/>
            <a:ext cx="4558967" cy="134100"/>
            <a:chOff x="796100" y="3019701"/>
            <a:chExt cx="4558967" cy="134100"/>
          </a:xfrm>
        </p:grpSpPr>
        <p:sp>
          <p:nvSpPr>
            <p:cNvPr id="15319" name="Google Shape;15319;p30"/>
            <p:cNvSpPr/>
            <p:nvPr/>
          </p:nvSpPr>
          <p:spPr>
            <a:xfrm>
              <a:off x="5220967" y="3019701"/>
              <a:ext cx="134100" cy="134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5320" name="Google Shape;15320;p30"/>
            <p:cNvCxnSpPr/>
            <p:nvPr/>
          </p:nvCxnSpPr>
          <p:spPr>
            <a:xfrm>
              <a:off x="796100" y="3086750"/>
              <a:ext cx="4462800" cy="0"/>
            </a:xfrm>
            <a:prstGeom prst="straightConnector1">
              <a:avLst/>
            </a:prstGeom>
            <a:noFill/>
            <a:ln cap="flat" cmpd="sng" w="9525">
              <a:solidFill>
                <a:schemeClr val="dk2"/>
              </a:solidFill>
              <a:prstDash val="solid"/>
              <a:round/>
              <a:headEnd len="sm" w="sm" type="none"/>
              <a:tailEnd len="sm" w="sm" type="none"/>
            </a:ln>
          </p:spPr>
        </p:cxnSp>
        <p:sp>
          <p:nvSpPr>
            <p:cNvPr id="15321" name="Google Shape;15321;p30"/>
            <p:cNvSpPr/>
            <p:nvPr/>
          </p:nvSpPr>
          <p:spPr>
            <a:xfrm>
              <a:off x="5251079" y="3049843"/>
              <a:ext cx="73800" cy="73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25" name="Shape 15325"/>
        <p:cNvGrpSpPr/>
        <p:nvPr/>
      </p:nvGrpSpPr>
      <p:grpSpPr>
        <a:xfrm>
          <a:off x="0" y="0"/>
          <a:ext cx="0" cy="0"/>
          <a:chOff x="0" y="0"/>
          <a:chExt cx="0" cy="0"/>
        </a:xfrm>
      </p:grpSpPr>
      <p:grpSp>
        <p:nvGrpSpPr>
          <p:cNvPr id="15326" name="Google Shape;15326;p31"/>
          <p:cNvGrpSpPr/>
          <p:nvPr/>
        </p:nvGrpSpPr>
        <p:grpSpPr>
          <a:xfrm>
            <a:off x="932842" y="1339588"/>
            <a:ext cx="449582" cy="398132"/>
            <a:chOff x="713167" y="740543"/>
            <a:chExt cx="476707" cy="422153"/>
          </a:xfrm>
        </p:grpSpPr>
        <p:sp>
          <p:nvSpPr>
            <p:cNvPr id="15327" name="Google Shape;15327;p31"/>
            <p:cNvSpPr/>
            <p:nvPr/>
          </p:nvSpPr>
          <p:spPr>
            <a:xfrm>
              <a:off x="713167" y="740543"/>
              <a:ext cx="476707" cy="422153"/>
            </a:xfrm>
            <a:custGeom>
              <a:rect b="b" l="l" r="r" t="t"/>
              <a:pathLst>
                <a:path extrusionOk="0" h="11143" w="12583">
                  <a:moveTo>
                    <a:pt x="3671" y="1967"/>
                  </a:moveTo>
                  <a:lnTo>
                    <a:pt x="3671" y="4501"/>
                  </a:lnTo>
                  <a:cubicBezTo>
                    <a:pt x="3671" y="4596"/>
                    <a:pt x="3740" y="4681"/>
                    <a:pt x="3835" y="4691"/>
                  </a:cubicBezTo>
                  <a:cubicBezTo>
                    <a:pt x="3840" y="4691"/>
                    <a:pt x="3846" y="4691"/>
                    <a:pt x="3851" y="4691"/>
                  </a:cubicBezTo>
                  <a:cubicBezTo>
                    <a:pt x="3951" y="4691"/>
                    <a:pt x="4032" y="4609"/>
                    <a:pt x="4032" y="4507"/>
                  </a:cubicBezTo>
                  <a:lnTo>
                    <a:pt x="4032" y="1968"/>
                  </a:lnTo>
                  <a:lnTo>
                    <a:pt x="12223" y="1968"/>
                  </a:lnTo>
                  <a:lnTo>
                    <a:pt x="12223" y="10529"/>
                  </a:lnTo>
                  <a:lnTo>
                    <a:pt x="12222" y="10529"/>
                  </a:lnTo>
                  <a:cubicBezTo>
                    <a:pt x="12222" y="10667"/>
                    <a:pt x="12109" y="10780"/>
                    <a:pt x="11971" y="10780"/>
                  </a:cubicBezTo>
                  <a:lnTo>
                    <a:pt x="4030" y="10780"/>
                  </a:lnTo>
                  <a:lnTo>
                    <a:pt x="4030" y="5342"/>
                  </a:lnTo>
                  <a:cubicBezTo>
                    <a:pt x="4030" y="5254"/>
                    <a:pt x="3973" y="5174"/>
                    <a:pt x="3886" y="5157"/>
                  </a:cubicBezTo>
                  <a:cubicBezTo>
                    <a:pt x="3873" y="5154"/>
                    <a:pt x="3861" y="5153"/>
                    <a:pt x="3849" y="5153"/>
                  </a:cubicBezTo>
                  <a:cubicBezTo>
                    <a:pt x="3750" y="5153"/>
                    <a:pt x="3670" y="5236"/>
                    <a:pt x="3670" y="5337"/>
                  </a:cubicBezTo>
                  <a:lnTo>
                    <a:pt x="3670" y="10780"/>
                  </a:lnTo>
                  <a:lnTo>
                    <a:pt x="614" y="10780"/>
                  </a:lnTo>
                  <a:cubicBezTo>
                    <a:pt x="475" y="10780"/>
                    <a:pt x="362" y="10667"/>
                    <a:pt x="362" y="10529"/>
                  </a:cubicBezTo>
                  <a:lnTo>
                    <a:pt x="362" y="1967"/>
                  </a:lnTo>
                  <a:close/>
                  <a:moveTo>
                    <a:pt x="8476" y="1"/>
                  </a:moveTo>
                  <a:cubicBezTo>
                    <a:pt x="8476" y="1"/>
                    <a:pt x="8475" y="1"/>
                    <a:pt x="8474" y="1"/>
                  </a:cubicBezTo>
                  <a:lnTo>
                    <a:pt x="637" y="1"/>
                  </a:lnTo>
                  <a:cubicBezTo>
                    <a:pt x="295" y="1"/>
                    <a:pt x="16" y="278"/>
                    <a:pt x="0" y="622"/>
                  </a:cubicBezTo>
                  <a:lnTo>
                    <a:pt x="33" y="10521"/>
                  </a:lnTo>
                  <a:cubicBezTo>
                    <a:pt x="33" y="10865"/>
                    <a:pt x="310" y="11142"/>
                    <a:pt x="654" y="11142"/>
                  </a:cubicBezTo>
                  <a:lnTo>
                    <a:pt x="11961" y="11142"/>
                  </a:lnTo>
                  <a:cubicBezTo>
                    <a:pt x="12305" y="11142"/>
                    <a:pt x="12582" y="10865"/>
                    <a:pt x="12582" y="10521"/>
                  </a:cubicBezTo>
                  <a:lnTo>
                    <a:pt x="12582" y="623"/>
                  </a:lnTo>
                  <a:cubicBezTo>
                    <a:pt x="12582" y="278"/>
                    <a:pt x="12305" y="1"/>
                    <a:pt x="11964" y="1"/>
                  </a:cubicBezTo>
                  <a:lnTo>
                    <a:pt x="9348" y="1"/>
                  </a:lnTo>
                  <a:cubicBezTo>
                    <a:pt x="9253" y="1"/>
                    <a:pt x="9168" y="71"/>
                    <a:pt x="9159" y="165"/>
                  </a:cubicBezTo>
                  <a:cubicBezTo>
                    <a:pt x="9150" y="272"/>
                    <a:pt x="9234" y="361"/>
                    <a:pt x="9339" y="361"/>
                  </a:cubicBezTo>
                  <a:lnTo>
                    <a:pt x="11969" y="361"/>
                  </a:lnTo>
                  <a:cubicBezTo>
                    <a:pt x="12108" y="361"/>
                    <a:pt x="12221" y="474"/>
                    <a:pt x="12221" y="612"/>
                  </a:cubicBezTo>
                  <a:lnTo>
                    <a:pt x="12221" y="1574"/>
                  </a:lnTo>
                  <a:lnTo>
                    <a:pt x="360" y="1571"/>
                  </a:lnTo>
                  <a:lnTo>
                    <a:pt x="360" y="612"/>
                  </a:lnTo>
                  <a:cubicBezTo>
                    <a:pt x="360" y="474"/>
                    <a:pt x="472" y="361"/>
                    <a:pt x="611" y="361"/>
                  </a:cubicBezTo>
                  <a:lnTo>
                    <a:pt x="8474" y="361"/>
                  </a:lnTo>
                  <a:cubicBezTo>
                    <a:pt x="8474" y="361"/>
                    <a:pt x="8660" y="287"/>
                    <a:pt x="8660" y="184"/>
                  </a:cubicBezTo>
                  <a:cubicBezTo>
                    <a:pt x="8660" y="83"/>
                    <a:pt x="8578" y="1"/>
                    <a:pt x="847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8" name="Google Shape;15328;p31"/>
            <p:cNvSpPr/>
            <p:nvPr/>
          </p:nvSpPr>
          <p:spPr>
            <a:xfrm>
              <a:off x="756621" y="834914"/>
              <a:ext cx="37468" cy="13676"/>
            </a:xfrm>
            <a:custGeom>
              <a:rect b="b" l="l" r="r" t="t"/>
              <a:pathLst>
                <a:path extrusionOk="0" h="361" w="989">
                  <a:moveTo>
                    <a:pt x="198" y="0"/>
                  </a:moveTo>
                  <a:cubicBezTo>
                    <a:pt x="103" y="0"/>
                    <a:pt x="17" y="69"/>
                    <a:pt x="10" y="164"/>
                  </a:cubicBezTo>
                  <a:cubicBezTo>
                    <a:pt x="0" y="272"/>
                    <a:pt x="84" y="361"/>
                    <a:pt x="189" y="361"/>
                  </a:cubicBezTo>
                  <a:lnTo>
                    <a:pt x="791" y="361"/>
                  </a:lnTo>
                  <a:cubicBezTo>
                    <a:pt x="886" y="361"/>
                    <a:pt x="972" y="290"/>
                    <a:pt x="979" y="196"/>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9" name="Google Shape;15329;p31"/>
            <p:cNvSpPr/>
            <p:nvPr/>
          </p:nvSpPr>
          <p:spPr>
            <a:xfrm>
              <a:off x="756583" y="869617"/>
              <a:ext cx="37506" cy="13714"/>
            </a:xfrm>
            <a:custGeom>
              <a:rect b="b" l="l" r="r" t="t"/>
              <a:pathLst>
                <a:path extrusionOk="0" h="362" w="990">
                  <a:moveTo>
                    <a:pt x="198" y="1"/>
                  </a:moveTo>
                  <a:cubicBezTo>
                    <a:pt x="102" y="1"/>
                    <a:pt x="17" y="70"/>
                    <a:pt x="10" y="164"/>
                  </a:cubicBezTo>
                  <a:cubicBezTo>
                    <a:pt x="0" y="272"/>
                    <a:pt x="84" y="361"/>
                    <a:pt x="189" y="361"/>
                  </a:cubicBezTo>
                  <a:lnTo>
                    <a:pt x="792" y="361"/>
                  </a:lnTo>
                  <a:cubicBezTo>
                    <a:pt x="887" y="361"/>
                    <a:pt x="973" y="291"/>
                    <a:pt x="980" y="197"/>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0" name="Google Shape;15330;p31"/>
            <p:cNvSpPr/>
            <p:nvPr/>
          </p:nvSpPr>
          <p:spPr>
            <a:xfrm>
              <a:off x="756583" y="904395"/>
              <a:ext cx="37506" cy="13676"/>
            </a:xfrm>
            <a:custGeom>
              <a:rect b="b" l="l" r="r" t="t"/>
              <a:pathLst>
                <a:path extrusionOk="0" h="361" w="990">
                  <a:moveTo>
                    <a:pt x="198" y="0"/>
                  </a:moveTo>
                  <a:cubicBezTo>
                    <a:pt x="102" y="0"/>
                    <a:pt x="17" y="69"/>
                    <a:pt x="10" y="164"/>
                  </a:cubicBezTo>
                  <a:cubicBezTo>
                    <a:pt x="0" y="271"/>
                    <a:pt x="84" y="360"/>
                    <a:pt x="189" y="360"/>
                  </a:cubicBezTo>
                  <a:lnTo>
                    <a:pt x="792" y="360"/>
                  </a:lnTo>
                  <a:cubicBezTo>
                    <a:pt x="887" y="360"/>
                    <a:pt x="973" y="290"/>
                    <a:pt x="980" y="196"/>
                  </a:cubicBezTo>
                  <a:cubicBezTo>
                    <a:pt x="990" y="90"/>
                    <a:pt x="906" y="0"/>
                    <a:pt x="80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1" name="Google Shape;15331;p31"/>
            <p:cNvSpPr/>
            <p:nvPr/>
          </p:nvSpPr>
          <p:spPr>
            <a:xfrm>
              <a:off x="756621" y="939136"/>
              <a:ext cx="37468" cy="13676"/>
            </a:xfrm>
            <a:custGeom>
              <a:rect b="b" l="l" r="r" t="t"/>
              <a:pathLst>
                <a:path extrusionOk="0" h="361" w="989">
                  <a:moveTo>
                    <a:pt x="198" y="1"/>
                  </a:moveTo>
                  <a:cubicBezTo>
                    <a:pt x="103" y="1"/>
                    <a:pt x="17" y="71"/>
                    <a:pt x="10" y="165"/>
                  </a:cubicBezTo>
                  <a:cubicBezTo>
                    <a:pt x="0" y="272"/>
                    <a:pt x="84" y="361"/>
                    <a:pt x="189" y="361"/>
                  </a:cubicBezTo>
                  <a:lnTo>
                    <a:pt x="791" y="361"/>
                  </a:lnTo>
                  <a:cubicBezTo>
                    <a:pt x="886" y="361"/>
                    <a:pt x="972" y="292"/>
                    <a:pt x="979" y="198"/>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2" name="Google Shape;15332;p31"/>
            <p:cNvSpPr/>
            <p:nvPr/>
          </p:nvSpPr>
          <p:spPr>
            <a:xfrm>
              <a:off x="756583" y="975164"/>
              <a:ext cx="37506" cy="13676"/>
            </a:xfrm>
            <a:custGeom>
              <a:rect b="b" l="l" r="r" t="t"/>
              <a:pathLst>
                <a:path extrusionOk="0" h="361" w="990">
                  <a:moveTo>
                    <a:pt x="198" y="1"/>
                  </a:moveTo>
                  <a:cubicBezTo>
                    <a:pt x="102" y="1"/>
                    <a:pt x="17" y="70"/>
                    <a:pt x="10" y="164"/>
                  </a:cubicBezTo>
                  <a:cubicBezTo>
                    <a:pt x="0" y="272"/>
                    <a:pt x="84" y="361"/>
                    <a:pt x="189" y="361"/>
                  </a:cubicBezTo>
                  <a:lnTo>
                    <a:pt x="792" y="361"/>
                  </a:lnTo>
                  <a:cubicBezTo>
                    <a:pt x="887" y="361"/>
                    <a:pt x="973" y="291"/>
                    <a:pt x="980" y="195"/>
                  </a:cubicBezTo>
                  <a:cubicBezTo>
                    <a:pt x="990" y="90"/>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3" name="Google Shape;15333;p31"/>
            <p:cNvSpPr/>
            <p:nvPr/>
          </p:nvSpPr>
          <p:spPr>
            <a:xfrm>
              <a:off x="756621" y="1009905"/>
              <a:ext cx="37468" cy="13676"/>
            </a:xfrm>
            <a:custGeom>
              <a:rect b="b" l="l" r="r" t="t"/>
              <a:pathLst>
                <a:path extrusionOk="0" h="361" w="989">
                  <a:moveTo>
                    <a:pt x="198" y="0"/>
                  </a:moveTo>
                  <a:cubicBezTo>
                    <a:pt x="103" y="0"/>
                    <a:pt x="17" y="69"/>
                    <a:pt x="10" y="164"/>
                  </a:cubicBezTo>
                  <a:cubicBezTo>
                    <a:pt x="0" y="271"/>
                    <a:pt x="84" y="360"/>
                    <a:pt x="189" y="360"/>
                  </a:cubicBezTo>
                  <a:lnTo>
                    <a:pt x="791" y="360"/>
                  </a:lnTo>
                  <a:cubicBezTo>
                    <a:pt x="886" y="360"/>
                    <a:pt x="972" y="290"/>
                    <a:pt x="979" y="196"/>
                  </a:cubicBezTo>
                  <a:cubicBezTo>
                    <a:pt x="989" y="90"/>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4" name="Google Shape;15334;p31"/>
            <p:cNvSpPr/>
            <p:nvPr/>
          </p:nvSpPr>
          <p:spPr>
            <a:xfrm>
              <a:off x="756583" y="1044645"/>
              <a:ext cx="37506" cy="13714"/>
            </a:xfrm>
            <a:custGeom>
              <a:rect b="b" l="l" r="r" t="t"/>
              <a:pathLst>
                <a:path extrusionOk="0" h="362" w="990">
                  <a:moveTo>
                    <a:pt x="198" y="1"/>
                  </a:moveTo>
                  <a:cubicBezTo>
                    <a:pt x="102" y="1"/>
                    <a:pt x="17" y="70"/>
                    <a:pt x="10" y="166"/>
                  </a:cubicBezTo>
                  <a:cubicBezTo>
                    <a:pt x="0" y="273"/>
                    <a:pt x="84" y="362"/>
                    <a:pt x="189" y="362"/>
                  </a:cubicBezTo>
                  <a:lnTo>
                    <a:pt x="792" y="362"/>
                  </a:lnTo>
                  <a:cubicBezTo>
                    <a:pt x="887" y="362"/>
                    <a:pt x="973" y="293"/>
                    <a:pt x="980" y="199"/>
                  </a:cubicBezTo>
                  <a:cubicBezTo>
                    <a:pt x="990" y="91"/>
                    <a:pt x="906"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5" name="Google Shape;15335;p31"/>
            <p:cNvSpPr/>
            <p:nvPr/>
          </p:nvSpPr>
          <p:spPr>
            <a:xfrm>
              <a:off x="756621" y="1079424"/>
              <a:ext cx="37468" cy="13676"/>
            </a:xfrm>
            <a:custGeom>
              <a:rect b="b" l="l" r="r" t="t"/>
              <a:pathLst>
                <a:path extrusionOk="0" h="361" w="989">
                  <a:moveTo>
                    <a:pt x="198" y="0"/>
                  </a:moveTo>
                  <a:cubicBezTo>
                    <a:pt x="103" y="0"/>
                    <a:pt x="17" y="70"/>
                    <a:pt x="10" y="165"/>
                  </a:cubicBezTo>
                  <a:cubicBezTo>
                    <a:pt x="0" y="271"/>
                    <a:pt x="84" y="360"/>
                    <a:pt x="189" y="360"/>
                  </a:cubicBezTo>
                  <a:lnTo>
                    <a:pt x="791" y="360"/>
                  </a:lnTo>
                  <a:cubicBezTo>
                    <a:pt x="886" y="360"/>
                    <a:pt x="972" y="291"/>
                    <a:pt x="979" y="197"/>
                  </a:cubicBezTo>
                  <a:cubicBezTo>
                    <a:pt x="989" y="89"/>
                    <a:pt x="905" y="0"/>
                    <a:pt x="8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6" name="Google Shape;15336;p31"/>
            <p:cNvSpPr/>
            <p:nvPr/>
          </p:nvSpPr>
          <p:spPr>
            <a:xfrm>
              <a:off x="756621" y="1114202"/>
              <a:ext cx="37468" cy="13639"/>
            </a:xfrm>
            <a:custGeom>
              <a:rect b="b" l="l" r="r" t="t"/>
              <a:pathLst>
                <a:path extrusionOk="0" h="360" w="989">
                  <a:moveTo>
                    <a:pt x="198" y="1"/>
                  </a:moveTo>
                  <a:cubicBezTo>
                    <a:pt x="103" y="1"/>
                    <a:pt x="17" y="70"/>
                    <a:pt x="10" y="164"/>
                  </a:cubicBezTo>
                  <a:cubicBezTo>
                    <a:pt x="0" y="271"/>
                    <a:pt x="84" y="360"/>
                    <a:pt x="189" y="360"/>
                  </a:cubicBezTo>
                  <a:lnTo>
                    <a:pt x="791" y="360"/>
                  </a:lnTo>
                  <a:cubicBezTo>
                    <a:pt x="886" y="360"/>
                    <a:pt x="972" y="291"/>
                    <a:pt x="979" y="196"/>
                  </a:cubicBezTo>
                  <a:cubicBezTo>
                    <a:pt x="989" y="90"/>
                    <a:pt x="905"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7" name="Google Shape;15337;p31"/>
            <p:cNvSpPr/>
            <p:nvPr/>
          </p:nvSpPr>
          <p:spPr>
            <a:xfrm>
              <a:off x="931309" y="834497"/>
              <a:ext cx="43681" cy="84029"/>
            </a:xfrm>
            <a:custGeom>
              <a:rect b="b" l="l" r="r" t="t"/>
              <a:pathLst>
                <a:path extrusionOk="0" h="2218" w="1153">
                  <a:moveTo>
                    <a:pt x="944" y="0"/>
                  </a:moveTo>
                  <a:cubicBezTo>
                    <a:pt x="870" y="0"/>
                    <a:pt x="800" y="45"/>
                    <a:pt x="772" y="117"/>
                  </a:cubicBezTo>
                  <a:lnTo>
                    <a:pt x="37" y="1965"/>
                  </a:lnTo>
                  <a:cubicBezTo>
                    <a:pt x="1" y="2059"/>
                    <a:pt x="46" y="2166"/>
                    <a:pt x="140" y="2204"/>
                  </a:cubicBezTo>
                  <a:cubicBezTo>
                    <a:pt x="163" y="2213"/>
                    <a:pt x="186" y="2217"/>
                    <a:pt x="208" y="2217"/>
                  </a:cubicBezTo>
                  <a:cubicBezTo>
                    <a:pt x="281" y="2217"/>
                    <a:pt x="352" y="2173"/>
                    <a:pt x="380" y="2101"/>
                  </a:cubicBezTo>
                  <a:lnTo>
                    <a:pt x="1114" y="253"/>
                  </a:lnTo>
                  <a:cubicBezTo>
                    <a:pt x="1153" y="159"/>
                    <a:pt x="1106" y="52"/>
                    <a:pt x="1011" y="13"/>
                  </a:cubicBezTo>
                  <a:cubicBezTo>
                    <a:pt x="989" y="5"/>
                    <a:pt x="966" y="0"/>
                    <a:pt x="94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8" name="Google Shape;15338;p31"/>
            <p:cNvSpPr/>
            <p:nvPr/>
          </p:nvSpPr>
          <p:spPr>
            <a:xfrm>
              <a:off x="985598" y="837869"/>
              <a:ext cx="34097" cy="77248"/>
            </a:xfrm>
            <a:custGeom>
              <a:rect b="b" l="l" r="r" t="t"/>
              <a:pathLst>
                <a:path extrusionOk="0" h="2039" w="900">
                  <a:moveTo>
                    <a:pt x="212" y="0"/>
                  </a:moveTo>
                  <a:cubicBezTo>
                    <a:pt x="180" y="0"/>
                    <a:pt x="147" y="9"/>
                    <a:pt x="118" y="27"/>
                  </a:cubicBezTo>
                  <a:cubicBezTo>
                    <a:pt x="30" y="79"/>
                    <a:pt x="3" y="193"/>
                    <a:pt x="55" y="279"/>
                  </a:cubicBezTo>
                  <a:lnTo>
                    <a:pt x="492" y="1004"/>
                  </a:lnTo>
                  <a:lnTo>
                    <a:pt x="53" y="1762"/>
                  </a:lnTo>
                  <a:cubicBezTo>
                    <a:pt x="0" y="1850"/>
                    <a:pt x="31" y="1964"/>
                    <a:pt x="119" y="2014"/>
                  </a:cubicBezTo>
                  <a:cubicBezTo>
                    <a:pt x="147" y="2032"/>
                    <a:pt x="181" y="2039"/>
                    <a:pt x="212" y="2039"/>
                  </a:cubicBezTo>
                  <a:cubicBezTo>
                    <a:pt x="276" y="2039"/>
                    <a:pt x="338" y="2007"/>
                    <a:pt x="371" y="1948"/>
                  </a:cubicBezTo>
                  <a:lnTo>
                    <a:pt x="865" y="1095"/>
                  </a:lnTo>
                  <a:cubicBezTo>
                    <a:pt x="899" y="1038"/>
                    <a:pt x="898" y="965"/>
                    <a:pt x="863" y="908"/>
                  </a:cubicBezTo>
                  <a:lnTo>
                    <a:pt x="370" y="90"/>
                  </a:lnTo>
                  <a:cubicBezTo>
                    <a:pt x="336" y="32"/>
                    <a:pt x="275"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9" name="Google Shape;15339;p31"/>
            <p:cNvSpPr/>
            <p:nvPr/>
          </p:nvSpPr>
          <p:spPr>
            <a:xfrm>
              <a:off x="886605" y="837869"/>
              <a:ext cx="34021" cy="77248"/>
            </a:xfrm>
            <a:custGeom>
              <a:rect b="b" l="l" r="r" t="t"/>
              <a:pathLst>
                <a:path extrusionOk="0" h="2039" w="898">
                  <a:moveTo>
                    <a:pt x="687" y="0"/>
                  </a:moveTo>
                  <a:cubicBezTo>
                    <a:pt x="624" y="0"/>
                    <a:pt x="564" y="32"/>
                    <a:pt x="529" y="90"/>
                  </a:cubicBezTo>
                  <a:lnTo>
                    <a:pt x="36" y="908"/>
                  </a:lnTo>
                  <a:cubicBezTo>
                    <a:pt x="2" y="965"/>
                    <a:pt x="0" y="1038"/>
                    <a:pt x="35" y="1095"/>
                  </a:cubicBezTo>
                  <a:lnTo>
                    <a:pt x="528" y="1948"/>
                  </a:lnTo>
                  <a:cubicBezTo>
                    <a:pt x="563" y="2007"/>
                    <a:pt x="623" y="2039"/>
                    <a:pt x="688" y="2039"/>
                  </a:cubicBezTo>
                  <a:cubicBezTo>
                    <a:pt x="720" y="2039"/>
                    <a:pt x="751" y="2031"/>
                    <a:pt x="780" y="2014"/>
                  </a:cubicBezTo>
                  <a:cubicBezTo>
                    <a:pt x="868" y="1964"/>
                    <a:pt x="898" y="1850"/>
                    <a:pt x="847" y="1762"/>
                  </a:cubicBezTo>
                  <a:lnTo>
                    <a:pt x="408" y="1005"/>
                  </a:lnTo>
                  <a:lnTo>
                    <a:pt x="846" y="279"/>
                  </a:lnTo>
                  <a:cubicBezTo>
                    <a:pt x="898" y="191"/>
                    <a:pt x="870" y="79"/>
                    <a:pt x="783" y="27"/>
                  </a:cubicBezTo>
                  <a:cubicBezTo>
                    <a:pt x="753" y="9"/>
                    <a:pt x="719" y="0"/>
                    <a:pt x="6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0" name="Google Shape;15340;p31"/>
            <p:cNvSpPr/>
            <p:nvPr/>
          </p:nvSpPr>
          <p:spPr>
            <a:xfrm>
              <a:off x="886643" y="939136"/>
              <a:ext cx="173097" cy="13676"/>
            </a:xfrm>
            <a:custGeom>
              <a:rect b="b" l="l" r="r" t="t"/>
              <a:pathLst>
                <a:path extrusionOk="0" h="361" w="4569">
                  <a:moveTo>
                    <a:pt x="200" y="1"/>
                  </a:moveTo>
                  <a:cubicBezTo>
                    <a:pt x="104" y="1"/>
                    <a:pt x="19" y="71"/>
                    <a:pt x="10" y="165"/>
                  </a:cubicBezTo>
                  <a:cubicBezTo>
                    <a:pt x="0" y="272"/>
                    <a:pt x="87" y="361"/>
                    <a:pt x="193" y="361"/>
                  </a:cubicBezTo>
                  <a:lnTo>
                    <a:pt x="4370" y="361"/>
                  </a:lnTo>
                  <a:cubicBezTo>
                    <a:pt x="4465" y="361"/>
                    <a:pt x="4550" y="292"/>
                    <a:pt x="4559" y="198"/>
                  </a:cubicBezTo>
                  <a:cubicBezTo>
                    <a:pt x="4569" y="90"/>
                    <a:pt x="4484" y="1"/>
                    <a:pt x="437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1" name="Google Shape;15341;p31"/>
            <p:cNvSpPr/>
            <p:nvPr/>
          </p:nvSpPr>
          <p:spPr>
            <a:xfrm>
              <a:off x="887135" y="975126"/>
              <a:ext cx="44629" cy="13714"/>
            </a:xfrm>
            <a:custGeom>
              <a:rect b="b" l="l" r="r" t="t"/>
              <a:pathLst>
                <a:path extrusionOk="0" h="362" w="1178">
                  <a:moveTo>
                    <a:pt x="199" y="1"/>
                  </a:moveTo>
                  <a:cubicBezTo>
                    <a:pt x="104" y="1"/>
                    <a:pt x="18" y="70"/>
                    <a:pt x="10" y="164"/>
                  </a:cubicBezTo>
                  <a:cubicBezTo>
                    <a:pt x="1" y="273"/>
                    <a:pt x="85" y="362"/>
                    <a:pt x="190" y="362"/>
                  </a:cubicBezTo>
                  <a:lnTo>
                    <a:pt x="979" y="362"/>
                  </a:lnTo>
                  <a:cubicBezTo>
                    <a:pt x="1075" y="362"/>
                    <a:pt x="1159" y="292"/>
                    <a:pt x="1168" y="196"/>
                  </a:cubicBezTo>
                  <a:cubicBezTo>
                    <a:pt x="1177" y="90"/>
                    <a:pt x="1093" y="1"/>
                    <a:pt x="98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2" name="Google Shape;15342;p31"/>
            <p:cNvSpPr/>
            <p:nvPr/>
          </p:nvSpPr>
          <p:spPr>
            <a:xfrm>
              <a:off x="954608" y="975164"/>
              <a:ext cx="44591" cy="13676"/>
            </a:xfrm>
            <a:custGeom>
              <a:rect b="b" l="l" r="r" t="t"/>
              <a:pathLst>
                <a:path extrusionOk="0" h="361" w="1177">
                  <a:moveTo>
                    <a:pt x="198" y="1"/>
                  </a:moveTo>
                  <a:cubicBezTo>
                    <a:pt x="103" y="1"/>
                    <a:pt x="17" y="70"/>
                    <a:pt x="10" y="164"/>
                  </a:cubicBezTo>
                  <a:cubicBezTo>
                    <a:pt x="0" y="272"/>
                    <a:pt x="84" y="361"/>
                    <a:pt x="189" y="361"/>
                  </a:cubicBezTo>
                  <a:lnTo>
                    <a:pt x="979" y="361"/>
                  </a:lnTo>
                  <a:cubicBezTo>
                    <a:pt x="1074" y="361"/>
                    <a:pt x="1159" y="291"/>
                    <a:pt x="1167" y="195"/>
                  </a:cubicBezTo>
                  <a:cubicBezTo>
                    <a:pt x="1177" y="90"/>
                    <a:pt x="1093" y="1"/>
                    <a:pt x="98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3" name="Google Shape;15343;p31"/>
            <p:cNvSpPr/>
            <p:nvPr/>
          </p:nvSpPr>
          <p:spPr>
            <a:xfrm>
              <a:off x="999199" y="1009943"/>
              <a:ext cx="44553" cy="13676"/>
            </a:xfrm>
            <a:custGeom>
              <a:rect b="b" l="l" r="r" t="t"/>
              <a:pathLst>
                <a:path extrusionOk="0" h="361" w="1176">
                  <a:moveTo>
                    <a:pt x="199" y="0"/>
                  </a:moveTo>
                  <a:cubicBezTo>
                    <a:pt x="102" y="0"/>
                    <a:pt x="17" y="69"/>
                    <a:pt x="10" y="164"/>
                  </a:cubicBezTo>
                  <a:cubicBezTo>
                    <a:pt x="1" y="270"/>
                    <a:pt x="84" y="360"/>
                    <a:pt x="189" y="360"/>
                  </a:cubicBezTo>
                  <a:lnTo>
                    <a:pt x="979" y="360"/>
                  </a:lnTo>
                  <a:cubicBezTo>
                    <a:pt x="1074" y="360"/>
                    <a:pt x="1159" y="290"/>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4" name="Google Shape;15344;p31"/>
            <p:cNvSpPr/>
            <p:nvPr/>
          </p:nvSpPr>
          <p:spPr>
            <a:xfrm>
              <a:off x="999199" y="1079424"/>
              <a:ext cx="44553" cy="13676"/>
            </a:xfrm>
            <a:custGeom>
              <a:rect b="b" l="l" r="r" t="t"/>
              <a:pathLst>
                <a:path extrusionOk="0" h="361" w="1176">
                  <a:moveTo>
                    <a:pt x="199" y="0"/>
                  </a:moveTo>
                  <a:cubicBezTo>
                    <a:pt x="102" y="0"/>
                    <a:pt x="17" y="70"/>
                    <a:pt x="10" y="165"/>
                  </a:cubicBezTo>
                  <a:cubicBezTo>
                    <a:pt x="1" y="271"/>
                    <a:pt x="84" y="360"/>
                    <a:pt x="189" y="360"/>
                  </a:cubicBezTo>
                  <a:lnTo>
                    <a:pt x="979" y="360"/>
                  </a:lnTo>
                  <a:cubicBezTo>
                    <a:pt x="1074" y="360"/>
                    <a:pt x="1159" y="291"/>
                    <a:pt x="1167" y="197"/>
                  </a:cubicBezTo>
                  <a:cubicBezTo>
                    <a:pt x="1176" y="89"/>
                    <a:pt x="1092" y="0"/>
                    <a:pt x="9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5" name="Google Shape;15345;p31"/>
            <p:cNvSpPr/>
            <p:nvPr/>
          </p:nvSpPr>
          <p:spPr>
            <a:xfrm>
              <a:off x="887741" y="1114202"/>
              <a:ext cx="95432" cy="13639"/>
            </a:xfrm>
            <a:custGeom>
              <a:rect b="b" l="l" r="r" t="t"/>
              <a:pathLst>
                <a:path extrusionOk="0" h="360" w="2519">
                  <a:moveTo>
                    <a:pt x="199" y="1"/>
                  </a:moveTo>
                  <a:cubicBezTo>
                    <a:pt x="103" y="1"/>
                    <a:pt x="17" y="70"/>
                    <a:pt x="10" y="164"/>
                  </a:cubicBezTo>
                  <a:cubicBezTo>
                    <a:pt x="1" y="271"/>
                    <a:pt x="84" y="360"/>
                    <a:pt x="189" y="360"/>
                  </a:cubicBezTo>
                  <a:lnTo>
                    <a:pt x="2321" y="360"/>
                  </a:lnTo>
                  <a:cubicBezTo>
                    <a:pt x="2416" y="360"/>
                    <a:pt x="2502" y="291"/>
                    <a:pt x="2509" y="196"/>
                  </a:cubicBezTo>
                  <a:cubicBezTo>
                    <a:pt x="2519" y="90"/>
                    <a:pt x="2435" y="1"/>
                    <a:pt x="233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6" name="Google Shape;15346;p31"/>
            <p:cNvSpPr/>
            <p:nvPr/>
          </p:nvSpPr>
          <p:spPr>
            <a:xfrm>
              <a:off x="887741" y="1009943"/>
              <a:ext cx="95394" cy="13676"/>
            </a:xfrm>
            <a:custGeom>
              <a:rect b="b" l="l" r="r" t="t"/>
              <a:pathLst>
                <a:path extrusionOk="0" h="361" w="2518">
                  <a:moveTo>
                    <a:pt x="199" y="0"/>
                  </a:moveTo>
                  <a:cubicBezTo>
                    <a:pt x="103" y="0"/>
                    <a:pt x="17" y="69"/>
                    <a:pt x="10" y="164"/>
                  </a:cubicBezTo>
                  <a:cubicBezTo>
                    <a:pt x="1" y="270"/>
                    <a:pt x="84" y="360"/>
                    <a:pt x="189" y="360"/>
                  </a:cubicBezTo>
                  <a:lnTo>
                    <a:pt x="2320" y="360"/>
                  </a:lnTo>
                  <a:cubicBezTo>
                    <a:pt x="2415" y="360"/>
                    <a:pt x="2500" y="290"/>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7" name="Google Shape;15347;p31"/>
            <p:cNvSpPr/>
            <p:nvPr/>
          </p:nvSpPr>
          <p:spPr>
            <a:xfrm>
              <a:off x="1059777" y="1009943"/>
              <a:ext cx="95432" cy="13676"/>
            </a:xfrm>
            <a:custGeom>
              <a:rect b="b" l="l" r="r" t="t"/>
              <a:pathLst>
                <a:path extrusionOk="0" h="361" w="2519">
                  <a:moveTo>
                    <a:pt x="200" y="0"/>
                  </a:moveTo>
                  <a:cubicBezTo>
                    <a:pt x="105" y="0"/>
                    <a:pt x="20" y="69"/>
                    <a:pt x="11" y="164"/>
                  </a:cubicBezTo>
                  <a:cubicBezTo>
                    <a:pt x="1" y="270"/>
                    <a:pt x="87" y="360"/>
                    <a:pt x="192" y="360"/>
                  </a:cubicBezTo>
                  <a:lnTo>
                    <a:pt x="2321" y="360"/>
                  </a:lnTo>
                  <a:cubicBezTo>
                    <a:pt x="2416" y="360"/>
                    <a:pt x="2502" y="290"/>
                    <a:pt x="2509" y="197"/>
                  </a:cubicBezTo>
                  <a:cubicBezTo>
                    <a:pt x="2519" y="89"/>
                    <a:pt x="2435" y="0"/>
                    <a:pt x="233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8" name="Google Shape;15348;p31"/>
            <p:cNvSpPr/>
            <p:nvPr/>
          </p:nvSpPr>
          <p:spPr>
            <a:xfrm>
              <a:off x="886984" y="1044645"/>
              <a:ext cx="32695" cy="13714"/>
            </a:xfrm>
            <a:custGeom>
              <a:rect b="b" l="l" r="r" t="t"/>
              <a:pathLst>
                <a:path extrusionOk="0" h="362" w="863">
                  <a:moveTo>
                    <a:pt x="202" y="1"/>
                  </a:moveTo>
                  <a:cubicBezTo>
                    <a:pt x="106" y="1"/>
                    <a:pt x="21" y="70"/>
                    <a:pt x="13" y="164"/>
                  </a:cubicBezTo>
                  <a:cubicBezTo>
                    <a:pt x="1" y="272"/>
                    <a:pt x="85" y="362"/>
                    <a:pt x="191" y="362"/>
                  </a:cubicBezTo>
                  <a:lnTo>
                    <a:pt x="665" y="362"/>
                  </a:lnTo>
                  <a:cubicBezTo>
                    <a:pt x="760" y="362"/>
                    <a:pt x="846" y="293"/>
                    <a:pt x="853" y="197"/>
                  </a:cubicBezTo>
                  <a:cubicBezTo>
                    <a:pt x="863" y="90"/>
                    <a:pt x="779"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9" name="Google Shape;15349;p31"/>
            <p:cNvSpPr/>
            <p:nvPr/>
          </p:nvSpPr>
          <p:spPr>
            <a:xfrm>
              <a:off x="935325" y="1044645"/>
              <a:ext cx="161996" cy="13714"/>
            </a:xfrm>
            <a:custGeom>
              <a:rect b="b" l="l" r="r" t="t"/>
              <a:pathLst>
                <a:path extrusionOk="0" h="362" w="4276">
                  <a:moveTo>
                    <a:pt x="198" y="1"/>
                  </a:moveTo>
                  <a:cubicBezTo>
                    <a:pt x="102" y="1"/>
                    <a:pt x="17" y="70"/>
                    <a:pt x="10" y="166"/>
                  </a:cubicBezTo>
                  <a:cubicBezTo>
                    <a:pt x="0" y="273"/>
                    <a:pt x="84" y="362"/>
                    <a:pt x="189" y="362"/>
                  </a:cubicBezTo>
                  <a:lnTo>
                    <a:pt x="4077" y="362"/>
                  </a:lnTo>
                  <a:cubicBezTo>
                    <a:pt x="4173" y="362"/>
                    <a:pt x="4258" y="293"/>
                    <a:pt x="4265" y="199"/>
                  </a:cubicBezTo>
                  <a:cubicBezTo>
                    <a:pt x="4276" y="91"/>
                    <a:pt x="4191" y="1"/>
                    <a:pt x="408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0" name="Google Shape;15350;p31"/>
            <p:cNvSpPr/>
            <p:nvPr/>
          </p:nvSpPr>
          <p:spPr>
            <a:xfrm>
              <a:off x="887741" y="1079424"/>
              <a:ext cx="95394" cy="13676"/>
            </a:xfrm>
            <a:custGeom>
              <a:rect b="b" l="l" r="r" t="t"/>
              <a:pathLst>
                <a:path extrusionOk="0" h="361" w="2518">
                  <a:moveTo>
                    <a:pt x="199" y="0"/>
                  </a:moveTo>
                  <a:cubicBezTo>
                    <a:pt x="103" y="0"/>
                    <a:pt x="17" y="70"/>
                    <a:pt x="10" y="165"/>
                  </a:cubicBezTo>
                  <a:cubicBezTo>
                    <a:pt x="1" y="271"/>
                    <a:pt x="84" y="360"/>
                    <a:pt x="189" y="360"/>
                  </a:cubicBezTo>
                  <a:lnTo>
                    <a:pt x="2320" y="360"/>
                  </a:lnTo>
                  <a:cubicBezTo>
                    <a:pt x="2415" y="360"/>
                    <a:pt x="2500" y="291"/>
                    <a:pt x="2508" y="197"/>
                  </a:cubicBezTo>
                  <a:cubicBezTo>
                    <a:pt x="2517" y="89"/>
                    <a:pt x="2433" y="0"/>
                    <a:pt x="23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51" name="Google Shape;15351;p31"/>
          <p:cNvGrpSpPr/>
          <p:nvPr/>
        </p:nvGrpSpPr>
        <p:grpSpPr>
          <a:xfrm>
            <a:off x="7067391" y="4158991"/>
            <a:ext cx="346539" cy="449439"/>
            <a:chOff x="7217832" y="3730048"/>
            <a:chExt cx="367447" cy="476555"/>
          </a:xfrm>
        </p:grpSpPr>
        <p:sp>
          <p:nvSpPr>
            <p:cNvPr id="15352" name="Google Shape;15352;p31"/>
            <p:cNvSpPr/>
            <p:nvPr/>
          </p:nvSpPr>
          <p:spPr>
            <a:xfrm>
              <a:off x="7217832" y="3730048"/>
              <a:ext cx="367447" cy="476555"/>
            </a:xfrm>
            <a:custGeom>
              <a:rect b="b" l="l" r="r" t="t"/>
              <a:pathLst>
                <a:path extrusionOk="0" h="12579" w="9699">
                  <a:moveTo>
                    <a:pt x="7274" y="362"/>
                  </a:moveTo>
                  <a:lnTo>
                    <a:pt x="7274" y="2551"/>
                  </a:lnTo>
                  <a:cubicBezTo>
                    <a:pt x="7274" y="2551"/>
                    <a:pt x="7359" y="2734"/>
                    <a:pt x="7459" y="2753"/>
                  </a:cubicBezTo>
                  <a:lnTo>
                    <a:pt x="7940" y="2753"/>
                  </a:lnTo>
                  <a:cubicBezTo>
                    <a:pt x="8042" y="2735"/>
                    <a:pt x="8123" y="2652"/>
                    <a:pt x="8123" y="2551"/>
                  </a:cubicBezTo>
                  <a:cubicBezTo>
                    <a:pt x="8123" y="2448"/>
                    <a:pt x="8041" y="2367"/>
                    <a:pt x="7940" y="2359"/>
                  </a:cubicBezTo>
                  <a:lnTo>
                    <a:pt x="7632" y="2359"/>
                  </a:lnTo>
                  <a:lnTo>
                    <a:pt x="7632" y="674"/>
                  </a:lnTo>
                  <a:lnTo>
                    <a:pt x="9119" y="2359"/>
                  </a:lnTo>
                  <a:lnTo>
                    <a:pt x="8798" y="2359"/>
                  </a:lnTo>
                  <a:cubicBezTo>
                    <a:pt x="8695" y="2365"/>
                    <a:pt x="8615" y="2448"/>
                    <a:pt x="8615" y="2551"/>
                  </a:cubicBezTo>
                  <a:cubicBezTo>
                    <a:pt x="8615" y="2652"/>
                    <a:pt x="8798" y="2753"/>
                    <a:pt x="8798" y="2753"/>
                  </a:cubicBezTo>
                  <a:lnTo>
                    <a:pt x="9337" y="2753"/>
                  </a:lnTo>
                  <a:lnTo>
                    <a:pt x="9337" y="12221"/>
                  </a:lnTo>
                  <a:lnTo>
                    <a:pt x="1081" y="12221"/>
                  </a:lnTo>
                  <a:lnTo>
                    <a:pt x="1081" y="10419"/>
                  </a:lnTo>
                  <a:lnTo>
                    <a:pt x="7450" y="10419"/>
                  </a:lnTo>
                  <a:cubicBezTo>
                    <a:pt x="7553" y="10419"/>
                    <a:pt x="7633" y="10338"/>
                    <a:pt x="7633" y="10236"/>
                  </a:cubicBezTo>
                  <a:lnTo>
                    <a:pt x="7633" y="6637"/>
                  </a:lnTo>
                  <a:cubicBezTo>
                    <a:pt x="7633" y="6537"/>
                    <a:pt x="7553" y="6455"/>
                    <a:pt x="7452" y="6455"/>
                  </a:cubicBezTo>
                  <a:lnTo>
                    <a:pt x="3196" y="6455"/>
                  </a:lnTo>
                  <a:cubicBezTo>
                    <a:pt x="3100" y="6455"/>
                    <a:pt x="3014" y="6525"/>
                    <a:pt x="3007" y="6620"/>
                  </a:cubicBezTo>
                  <a:cubicBezTo>
                    <a:pt x="2998" y="6726"/>
                    <a:pt x="3081" y="6815"/>
                    <a:pt x="3186" y="6815"/>
                  </a:cubicBezTo>
                  <a:lnTo>
                    <a:pt x="7274" y="6815"/>
                  </a:lnTo>
                  <a:lnTo>
                    <a:pt x="7274" y="10060"/>
                  </a:lnTo>
                  <a:lnTo>
                    <a:pt x="359" y="10060"/>
                  </a:lnTo>
                  <a:lnTo>
                    <a:pt x="359" y="6815"/>
                  </a:lnTo>
                  <a:lnTo>
                    <a:pt x="2227" y="6815"/>
                  </a:lnTo>
                  <a:cubicBezTo>
                    <a:pt x="2310" y="6815"/>
                    <a:pt x="2386" y="6763"/>
                    <a:pt x="2410" y="6683"/>
                  </a:cubicBezTo>
                  <a:cubicBezTo>
                    <a:pt x="2451" y="6547"/>
                    <a:pt x="2357" y="6423"/>
                    <a:pt x="2236" y="6423"/>
                  </a:cubicBezTo>
                  <a:lnTo>
                    <a:pt x="1081" y="6423"/>
                  </a:lnTo>
                  <a:lnTo>
                    <a:pt x="1081" y="362"/>
                  </a:lnTo>
                  <a:close/>
                  <a:moveTo>
                    <a:pt x="904" y="0"/>
                  </a:moveTo>
                  <a:cubicBezTo>
                    <a:pt x="802" y="0"/>
                    <a:pt x="720" y="82"/>
                    <a:pt x="720" y="184"/>
                  </a:cubicBezTo>
                  <a:lnTo>
                    <a:pt x="720" y="6454"/>
                  </a:lnTo>
                  <a:lnTo>
                    <a:pt x="183" y="6454"/>
                  </a:lnTo>
                  <a:cubicBezTo>
                    <a:pt x="81" y="6454"/>
                    <a:pt x="0" y="6537"/>
                    <a:pt x="0" y="6637"/>
                  </a:cubicBezTo>
                  <a:lnTo>
                    <a:pt x="0" y="10234"/>
                  </a:lnTo>
                  <a:cubicBezTo>
                    <a:pt x="0" y="10336"/>
                    <a:pt x="82" y="10417"/>
                    <a:pt x="183" y="10417"/>
                  </a:cubicBezTo>
                  <a:lnTo>
                    <a:pt x="720" y="10417"/>
                  </a:lnTo>
                  <a:lnTo>
                    <a:pt x="720" y="12396"/>
                  </a:lnTo>
                  <a:cubicBezTo>
                    <a:pt x="720" y="12497"/>
                    <a:pt x="802" y="12579"/>
                    <a:pt x="903" y="12579"/>
                  </a:cubicBezTo>
                  <a:lnTo>
                    <a:pt x="9512" y="12579"/>
                  </a:lnTo>
                  <a:cubicBezTo>
                    <a:pt x="9615" y="12579"/>
                    <a:pt x="9695" y="12496"/>
                    <a:pt x="9695" y="12396"/>
                  </a:cubicBezTo>
                  <a:lnTo>
                    <a:pt x="9695" y="2547"/>
                  </a:lnTo>
                  <a:cubicBezTo>
                    <a:pt x="9699" y="2505"/>
                    <a:pt x="9683" y="2462"/>
                    <a:pt x="9654" y="2428"/>
                  </a:cubicBezTo>
                  <a:lnTo>
                    <a:pt x="7588" y="63"/>
                  </a:lnTo>
                  <a:cubicBezTo>
                    <a:pt x="7553" y="22"/>
                    <a:pt x="7502"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3" name="Google Shape;15353;p31"/>
            <p:cNvSpPr/>
            <p:nvPr/>
          </p:nvSpPr>
          <p:spPr>
            <a:xfrm>
              <a:off x="7362136" y="4018315"/>
              <a:ext cx="66905" cy="63041"/>
            </a:xfrm>
            <a:custGeom>
              <a:rect b="b" l="l" r="r" t="t"/>
              <a:pathLst>
                <a:path extrusionOk="0" h="1664" w="1766">
                  <a:moveTo>
                    <a:pt x="455" y="1"/>
                  </a:moveTo>
                  <a:cubicBezTo>
                    <a:pt x="451" y="1"/>
                    <a:pt x="446" y="1"/>
                    <a:pt x="441" y="1"/>
                  </a:cubicBezTo>
                  <a:cubicBezTo>
                    <a:pt x="345" y="8"/>
                    <a:pt x="265" y="79"/>
                    <a:pt x="246" y="175"/>
                  </a:cubicBezTo>
                  <a:lnTo>
                    <a:pt x="19" y="1438"/>
                  </a:lnTo>
                  <a:cubicBezTo>
                    <a:pt x="0" y="1537"/>
                    <a:pt x="67" y="1632"/>
                    <a:pt x="167" y="1650"/>
                  </a:cubicBezTo>
                  <a:cubicBezTo>
                    <a:pt x="178" y="1652"/>
                    <a:pt x="188" y="1653"/>
                    <a:pt x="199" y="1653"/>
                  </a:cubicBezTo>
                  <a:cubicBezTo>
                    <a:pt x="286" y="1653"/>
                    <a:pt x="364" y="1590"/>
                    <a:pt x="380" y="1501"/>
                  </a:cubicBezTo>
                  <a:lnTo>
                    <a:pt x="493" y="881"/>
                  </a:lnTo>
                  <a:lnTo>
                    <a:pt x="679" y="1512"/>
                  </a:lnTo>
                  <a:cubicBezTo>
                    <a:pt x="679" y="1515"/>
                    <a:pt x="680" y="1516"/>
                    <a:pt x="681" y="1519"/>
                  </a:cubicBezTo>
                  <a:cubicBezTo>
                    <a:pt x="710" y="1606"/>
                    <a:pt x="791" y="1663"/>
                    <a:pt x="883" y="1663"/>
                  </a:cubicBezTo>
                  <a:lnTo>
                    <a:pt x="884" y="1663"/>
                  </a:lnTo>
                  <a:cubicBezTo>
                    <a:pt x="979" y="1663"/>
                    <a:pt x="1063" y="1603"/>
                    <a:pt x="1088" y="1511"/>
                  </a:cubicBezTo>
                  <a:lnTo>
                    <a:pt x="1267" y="881"/>
                  </a:lnTo>
                  <a:lnTo>
                    <a:pt x="1386" y="1505"/>
                  </a:lnTo>
                  <a:cubicBezTo>
                    <a:pt x="1403" y="1593"/>
                    <a:pt x="1480" y="1655"/>
                    <a:pt x="1567" y="1655"/>
                  </a:cubicBezTo>
                  <a:cubicBezTo>
                    <a:pt x="1578" y="1655"/>
                    <a:pt x="1589" y="1654"/>
                    <a:pt x="1601" y="1652"/>
                  </a:cubicBezTo>
                  <a:cubicBezTo>
                    <a:pt x="1700" y="1632"/>
                    <a:pt x="1765" y="1537"/>
                    <a:pt x="1747" y="1437"/>
                  </a:cubicBezTo>
                  <a:lnTo>
                    <a:pt x="1504" y="171"/>
                  </a:lnTo>
                  <a:cubicBezTo>
                    <a:pt x="1486" y="77"/>
                    <a:pt x="1404" y="7"/>
                    <a:pt x="1309" y="1"/>
                  </a:cubicBezTo>
                  <a:cubicBezTo>
                    <a:pt x="1305" y="1"/>
                    <a:pt x="1301" y="1"/>
                    <a:pt x="1297" y="1"/>
                  </a:cubicBezTo>
                  <a:cubicBezTo>
                    <a:pt x="1204" y="1"/>
                    <a:pt x="1123" y="60"/>
                    <a:pt x="1094" y="148"/>
                  </a:cubicBezTo>
                  <a:cubicBezTo>
                    <a:pt x="1093" y="150"/>
                    <a:pt x="1093" y="152"/>
                    <a:pt x="1093" y="154"/>
                  </a:cubicBezTo>
                  <a:lnTo>
                    <a:pt x="880" y="898"/>
                  </a:lnTo>
                  <a:lnTo>
                    <a:pt x="660" y="153"/>
                  </a:lnTo>
                  <a:cubicBezTo>
                    <a:pt x="660" y="150"/>
                    <a:pt x="659" y="149"/>
                    <a:pt x="658" y="147"/>
                  </a:cubicBezTo>
                  <a:cubicBezTo>
                    <a:pt x="629" y="59"/>
                    <a:pt x="547" y="1"/>
                    <a:pt x="45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4" name="Google Shape;15354;p31"/>
            <p:cNvSpPr/>
            <p:nvPr/>
          </p:nvSpPr>
          <p:spPr>
            <a:xfrm>
              <a:off x="7442452" y="4017292"/>
              <a:ext cx="32013" cy="63116"/>
            </a:xfrm>
            <a:custGeom>
              <a:rect b="b" l="l" r="r" t="t"/>
              <a:pathLst>
                <a:path extrusionOk="0" h="1666" w="845">
                  <a:moveTo>
                    <a:pt x="180" y="0"/>
                  </a:moveTo>
                  <a:cubicBezTo>
                    <a:pt x="80" y="0"/>
                    <a:pt x="0" y="82"/>
                    <a:pt x="0" y="184"/>
                  </a:cubicBezTo>
                  <a:lnTo>
                    <a:pt x="0" y="1480"/>
                  </a:lnTo>
                  <a:cubicBezTo>
                    <a:pt x="1" y="1570"/>
                    <a:pt x="64" y="1647"/>
                    <a:pt x="151" y="1662"/>
                  </a:cubicBezTo>
                  <a:cubicBezTo>
                    <a:pt x="160" y="1664"/>
                    <a:pt x="322" y="1665"/>
                    <a:pt x="467" y="1665"/>
                  </a:cubicBezTo>
                  <a:cubicBezTo>
                    <a:pt x="527" y="1665"/>
                    <a:pt x="585" y="1665"/>
                    <a:pt x="628" y="1664"/>
                  </a:cubicBezTo>
                  <a:cubicBezTo>
                    <a:pt x="750" y="1663"/>
                    <a:pt x="844" y="1538"/>
                    <a:pt x="791" y="1405"/>
                  </a:cubicBezTo>
                  <a:cubicBezTo>
                    <a:pt x="765" y="1338"/>
                    <a:pt x="697" y="1297"/>
                    <a:pt x="624" y="1297"/>
                  </a:cubicBezTo>
                  <a:cubicBezTo>
                    <a:pt x="545" y="1297"/>
                    <a:pt x="444" y="1298"/>
                    <a:pt x="359" y="1298"/>
                  </a:cubicBezTo>
                  <a:lnTo>
                    <a:pt x="359" y="191"/>
                  </a:lnTo>
                  <a:cubicBezTo>
                    <a:pt x="359" y="95"/>
                    <a:pt x="290" y="9"/>
                    <a:pt x="196" y="1"/>
                  </a:cubicBezTo>
                  <a:cubicBezTo>
                    <a:pt x="191" y="1"/>
                    <a:pt x="18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5" name="Google Shape;15355;p31"/>
            <p:cNvSpPr/>
            <p:nvPr/>
          </p:nvSpPr>
          <p:spPr>
            <a:xfrm>
              <a:off x="7251360" y="4018353"/>
              <a:ext cx="48417" cy="61828"/>
            </a:xfrm>
            <a:custGeom>
              <a:rect b="b" l="l" r="r" t="t"/>
              <a:pathLst>
                <a:path extrusionOk="0" h="1632" w="1278">
                  <a:moveTo>
                    <a:pt x="1097" y="0"/>
                  </a:moveTo>
                  <a:cubicBezTo>
                    <a:pt x="997" y="0"/>
                    <a:pt x="917" y="81"/>
                    <a:pt x="917" y="180"/>
                  </a:cubicBezTo>
                  <a:lnTo>
                    <a:pt x="917" y="614"/>
                  </a:lnTo>
                  <a:lnTo>
                    <a:pt x="359" y="614"/>
                  </a:lnTo>
                  <a:lnTo>
                    <a:pt x="359" y="190"/>
                  </a:lnTo>
                  <a:cubicBezTo>
                    <a:pt x="359" y="95"/>
                    <a:pt x="290" y="10"/>
                    <a:pt x="196" y="1"/>
                  </a:cubicBezTo>
                  <a:cubicBezTo>
                    <a:pt x="191" y="1"/>
                    <a:pt x="185" y="1"/>
                    <a:pt x="180" y="1"/>
                  </a:cubicBezTo>
                  <a:cubicBezTo>
                    <a:pt x="80" y="1"/>
                    <a:pt x="0" y="81"/>
                    <a:pt x="0" y="180"/>
                  </a:cubicBezTo>
                  <a:lnTo>
                    <a:pt x="0" y="1443"/>
                  </a:lnTo>
                  <a:cubicBezTo>
                    <a:pt x="0" y="1539"/>
                    <a:pt x="69" y="1624"/>
                    <a:pt x="164" y="1631"/>
                  </a:cubicBezTo>
                  <a:cubicBezTo>
                    <a:pt x="169" y="1632"/>
                    <a:pt x="175" y="1632"/>
                    <a:pt x="180" y="1632"/>
                  </a:cubicBezTo>
                  <a:cubicBezTo>
                    <a:pt x="279" y="1632"/>
                    <a:pt x="359" y="1551"/>
                    <a:pt x="359" y="1452"/>
                  </a:cubicBezTo>
                  <a:lnTo>
                    <a:pt x="359" y="974"/>
                  </a:lnTo>
                  <a:lnTo>
                    <a:pt x="917" y="974"/>
                  </a:lnTo>
                  <a:lnTo>
                    <a:pt x="917" y="1442"/>
                  </a:lnTo>
                  <a:cubicBezTo>
                    <a:pt x="917" y="1537"/>
                    <a:pt x="986" y="1623"/>
                    <a:pt x="1080" y="1630"/>
                  </a:cubicBezTo>
                  <a:cubicBezTo>
                    <a:pt x="1086" y="1631"/>
                    <a:pt x="1091" y="1631"/>
                    <a:pt x="1096" y="1631"/>
                  </a:cubicBezTo>
                  <a:cubicBezTo>
                    <a:pt x="1196" y="1631"/>
                    <a:pt x="1276" y="1550"/>
                    <a:pt x="1276" y="1451"/>
                  </a:cubicBezTo>
                  <a:lnTo>
                    <a:pt x="1276" y="179"/>
                  </a:lnTo>
                  <a:cubicBezTo>
                    <a:pt x="1278" y="80"/>
                    <a:pt x="1196" y="0"/>
                    <a:pt x="109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6" name="Google Shape;15356;p31"/>
            <p:cNvSpPr/>
            <p:nvPr/>
          </p:nvSpPr>
          <p:spPr>
            <a:xfrm>
              <a:off x="7313833" y="4018012"/>
              <a:ext cx="40575" cy="61904"/>
            </a:xfrm>
            <a:custGeom>
              <a:rect b="b" l="l" r="r" t="t"/>
              <a:pathLst>
                <a:path extrusionOk="0" h="1634" w="1071">
                  <a:moveTo>
                    <a:pt x="178" y="1"/>
                  </a:moveTo>
                  <a:cubicBezTo>
                    <a:pt x="79" y="1"/>
                    <a:pt x="1" y="82"/>
                    <a:pt x="1" y="181"/>
                  </a:cubicBezTo>
                  <a:cubicBezTo>
                    <a:pt x="1" y="281"/>
                    <a:pt x="81" y="361"/>
                    <a:pt x="181" y="361"/>
                  </a:cubicBezTo>
                  <a:lnTo>
                    <a:pt x="350" y="361"/>
                  </a:lnTo>
                  <a:lnTo>
                    <a:pt x="350" y="1444"/>
                  </a:lnTo>
                  <a:cubicBezTo>
                    <a:pt x="350" y="1540"/>
                    <a:pt x="420" y="1624"/>
                    <a:pt x="514" y="1633"/>
                  </a:cubicBezTo>
                  <a:cubicBezTo>
                    <a:pt x="519" y="1633"/>
                    <a:pt x="525" y="1633"/>
                    <a:pt x="530" y="1633"/>
                  </a:cubicBezTo>
                  <a:cubicBezTo>
                    <a:pt x="630" y="1633"/>
                    <a:pt x="710" y="1552"/>
                    <a:pt x="710" y="1453"/>
                  </a:cubicBezTo>
                  <a:lnTo>
                    <a:pt x="710" y="361"/>
                  </a:lnTo>
                  <a:lnTo>
                    <a:pt x="872" y="361"/>
                  </a:lnTo>
                  <a:cubicBezTo>
                    <a:pt x="967" y="361"/>
                    <a:pt x="1052" y="292"/>
                    <a:pt x="1061" y="198"/>
                  </a:cubicBezTo>
                  <a:cubicBezTo>
                    <a:pt x="1070" y="90"/>
                    <a:pt x="986" y="1"/>
                    <a:pt x="882" y="1"/>
                  </a:cubicBezTo>
                  <a:lnTo>
                    <a:pt x="180" y="1"/>
                  </a:lnTo>
                  <a:cubicBezTo>
                    <a:pt x="179" y="1"/>
                    <a:pt x="179" y="1"/>
                    <a:pt x="1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357" name="Google Shape;15357;p31"/>
          <p:cNvSpPr/>
          <p:nvPr/>
        </p:nvSpPr>
        <p:spPr>
          <a:xfrm>
            <a:off x="7760889" y="4158832"/>
            <a:ext cx="448452" cy="449595"/>
          </a:xfrm>
          <a:custGeom>
            <a:rect b="b" l="l" r="r" t="t"/>
            <a:pathLst>
              <a:path extrusionOk="0" h="12584" w="12552">
                <a:moveTo>
                  <a:pt x="6958" y="362"/>
                </a:moveTo>
                <a:cubicBezTo>
                  <a:pt x="7113" y="362"/>
                  <a:pt x="7276" y="485"/>
                  <a:pt x="7305" y="639"/>
                </a:cubicBezTo>
                <a:cubicBezTo>
                  <a:pt x="7346" y="854"/>
                  <a:pt x="7207" y="1066"/>
                  <a:pt x="6986" y="1082"/>
                </a:cubicBezTo>
                <a:cubicBezTo>
                  <a:pt x="6976" y="1083"/>
                  <a:pt x="6969" y="1083"/>
                  <a:pt x="6959" y="1083"/>
                </a:cubicBezTo>
                <a:lnTo>
                  <a:pt x="5486" y="1083"/>
                </a:lnTo>
                <a:cubicBezTo>
                  <a:pt x="5477" y="1083"/>
                  <a:pt x="5470" y="1083"/>
                  <a:pt x="5463" y="1082"/>
                </a:cubicBezTo>
                <a:cubicBezTo>
                  <a:pt x="5268" y="1068"/>
                  <a:pt x="5135" y="903"/>
                  <a:pt x="5135" y="714"/>
                </a:cubicBezTo>
                <a:cubicBezTo>
                  <a:pt x="5135" y="521"/>
                  <a:pt x="5293" y="362"/>
                  <a:pt x="5487" y="362"/>
                </a:cubicBezTo>
                <a:close/>
                <a:moveTo>
                  <a:pt x="7666" y="2852"/>
                </a:moveTo>
                <a:lnTo>
                  <a:pt x="7666" y="3540"/>
                </a:lnTo>
                <a:lnTo>
                  <a:pt x="4784" y="3540"/>
                </a:lnTo>
                <a:lnTo>
                  <a:pt x="4784" y="2852"/>
                </a:lnTo>
                <a:close/>
                <a:moveTo>
                  <a:pt x="3242" y="7012"/>
                </a:moveTo>
                <a:lnTo>
                  <a:pt x="3242" y="7701"/>
                </a:lnTo>
                <a:lnTo>
                  <a:pt x="360" y="7701"/>
                </a:lnTo>
                <a:lnTo>
                  <a:pt x="360" y="7012"/>
                </a:lnTo>
                <a:close/>
                <a:moveTo>
                  <a:pt x="12189" y="7012"/>
                </a:moveTo>
                <a:lnTo>
                  <a:pt x="12189" y="7701"/>
                </a:lnTo>
                <a:lnTo>
                  <a:pt x="9306" y="7701"/>
                </a:lnTo>
                <a:lnTo>
                  <a:pt x="9306" y="7012"/>
                </a:lnTo>
                <a:close/>
                <a:moveTo>
                  <a:pt x="3242" y="9273"/>
                </a:moveTo>
                <a:lnTo>
                  <a:pt x="3242" y="9963"/>
                </a:lnTo>
                <a:lnTo>
                  <a:pt x="360" y="9963"/>
                </a:lnTo>
                <a:lnTo>
                  <a:pt x="360" y="9273"/>
                </a:lnTo>
                <a:close/>
                <a:moveTo>
                  <a:pt x="2553" y="11502"/>
                </a:moveTo>
                <a:cubicBezTo>
                  <a:pt x="2651" y="11502"/>
                  <a:pt x="2747" y="11544"/>
                  <a:pt x="2813" y="11616"/>
                </a:cubicBezTo>
                <a:cubicBezTo>
                  <a:pt x="2960" y="11778"/>
                  <a:pt x="2923" y="12049"/>
                  <a:pt x="2742" y="12166"/>
                </a:cubicBezTo>
                <a:cubicBezTo>
                  <a:pt x="2685" y="12203"/>
                  <a:pt x="2619" y="12222"/>
                  <a:pt x="2554" y="12222"/>
                </a:cubicBezTo>
                <a:lnTo>
                  <a:pt x="1080" y="12222"/>
                </a:lnTo>
                <a:cubicBezTo>
                  <a:pt x="852" y="12222"/>
                  <a:pt x="696" y="12009"/>
                  <a:pt x="734" y="11787"/>
                </a:cubicBezTo>
                <a:cubicBezTo>
                  <a:pt x="762" y="11621"/>
                  <a:pt x="912" y="11502"/>
                  <a:pt x="1082" y="11502"/>
                </a:cubicBezTo>
                <a:close/>
                <a:moveTo>
                  <a:pt x="5505" y="0"/>
                </a:moveTo>
                <a:cubicBezTo>
                  <a:pt x="5331" y="0"/>
                  <a:pt x="5159" y="68"/>
                  <a:pt x="5031" y="191"/>
                </a:cubicBezTo>
                <a:cubicBezTo>
                  <a:pt x="4902" y="312"/>
                  <a:pt x="4823" y="480"/>
                  <a:pt x="4809" y="658"/>
                </a:cubicBezTo>
                <a:cubicBezTo>
                  <a:pt x="4796" y="843"/>
                  <a:pt x="4846" y="1029"/>
                  <a:pt x="4961" y="1175"/>
                </a:cubicBezTo>
                <a:cubicBezTo>
                  <a:pt x="5070" y="1314"/>
                  <a:pt x="5230" y="1408"/>
                  <a:pt x="5402" y="1434"/>
                </a:cubicBezTo>
                <a:cubicBezTo>
                  <a:pt x="5436" y="1439"/>
                  <a:pt x="5470" y="1442"/>
                  <a:pt x="5505" y="1442"/>
                </a:cubicBezTo>
                <a:lnTo>
                  <a:pt x="6030" y="1442"/>
                </a:lnTo>
                <a:lnTo>
                  <a:pt x="6030" y="2491"/>
                </a:lnTo>
                <a:lnTo>
                  <a:pt x="4577" y="2491"/>
                </a:lnTo>
                <a:cubicBezTo>
                  <a:pt x="4475" y="2491"/>
                  <a:pt x="4392" y="2574"/>
                  <a:pt x="4392" y="2675"/>
                </a:cubicBezTo>
                <a:lnTo>
                  <a:pt x="4392" y="3748"/>
                </a:lnTo>
                <a:cubicBezTo>
                  <a:pt x="4392" y="3849"/>
                  <a:pt x="4474" y="3932"/>
                  <a:pt x="4577" y="3932"/>
                </a:cubicBezTo>
                <a:lnTo>
                  <a:pt x="6030" y="3932"/>
                </a:lnTo>
                <a:lnTo>
                  <a:pt x="6030" y="4753"/>
                </a:lnTo>
                <a:lnTo>
                  <a:pt x="3368" y="5570"/>
                </a:lnTo>
                <a:lnTo>
                  <a:pt x="1823" y="5570"/>
                </a:lnTo>
                <a:cubicBezTo>
                  <a:pt x="1722" y="5570"/>
                  <a:pt x="1639" y="5653"/>
                  <a:pt x="1639" y="5754"/>
                </a:cubicBezTo>
                <a:lnTo>
                  <a:pt x="1639" y="6651"/>
                </a:lnTo>
                <a:lnTo>
                  <a:pt x="186" y="6651"/>
                </a:lnTo>
                <a:cubicBezTo>
                  <a:pt x="84" y="6651"/>
                  <a:pt x="1" y="6734"/>
                  <a:pt x="1" y="6836"/>
                </a:cubicBezTo>
                <a:lnTo>
                  <a:pt x="1" y="7908"/>
                </a:lnTo>
                <a:cubicBezTo>
                  <a:pt x="1" y="8010"/>
                  <a:pt x="84" y="8093"/>
                  <a:pt x="186" y="8093"/>
                </a:cubicBezTo>
                <a:lnTo>
                  <a:pt x="1639" y="8093"/>
                </a:lnTo>
                <a:lnTo>
                  <a:pt x="1639" y="8880"/>
                </a:lnTo>
                <a:lnTo>
                  <a:pt x="186" y="8880"/>
                </a:lnTo>
                <a:cubicBezTo>
                  <a:pt x="84" y="8880"/>
                  <a:pt x="1" y="8962"/>
                  <a:pt x="1" y="9064"/>
                </a:cubicBezTo>
                <a:lnTo>
                  <a:pt x="1" y="10136"/>
                </a:lnTo>
                <a:cubicBezTo>
                  <a:pt x="1" y="10238"/>
                  <a:pt x="84" y="10321"/>
                  <a:pt x="186" y="10321"/>
                </a:cubicBezTo>
                <a:lnTo>
                  <a:pt x="1639" y="10321"/>
                </a:lnTo>
                <a:lnTo>
                  <a:pt x="1639" y="11141"/>
                </a:lnTo>
                <a:lnTo>
                  <a:pt x="1041" y="11141"/>
                </a:lnTo>
                <a:cubicBezTo>
                  <a:pt x="834" y="11141"/>
                  <a:pt x="588" y="11291"/>
                  <a:pt x="503" y="11478"/>
                </a:cubicBezTo>
                <a:cubicBezTo>
                  <a:pt x="351" y="11802"/>
                  <a:pt x="403" y="12170"/>
                  <a:pt x="644" y="12396"/>
                </a:cubicBezTo>
                <a:cubicBezTo>
                  <a:pt x="772" y="12515"/>
                  <a:pt x="941" y="12583"/>
                  <a:pt x="1114" y="12583"/>
                </a:cubicBezTo>
                <a:lnTo>
                  <a:pt x="2537" y="12583"/>
                </a:lnTo>
                <a:cubicBezTo>
                  <a:pt x="2605" y="12583"/>
                  <a:pt x="2673" y="12574"/>
                  <a:pt x="2739" y="12551"/>
                </a:cubicBezTo>
                <a:cubicBezTo>
                  <a:pt x="3202" y="12385"/>
                  <a:pt x="3340" y="11865"/>
                  <a:pt x="3121" y="11451"/>
                </a:cubicBezTo>
                <a:cubicBezTo>
                  <a:pt x="3031" y="11279"/>
                  <a:pt x="2792" y="11142"/>
                  <a:pt x="2598" y="11142"/>
                </a:cubicBezTo>
                <a:lnTo>
                  <a:pt x="2000" y="11142"/>
                </a:lnTo>
                <a:lnTo>
                  <a:pt x="2000" y="10322"/>
                </a:lnTo>
                <a:lnTo>
                  <a:pt x="3453" y="10322"/>
                </a:lnTo>
                <a:cubicBezTo>
                  <a:pt x="3556" y="10322"/>
                  <a:pt x="3638" y="10240"/>
                  <a:pt x="3638" y="10138"/>
                </a:cubicBezTo>
                <a:lnTo>
                  <a:pt x="3638" y="9065"/>
                </a:lnTo>
                <a:cubicBezTo>
                  <a:pt x="3638" y="8963"/>
                  <a:pt x="3556" y="8881"/>
                  <a:pt x="3453" y="8881"/>
                </a:cubicBezTo>
                <a:lnTo>
                  <a:pt x="2000" y="8881"/>
                </a:lnTo>
                <a:lnTo>
                  <a:pt x="2000" y="8094"/>
                </a:lnTo>
                <a:lnTo>
                  <a:pt x="3453" y="8094"/>
                </a:lnTo>
                <a:cubicBezTo>
                  <a:pt x="3556" y="8094"/>
                  <a:pt x="3638" y="8011"/>
                  <a:pt x="3638" y="7910"/>
                </a:cubicBezTo>
                <a:lnTo>
                  <a:pt x="3638" y="6837"/>
                </a:lnTo>
                <a:cubicBezTo>
                  <a:pt x="3638" y="6735"/>
                  <a:pt x="3556" y="6653"/>
                  <a:pt x="3453" y="6653"/>
                </a:cubicBezTo>
                <a:lnTo>
                  <a:pt x="2000" y="6653"/>
                </a:lnTo>
                <a:lnTo>
                  <a:pt x="2000" y="5931"/>
                </a:lnTo>
                <a:lnTo>
                  <a:pt x="3367" y="5931"/>
                </a:lnTo>
                <a:lnTo>
                  <a:pt x="4567" y="6313"/>
                </a:lnTo>
                <a:cubicBezTo>
                  <a:pt x="4585" y="6318"/>
                  <a:pt x="4604" y="6321"/>
                  <a:pt x="4622" y="6321"/>
                </a:cubicBezTo>
                <a:cubicBezTo>
                  <a:pt x="4719" y="6321"/>
                  <a:pt x="4808" y="6241"/>
                  <a:pt x="4807" y="6126"/>
                </a:cubicBezTo>
                <a:cubicBezTo>
                  <a:pt x="4807" y="6044"/>
                  <a:pt x="4751" y="5975"/>
                  <a:pt x="4673" y="5951"/>
                </a:cubicBezTo>
                <a:lnTo>
                  <a:pt x="4016" y="5743"/>
                </a:lnTo>
                <a:lnTo>
                  <a:pt x="6221" y="5043"/>
                </a:lnTo>
                <a:lnTo>
                  <a:pt x="8426" y="5743"/>
                </a:lnTo>
                <a:lnTo>
                  <a:pt x="6221" y="6441"/>
                </a:lnTo>
                <a:lnTo>
                  <a:pt x="5498" y="6213"/>
                </a:lnTo>
                <a:cubicBezTo>
                  <a:pt x="5480" y="6207"/>
                  <a:pt x="5461" y="6204"/>
                  <a:pt x="5443" y="6204"/>
                </a:cubicBezTo>
                <a:cubicBezTo>
                  <a:pt x="5365" y="6204"/>
                  <a:pt x="5293" y="6256"/>
                  <a:pt x="5268" y="6337"/>
                </a:cubicBezTo>
                <a:cubicBezTo>
                  <a:pt x="5238" y="6436"/>
                  <a:pt x="5291" y="6543"/>
                  <a:pt x="5389" y="6572"/>
                </a:cubicBezTo>
                <a:lnTo>
                  <a:pt x="6166" y="6818"/>
                </a:lnTo>
                <a:cubicBezTo>
                  <a:pt x="6184" y="6824"/>
                  <a:pt x="6203" y="6827"/>
                  <a:pt x="6221" y="6827"/>
                </a:cubicBezTo>
                <a:cubicBezTo>
                  <a:pt x="6240" y="6827"/>
                  <a:pt x="6258" y="6824"/>
                  <a:pt x="6276" y="6818"/>
                </a:cubicBezTo>
                <a:lnTo>
                  <a:pt x="9076" y="5931"/>
                </a:lnTo>
                <a:lnTo>
                  <a:pt x="10553" y="5931"/>
                </a:lnTo>
                <a:lnTo>
                  <a:pt x="10553" y="6653"/>
                </a:lnTo>
                <a:lnTo>
                  <a:pt x="9100" y="6653"/>
                </a:lnTo>
                <a:cubicBezTo>
                  <a:pt x="8998" y="6653"/>
                  <a:pt x="8915" y="6735"/>
                  <a:pt x="8915" y="6837"/>
                </a:cubicBezTo>
                <a:lnTo>
                  <a:pt x="8915" y="7910"/>
                </a:lnTo>
                <a:cubicBezTo>
                  <a:pt x="8915" y="8011"/>
                  <a:pt x="8998" y="8094"/>
                  <a:pt x="9100" y="8094"/>
                </a:cubicBezTo>
                <a:lnTo>
                  <a:pt x="10553" y="8094"/>
                </a:lnTo>
                <a:lnTo>
                  <a:pt x="10553" y="8881"/>
                </a:lnTo>
                <a:lnTo>
                  <a:pt x="10017" y="8881"/>
                </a:lnTo>
                <a:cubicBezTo>
                  <a:pt x="9795" y="8881"/>
                  <a:pt x="9582" y="8986"/>
                  <a:pt x="9448" y="9165"/>
                </a:cubicBezTo>
                <a:cubicBezTo>
                  <a:pt x="9400" y="9229"/>
                  <a:pt x="9362" y="9303"/>
                  <a:pt x="9337" y="9379"/>
                </a:cubicBezTo>
                <a:cubicBezTo>
                  <a:pt x="9264" y="9613"/>
                  <a:pt x="9312" y="9879"/>
                  <a:pt x="9469" y="10065"/>
                </a:cubicBezTo>
                <a:cubicBezTo>
                  <a:pt x="9604" y="10227"/>
                  <a:pt x="9807" y="10324"/>
                  <a:pt x="10017" y="10324"/>
                </a:cubicBezTo>
                <a:lnTo>
                  <a:pt x="10103" y="10324"/>
                </a:lnTo>
                <a:cubicBezTo>
                  <a:pt x="10198" y="10324"/>
                  <a:pt x="10284" y="10254"/>
                  <a:pt x="10291" y="10160"/>
                </a:cubicBezTo>
                <a:cubicBezTo>
                  <a:pt x="10301" y="10053"/>
                  <a:pt x="10217" y="9964"/>
                  <a:pt x="10112" y="9964"/>
                </a:cubicBezTo>
                <a:lnTo>
                  <a:pt x="10004" y="9964"/>
                </a:lnTo>
                <a:cubicBezTo>
                  <a:pt x="9756" y="9964"/>
                  <a:pt x="9593" y="9706"/>
                  <a:pt x="9673" y="9477"/>
                </a:cubicBezTo>
                <a:cubicBezTo>
                  <a:pt x="9721" y="9342"/>
                  <a:pt x="9861" y="9242"/>
                  <a:pt x="10004" y="9242"/>
                </a:cubicBezTo>
                <a:lnTo>
                  <a:pt x="11479" y="9242"/>
                </a:lnTo>
                <a:cubicBezTo>
                  <a:pt x="11673" y="9242"/>
                  <a:pt x="11831" y="9399"/>
                  <a:pt x="11831" y="9594"/>
                </a:cubicBezTo>
                <a:cubicBezTo>
                  <a:pt x="11831" y="9792"/>
                  <a:pt x="11684" y="9964"/>
                  <a:pt x="11479" y="9964"/>
                </a:cubicBezTo>
                <a:lnTo>
                  <a:pt x="10977" y="9964"/>
                </a:lnTo>
                <a:cubicBezTo>
                  <a:pt x="10882" y="9964"/>
                  <a:pt x="10797" y="10033"/>
                  <a:pt x="10789" y="10127"/>
                </a:cubicBezTo>
                <a:cubicBezTo>
                  <a:pt x="10779" y="10235"/>
                  <a:pt x="10863" y="10324"/>
                  <a:pt x="10968" y="10324"/>
                </a:cubicBezTo>
                <a:lnTo>
                  <a:pt x="11449" y="10324"/>
                </a:lnTo>
                <a:cubicBezTo>
                  <a:pt x="11610" y="10324"/>
                  <a:pt x="11767" y="10268"/>
                  <a:pt x="11891" y="10169"/>
                </a:cubicBezTo>
                <a:cubicBezTo>
                  <a:pt x="12067" y="10029"/>
                  <a:pt x="12161" y="9817"/>
                  <a:pt x="12162" y="9593"/>
                </a:cubicBezTo>
                <a:cubicBezTo>
                  <a:pt x="12162" y="9200"/>
                  <a:pt x="11842" y="8881"/>
                  <a:pt x="11449" y="8881"/>
                </a:cubicBezTo>
                <a:lnTo>
                  <a:pt x="10913" y="8881"/>
                </a:lnTo>
                <a:lnTo>
                  <a:pt x="10913" y="8094"/>
                </a:lnTo>
                <a:lnTo>
                  <a:pt x="12366" y="8094"/>
                </a:lnTo>
                <a:cubicBezTo>
                  <a:pt x="12469" y="8094"/>
                  <a:pt x="12551" y="8011"/>
                  <a:pt x="12551" y="7910"/>
                </a:cubicBezTo>
                <a:lnTo>
                  <a:pt x="12551" y="6837"/>
                </a:lnTo>
                <a:cubicBezTo>
                  <a:pt x="12548" y="6737"/>
                  <a:pt x="12466" y="6653"/>
                  <a:pt x="12364" y="6653"/>
                </a:cubicBezTo>
                <a:lnTo>
                  <a:pt x="10911" y="6653"/>
                </a:lnTo>
                <a:lnTo>
                  <a:pt x="10911" y="5755"/>
                </a:lnTo>
                <a:cubicBezTo>
                  <a:pt x="10911" y="5654"/>
                  <a:pt x="10828" y="5571"/>
                  <a:pt x="10726" y="5571"/>
                </a:cubicBezTo>
                <a:lnTo>
                  <a:pt x="9064" y="5571"/>
                </a:lnTo>
                <a:lnTo>
                  <a:pt x="6390" y="4737"/>
                </a:lnTo>
                <a:lnTo>
                  <a:pt x="6390" y="3933"/>
                </a:lnTo>
                <a:lnTo>
                  <a:pt x="7843" y="3933"/>
                </a:lnTo>
                <a:cubicBezTo>
                  <a:pt x="7945" y="3933"/>
                  <a:pt x="8028" y="3851"/>
                  <a:pt x="8028" y="3749"/>
                </a:cubicBezTo>
                <a:lnTo>
                  <a:pt x="8028" y="2676"/>
                </a:lnTo>
                <a:cubicBezTo>
                  <a:pt x="8028" y="2575"/>
                  <a:pt x="7945" y="2492"/>
                  <a:pt x="7843" y="2492"/>
                </a:cubicBezTo>
                <a:lnTo>
                  <a:pt x="6390" y="2492"/>
                </a:lnTo>
                <a:lnTo>
                  <a:pt x="6390" y="1443"/>
                </a:lnTo>
                <a:lnTo>
                  <a:pt x="6915" y="1443"/>
                </a:lnTo>
                <a:cubicBezTo>
                  <a:pt x="6937" y="1443"/>
                  <a:pt x="6961" y="1441"/>
                  <a:pt x="6984" y="1439"/>
                </a:cubicBezTo>
                <a:cubicBezTo>
                  <a:pt x="7157" y="1422"/>
                  <a:pt x="7320" y="1336"/>
                  <a:pt x="7436" y="1203"/>
                </a:cubicBezTo>
                <a:cubicBezTo>
                  <a:pt x="7554" y="1066"/>
                  <a:pt x="7613" y="894"/>
                  <a:pt x="7612" y="712"/>
                </a:cubicBezTo>
                <a:cubicBezTo>
                  <a:pt x="7612" y="320"/>
                  <a:pt x="7299" y="0"/>
                  <a:pt x="691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358" name="Google Shape;15358;p31"/>
          <p:cNvGrpSpPr/>
          <p:nvPr/>
        </p:nvGrpSpPr>
        <p:grpSpPr>
          <a:xfrm>
            <a:off x="6263017" y="4168745"/>
            <a:ext cx="449475" cy="429645"/>
            <a:chOff x="6364927" y="3740390"/>
            <a:chExt cx="476593" cy="455567"/>
          </a:xfrm>
        </p:grpSpPr>
        <p:sp>
          <p:nvSpPr>
            <p:cNvPr id="15359" name="Google Shape;15359;p31"/>
            <p:cNvSpPr/>
            <p:nvPr/>
          </p:nvSpPr>
          <p:spPr>
            <a:xfrm>
              <a:off x="6465929" y="4095562"/>
              <a:ext cx="27201" cy="13676"/>
            </a:xfrm>
            <a:custGeom>
              <a:rect b="b" l="l" r="r" t="t"/>
              <a:pathLst>
                <a:path extrusionOk="0" h="361" w="718">
                  <a:moveTo>
                    <a:pt x="197" y="0"/>
                  </a:moveTo>
                  <a:cubicBezTo>
                    <a:pt x="102" y="0"/>
                    <a:pt x="17" y="70"/>
                    <a:pt x="8" y="164"/>
                  </a:cubicBezTo>
                  <a:cubicBezTo>
                    <a:pt x="1" y="272"/>
                    <a:pt x="85" y="361"/>
                    <a:pt x="190" y="361"/>
                  </a:cubicBezTo>
                  <a:lnTo>
                    <a:pt x="519" y="361"/>
                  </a:lnTo>
                  <a:cubicBezTo>
                    <a:pt x="615" y="361"/>
                    <a:pt x="700" y="292"/>
                    <a:pt x="708" y="197"/>
                  </a:cubicBezTo>
                  <a:cubicBezTo>
                    <a:pt x="717" y="90"/>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0" name="Google Shape;15360;p31"/>
            <p:cNvSpPr/>
            <p:nvPr/>
          </p:nvSpPr>
          <p:spPr>
            <a:xfrm>
              <a:off x="6713090" y="4148980"/>
              <a:ext cx="27239" cy="13676"/>
            </a:xfrm>
            <a:custGeom>
              <a:rect b="b" l="l" r="r" t="t"/>
              <a:pathLst>
                <a:path extrusionOk="0" h="361" w="719">
                  <a:moveTo>
                    <a:pt x="198" y="0"/>
                  </a:moveTo>
                  <a:cubicBezTo>
                    <a:pt x="103" y="0"/>
                    <a:pt x="18" y="70"/>
                    <a:pt x="9" y="165"/>
                  </a:cubicBezTo>
                  <a:cubicBezTo>
                    <a:pt x="1" y="270"/>
                    <a:pt x="85" y="361"/>
                    <a:pt x="189" y="361"/>
                  </a:cubicBezTo>
                  <a:lnTo>
                    <a:pt x="520" y="361"/>
                  </a:lnTo>
                  <a:cubicBezTo>
                    <a:pt x="616" y="361"/>
                    <a:pt x="701" y="291"/>
                    <a:pt x="709" y="197"/>
                  </a:cubicBezTo>
                  <a:cubicBezTo>
                    <a:pt x="718" y="89"/>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1" name="Google Shape;15361;p31"/>
            <p:cNvSpPr/>
            <p:nvPr/>
          </p:nvSpPr>
          <p:spPr>
            <a:xfrm>
              <a:off x="6364927" y="3740390"/>
              <a:ext cx="476593" cy="455567"/>
            </a:xfrm>
            <a:custGeom>
              <a:rect b="b" l="l" r="r" t="t"/>
              <a:pathLst>
                <a:path extrusionOk="0" h="12025" w="12580">
                  <a:moveTo>
                    <a:pt x="7995" y="2735"/>
                  </a:moveTo>
                  <a:cubicBezTo>
                    <a:pt x="8050" y="2735"/>
                    <a:pt x="8105" y="2753"/>
                    <a:pt x="8151" y="2791"/>
                  </a:cubicBezTo>
                  <a:lnTo>
                    <a:pt x="9383" y="3794"/>
                  </a:lnTo>
                  <a:cubicBezTo>
                    <a:pt x="9472" y="3867"/>
                    <a:pt x="9502" y="3995"/>
                    <a:pt x="9442" y="4108"/>
                  </a:cubicBezTo>
                  <a:cubicBezTo>
                    <a:pt x="9429" y="4132"/>
                    <a:pt x="9411" y="4153"/>
                    <a:pt x="9390" y="4170"/>
                  </a:cubicBezTo>
                  <a:lnTo>
                    <a:pt x="8149" y="5156"/>
                  </a:lnTo>
                  <a:cubicBezTo>
                    <a:pt x="8104" y="5191"/>
                    <a:pt x="8051" y="5209"/>
                    <a:pt x="7995" y="5209"/>
                  </a:cubicBezTo>
                  <a:cubicBezTo>
                    <a:pt x="7968" y="5209"/>
                    <a:pt x="7941" y="5205"/>
                    <a:pt x="7914" y="5197"/>
                  </a:cubicBezTo>
                  <a:cubicBezTo>
                    <a:pt x="7903" y="5192"/>
                    <a:pt x="7890" y="5187"/>
                    <a:pt x="7879" y="5181"/>
                  </a:cubicBezTo>
                  <a:cubicBezTo>
                    <a:pt x="7785" y="5127"/>
                    <a:pt x="7740" y="5033"/>
                    <a:pt x="7752" y="4936"/>
                  </a:cubicBezTo>
                  <a:cubicBezTo>
                    <a:pt x="7759" y="4871"/>
                    <a:pt x="7791" y="4812"/>
                    <a:pt x="7843" y="4771"/>
                  </a:cubicBezTo>
                  <a:lnTo>
                    <a:pt x="8110" y="4559"/>
                  </a:lnTo>
                  <a:cubicBezTo>
                    <a:pt x="8200" y="4486"/>
                    <a:pt x="8210" y="4342"/>
                    <a:pt x="8099" y="4259"/>
                  </a:cubicBezTo>
                  <a:cubicBezTo>
                    <a:pt x="8072" y="4239"/>
                    <a:pt x="8041" y="4230"/>
                    <a:pt x="8008" y="4230"/>
                  </a:cubicBezTo>
                  <a:lnTo>
                    <a:pt x="5386" y="4230"/>
                  </a:lnTo>
                  <a:cubicBezTo>
                    <a:pt x="5322" y="4230"/>
                    <a:pt x="5260" y="4202"/>
                    <a:pt x="5224" y="4148"/>
                  </a:cubicBezTo>
                  <a:cubicBezTo>
                    <a:pt x="5088" y="3950"/>
                    <a:pt x="5228" y="3740"/>
                    <a:pt x="5416" y="3740"/>
                  </a:cubicBezTo>
                  <a:lnTo>
                    <a:pt x="8034" y="3740"/>
                  </a:lnTo>
                  <a:cubicBezTo>
                    <a:pt x="8066" y="3740"/>
                    <a:pt x="8097" y="3730"/>
                    <a:pt x="8124" y="3710"/>
                  </a:cubicBezTo>
                  <a:cubicBezTo>
                    <a:pt x="8234" y="3629"/>
                    <a:pt x="8225" y="3484"/>
                    <a:pt x="8136" y="3412"/>
                  </a:cubicBezTo>
                  <a:lnTo>
                    <a:pt x="7841" y="3171"/>
                  </a:lnTo>
                  <a:cubicBezTo>
                    <a:pt x="7736" y="3086"/>
                    <a:pt x="7720" y="2930"/>
                    <a:pt x="7805" y="2825"/>
                  </a:cubicBezTo>
                  <a:cubicBezTo>
                    <a:pt x="7853" y="2766"/>
                    <a:pt x="7924" y="2735"/>
                    <a:pt x="7995" y="2735"/>
                  </a:cubicBezTo>
                  <a:close/>
                  <a:moveTo>
                    <a:pt x="6517" y="4592"/>
                  </a:moveTo>
                  <a:lnTo>
                    <a:pt x="6517" y="5739"/>
                  </a:lnTo>
                  <a:lnTo>
                    <a:pt x="6059" y="5739"/>
                  </a:lnTo>
                  <a:lnTo>
                    <a:pt x="6059" y="4592"/>
                  </a:lnTo>
                  <a:close/>
                  <a:moveTo>
                    <a:pt x="5224" y="366"/>
                  </a:moveTo>
                  <a:cubicBezTo>
                    <a:pt x="5465" y="366"/>
                    <a:pt x="5662" y="562"/>
                    <a:pt x="5662" y="804"/>
                  </a:cubicBezTo>
                  <a:lnTo>
                    <a:pt x="5662" y="3380"/>
                  </a:lnTo>
                  <a:lnTo>
                    <a:pt x="5413" y="3380"/>
                  </a:lnTo>
                  <a:cubicBezTo>
                    <a:pt x="5085" y="3380"/>
                    <a:pt x="4804" y="3636"/>
                    <a:pt x="4792" y="3965"/>
                  </a:cubicBezTo>
                  <a:cubicBezTo>
                    <a:pt x="4779" y="4309"/>
                    <a:pt x="5056" y="4593"/>
                    <a:pt x="5397" y="4593"/>
                  </a:cubicBezTo>
                  <a:lnTo>
                    <a:pt x="5662" y="4593"/>
                  </a:lnTo>
                  <a:lnTo>
                    <a:pt x="5662" y="5740"/>
                  </a:lnTo>
                  <a:lnTo>
                    <a:pt x="5044" y="5740"/>
                  </a:lnTo>
                  <a:cubicBezTo>
                    <a:pt x="5119" y="5650"/>
                    <a:pt x="5165" y="5538"/>
                    <a:pt x="5177" y="5420"/>
                  </a:cubicBezTo>
                  <a:cubicBezTo>
                    <a:pt x="5193" y="5259"/>
                    <a:pt x="5148" y="5103"/>
                    <a:pt x="5046" y="4980"/>
                  </a:cubicBezTo>
                  <a:cubicBezTo>
                    <a:pt x="4927" y="4834"/>
                    <a:pt x="4753" y="4758"/>
                    <a:pt x="4578" y="4758"/>
                  </a:cubicBezTo>
                  <a:cubicBezTo>
                    <a:pt x="4445" y="4758"/>
                    <a:pt x="4311" y="4802"/>
                    <a:pt x="4200" y="4893"/>
                  </a:cubicBezTo>
                  <a:lnTo>
                    <a:pt x="3892" y="5143"/>
                  </a:lnTo>
                  <a:cubicBezTo>
                    <a:pt x="3811" y="5210"/>
                    <a:pt x="3802" y="5332"/>
                    <a:pt x="3878" y="5409"/>
                  </a:cubicBezTo>
                  <a:cubicBezTo>
                    <a:pt x="3912" y="5444"/>
                    <a:pt x="3958" y="5461"/>
                    <a:pt x="4004" y="5461"/>
                  </a:cubicBezTo>
                  <a:cubicBezTo>
                    <a:pt x="4048" y="5461"/>
                    <a:pt x="4092" y="5446"/>
                    <a:pt x="4128" y="5417"/>
                  </a:cubicBezTo>
                  <a:lnTo>
                    <a:pt x="4428" y="5171"/>
                  </a:lnTo>
                  <a:cubicBezTo>
                    <a:pt x="4472" y="5135"/>
                    <a:pt x="4525" y="5118"/>
                    <a:pt x="4578" y="5118"/>
                  </a:cubicBezTo>
                  <a:cubicBezTo>
                    <a:pt x="4657" y="5118"/>
                    <a:pt x="4736" y="5157"/>
                    <a:pt x="4783" y="5231"/>
                  </a:cubicBezTo>
                  <a:cubicBezTo>
                    <a:pt x="4848" y="5336"/>
                    <a:pt x="4818" y="5473"/>
                    <a:pt x="4722" y="5552"/>
                  </a:cubicBezTo>
                  <a:lnTo>
                    <a:pt x="4442" y="5781"/>
                  </a:lnTo>
                  <a:cubicBezTo>
                    <a:pt x="4373" y="5836"/>
                    <a:pt x="4354" y="5936"/>
                    <a:pt x="4402" y="6017"/>
                  </a:cubicBezTo>
                  <a:cubicBezTo>
                    <a:pt x="4437" y="6071"/>
                    <a:pt x="4500" y="6101"/>
                    <a:pt x="4564" y="6101"/>
                  </a:cubicBezTo>
                  <a:lnTo>
                    <a:pt x="7156" y="6101"/>
                  </a:lnTo>
                  <a:cubicBezTo>
                    <a:pt x="7272" y="6101"/>
                    <a:pt x="7379" y="6179"/>
                    <a:pt x="7403" y="6292"/>
                  </a:cubicBezTo>
                  <a:cubicBezTo>
                    <a:pt x="7439" y="6452"/>
                    <a:pt x="7317" y="6594"/>
                    <a:pt x="7164" y="6594"/>
                  </a:cubicBezTo>
                  <a:lnTo>
                    <a:pt x="4579" y="6594"/>
                  </a:lnTo>
                  <a:lnTo>
                    <a:pt x="4579" y="6591"/>
                  </a:lnTo>
                  <a:cubicBezTo>
                    <a:pt x="4501" y="6606"/>
                    <a:pt x="4432" y="6657"/>
                    <a:pt x="4406" y="6731"/>
                  </a:cubicBezTo>
                  <a:cubicBezTo>
                    <a:pt x="4379" y="6805"/>
                    <a:pt x="4402" y="6887"/>
                    <a:pt x="4464" y="6936"/>
                  </a:cubicBezTo>
                  <a:lnTo>
                    <a:pt x="4731" y="7149"/>
                  </a:lnTo>
                  <a:cubicBezTo>
                    <a:pt x="4837" y="7233"/>
                    <a:pt x="4855" y="7389"/>
                    <a:pt x="4771" y="7494"/>
                  </a:cubicBezTo>
                  <a:cubicBezTo>
                    <a:pt x="4724" y="7553"/>
                    <a:pt x="4654" y="7588"/>
                    <a:pt x="4578" y="7588"/>
                  </a:cubicBezTo>
                  <a:cubicBezTo>
                    <a:pt x="4522" y="7588"/>
                    <a:pt x="4469" y="7569"/>
                    <a:pt x="4424" y="7533"/>
                  </a:cubicBezTo>
                  <a:lnTo>
                    <a:pt x="3193" y="6554"/>
                  </a:lnTo>
                  <a:cubicBezTo>
                    <a:pt x="3134" y="6509"/>
                    <a:pt x="3100" y="6438"/>
                    <a:pt x="3100" y="6363"/>
                  </a:cubicBezTo>
                  <a:cubicBezTo>
                    <a:pt x="3100" y="6289"/>
                    <a:pt x="3133" y="6219"/>
                    <a:pt x="3191" y="6171"/>
                  </a:cubicBezTo>
                  <a:lnTo>
                    <a:pt x="3447" y="5961"/>
                  </a:lnTo>
                  <a:cubicBezTo>
                    <a:pt x="3526" y="5897"/>
                    <a:pt x="3537" y="5781"/>
                    <a:pt x="3473" y="5702"/>
                  </a:cubicBezTo>
                  <a:cubicBezTo>
                    <a:pt x="3437" y="5658"/>
                    <a:pt x="3383" y="5635"/>
                    <a:pt x="3330" y="5635"/>
                  </a:cubicBezTo>
                  <a:cubicBezTo>
                    <a:pt x="3289" y="5635"/>
                    <a:pt x="3248" y="5648"/>
                    <a:pt x="3214" y="5676"/>
                  </a:cubicBezTo>
                  <a:lnTo>
                    <a:pt x="2956" y="5886"/>
                  </a:lnTo>
                  <a:cubicBezTo>
                    <a:pt x="2810" y="6003"/>
                    <a:pt x="2728" y="6179"/>
                    <a:pt x="2730" y="6365"/>
                  </a:cubicBezTo>
                  <a:cubicBezTo>
                    <a:pt x="2731" y="6553"/>
                    <a:pt x="2815" y="6726"/>
                    <a:pt x="2961" y="6842"/>
                  </a:cubicBezTo>
                  <a:lnTo>
                    <a:pt x="4193" y="7821"/>
                  </a:lnTo>
                  <a:cubicBezTo>
                    <a:pt x="4302" y="7908"/>
                    <a:pt x="4437" y="7955"/>
                    <a:pt x="4575" y="7955"/>
                  </a:cubicBezTo>
                  <a:cubicBezTo>
                    <a:pt x="4764" y="7955"/>
                    <a:pt x="4940" y="7870"/>
                    <a:pt x="5056" y="7724"/>
                  </a:cubicBezTo>
                  <a:cubicBezTo>
                    <a:pt x="5233" y="7502"/>
                    <a:pt x="5230" y="7195"/>
                    <a:pt x="5070" y="6985"/>
                  </a:cubicBezTo>
                  <a:lnTo>
                    <a:pt x="5661" y="6985"/>
                  </a:lnTo>
                  <a:lnTo>
                    <a:pt x="5661" y="8525"/>
                  </a:lnTo>
                  <a:lnTo>
                    <a:pt x="353" y="8525"/>
                  </a:lnTo>
                  <a:lnTo>
                    <a:pt x="353" y="804"/>
                  </a:lnTo>
                  <a:cubicBezTo>
                    <a:pt x="353" y="562"/>
                    <a:pt x="550" y="366"/>
                    <a:pt x="792" y="366"/>
                  </a:cubicBezTo>
                  <a:close/>
                  <a:moveTo>
                    <a:pt x="5663" y="8884"/>
                  </a:moveTo>
                  <a:lnTo>
                    <a:pt x="5663" y="9789"/>
                  </a:lnTo>
                  <a:cubicBezTo>
                    <a:pt x="5664" y="10031"/>
                    <a:pt x="5469" y="10228"/>
                    <a:pt x="5227" y="10228"/>
                  </a:cubicBezTo>
                  <a:lnTo>
                    <a:pt x="794" y="10228"/>
                  </a:lnTo>
                  <a:cubicBezTo>
                    <a:pt x="552" y="10228"/>
                    <a:pt x="357" y="10031"/>
                    <a:pt x="357" y="9789"/>
                  </a:cubicBezTo>
                  <a:lnTo>
                    <a:pt x="357" y="8884"/>
                  </a:lnTo>
                  <a:close/>
                  <a:moveTo>
                    <a:pt x="12218" y="10293"/>
                  </a:moveTo>
                  <a:lnTo>
                    <a:pt x="12218" y="11198"/>
                  </a:lnTo>
                  <a:cubicBezTo>
                    <a:pt x="12218" y="11440"/>
                    <a:pt x="12022" y="11637"/>
                    <a:pt x="11780" y="11637"/>
                  </a:cubicBezTo>
                  <a:lnTo>
                    <a:pt x="7349" y="11637"/>
                  </a:lnTo>
                  <a:cubicBezTo>
                    <a:pt x="7107" y="11637"/>
                    <a:pt x="6910" y="11440"/>
                    <a:pt x="6910" y="11198"/>
                  </a:cubicBezTo>
                  <a:lnTo>
                    <a:pt x="6910" y="10293"/>
                  </a:lnTo>
                  <a:close/>
                  <a:moveTo>
                    <a:pt x="807" y="1"/>
                  </a:moveTo>
                  <a:cubicBezTo>
                    <a:pt x="362" y="1"/>
                    <a:pt x="0" y="362"/>
                    <a:pt x="0" y="807"/>
                  </a:cubicBezTo>
                  <a:lnTo>
                    <a:pt x="0" y="9776"/>
                  </a:lnTo>
                  <a:cubicBezTo>
                    <a:pt x="0" y="10221"/>
                    <a:pt x="362" y="10582"/>
                    <a:pt x="807" y="10582"/>
                  </a:cubicBezTo>
                  <a:lnTo>
                    <a:pt x="5254" y="10582"/>
                  </a:lnTo>
                  <a:cubicBezTo>
                    <a:pt x="5699" y="10582"/>
                    <a:pt x="6060" y="10221"/>
                    <a:pt x="6060" y="9776"/>
                  </a:cubicBezTo>
                  <a:lnTo>
                    <a:pt x="6060" y="6978"/>
                  </a:lnTo>
                  <a:lnTo>
                    <a:pt x="6518" y="6978"/>
                  </a:lnTo>
                  <a:lnTo>
                    <a:pt x="6518" y="11218"/>
                  </a:lnTo>
                  <a:cubicBezTo>
                    <a:pt x="6518" y="11663"/>
                    <a:pt x="6879" y="12024"/>
                    <a:pt x="7325" y="12024"/>
                  </a:cubicBezTo>
                  <a:lnTo>
                    <a:pt x="11773" y="12024"/>
                  </a:lnTo>
                  <a:cubicBezTo>
                    <a:pt x="12218" y="12024"/>
                    <a:pt x="12579" y="11663"/>
                    <a:pt x="12579" y="11218"/>
                  </a:cubicBezTo>
                  <a:lnTo>
                    <a:pt x="12579" y="2248"/>
                  </a:lnTo>
                  <a:cubicBezTo>
                    <a:pt x="12579" y="1808"/>
                    <a:pt x="12216" y="1447"/>
                    <a:pt x="11771" y="1447"/>
                  </a:cubicBezTo>
                  <a:lnTo>
                    <a:pt x="11318" y="1447"/>
                  </a:lnTo>
                  <a:cubicBezTo>
                    <a:pt x="11223" y="1447"/>
                    <a:pt x="11137" y="1516"/>
                    <a:pt x="11130" y="1610"/>
                  </a:cubicBezTo>
                  <a:cubicBezTo>
                    <a:pt x="11120" y="1718"/>
                    <a:pt x="11204" y="1807"/>
                    <a:pt x="11309" y="1807"/>
                  </a:cubicBezTo>
                  <a:lnTo>
                    <a:pt x="11780" y="1807"/>
                  </a:lnTo>
                  <a:cubicBezTo>
                    <a:pt x="12022" y="1807"/>
                    <a:pt x="12219" y="2003"/>
                    <a:pt x="12219" y="2246"/>
                  </a:cubicBezTo>
                  <a:lnTo>
                    <a:pt x="12219" y="9966"/>
                  </a:lnTo>
                  <a:lnTo>
                    <a:pt x="6911" y="9966"/>
                  </a:lnTo>
                  <a:lnTo>
                    <a:pt x="6911" y="6952"/>
                  </a:lnTo>
                  <a:lnTo>
                    <a:pt x="7170" y="6952"/>
                  </a:lnTo>
                  <a:cubicBezTo>
                    <a:pt x="7497" y="6952"/>
                    <a:pt x="7779" y="6697"/>
                    <a:pt x="7791" y="6369"/>
                  </a:cubicBezTo>
                  <a:cubicBezTo>
                    <a:pt x="7803" y="6024"/>
                    <a:pt x="7527" y="5740"/>
                    <a:pt x="7185" y="5740"/>
                  </a:cubicBezTo>
                  <a:lnTo>
                    <a:pt x="6910" y="5740"/>
                  </a:lnTo>
                  <a:lnTo>
                    <a:pt x="6910" y="4593"/>
                  </a:lnTo>
                  <a:lnTo>
                    <a:pt x="7513" y="4593"/>
                  </a:lnTo>
                  <a:cubicBezTo>
                    <a:pt x="7428" y="4708"/>
                    <a:pt x="7385" y="4852"/>
                    <a:pt x="7397" y="5004"/>
                  </a:cubicBezTo>
                  <a:cubicBezTo>
                    <a:pt x="7402" y="5075"/>
                    <a:pt x="7421" y="5145"/>
                    <a:pt x="7452" y="5210"/>
                  </a:cubicBezTo>
                  <a:cubicBezTo>
                    <a:pt x="7557" y="5429"/>
                    <a:pt x="7770" y="5559"/>
                    <a:pt x="8002" y="5559"/>
                  </a:cubicBezTo>
                  <a:cubicBezTo>
                    <a:pt x="8138" y="5559"/>
                    <a:pt x="8271" y="5512"/>
                    <a:pt x="8379" y="5427"/>
                  </a:cubicBezTo>
                  <a:lnTo>
                    <a:pt x="9594" y="4461"/>
                  </a:lnTo>
                  <a:cubicBezTo>
                    <a:pt x="9738" y="4346"/>
                    <a:pt x="9821" y="4174"/>
                    <a:pt x="9822" y="3990"/>
                  </a:cubicBezTo>
                  <a:cubicBezTo>
                    <a:pt x="9825" y="3805"/>
                    <a:pt x="9743" y="3632"/>
                    <a:pt x="9600" y="3516"/>
                  </a:cubicBezTo>
                  <a:lnTo>
                    <a:pt x="8386" y="2525"/>
                  </a:lnTo>
                  <a:cubicBezTo>
                    <a:pt x="8273" y="2433"/>
                    <a:pt x="8137" y="2388"/>
                    <a:pt x="8002" y="2388"/>
                  </a:cubicBezTo>
                  <a:cubicBezTo>
                    <a:pt x="7826" y="2388"/>
                    <a:pt x="7652" y="2464"/>
                    <a:pt x="7533" y="2611"/>
                  </a:cubicBezTo>
                  <a:cubicBezTo>
                    <a:pt x="7431" y="2736"/>
                    <a:pt x="7384" y="2893"/>
                    <a:pt x="7400" y="3055"/>
                  </a:cubicBezTo>
                  <a:cubicBezTo>
                    <a:pt x="7411" y="3175"/>
                    <a:pt x="7459" y="3286"/>
                    <a:pt x="7534" y="3378"/>
                  </a:cubicBezTo>
                  <a:lnTo>
                    <a:pt x="6911" y="3378"/>
                  </a:lnTo>
                  <a:lnTo>
                    <a:pt x="6911" y="1996"/>
                  </a:lnTo>
                  <a:cubicBezTo>
                    <a:pt x="6911" y="1891"/>
                    <a:pt x="6997" y="1804"/>
                    <a:pt x="7103" y="1804"/>
                  </a:cubicBezTo>
                  <a:lnTo>
                    <a:pt x="10469" y="1804"/>
                  </a:lnTo>
                  <a:cubicBezTo>
                    <a:pt x="10492" y="1804"/>
                    <a:pt x="10514" y="1795"/>
                    <a:pt x="10529" y="1777"/>
                  </a:cubicBezTo>
                  <a:cubicBezTo>
                    <a:pt x="10670" y="1623"/>
                    <a:pt x="10564" y="1443"/>
                    <a:pt x="10414" y="1443"/>
                  </a:cubicBezTo>
                  <a:lnTo>
                    <a:pt x="7325" y="1443"/>
                  </a:lnTo>
                  <a:cubicBezTo>
                    <a:pt x="6879" y="1443"/>
                    <a:pt x="6518" y="1804"/>
                    <a:pt x="6518" y="2249"/>
                  </a:cubicBezTo>
                  <a:lnTo>
                    <a:pt x="6518" y="3375"/>
                  </a:lnTo>
                  <a:lnTo>
                    <a:pt x="6060" y="3375"/>
                  </a:lnTo>
                  <a:lnTo>
                    <a:pt x="6060" y="807"/>
                  </a:lnTo>
                  <a:cubicBezTo>
                    <a:pt x="6060" y="362"/>
                    <a:pt x="5699" y="1"/>
                    <a:pt x="525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2" name="Google Shape;15362;p31"/>
            <p:cNvSpPr/>
            <p:nvPr/>
          </p:nvSpPr>
          <p:spPr>
            <a:xfrm>
              <a:off x="6681646" y="3953456"/>
              <a:ext cx="18677" cy="18715"/>
            </a:xfrm>
            <a:custGeom>
              <a:rect b="b" l="l" r="r" t="t"/>
              <a:pathLst>
                <a:path extrusionOk="0" h="494" w="493">
                  <a:moveTo>
                    <a:pt x="246" y="1"/>
                  </a:moveTo>
                  <a:cubicBezTo>
                    <a:pt x="110" y="1"/>
                    <a:pt x="0" y="111"/>
                    <a:pt x="0" y="247"/>
                  </a:cubicBezTo>
                  <a:cubicBezTo>
                    <a:pt x="0" y="383"/>
                    <a:pt x="110" y="493"/>
                    <a:pt x="246" y="493"/>
                  </a:cubicBezTo>
                  <a:cubicBezTo>
                    <a:pt x="383" y="493"/>
                    <a:pt x="493" y="383"/>
                    <a:pt x="493" y="247"/>
                  </a:cubicBezTo>
                  <a:cubicBezTo>
                    <a:pt x="493" y="111"/>
                    <a:pt x="38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3" name="Google Shape;15363;p31"/>
            <p:cNvSpPr/>
            <p:nvPr/>
          </p:nvSpPr>
          <p:spPr>
            <a:xfrm>
              <a:off x="6717334" y="3953456"/>
              <a:ext cx="18715" cy="18715"/>
            </a:xfrm>
            <a:custGeom>
              <a:rect b="b" l="l" r="r" t="t"/>
              <a:pathLst>
                <a:path extrusionOk="0" h="494" w="494">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4" name="Google Shape;15364;p31"/>
            <p:cNvSpPr/>
            <p:nvPr/>
          </p:nvSpPr>
          <p:spPr>
            <a:xfrm>
              <a:off x="6753059" y="3953456"/>
              <a:ext cx="18677" cy="18715"/>
            </a:xfrm>
            <a:custGeom>
              <a:rect b="b" l="l" r="r" t="t"/>
              <a:pathLst>
                <a:path extrusionOk="0" h="494" w="493">
                  <a:moveTo>
                    <a:pt x="247" y="1"/>
                  </a:moveTo>
                  <a:cubicBezTo>
                    <a:pt x="112"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65" name="Google Shape;15365;p31"/>
          <p:cNvGrpSpPr/>
          <p:nvPr/>
        </p:nvGrpSpPr>
        <p:grpSpPr>
          <a:xfrm>
            <a:off x="5498302" y="4197007"/>
            <a:ext cx="449547" cy="373372"/>
            <a:chOff x="5554075" y="3770358"/>
            <a:chExt cx="476669" cy="395898"/>
          </a:xfrm>
        </p:grpSpPr>
        <p:sp>
          <p:nvSpPr>
            <p:cNvPr id="15366" name="Google Shape;15366;p31"/>
            <p:cNvSpPr/>
            <p:nvPr/>
          </p:nvSpPr>
          <p:spPr>
            <a:xfrm>
              <a:off x="5554075" y="3770358"/>
              <a:ext cx="476669" cy="395898"/>
            </a:xfrm>
            <a:custGeom>
              <a:rect b="b" l="l" r="r" t="t"/>
              <a:pathLst>
                <a:path extrusionOk="0" h="10450" w="12582">
                  <a:moveTo>
                    <a:pt x="11938" y="360"/>
                  </a:moveTo>
                  <a:cubicBezTo>
                    <a:pt x="12096" y="360"/>
                    <a:pt x="12224" y="488"/>
                    <a:pt x="12224" y="647"/>
                  </a:cubicBezTo>
                  <a:lnTo>
                    <a:pt x="12224" y="7111"/>
                  </a:lnTo>
                  <a:lnTo>
                    <a:pt x="11764" y="7111"/>
                  </a:lnTo>
                  <a:lnTo>
                    <a:pt x="11764" y="1043"/>
                  </a:lnTo>
                  <a:cubicBezTo>
                    <a:pt x="11764" y="938"/>
                    <a:pt x="11679" y="851"/>
                    <a:pt x="11572" y="851"/>
                  </a:cubicBezTo>
                  <a:lnTo>
                    <a:pt x="9914" y="851"/>
                  </a:lnTo>
                  <a:cubicBezTo>
                    <a:pt x="9890" y="851"/>
                    <a:pt x="9867" y="860"/>
                    <a:pt x="9851" y="879"/>
                  </a:cubicBezTo>
                  <a:cubicBezTo>
                    <a:pt x="9711" y="1032"/>
                    <a:pt x="9817" y="1211"/>
                    <a:pt x="9966" y="1211"/>
                  </a:cubicBezTo>
                  <a:lnTo>
                    <a:pt x="11307" y="1211"/>
                  </a:lnTo>
                  <a:cubicBezTo>
                    <a:pt x="11342" y="1211"/>
                    <a:pt x="11371" y="1240"/>
                    <a:pt x="11371" y="1275"/>
                  </a:cubicBezTo>
                  <a:lnTo>
                    <a:pt x="11371" y="7109"/>
                  </a:lnTo>
                  <a:lnTo>
                    <a:pt x="1181" y="7109"/>
                  </a:lnTo>
                  <a:lnTo>
                    <a:pt x="1181" y="1280"/>
                  </a:lnTo>
                  <a:cubicBezTo>
                    <a:pt x="1181" y="1280"/>
                    <a:pt x="1228" y="1216"/>
                    <a:pt x="1264" y="1212"/>
                  </a:cubicBezTo>
                  <a:lnTo>
                    <a:pt x="9053" y="1212"/>
                  </a:lnTo>
                  <a:cubicBezTo>
                    <a:pt x="9056" y="1212"/>
                    <a:pt x="9058" y="1212"/>
                    <a:pt x="9061" y="1212"/>
                  </a:cubicBezTo>
                  <a:cubicBezTo>
                    <a:pt x="9160" y="1212"/>
                    <a:pt x="9238" y="1131"/>
                    <a:pt x="9238" y="1033"/>
                  </a:cubicBezTo>
                  <a:cubicBezTo>
                    <a:pt x="9238" y="932"/>
                    <a:pt x="9159" y="852"/>
                    <a:pt x="9059" y="852"/>
                  </a:cubicBezTo>
                  <a:cubicBezTo>
                    <a:pt x="9057" y="852"/>
                    <a:pt x="9055" y="852"/>
                    <a:pt x="9053" y="852"/>
                  </a:cubicBezTo>
                  <a:lnTo>
                    <a:pt x="1264" y="852"/>
                  </a:lnTo>
                  <a:cubicBezTo>
                    <a:pt x="1263" y="852"/>
                    <a:pt x="1262" y="852"/>
                    <a:pt x="1261" y="852"/>
                  </a:cubicBezTo>
                  <a:cubicBezTo>
                    <a:pt x="1024" y="852"/>
                    <a:pt x="820" y="1281"/>
                    <a:pt x="820" y="1281"/>
                  </a:cubicBezTo>
                  <a:lnTo>
                    <a:pt x="820" y="7110"/>
                  </a:lnTo>
                  <a:lnTo>
                    <a:pt x="361" y="7110"/>
                  </a:lnTo>
                  <a:lnTo>
                    <a:pt x="361" y="647"/>
                  </a:lnTo>
                  <a:cubicBezTo>
                    <a:pt x="361" y="488"/>
                    <a:pt x="490" y="360"/>
                    <a:pt x="648" y="360"/>
                  </a:cubicBezTo>
                  <a:close/>
                  <a:moveTo>
                    <a:pt x="12220" y="7470"/>
                  </a:moveTo>
                  <a:lnTo>
                    <a:pt x="12220" y="8036"/>
                  </a:lnTo>
                  <a:cubicBezTo>
                    <a:pt x="12221" y="8195"/>
                    <a:pt x="12094" y="8323"/>
                    <a:pt x="11935" y="8323"/>
                  </a:cubicBezTo>
                  <a:lnTo>
                    <a:pt x="646" y="8323"/>
                  </a:lnTo>
                  <a:cubicBezTo>
                    <a:pt x="488" y="8323"/>
                    <a:pt x="359" y="8195"/>
                    <a:pt x="359" y="8036"/>
                  </a:cubicBezTo>
                  <a:lnTo>
                    <a:pt x="359" y="7470"/>
                  </a:lnTo>
                  <a:close/>
                  <a:moveTo>
                    <a:pt x="655" y="0"/>
                  </a:moveTo>
                  <a:cubicBezTo>
                    <a:pt x="294" y="0"/>
                    <a:pt x="1" y="294"/>
                    <a:pt x="1" y="655"/>
                  </a:cubicBezTo>
                  <a:lnTo>
                    <a:pt x="1" y="8028"/>
                  </a:lnTo>
                  <a:cubicBezTo>
                    <a:pt x="1" y="8390"/>
                    <a:pt x="294" y="8683"/>
                    <a:pt x="655" y="8683"/>
                  </a:cubicBezTo>
                  <a:lnTo>
                    <a:pt x="5172" y="8683"/>
                  </a:lnTo>
                  <a:cubicBezTo>
                    <a:pt x="5160" y="8752"/>
                    <a:pt x="5144" y="8836"/>
                    <a:pt x="5125" y="8928"/>
                  </a:cubicBezTo>
                  <a:cubicBezTo>
                    <a:pt x="5104" y="9028"/>
                    <a:pt x="5167" y="9124"/>
                    <a:pt x="5267" y="9145"/>
                  </a:cubicBezTo>
                  <a:cubicBezTo>
                    <a:pt x="5280" y="9148"/>
                    <a:pt x="5292" y="9149"/>
                    <a:pt x="5305" y="9149"/>
                  </a:cubicBezTo>
                  <a:cubicBezTo>
                    <a:pt x="5390" y="9149"/>
                    <a:pt x="5467" y="9089"/>
                    <a:pt x="5485" y="9002"/>
                  </a:cubicBezTo>
                  <a:cubicBezTo>
                    <a:pt x="5511" y="8876"/>
                    <a:pt x="5531" y="8766"/>
                    <a:pt x="5545" y="8683"/>
                  </a:cubicBezTo>
                  <a:lnTo>
                    <a:pt x="7019" y="8683"/>
                  </a:lnTo>
                  <a:cubicBezTo>
                    <a:pt x="7067" y="8973"/>
                    <a:pt x="7189" y="9601"/>
                    <a:pt x="7400" y="10092"/>
                  </a:cubicBezTo>
                  <a:lnTo>
                    <a:pt x="5171" y="10092"/>
                  </a:lnTo>
                  <a:cubicBezTo>
                    <a:pt x="5201" y="10023"/>
                    <a:pt x="5230" y="9947"/>
                    <a:pt x="5260" y="9868"/>
                  </a:cubicBezTo>
                  <a:cubicBezTo>
                    <a:pt x="5293" y="9773"/>
                    <a:pt x="5244" y="9672"/>
                    <a:pt x="5147" y="9637"/>
                  </a:cubicBezTo>
                  <a:cubicBezTo>
                    <a:pt x="5126" y="9630"/>
                    <a:pt x="5106" y="9627"/>
                    <a:pt x="5086" y="9627"/>
                  </a:cubicBezTo>
                  <a:cubicBezTo>
                    <a:pt x="5010" y="9627"/>
                    <a:pt x="4938" y="9673"/>
                    <a:pt x="4911" y="9747"/>
                  </a:cubicBezTo>
                  <a:cubicBezTo>
                    <a:pt x="4864" y="9879"/>
                    <a:pt x="4813" y="9994"/>
                    <a:pt x="4762" y="10091"/>
                  </a:cubicBezTo>
                  <a:lnTo>
                    <a:pt x="3743" y="10091"/>
                  </a:lnTo>
                  <a:cubicBezTo>
                    <a:pt x="3648" y="10091"/>
                    <a:pt x="3563" y="10160"/>
                    <a:pt x="3553" y="10254"/>
                  </a:cubicBezTo>
                  <a:cubicBezTo>
                    <a:pt x="3544" y="10361"/>
                    <a:pt x="3630" y="10450"/>
                    <a:pt x="3737" y="10450"/>
                  </a:cubicBezTo>
                  <a:lnTo>
                    <a:pt x="8833" y="10450"/>
                  </a:lnTo>
                  <a:cubicBezTo>
                    <a:pt x="8930" y="10450"/>
                    <a:pt x="9014" y="10381"/>
                    <a:pt x="9024" y="10286"/>
                  </a:cubicBezTo>
                  <a:cubicBezTo>
                    <a:pt x="9032" y="10180"/>
                    <a:pt x="8947" y="10091"/>
                    <a:pt x="8841" y="10091"/>
                  </a:cubicBezTo>
                  <a:lnTo>
                    <a:pt x="7816" y="10091"/>
                  </a:lnTo>
                  <a:cubicBezTo>
                    <a:pt x="7596" y="9667"/>
                    <a:pt x="7460" y="9014"/>
                    <a:pt x="7402" y="8682"/>
                  </a:cubicBezTo>
                  <a:lnTo>
                    <a:pt x="11926" y="8682"/>
                  </a:lnTo>
                  <a:cubicBezTo>
                    <a:pt x="12287" y="8682"/>
                    <a:pt x="12581" y="8389"/>
                    <a:pt x="12581" y="8027"/>
                  </a:cubicBezTo>
                  <a:lnTo>
                    <a:pt x="12581" y="654"/>
                  </a:lnTo>
                  <a:cubicBezTo>
                    <a:pt x="12582" y="294"/>
                    <a:pt x="12288" y="0"/>
                    <a:pt x="1192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7" name="Google Shape;15367;p31"/>
            <p:cNvSpPr/>
            <p:nvPr/>
          </p:nvSpPr>
          <p:spPr>
            <a:xfrm>
              <a:off x="5674359" y="3901932"/>
              <a:ext cx="22466" cy="53153"/>
            </a:xfrm>
            <a:custGeom>
              <a:rect b="b" l="l" r="r" t="t"/>
              <a:pathLst>
                <a:path extrusionOk="0" h="1403" w="593">
                  <a:moveTo>
                    <a:pt x="197" y="0"/>
                  </a:moveTo>
                  <a:cubicBezTo>
                    <a:pt x="102" y="0"/>
                    <a:pt x="17" y="70"/>
                    <a:pt x="10" y="164"/>
                  </a:cubicBezTo>
                  <a:cubicBezTo>
                    <a:pt x="0" y="272"/>
                    <a:pt x="84" y="361"/>
                    <a:pt x="189" y="361"/>
                  </a:cubicBezTo>
                  <a:lnTo>
                    <a:pt x="232" y="361"/>
                  </a:lnTo>
                  <a:lnTo>
                    <a:pt x="232" y="1213"/>
                  </a:lnTo>
                  <a:cubicBezTo>
                    <a:pt x="232" y="1309"/>
                    <a:pt x="301" y="1393"/>
                    <a:pt x="395" y="1402"/>
                  </a:cubicBezTo>
                  <a:cubicBezTo>
                    <a:pt x="400" y="1402"/>
                    <a:pt x="405" y="1402"/>
                    <a:pt x="410" y="1402"/>
                  </a:cubicBezTo>
                  <a:cubicBezTo>
                    <a:pt x="511" y="1402"/>
                    <a:pt x="592" y="1322"/>
                    <a:pt x="592" y="1222"/>
                  </a:cubicBezTo>
                  <a:lnTo>
                    <a:pt x="592" y="183"/>
                  </a:lnTo>
                  <a:cubicBezTo>
                    <a:pt x="592" y="82"/>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8" name="Google Shape;15368;p31"/>
            <p:cNvSpPr/>
            <p:nvPr/>
          </p:nvSpPr>
          <p:spPr>
            <a:xfrm>
              <a:off x="5725315" y="3971413"/>
              <a:ext cx="22428" cy="53153"/>
            </a:xfrm>
            <a:custGeom>
              <a:rect b="b" l="l" r="r" t="t"/>
              <a:pathLst>
                <a:path extrusionOk="0" h="1403" w="592">
                  <a:moveTo>
                    <a:pt x="197" y="0"/>
                  </a:moveTo>
                  <a:cubicBezTo>
                    <a:pt x="102" y="0"/>
                    <a:pt x="17" y="71"/>
                    <a:pt x="9" y="165"/>
                  </a:cubicBezTo>
                  <a:cubicBezTo>
                    <a:pt x="0" y="272"/>
                    <a:pt x="84" y="361"/>
                    <a:pt x="189" y="361"/>
                  </a:cubicBezTo>
                  <a:lnTo>
                    <a:pt x="231" y="361"/>
                  </a:lnTo>
                  <a:lnTo>
                    <a:pt x="231" y="1213"/>
                  </a:lnTo>
                  <a:cubicBezTo>
                    <a:pt x="231" y="1308"/>
                    <a:pt x="300" y="1393"/>
                    <a:pt x="394" y="1402"/>
                  </a:cubicBezTo>
                  <a:cubicBezTo>
                    <a:pt x="400" y="1402"/>
                    <a:pt x="405" y="1402"/>
                    <a:pt x="410" y="1402"/>
                  </a:cubicBezTo>
                  <a:cubicBezTo>
                    <a:pt x="510" y="1402"/>
                    <a:pt x="590" y="1322"/>
                    <a:pt x="590" y="1223"/>
                  </a:cubicBezTo>
                  <a:lnTo>
                    <a:pt x="590" y="180"/>
                  </a:lnTo>
                  <a:cubicBezTo>
                    <a:pt x="592" y="82"/>
                    <a:pt x="510"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9" name="Google Shape;15369;p31"/>
            <p:cNvSpPr/>
            <p:nvPr/>
          </p:nvSpPr>
          <p:spPr>
            <a:xfrm>
              <a:off x="5809685" y="3971413"/>
              <a:ext cx="22466" cy="53153"/>
            </a:xfrm>
            <a:custGeom>
              <a:rect b="b" l="l" r="r" t="t"/>
              <a:pathLst>
                <a:path extrusionOk="0" h="1403" w="593">
                  <a:moveTo>
                    <a:pt x="199" y="0"/>
                  </a:moveTo>
                  <a:cubicBezTo>
                    <a:pt x="104"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2" y="1402"/>
                    <a:pt x="592" y="1322"/>
                    <a:pt x="592" y="1223"/>
                  </a:cubicBezTo>
                  <a:lnTo>
                    <a:pt x="592" y="180"/>
                  </a:lnTo>
                  <a:cubicBezTo>
                    <a:pt x="593" y="82"/>
                    <a:pt x="512" y="0"/>
                    <a:pt x="41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0" name="Google Shape;15370;p31"/>
            <p:cNvSpPr/>
            <p:nvPr/>
          </p:nvSpPr>
          <p:spPr>
            <a:xfrm>
              <a:off x="5848176" y="3971413"/>
              <a:ext cx="22428" cy="53153"/>
            </a:xfrm>
            <a:custGeom>
              <a:rect b="b" l="l" r="r" t="t"/>
              <a:pathLst>
                <a:path extrusionOk="0" h="1403" w="592">
                  <a:moveTo>
                    <a:pt x="199" y="0"/>
                  </a:moveTo>
                  <a:cubicBezTo>
                    <a:pt x="103" y="0"/>
                    <a:pt x="18" y="71"/>
                    <a:pt x="10" y="165"/>
                  </a:cubicBezTo>
                  <a:cubicBezTo>
                    <a:pt x="1" y="272"/>
                    <a:pt x="85" y="361"/>
                    <a:pt x="189" y="361"/>
                  </a:cubicBezTo>
                  <a:lnTo>
                    <a:pt x="231" y="361"/>
                  </a:lnTo>
                  <a:lnTo>
                    <a:pt x="231" y="1213"/>
                  </a:lnTo>
                  <a:cubicBezTo>
                    <a:pt x="231" y="1308"/>
                    <a:pt x="300" y="1393"/>
                    <a:pt x="395" y="1402"/>
                  </a:cubicBezTo>
                  <a:cubicBezTo>
                    <a:pt x="400" y="1402"/>
                    <a:pt x="406" y="1402"/>
                    <a:pt x="411" y="1402"/>
                  </a:cubicBezTo>
                  <a:cubicBezTo>
                    <a:pt x="511" y="1402"/>
                    <a:pt x="592" y="1322"/>
                    <a:pt x="592" y="1223"/>
                  </a:cubicBezTo>
                  <a:lnTo>
                    <a:pt x="592" y="180"/>
                  </a:lnTo>
                  <a:cubicBezTo>
                    <a:pt x="592" y="82"/>
                    <a:pt x="512" y="0"/>
                    <a:pt x="41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1" name="Google Shape;15371;p31"/>
            <p:cNvSpPr/>
            <p:nvPr/>
          </p:nvSpPr>
          <p:spPr>
            <a:xfrm>
              <a:off x="5760055" y="3901932"/>
              <a:ext cx="22466" cy="53153"/>
            </a:xfrm>
            <a:custGeom>
              <a:rect b="b" l="l" r="r" t="t"/>
              <a:pathLst>
                <a:path extrusionOk="0" h="1403" w="593">
                  <a:moveTo>
                    <a:pt x="198"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2" name="Google Shape;15372;p31"/>
            <p:cNvSpPr/>
            <p:nvPr/>
          </p:nvSpPr>
          <p:spPr>
            <a:xfrm>
              <a:off x="5628557" y="3900796"/>
              <a:ext cx="37317" cy="55880"/>
            </a:xfrm>
            <a:custGeom>
              <a:rect b="b" l="l" r="r" t="t"/>
              <a:pathLst>
                <a:path extrusionOk="0" h="1475" w="985">
                  <a:moveTo>
                    <a:pt x="493" y="345"/>
                  </a:moveTo>
                  <a:cubicBezTo>
                    <a:pt x="565" y="345"/>
                    <a:pt x="623" y="404"/>
                    <a:pt x="623" y="476"/>
                  </a:cubicBezTo>
                  <a:lnTo>
                    <a:pt x="623" y="998"/>
                  </a:lnTo>
                  <a:cubicBezTo>
                    <a:pt x="623" y="1070"/>
                    <a:pt x="564" y="1129"/>
                    <a:pt x="493" y="1129"/>
                  </a:cubicBezTo>
                  <a:cubicBezTo>
                    <a:pt x="473" y="1129"/>
                    <a:pt x="453" y="1125"/>
                    <a:pt x="433" y="1115"/>
                  </a:cubicBezTo>
                  <a:cubicBezTo>
                    <a:pt x="388" y="1097"/>
                    <a:pt x="361" y="1049"/>
                    <a:pt x="361" y="1000"/>
                  </a:cubicBezTo>
                  <a:lnTo>
                    <a:pt x="361" y="473"/>
                  </a:lnTo>
                  <a:cubicBezTo>
                    <a:pt x="361" y="424"/>
                    <a:pt x="388" y="377"/>
                    <a:pt x="433" y="358"/>
                  </a:cubicBezTo>
                  <a:cubicBezTo>
                    <a:pt x="454" y="349"/>
                    <a:pt x="474" y="345"/>
                    <a:pt x="493" y="345"/>
                  </a:cubicBezTo>
                  <a:close/>
                  <a:moveTo>
                    <a:pt x="492" y="0"/>
                  </a:moveTo>
                  <a:cubicBezTo>
                    <a:pt x="221" y="0"/>
                    <a:pt x="1" y="220"/>
                    <a:pt x="1" y="491"/>
                  </a:cubicBezTo>
                  <a:lnTo>
                    <a:pt x="1" y="969"/>
                  </a:lnTo>
                  <a:cubicBezTo>
                    <a:pt x="1" y="1222"/>
                    <a:pt x="185" y="1443"/>
                    <a:pt x="435" y="1472"/>
                  </a:cubicBezTo>
                  <a:cubicBezTo>
                    <a:pt x="455" y="1474"/>
                    <a:pt x="474" y="1475"/>
                    <a:pt x="492" y="1475"/>
                  </a:cubicBezTo>
                  <a:cubicBezTo>
                    <a:pt x="763" y="1475"/>
                    <a:pt x="984" y="1254"/>
                    <a:pt x="984" y="984"/>
                  </a:cubicBezTo>
                  <a:lnTo>
                    <a:pt x="984" y="491"/>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3" name="Google Shape;15373;p31"/>
            <p:cNvSpPr/>
            <p:nvPr/>
          </p:nvSpPr>
          <p:spPr>
            <a:xfrm>
              <a:off x="5628557" y="3970315"/>
              <a:ext cx="37317" cy="55880"/>
            </a:xfrm>
            <a:custGeom>
              <a:rect b="b" l="l" r="r" t="t"/>
              <a:pathLst>
                <a:path extrusionOk="0" h="1475" w="985">
                  <a:moveTo>
                    <a:pt x="493" y="344"/>
                  </a:moveTo>
                  <a:cubicBezTo>
                    <a:pt x="565" y="344"/>
                    <a:pt x="623" y="402"/>
                    <a:pt x="623" y="474"/>
                  </a:cubicBezTo>
                  <a:lnTo>
                    <a:pt x="623" y="997"/>
                  </a:lnTo>
                  <a:cubicBezTo>
                    <a:pt x="623" y="1070"/>
                    <a:pt x="564" y="1128"/>
                    <a:pt x="492" y="1128"/>
                  </a:cubicBezTo>
                  <a:cubicBezTo>
                    <a:pt x="473" y="1128"/>
                    <a:pt x="453" y="1124"/>
                    <a:pt x="433" y="1115"/>
                  </a:cubicBezTo>
                  <a:cubicBezTo>
                    <a:pt x="388" y="1096"/>
                    <a:pt x="361" y="1048"/>
                    <a:pt x="361" y="1000"/>
                  </a:cubicBezTo>
                  <a:lnTo>
                    <a:pt x="361" y="472"/>
                  </a:lnTo>
                  <a:cubicBezTo>
                    <a:pt x="361" y="424"/>
                    <a:pt x="388" y="377"/>
                    <a:pt x="433" y="357"/>
                  </a:cubicBezTo>
                  <a:cubicBezTo>
                    <a:pt x="453" y="348"/>
                    <a:pt x="473" y="344"/>
                    <a:pt x="493" y="344"/>
                  </a:cubicBezTo>
                  <a:close/>
                  <a:moveTo>
                    <a:pt x="492" y="0"/>
                  </a:moveTo>
                  <a:cubicBezTo>
                    <a:pt x="221" y="0"/>
                    <a:pt x="1" y="219"/>
                    <a:pt x="1" y="490"/>
                  </a:cubicBezTo>
                  <a:lnTo>
                    <a:pt x="1" y="969"/>
                  </a:lnTo>
                  <a:cubicBezTo>
                    <a:pt x="1" y="1221"/>
                    <a:pt x="185" y="1442"/>
                    <a:pt x="435" y="1472"/>
                  </a:cubicBezTo>
                  <a:cubicBezTo>
                    <a:pt x="454" y="1474"/>
                    <a:pt x="472" y="1475"/>
                    <a:pt x="491" y="1475"/>
                  </a:cubicBezTo>
                  <a:cubicBezTo>
                    <a:pt x="763" y="1475"/>
                    <a:pt x="984" y="1253"/>
                    <a:pt x="984" y="982"/>
                  </a:cubicBezTo>
                  <a:lnTo>
                    <a:pt x="984" y="490"/>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4" name="Google Shape;15374;p31"/>
            <p:cNvSpPr/>
            <p:nvPr/>
          </p:nvSpPr>
          <p:spPr>
            <a:xfrm>
              <a:off x="5678186" y="3970315"/>
              <a:ext cx="37279" cy="55880"/>
            </a:xfrm>
            <a:custGeom>
              <a:rect b="b" l="l" r="r" t="t"/>
              <a:pathLst>
                <a:path extrusionOk="0" h="1475" w="984">
                  <a:moveTo>
                    <a:pt x="493" y="344"/>
                  </a:moveTo>
                  <a:cubicBezTo>
                    <a:pt x="565" y="344"/>
                    <a:pt x="623" y="402"/>
                    <a:pt x="623" y="474"/>
                  </a:cubicBezTo>
                  <a:lnTo>
                    <a:pt x="623" y="997"/>
                  </a:lnTo>
                  <a:cubicBezTo>
                    <a:pt x="623" y="1070"/>
                    <a:pt x="564" y="1128"/>
                    <a:pt x="492" y="1128"/>
                  </a:cubicBezTo>
                  <a:cubicBezTo>
                    <a:pt x="473" y="1128"/>
                    <a:pt x="453" y="1124"/>
                    <a:pt x="434" y="1115"/>
                  </a:cubicBezTo>
                  <a:cubicBezTo>
                    <a:pt x="389" y="1096"/>
                    <a:pt x="361" y="1048"/>
                    <a:pt x="361" y="1000"/>
                  </a:cubicBezTo>
                  <a:lnTo>
                    <a:pt x="361" y="472"/>
                  </a:lnTo>
                  <a:cubicBezTo>
                    <a:pt x="361" y="424"/>
                    <a:pt x="389" y="377"/>
                    <a:pt x="434" y="357"/>
                  </a:cubicBezTo>
                  <a:cubicBezTo>
                    <a:pt x="454" y="348"/>
                    <a:pt x="474" y="344"/>
                    <a:pt x="493" y="344"/>
                  </a:cubicBezTo>
                  <a:close/>
                  <a:moveTo>
                    <a:pt x="492" y="0"/>
                  </a:moveTo>
                  <a:cubicBezTo>
                    <a:pt x="221" y="0"/>
                    <a:pt x="1" y="219"/>
                    <a:pt x="1" y="490"/>
                  </a:cubicBezTo>
                  <a:lnTo>
                    <a:pt x="1" y="969"/>
                  </a:lnTo>
                  <a:cubicBezTo>
                    <a:pt x="1" y="1221"/>
                    <a:pt x="186" y="1442"/>
                    <a:pt x="436" y="1472"/>
                  </a:cubicBezTo>
                  <a:cubicBezTo>
                    <a:pt x="454" y="1474"/>
                    <a:pt x="473" y="1475"/>
                    <a:pt x="491" y="1475"/>
                  </a:cubicBezTo>
                  <a:cubicBezTo>
                    <a:pt x="763" y="1475"/>
                    <a:pt x="983" y="1253"/>
                    <a:pt x="983" y="982"/>
                  </a:cubicBezTo>
                  <a:lnTo>
                    <a:pt x="983" y="490"/>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5" name="Google Shape;15375;p31"/>
            <p:cNvSpPr/>
            <p:nvPr/>
          </p:nvSpPr>
          <p:spPr>
            <a:xfrm>
              <a:off x="5761343" y="3970315"/>
              <a:ext cx="37279" cy="55880"/>
            </a:xfrm>
            <a:custGeom>
              <a:rect b="b" l="l" r="r" t="t"/>
              <a:pathLst>
                <a:path extrusionOk="0" h="1475" w="984">
                  <a:moveTo>
                    <a:pt x="493" y="344"/>
                  </a:moveTo>
                  <a:cubicBezTo>
                    <a:pt x="566" y="344"/>
                    <a:pt x="623" y="402"/>
                    <a:pt x="623" y="474"/>
                  </a:cubicBezTo>
                  <a:lnTo>
                    <a:pt x="623" y="997"/>
                  </a:lnTo>
                  <a:cubicBezTo>
                    <a:pt x="623" y="1070"/>
                    <a:pt x="564" y="1128"/>
                    <a:pt x="493" y="1128"/>
                  </a:cubicBezTo>
                  <a:cubicBezTo>
                    <a:pt x="474" y="1128"/>
                    <a:pt x="454" y="1124"/>
                    <a:pt x="434" y="1115"/>
                  </a:cubicBezTo>
                  <a:cubicBezTo>
                    <a:pt x="390" y="1096"/>
                    <a:pt x="362" y="1048"/>
                    <a:pt x="362" y="1000"/>
                  </a:cubicBezTo>
                  <a:lnTo>
                    <a:pt x="362" y="472"/>
                  </a:lnTo>
                  <a:cubicBezTo>
                    <a:pt x="362" y="424"/>
                    <a:pt x="390" y="377"/>
                    <a:pt x="434" y="357"/>
                  </a:cubicBezTo>
                  <a:cubicBezTo>
                    <a:pt x="454" y="348"/>
                    <a:pt x="474" y="344"/>
                    <a:pt x="493" y="344"/>
                  </a:cubicBezTo>
                  <a:close/>
                  <a:moveTo>
                    <a:pt x="491" y="0"/>
                  </a:moveTo>
                  <a:cubicBezTo>
                    <a:pt x="220" y="0"/>
                    <a:pt x="0" y="219"/>
                    <a:pt x="0" y="490"/>
                  </a:cubicBezTo>
                  <a:lnTo>
                    <a:pt x="0" y="969"/>
                  </a:lnTo>
                  <a:cubicBezTo>
                    <a:pt x="0" y="1221"/>
                    <a:pt x="186" y="1442"/>
                    <a:pt x="435" y="1472"/>
                  </a:cubicBezTo>
                  <a:cubicBezTo>
                    <a:pt x="453" y="1474"/>
                    <a:pt x="472" y="1475"/>
                    <a:pt x="490" y="1475"/>
                  </a:cubicBezTo>
                  <a:cubicBezTo>
                    <a:pt x="762" y="1475"/>
                    <a:pt x="983" y="1253"/>
                    <a:pt x="983" y="982"/>
                  </a:cubicBezTo>
                  <a:lnTo>
                    <a:pt x="983" y="490"/>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6" name="Google Shape;15376;p31"/>
            <p:cNvSpPr/>
            <p:nvPr/>
          </p:nvSpPr>
          <p:spPr>
            <a:xfrm>
              <a:off x="5933834" y="3971413"/>
              <a:ext cx="22428" cy="53191"/>
            </a:xfrm>
            <a:custGeom>
              <a:rect b="b" l="l" r="r" t="t"/>
              <a:pathLst>
                <a:path extrusionOk="0" h="1404" w="592">
                  <a:moveTo>
                    <a:pt x="197" y="0"/>
                  </a:moveTo>
                  <a:cubicBezTo>
                    <a:pt x="102" y="0"/>
                    <a:pt x="17" y="71"/>
                    <a:pt x="8" y="165"/>
                  </a:cubicBezTo>
                  <a:cubicBezTo>
                    <a:pt x="0" y="272"/>
                    <a:pt x="84" y="362"/>
                    <a:pt x="190" y="362"/>
                  </a:cubicBezTo>
                  <a:lnTo>
                    <a:pt x="231" y="362"/>
                  </a:lnTo>
                  <a:lnTo>
                    <a:pt x="231" y="1214"/>
                  </a:lnTo>
                  <a:cubicBezTo>
                    <a:pt x="231" y="1310"/>
                    <a:pt x="301" y="1395"/>
                    <a:pt x="395" y="1403"/>
                  </a:cubicBezTo>
                  <a:cubicBezTo>
                    <a:pt x="400" y="1403"/>
                    <a:pt x="406" y="1403"/>
                    <a:pt x="411" y="1403"/>
                  </a:cubicBezTo>
                  <a:cubicBezTo>
                    <a:pt x="512" y="1403"/>
                    <a:pt x="592" y="1323"/>
                    <a:pt x="592" y="1224"/>
                  </a:cubicBezTo>
                  <a:lnTo>
                    <a:pt x="592" y="183"/>
                  </a:lnTo>
                  <a:cubicBezTo>
                    <a:pt x="592" y="82"/>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7" name="Google Shape;15377;p31"/>
            <p:cNvSpPr/>
            <p:nvPr/>
          </p:nvSpPr>
          <p:spPr>
            <a:xfrm>
              <a:off x="5887993" y="3970315"/>
              <a:ext cx="37241" cy="55880"/>
            </a:xfrm>
            <a:custGeom>
              <a:rect b="b" l="l" r="r" t="t"/>
              <a:pathLst>
                <a:path extrusionOk="0" h="1475" w="983">
                  <a:moveTo>
                    <a:pt x="491" y="344"/>
                  </a:moveTo>
                  <a:cubicBezTo>
                    <a:pt x="564" y="344"/>
                    <a:pt x="621" y="402"/>
                    <a:pt x="621" y="474"/>
                  </a:cubicBezTo>
                  <a:lnTo>
                    <a:pt x="621" y="997"/>
                  </a:lnTo>
                  <a:cubicBezTo>
                    <a:pt x="621" y="1070"/>
                    <a:pt x="562" y="1128"/>
                    <a:pt x="491" y="1128"/>
                  </a:cubicBezTo>
                  <a:cubicBezTo>
                    <a:pt x="472" y="1128"/>
                    <a:pt x="452" y="1124"/>
                    <a:pt x="432" y="1115"/>
                  </a:cubicBezTo>
                  <a:cubicBezTo>
                    <a:pt x="388" y="1096"/>
                    <a:pt x="360" y="1048"/>
                    <a:pt x="360" y="1000"/>
                  </a:cubicBezTo>
                  <a:lnTo>
                    <a:pt x="360" y="472"/>
                  </a:lnTo>
                  <a:cubicBezTo>
                    <a:pt x="360" y="424"/>
                    <a:pt x="388" y="377"/>
                    <a:pt x="432" y="357"/>
                  </a:cubicBezTo>
                  <a:cubicBezTo>
                    <a:pt x="452" y="348"/>
                    <a:pt x="472" y="344"/>
                    <a:pt x="491" y="344"/>
                  </a:cubicBezTo>
                  <a:close/>
                  <a:moveTo>
                    <a:pt x="490" y="0"/>
                  </a:moveTo>
                  <a:cubicBezTo>
                    <a:pt x="220" y="0"/>
                    <a:pt x="0" y="219"/>
                    <a:pt x="0" y="490"/>
                  </a:cubicBezTo>
                  <a:lnTo>
                    <a:pt x="0" y="969"/>
                  </a:lnTo>
                  <a:cubicBezTo>
                    <a:pt x="0" y="1221"/>
                    <a:pt x="185" y="1442"/>
                    <a:pt x="435" y="1472"/>
                  </a:cubicBezTo>
                  <a:cubicBezTo>
                    <a:pt x="454" y="1474"/>
                    <a:pt x="472" y="1475"/>
                    <a:pt x="490" y="1475"/>
                  </a:cubicBezTo>
                  <a:cubicBezTo>
                    <a:pt x="761" y="1475"/>
                    <a:pt x="982" y="1253"/>
                    <a:pt x="982" y="982"/>
                  </a:cubicBezTo>
                  <a:lnTo>
                    <a:pt x="982" y="490"/>
                  </a:lnTo>
                  <a:cubicBezTo>
                    <a:pt x="983" y="220"/>
                    <a:pt x="762" y="0"/>
                    <a:pt x="49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8" name="Google Shape;15378;p31"/>
            <p:cNvSpPr/>
            <p:nvPr/>
          </p:nvSpPr>
          <p:spPr>
            <a:xfrm>
              <a:off x="5725315" y="3831125"/>
              <a:ext cx="22428" cy="53153"/>
            </a:xfrm>
            <a:custGeom>
              <a:rect b="b" l="l" r="r" t="t"/>
              <a:pathLst>
                <a:path extrusionOk="0" h="1403" w="592">
                  <a:moveTo>
                    <a:pt x="197" y="1"/>
                  </a:moveTo>
                  <a:cubicBezTo>
                    <a:pt x="102" y="1"/>
                    <a:pt x="17" y="70"/>
                    <a:pt x="9" y="165"/>
                  </a:cubicBezTo>
                  <a:cubicBezTo>
                    <a:pt x="0" y="272"/>
                    <a:pt x="84" y="361"/>
                    <a:pt x="189" y="361"/>
                  </a:cubicBezTo>
                  <a:lnTo>
                    <a:pt x="231" y="361"/>
                  </a:lnTo>
                  <a:lnTo>
                    <a:pt x="231" y="1214"/>
                  </a:lnTo>
                  <a:cubicBezTo>
                    <a:pt x="231" y="1309"/>
                    <a:pt x="300" y="1394"/>
                    <a:pt x="394" y="1402"/>
                  </a:cubicBezTo>
                  <a:cubicBezTo>
                    <a:pt x="399" y="1403"/>
                    <a:pt x="405" y="1403"/>
                    <a:pt x="410" y="1403"/>
                  </a:cubicBezTo>
                  <a:cubicBezTo>
                    <a:pt x="510" y="1403"/>
                    <a:pt x="590" y="1322"/>
                    <a:pt x="590" y="1222"/>
                  </a:cubicBezTo>
                  <a:lnTo>
                    <a:pt x="590" y="180"/>
                  </a:lnTo>
                  <a:cubicBezTo>
                    <a:pt x="592" y="83"/>
                    <a:pt x="510" y="1"/>
                    <a:pt x="41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9" name="Google Shape;15379;p31"/>
            <p:cNvSpPr/>
            <p:nvPr/>
          </p:nvSpPr>
          <p:spPr>
            <a:xfrm>
              <a:off x="5809685" y="3831239"/>
              <a:ext cx="22428" cy="53115"/>
            </a:xfrm>
            <a:custGeom>
              <a:rect b="b" l="l" r="r" t="t"/>
              <a:pathLst>
                <a:path extrusionOk="0" h="1402" w="592">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2" y="1401"/>
                    <a:pt x="592" y="1321"/>
                    <a:pt x="592" y="1221"/>
                  </a:cubicBezTo>
                  <a:lnTo>
                    <a:pt x="592" y="181"/>
                  </a:lnTo>
                  <a:cubicBezTo>
                    <a:pt x="592" y="81"/>
                    <a:pt x="510"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0" name="Google Shape;15380;p31"/>
            <p:cNvSpPr/>
            <p:nvPr/>
          </p:nvSpPr>
          <p:spPr>
            <a:xfrm>
              <a:off x="5848176" y="3831239"/>
              <a:ext cx="22428" cy="53115"/>
            </a:xfrm>
            <a:custGeom>
              <a:rect b="b" l="l" r="r" t="t"/>
              <a:pathLst>
                <a:path extrusionOk="0" h="1402" w="592">
                  <a:moveTo>
                    <a:pt x="198" y="0"/>
                  </a:moveTo>
                  <a:cubicBezTo>
                    <a:pt x="101" y="0"/>
                    <a:pt x="17" y="69"/>
                    <a:pt x="9" y="163"/>
                  </a:cubicBezTo>
                  <a:cubicBezTo>
                    <a:pt x="1" y="269"/>
                    <a:pt x="85" y="359"/>
                    <a:pt x="189" y="359"/>
                  </a:cubicBezTo>
                  <a:lnTo>
                    <a:pt x="231" y="359"/>
                  </a:lnTo>
                  <a:lnTo>
                    <a:pt x="231" y="1212"/>
                  </a:lnTo>
                  <a:cubicBezTo>
                    <a:pt x="231" y="1307"/>
                    <a:pt x="300" y="1393"/>
                    <a:pt x="395" y="1400"/>
                  </a:cubicBezTo>
                  <a:cubicBezTo>
                    <a:pt x="400" y="1401"/>
                    <a:pt x="406" y="1401"/>
                    <a:pt x="411" y="1401"/>
                  </a:cubicBezTo>
                  <a:cubicBezTo>
                    <a:pt x="511" y="1401"/>
                    <a:pt x="592" y="1321"/>
                    <a:pt x="592" y="1221"/>
                  </a:cubicBezTo>
                  <a:lnTo>
                    <a:pt x="592" y="181"/>
                  </a:lnTo>
                  <a:cubicBezTo>
                    <a:pt x="592" y="81"/>
                    <a:pt x="510"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1" name="Google Shape;15381;p31"/>
            <p:cNvSpPr/>
            <p:nvPr/>
          </p:nvSpPr>
          <p:spPr>
            <a:xfrm>
              <a:off x="5628557" y="3829875"/>
              <a:ext cx="37317" cy="55880"/>
            </a:xfrm>
            <a:custGeom>
              <a:rect b="b" l="l" r="r" t="t"/>
              <a:pathLst>
                <a:path extrusionOk="0" h="1475" w="985">
                  <a:moveTo>
                    <a:pt x="492" y="346"/>
                  </a:moveTo>
                  <a:cubicBezTo>
                    <a:pt x="565" y="346"/>
                    <a:pt x="623" y="404"/>
                    <a:pt x="623" y="477"/>
                  </a:cubicBezTo>
                  <a:lnTo>
                    <a:pt x="623" y="998"/>
                  </a:lnTo>
                  <a:cubicBezTo>
                    <a:pt x="623" y="1070"/>
                    <a:pt x="564" y="1129"/>
                    <a:pt x="492" y="1129"/>
                  </a:cubicBezTo>
                  <a:cubicBezTo>
                    <a:pt x="473" y="1129"/>
                    <a:pt x="453" y="1125"/>
                    <a:pt x="433" y="1116"/>
                  </a:cubicBezTo>
                  <a:cubicBezTo>
                    <a:pt x="388" y="1096"/>
                    <a:pt x="361" y="1049"/>
                    <a:pt x="361" y="1001"/>
                  </a:cubicBezTo>
                  <a:lnTo>
                    <a:pt x="361" y="474"/>
                  </a:lnTo>
                  <a:cubicBezTo>
                    <a:pt x="361" y="426"/>
                    <a:pt x="388" y="379"/>
                    <a:pt x="433" y="359"/>
                  </a:cubicBezTo>
                  <a:cubicBezTo>
                    <a:pt x="453" y="350"/>
                    <a:pt x="473" y="346"/>
                    <a:pt x="492" y="346"/>
                  </a:cubicBezTo>
                  <a:close/>
                  <a:moveTo>
                    <a:pt x="492" y="0"/>
                  </a:moveTo>
                  <a:cubicBezTo>
                    <a:pt x="221" y="0"/>
                    <a:pt x="1" y="220"/>
                    <a:pt x="1" y="492"/>
                  </a:cubicBezTo>
                  <a:lnTo>
                    <a:pt x="1" y="969"/>
                  </a:lnTo>
                  <a:cubicBezTo>
                    <a:pt x="1" y="1222"/>
                    <a:pt x="185" y="1443"/>
                    <a:pt x="435" y="1472"/>
                  </a:cubicBezTo>
                  <a:cubicBezTo>
                    <a:pt x="454" y="1474"/>
                    <a:pt x="473" y="1475"/>
                    <a:pt x="491" y="1475"/>
                  </a:cubicBezTo>
                  <a:cubicBezTo>
                    <a:pt x="763" y="1475"/>
                    <a:pt x="984" y="1255"/>
                    <a:pt x="984" y="984"/>
                  </a:cubicBezTo>
                  <a:lnTo>
                    <a:pt x="984" y="492"/>
                  </a:lnTo>
                  <a:cubicBezTo>
                    <a:pt x="983" y="220"/>
                    <a:pt x="763"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2" name="Google Shape;15382;p31"/>
            <p:cNvSpPr/>
            <p:nvPr/>
          </p:nvSpPr>
          <p:spPr>
            <a:xfrm>
              <a:off x="5678148" y="3829837"/>
              <a:ext cx="37317" cy="55918"/>
            </a:xfrm>
            <a:custGeom>
              <a:rect b="b" l="l" r="r" t="t"/>
              <a:pathLst>
                <a:path extrusionOk="0" h="1476" w="985">
                  <a:moveTo>
                    <a:pt x="493" y="347"/>
                  </a:moveTo>
                  <a:cubicBezTo>
                    <a:pt x="512" y="347"/>
                    <a:pt x="532" y="351"/>
                    <a:pt x="552" y="360"/>
                  </a:cubicBezTo>
                  <a:cubicBezTo>
                    <a:pt x="597" y="380"/>
                    <a:pt x="624" y="427"/>
                    <a:pt x="624" y="475"/>
                  </a:cubicBezTo>
                  <a:lnTo>
                    <a:pt x="624" y="1002"/>
                  </a:lnTo>
                  <a:cubicBezTo>
                    <a:pt x="624" y="1050"/>
                    <a:pt x="597" y="1097"/>
                    <a:pt x="552" y="1117"/>
                  </a:cubicBezTo>
                  <a:cubicBezTo>
                    <a:pt x="532" y="1126"/>
                    <a:pt x="512" y="1130"/>
                    <a:pt x="493" y="1130"/>
                  </a:cubicBezTo>
                  <a:cubicBezTo>
                    <a:pt x="421" y="1130"/>
                    <a:pt x="362" y="1071"/>
                    <a:pt x="362" y="999"/>
                  </a:cubicBezTo>
                  <a:lnTo>
                    <a:pt x="362" y="478"/>
                  </a:lnTo>
                  <a:cubicBezTo>
                    <a:pt x="362" y="405"/>
                    <a:pt x="421" y="347"/>
                    <a:pt x="493" y="347"/>
                  </a:cubicBezTo>
                  <a:close/>
                  <a:moveTo>
                    <a:pt x="494" y="0"/>
                  </a:moveTo>
                  <a:cubicBezTo>
                    <a:pt x="223" y="0"/>
                    <a:pt x="1" y="221"/>
                    <a:pt x="1" y="493"/>
                  </a:cubicBezTo>
                  <a:lnTo>
                    <a:pt x="1" y="985"/>
                  </a:lnTo>
                  <a:cubicBezTo>
                    <a:pt x="1" y="1255"/>
                    <a:pt x="222" y="1475"/>
                    <a:pt x="493" y="1475"/>
                  </a:cubicBezTo>
                  <a:cubicBezTo>
                    <a:pt x="764" y="1475"/>
                    <a:pt x="984" y="1255"/>
                    <a:pt x="984" y="985"/>
                  </a:cubicBezTo>
                  <a:lnTo>
                    <a:pt x="984" y="506"/>
                  </a:lnTo>
                  <a:cubicBezTo>
                    <a:pt x="984" y="254"/>
                    <a:pt x="800" y="33"/>
                    <a:pt x="550" y="4"/>
                  </a:cubicBezTo>
                  <a:cubicBezTo>
                    <a:pt x="531" y="1"/>
                    <a:pt x="513" y="0"/>
                    <a:pt x="49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3" name="Google Shape;15383;p31"/>
            <p:cNvSpPr/>
            <p:nvPr/>
          </p:nvSpPr>
          <p:spPr>
            <a:xfrm>
              <a:off x="5761343" y="3829875"/>
              <a:ext cx="37279" cy="55880"/>
            </a:xfrm>
            <a:custGeom>
              <a:rect b="b" l="l" r="r" t="t"/>
              <a:pathLst>
                <a:path extrusionOk="0" h="1475" w="984">
                  <a:moveTo>
                    <a:pt x="493" y="345"/>
                  </a:moveTo>
                  <a:cubicBezTo>
                    <a:pt x="566" y="345"/>
                    <a:pt x="623" y="403"/>
                    <a:pt x="623" y="476"/>
                  </a:cubicBezTo>
                  <a:lnTo>
                    <a:pt x="623" y="998"/>
                  </a:lnTo>
                  <a:cubicBezTo>
                    <a:pt x="623" y="1070"/>
                    <a:pt x="564" y="1129"/>
                    <a:pt x="493" y="1129"/>
                  </a:cubicBezTo>
                  <a:cubicBezTo>
                    <a:pt x="474" y="1129"/>
                    <a:pt x="454" y="1125"/>
                    <a:pt x="434" y="1116"/>
                  </a:cubicBezTo>
                  <a:cubicBezTo>
                    <a:pt x="390" y="1096"/>
                    <a:pt x="362" y="1049"/>
                    <a:pt x="362" y="1001"/>
                  </a:cubicBezTo>
                  <a:lnTo>
                    <a:pt x="362" y="473"/>
                  </a:lnTo>
                  <a:cubicBezTo>
                    <a:pt x="362" y="425"/>
                    <a:pt x="390" y="377"/>
                    <a:pt x="434" y="358"/>
                  </a:cubicBezTo>
                  <a:cubicBezTo>
                    <a:pt x="454" y="349"/>
                    <a:pt x="474" y="345"/>
                    <a:pt x="493" y="345"/>
                  </a:cubicBezTo>
                  <a:close/>
                  <a:moveTo>
                    <a:pt x="491" y="0"/>
                  </a:moveTo>
                  <a:cubicBezTo>
                    <a:pt x="220" y="0"/>
                    <a:pt x="0" y="220"/>
                    <a:pt x="0" y="492"/>
                  </a:cubicBezTo>
                  <a:lnTo>
                    <a:pt x="0" y="969"/>
                  </a:lnTo>
                  <a:cubicBezTo>
                    <a:pt x="0" y="1222"/>
                    <a:pt x="186" y="1443"/>
                    <a:pt x="435" y="1472"/>
                  </a:cubicBezTo>
                  <a:cubicBezTo>
                    <a:pt x="454" y="1474"/>
                    <a:pt x="472" y="1475"/>
                    <a:pt x="490" y="1475"/>
                  </a:cubicBezTo>
                  <a:cubicBezTo>
                    <a:pt x="762" y="1475"/>
                    <a:pt x="983" y="1255"/>
                    <a:pt x="983" y="984"/>
                  </a:cubicBezTo>
                  <a:lnTo>
                    <a:pt x="983" y="492"/>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4" name="Google Shape;15384;p31"/>
            <p:cNvSpPr/>
            <p:nvPr/>
          </p:nvSpPr>
          <p:spPr>
            <a:xfrm>
              <a:off x="5933834" y="3831239"/>
              <a:ext cx="22428" cy="53115"/>
            </a:xfrm>
            <a:custGeom>
              <a:rect b="b" l="l" r="r" t="t"/>
              <a:pathLst>
                <a:path extrusionOk="0" h="1402" w="592">
                  <a:moveTo>
                    <a:pt x="197" y="0"/>
                  </a:moveTo>
                  <a:cubicBezTo>
                    <a:pt x="102" y="0"/>
                    <a:pt x="17" y="69"/>
                    <a:pt x="8" y="163"/>
                  </a:cubicBezTo>
                  <a:cubicBezTo>
                    <a:pt x="0" y="269"/>
                    <a:pt x="84" y="359"/>
                    <a:pt x="190" y="359"/>
                  </a:cubicBezTo>
                  <a:lnTo>
                    <a:pt x="231" y="359"/>
                  </a:lnTo>
                  <a:lnTo>
                    <a:pt x="231" y="1212"/>
                  </a:lnTo>
                  <a:cubicBezTo>
                    <a:pt x="231" y="1307"/>
                    <a:pt x="301" y="1393"/>
                    <a:pt x="395" y="1400"/>
                  </a:cubicBezTo>
                  <a:cubicBezTo>
                    <a:pt x="400" y="1401"/>
                    <a:pt x="406" y="1401"/>
                    <a:pt x="411" y="1401"/>
                  </a:cubicBezTo>
                  <a:cubicBezTo>
                    <a:pt x="512" y="1401"/>
                    <a:pt x="592" y="1321"/>
                    <a:pt x="592" y="1221"/>
                  </a:cubicBezTo>
                  <a:lnTo>
                    <a:pt x="592" y="181"/>
                  </a:lnTo>
                  <a:cubicBezTo>
                    <a:pt x="592" y="81"/>
                    <a:pt x="51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5" name="Google Shape;15385;p31"/>
            <p:cNvSpPr/>
            <p:nvPr/>
          </p:nvSpPr>
          <p:spPr>
            <a:xfrm>
              <a:off x="5887993" y="3829875"/>
              <a:ext cx="37241" cy="55880"/>
            </a:xfrm>
            <a:custGeom>
              <a:rect b="b" l="l" r="r" t="t"/>
              <a:pathLst>
                <a:path extrusionOk="0" h="1475" w="983">
                  <a:moveTo>
                    <a:pt x="491" y="346"/>
                  </a:moveTo>
                  <a:cubicBezTo>
                    <a:pt x="564" y="346"/>
                    <a:pt x="621" y="404"/>
                    <a:pt x="621" y="477"/>
                  </a:cubicBezTo>
                  <a:lnTo>
                    <a:pt x="621" y="998"/>
                  </a:lnTo>
                  <a:cubicBezTo>
                    <a:pt x="621" y="1070"/>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0" y="0"/>
                  </a:moveTo>
                  <a:cubicBezTo>
                    <a:pt x="220" y="0"/>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0"/>
                    <a:pt x="49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6" name="Google Shape;15386;p31"/>
            <p:cNvSpPr/>
            <p:nvPr/>
          </p:nvSpPr>
          <p:spPr>
            <a:xfrm>
              <a:off x="5710464" y="3900796"/>
              <a:ext cx="37279" cy="55880"/>
            </a:xfrm>
            <a:custGeom>
              <a:rect b="b" l="l" r="r" t="t"/>
              <a:pathLst>
                <a:path extrusionOk="0" h="1475" w="984">
                  <a:moveTo>
                    <a:pt x="492" y="345"/>
                  </a:moveTo>
                  <a:cubicBezTo>
                    <a:pt x="565" y="345"/>
                    <a:pt x="623" y="404"/>
                    <a:pt x="623" y="476"/>
                  </a:cubicBezTo>
                  <a:lnTo>
                    <a:pt x="623" y="998"/>
                  </a:lnTo>
                  <a:cubicBezTo>
                    <a:pt x="623" y="1070"/>
                    <a:pt x="563" y="1129"/>
                    <a:pt x="491" y="1129"/>
                  </a:cubicBezTo>
                  <a:cubicBezTo>
                    <a:pt x="472" y="1129"/>
                    <a:pt x="452" y="1125"/>
                    <a:pt x="432" y="1115"/>
                  </a:cubicBezTo>
                  <a:cubicBezTo>
                    <a:pt x="388" y="1097"/>
                    <a:pt x="361" y="1049"/>
                    <a:pt x="361" y="1000"/>
                  </a:cubicBezTo>
                  <a:lnTo>
                    <a:pt x="361" y="473"/>
                  </a:lnTo>
                  <a:cubicBezTo>
                    <a:pt x="361" y="424"/>
                    <a:pt x="388" y="377"/>
                    <a:pt x="432" y="358"/>
                  </a:cubicBezTo>
                  <a:cubicBezTo>
                    <a:pt x="453" y="349"/>
                    <a:pt x="473" y="345"/>
                    <a:pt x="492" y="345"/>
                  </a:cubicBezTo>
                  <a:close/>
                  <a:moveTo>
                    <a:pt x="492" y="0"/>
                  </a:moveTo>
                  <a:cubicBezTo>
                    <a:pt x="220" y="0"/>
                    <a:pt x="0" y="220"/>
                    <a:pt x="0" y="491"/>
                  </a:cubicBezTo>
                  <a:lnTo>
                    <a:pt x="0" y="969"/>
                  </a:lnTo>
                  <a:cubicBezTo>
                    <a:pt x="0" y="1222"/>
                    <a:pt x="185" y="1443"/>
                    <a:pt x="435" y="1472"/>
                  </a:cubicBezTo>
                  <a:cubicBezTo>
                    <a:pt x="454" y="1474"/>
                    <a:pt x="473" y="1475"/>
                    <a:pt x="492" y="1475"/>
                  </a:cubicBezTo>
                  <a:cubicBezTo>
                    <a:pt x="762" y="1475"/>
                    <a:pt x="984" y="1254"/>
                    <a:pt x="984" y="984"/>
                  </a:cubicBezTo>
                  <a:lnTo>
                    <a:pt x="984" y="491"/>
                  </a:lnTo>
                  <a:cubicBezTo>
                    <a:pt x="984" y="220"/>
                    <a:pt x="762"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7" name="Google Shape;15387;p31"/>
            <p:cNvSpPr/>
            <p:nvPr/>
          </p:nvSpPr>
          <p:spPr>
            <a:xfrm>
              <a:off x="5899093" y="3901932"/>
              <a:ext cx="22466" cy="53153"/>
            </a:xfrm>
            <a:custGeom>
              <a:rect b="b" l="l" r="r" t="t"/>
              <a:pathLst>
                <a:path extrusionOk="0" h="1403" w="593">
                  <a:moveTo>
                    <a:pt x="197" y="0"/>
                  </a:moveTo>
                  <a:cubicBezTo>
                    <a:pt x="102" y="0"/>
                    <a:pt x="17" y="70"/>
                    <a:pt x="9" y="164"/>
                  </a:cubicBezTo>
                  <a:cubicBezTo>
                    <a:pt x="1" y="272"/>
                    <a:pt x="84" y="361"/>
                    <a:pt x="189" y="361"/>
                  </a:cubicBezTo>
                  <a:lnTo>
                    <a:pt x="231" y="361"/>
                  </a:lnTo>
                  <a:lnTo>
                    <a:pt x="231" y="1222"/>
                  </a:lnTo>
                  <a:cubicBezTo>
                    <a:pt x="231" y="1321"/>
                    <a:pt x="312" y="1403"/>
                    <a:pt x="411" y="1403"/>
                  </a:cubicBezTo>
                  <a:cubicBezTo>
                    <a:pt x="511" y="1403"/>
                    <a:pt x="592" y="1321"/>
                    <a:pt x="592" y="1222"/>
                  </a:cubicBezTo>
                  <a:lnTo>
                    <a:pt x="592" y="183"/>
                  </a:lnTo>
                  <a:cubicBezTo>
                    <a:pt x="592" y="82"/>
                    <a:pt x="511"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8" name="Google Shape;15388;p31"/>
            <p:cNvSpPr/>
            <p:nvPr/>
          </p:nvSpPr>
          <p:spPr>
            <a:xfrm>
              <a:off x="5933834" y="3901932"/>
              <a:ext cx="22466" cy="53153"/>
            </a:xfrm>
            <a:custGeom>
              <a:rect b="b" l="l" r="r" t="t"/>
              <a:pathLst>
                <a:path extrusionOk="0" h="1403" w="593">
                  <a:moveTo>
                    <a:pt x="199" y="0"/>
                  </a:moveTo>
                  <a:cubicBezTo>
                    <a:pt x="103" y="0"/>
                    <a:pt x="18" y="70"/>
                    <a:pt x="10" y="164"/>
                  </a:cubicBezTo>
                  <a:cubicBezTo>
                    <a:pt x="0" y="272"/>
                    <a:pt x="84" y="361"/>
                    <a:pt x="190" y="361"/>
                  </a:cubicBezTo>
                  <a:lnTo>
                    <a:pt x="231" y="361"/>
                  </a:lnTo>
                  <a:lnTo>
                    <a:pt x="231" y="1213"/>
                  </a:lnTo>
                  <a:cubicBezTo>
                    <a:pt x="231" y="1309"/>
                    <a:pt x="301" y="1393"/>
                    <a:pt x="396" y="1402"/>
                  </a:cubicBezTo>
                  <a:cubicBezTo>
                    <a:pt x="401" y="1402"/>
                    <a:pt x="406" y="1402"/>
                    <a:pt x="411" y="1402"/>
                  </a:cubicBezTo>
                  <a:cubicBezTo>
                    <a:pt x="512" y="1402"/>
                    <a:pt x="593" y="1322"/>
                    <a:pt x="593" y="1222"/>
                  </a:cubicBezTo>
                  <a:lnTo>
                    <a:pt x="593" y="183"/>
                  </a:lnTo>
                  <a:cubicBezTo>
                    <a:pt x="593" y="82"/>
                    <a:pt x="511"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9" name="Google Shape;15389;p31"/>
            <p:cNvSpPr/>
            <p:nvPr/>
          </p:nvSpPr>
          <p:spPr>
            <a:xfrm>
              <a:off x="5799835" y="3900796"/>
              <a:ext cx="37279" cy="55880"/>
            </a:xfrm>
            <a:custGeom>
              <a:rect b="b" l="l" r="r" t="t"/>
              <a:pathLst>
                <a:path extrusionOk="0" h="1475" w="984">
                  <a:moveTo>
                    <a:pt x="492" y="345"/>
                  </a:moveTo>
                  <a:cubicBezTo>
                    <a:pt x="564" y="345"/>
                    <a:pt x="622" y="404"/>
                    <a:pt x="622" y="476"/>
                  </a:cubicBezTo>
                  <a:lnTo>
                    <a:pt x="622" y="998"/>
                  </a:lnTo>
                  <a:cubicBezTo>
                    <a:pt x="622" y="1070"/>
                    <a:pt x="564" y="1129"/>
                    <a:pt x="492" y="1129"/>
                  </a:cubicBezTo>
                  <a:cubicBezTo>
                    <a:pt x="473" y="1129"/>
                    <a:pt x="453" y="1125"/>
                    <a:pt x="433" y="1115"/>
                  </a:cubicBezTo>
                  <a:cubicBezTo>
                    <a:pt x="388" y="1097"/>
                    <a:pt x="360" y="1049"/>
                    <a:pt x="360" y="1000"/>
                  </a:cubicBezTo>
                  <a:lnTo>
                    <a:pt x="360" y="473"/>
                  </a:lnTo>
                  <a:cubicBezTo>
                    <a:pt x="360" y="424"/>
                    <a:pt x="388" y="377"/>
                    <a:pt x="433" y="358"/>
                  </a:cubicBezTo>
                  <a:cubicBezTo>
                    <a:pt x="453" y="349"/>
                    <a:pt x="473" y="345"/>
                    <a:pt x="492" y="345"/>
                  </a:cubicBezTo>
                  <a:close/>
                  <a:moveTo>
                    <a:pt x="491" y="0"/>
                  </a:moveTo>
                  <a:cubicBezTo>
                    <a:pt x="220" y="0"/>
                    <a:pt x="0" y="220"/>
                    <a:pt x="0" y="491"/>
                  </a:cubicBezTo>
                  <a:lnTo>
                    <a:pt x="0" y="969"/>
                  </a:lnTo>
                  <a:cubicBezTo>
                    <a:pt x="0" y="1222"/>
                    <a:pt x="185" y="1443"/>
                    <a:pt x="435" y="1472"/>
                  </a:cubicBezTo>
                  <a:cubicBezTo>
                    <a:pt x="454" y="1474"/>
                    <a:pt x="473" y="1475"/>
                    <a:pt x="492" y="1475"/>
                  </a:cubicBezTo>
                  <a:cubicBezTo>
                    <a:pt x="763" y="1475"/>
                    <a:pt x="983" y="1254"/>
                    <a:pt x="983" y="984"/>
                  </a:cubicBezTo>
                  <a:lnTo>
                    <a:pt x="983" y="491"/>
                  </a:lnTo>
                  <a:cubicBezTo>
                    <a:pt x="984" y="220"/>
                    <a:pt x="76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0" name="Google Shape;15390;p31"/>
            <p:cNvSpPr/>
            <p:nvPr/>
          </p:nvSpPr>
          <p:spPr>
            <a:xfrm>
              <a:off x="5849502" y="3899507"/>
              <a:ext cx="37241" cy="55918"/>
            </a:xfrm>
            <a:custGeom>
              <a:rect b="b" l="l" r="r" t="t"/>
              <a:pathLst>
                <a:path extrusionOk="0" h="1476" w="983">
                  <a:moveTo>
                    <a:pt x="491" y="346"/>
                  </a:moveTo>
                  <a:cubicBezTo>
                    <a:pt x="564" y="346"/>
                    <a:pt x="621" y="404"/>
                    <a:pt x="621" y="477"/>
                  </a:cubicBezTo>
                  <a:lnTo>
                    <a:pt x="621" y="998"/>
                  </a:lnTo>
                  <a:cubicBezTo>
                    <a:pt x="621" y="1071"/>
                    <a:pt x="562" y="1129"/>
                    <a:pt x="491" y="1129"/>
                  </a:cubicBezTo>
                  <a:cubicBezTo>
                    <a:pt x="472" y="1129"/>
                    <a:pt x="452" y="1125"/>
                    <a:pt x="432" y="1116"/>
                  </a:cubicBezTo>
                  <a:cubicBezTo>
                    <a:pt x="388" y="1096"/>
                    <a:pt x="360" y="1049"/>
                    <a:pt x="360" y="1001"/>
                  </a:cubicBezTo>
                  <a:lnTo>
                    <a:pt x="360" y="474"/>
                  </a:lnTo>
                  <a:cubicBezTo>
                    <a:pt x="360" y="426"/>
                    <a:pt x="388" y="379"/>
                    <a:pt x="432" y="359"/>
                  </a:cubicBezTo>
                  <a:cubicBezTo>
                    <a:pt x="452" y="350"/>
                    <a:pt x="472" y="346"/>
                    <a:pt x="491" y="346"/>
                  </a:cubicBezTo>
                  <a:close/>
                  <a:moveTo>
                    <a:pt x="491" y="1"/>
                  </a:moveTo>
                  <a:cubicBezTo>
                    <a:pt x="219" y="1"/>
                    <a:pt x="0" y="220"/>
                    <a:pt x="0" y="492"/>
                  </a:cubicBezTo>
                  <a:lnTo>
                    <a:pt x="0" y="969"/>
                  </a:lnTo>
                  <a:cubicBezTo>
                    <a:pt x="0" y="1222"/>
                    <a:pt x="185" y="1443"/>
                    <a:pt x="435" y="1472"/>
                  </a:cubicBezTo>
                  <a:cubicBezTo>
                    <a:pt x="454" y="1474"/>
                    <a:pt x="472" y="1475"/>
                    <a:pt x="490" y="1475"/>
                  </a:cubicBezTo>
                  <a:cubicBezTo>
                    <a:pt x="761" y="1475"/>
                    <a:pt x="982" y="1255"/>
                    <a:pt x="982" y="984"/>
                  </a:cubicBezTo>
                  <a:lnTo>
                    <a:pt x="982" y="492"/>
                  </a:lnTo>
                  <a:cubicBezTo>
                    <a:pt x="983" y="220"/>
                    <a:pt x="762" y="1"/>
                    <a:pt x="49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91" name="Google Shape;15391;p31"/>
          <p:cNvGrpSpPr/>
          <p:nvPr/>
        </p:nvGrpSpPr>
        <p:grpSpPr>
          <a:xfrm>
            <a:off x="4739232" y="4189360"/>
            <a:ext cx="449547" cy="388878"/>
            <a:chOff x="4749208" y="3762250"/>
            <a:chExt cx="476669" cy="412340"/>
          </a:xfrm>
        </p:grpSpPr>
        <p:sp>
          <p:nvSpPr>
            <p:cNvPr id="15392" name="Google Shape;15392;p31"/>
            <p:cNvSpPr/>
            <p:nvPr/>
          </p:nvSpPr>
          <p:spPr>
            <a:xfrm>
              <a:off x="4796981" y="3845824"/>
              <a:ext cx="39476" cy="84067"/>
            </a:xfrm>
            <a:custGeom>
              <a:rect b="b" l="l" r="r" t="t"/>
              <a:pathLst>
                <a:path extrusionOk="0" h="2219" w="1042">
                  <a:moveTo>
                    <a:pt x="855" y="0"/>
                  </a:moveTo>
                  <a:cubicBezTo>
                    <a:pt x="520" y="0"/>
                    <a:pt x="248" y="244"/>
                    <a:pt x="248" y="543"/>
                  </a:cubicBezTo>
                  <a:lnTo>
                    <a:pt x="248" y="814"/>
                  </a:lnTo>
                  <a:cubicBezTo>
                    <a:pt x="230" y="890"/>
                    <a:pt x="197" y="919"/>
                    <a:pt x="146" y="937"/>
                  </a:cubicBezTo>
                  <a:cubicBezTo>
                    <a:pt x="86" y="959"/>
                    <a:pt x="36" y="1006"/>
                    <a:pt x="22" y="1068"/>
                  </a:cubicBezTo>
                  <a:cubicBezTo>
                    <a:pt x="0" y="1161"/>
                    <a:pt x="53" y="1251"/>
                    <a:pt x="140" y="1280"/>
                  </a:cubicBezTo>
                  <a:cubicBezTo>
                    <a:pt x="193" y="1298"/>
                    <a:pt x="230" y="1325"/>
                    <a:pt x="248" y="1406"/>
                  </a:cubicBezTo>
                  <a:lnTo>
                    <a:pt x="248" y="1676"/>
                  </a:lnTo>
                  <a:cubicBezTo>
                    <a:pt x="248" y="1973"/>
                    <a:pt x="515" y="2214"/>
                    <a:pt x="845" y="2219"/>
                  </a:cubicBezTo>
                  <a:cubicBezTo>
                    <a:pt x="845" y="2219"/>
                    <a:pt x="846" y="2219"/>
                    <a:pt x="847" y="2219"/>
                  </a:cubicBezTo>
                  <a:cubicBezTo>
                    <a:pt x="942" y="2219"/>
                    <a:pt x="1029" y="2146"/>
                    <a:pt x="1035" y="2050"/>
                  </a:cubicBezTo>
                  <a:cubicBezTo>
                    <a:pt x="1042" y="1945"/>
                    <a:pt x="960" y="1857"/>
                    <a:pt x="856" y="1857"/>
                  </a:cubicBezTo>
                  <a:cubicBezTo>
                    <a:pt x="722" y="1857"/>
                    <a:pt x="609" y="1774"/>
                    <a:pt x="609" y="1675"/>
                  </a:cubicBezTo>
                  <a:lnTo>
                    <a:pt x="609" y="1387"/>
                  </a:lnTo>
                  <a:cubicBezTo>
                    <a:pt x="609" y="1377"/>
                    <a:pt x="607" y="1366"/>
                    <a:pt x="606" y="1356"/>
                  </a:cubicBezTo>
                  <a:cubicBezTo>
                    <a:pt x="588" y="1251"/>
                    <a:pt x="549" y="1170"/>
                    <a:pt x="501" y="1109"/>
                  </a:cubicBezTo>
                  <a:cubicBezTo>
                    <a:pt x="548" y="1047"/>
                    <a:pt x="586" y="967"/>
                    <a:pt x="606" y="862"/>
                  </a:cubicBezTo>
                  <a:cubicBezTo>
                    <a:pt x="606" y="856"/>
                    <a:pt x="607" y="844"/>
                    <a:pt x="607" y="833"/>
                  </a:cubicBezTo>
                  <a:lnTo>
                    <a:pt x="607" y="544"/>
                  </a:lnTo>
                  <a:cubicBezTo>
                    <a:pt x="607" y="446"/>
                    <a:pt x="719" y="364"/>
                    <a:pt x="851" y="362"/>
                  </a:cubicBezTo>
                  <a:cubicBezTo>
                    <a:pt x="946" y="361"/>
                    <a:pt x="1029" y="287"/>
                    <a:pt x="1034" y="192"/>
                  </a:cubicBezTo>
                  <a:cubicBezTo>
                    <a:pt x="1040" y="87"/>
                    <a:pt x="957"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3" name="Google Shape;15393;p31"/>
            <p:cNvSpPr/>
            <p:nvPr/>
          </p:nvSpPr>
          <p:spPr>
            <a:xfrm>
              <a:off x="5043082" y="3887422"/>
              <a:ext cx="39476" cy="84067"/>
            </a:xfrm>
            <a:custGeom>
              <a:rect b="b" l="l" r="r" t="t"/>
              <a:pathLst>
                <a:path extrusionOk="0" h="2219" w="1042">
                  <a:moveTo>
                    <a:pt x="193" y="0"/>
                  </a:moveTo>
                  <a:cubicBezTo>
                    <a:pt x="98" y="0"/>
                    <a:pt x="13" y="74"/>
                    <a:pt x="6" y="169"/>
                  </a:cubicBezTo>
                  <a:cubicBezTo>
                    <a:pt x="0" y="273"/>
                    <a:pt x="82" y="361"/>
                    <a:pt x="185" y="361"/>
                  </a:cubicBezTo>
                  <a:cubicBezTo>
                    <a:pt x="320" y="361"/>
                    <a:pt x="433" y="445"/>
                    <a:pt x="433" y="544"/>
                  </a:cubicBezTo>
                  <a:lnTo>
                    <a:pt x="433" y="832"/>
                  </a:lnTo>
                  <a:cubicBezTo>
                    <a:pt x="433" y="841"/>
                    <a:pt x="435" y="853"/>
                    <a:pt x="436" y="861"/>
                  </a:cubicBezTo>
                  <a:cubicBezTo>
                    <a:pt x="454" y="966"/>
                    <a:pt x="492" y="1047"/>
                    <a:pt x="541" y="1108"/>
                  </a:cubicBezTo>
                  <a:cubicBezTo>
                    <a:pt x="493" y="1170"/>
                    <a:pt x="454" y="1252"/>
                    <a:pt x="436" y="1356"/>
                  </a:cubicBezTo>
                  <a:cubicBezTo>
                    <a:pt x="435" y="1367"/>
                    <a:pt x="433" y="1377"/>
                    <a:pt x="433" y="1388"/>
                  </a:cubicBezTo>
                  <a:lnTo>
                    <a:pt x="433" y="1676"/>
                  </a:lnTo>
                  <a:cubicBezTo>
                    <a:pt x="433" y="1773"/>
                    <a:pt x="322" y="1856"/>
                    <a:pt x="190" y="1857"/>
                  </a:cubicBezTo>
                  <a:cubicBezTo>
                    <a:pt x="94" y="1859"/>
                    <a:pt x="12" y="1932"/>
                    <a:pt x="6" y="2028"/>
                  </a:cubicBezTo>
                  <a:cubicBezTo>
                    <a:pt x="0" y="2132"/>
                    <a:pt x="84" y="2218"/>
                    <a:pt x="185" y="2218"/>
                  </a:cubicBezTo>
                  <a:cubicBezTo>
                    <a:pt x="521" y="2218"/>
                    <a:pt x="793" y="1975"/>
                    <a:pt x="793" y="1677"/>
                  </a:cubicBezTo>
                  <a:lnTo>
                    <a:pt x="793" y="1406"/>
                  </a:lnTo>
                  <a:cubicBezTo>
                    <a:pt x="810" y="1330"/>
                    <a:pt x="843" y="1302"/>
                    <a:pt x="892" y="1284"/>
                  </a:cubicBezTo>
                  <a:cubicBezTo>
                    <a:pt x="953" y="1262"/>
                    <a:pt x="1002" y="1215"/>
                    <a:pt x="1017" y="1153"/>
                  </a:cubicBezTo>
                  <a:cubicBezTo>
                    <a:pt x="1041" y="1058"/>
                    <a:pt x="989" y="968"/>
                    <a:pt x="902" y="939"/>
                  </a:cubicBezTo>
                  <a:cubicBezTo>
                    <a:pt x="848" y="921"/>
                    <a:pt x="812" y="892"/>
                    <a:pt x="794" y="813"/>
                  </a:cubicBezTo>
                  <a:lnTo>
                    <a:pt x="794" y="542"/>
                  </a:lnTo>
                  <a:cubicBezTo>
                    <a:pt x="794" y="246"/>
                    <a:pt x="527" y="5"/>
                    <a:pt x="197" y="0"/>
                  </a:cubicBezTo>
                  <a:cubicBezTo>
                    <a:pt x="196" y="0"/>
                    <a:pt x="194" y="0"/>
                    <a:pt x="19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4" name="Google Shape;15394;p31"/>
            <p:cNvSpPr/>
            <p:nvPr/>
          </p:nvSpPr>
          <p:spPr>
            <a:xfrm>
              <a:off x="4853392" y="3860372"/>
              <a:ext cx="34021" cy="13676"/>
            </a:xfrm>
            <a:custGeom>
              <a:rect b="b" l="l" r="r" t="t"/>
              <a:pathLst>
                <a:path extrusionOk="0" h="361" w="898">
                  <a:moveTo>
                    <a:pt x="198" y="1"/>
                  </a:moveTo>
                  <a:cubicBezTo>
                    <a:pt x="102" y="1"/>
                    <a:pt x="18" y="70"/>
                    <a:pt x="9" y="164"/>
                  </a:cubicBezTo>
                  <a:cubicBezTo>
                    <a:pt x="1" y="271"/>
                    <a:pt x="85" y="360"/>
                    <a:pt x="189" y="360"/>
                  </a:cubicBezTo>
                  <a:lnTo>
                    <a:pt x="699" y="360"/>
                  </a:lnTo>
                  <a:cubicBezTo>
                    <a:pt x="795" y="360"/>
                    <a:pt x="881" y="291"/>
                    <a:pt x="888" y="197"/>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5" name="Google Shape;15395;p31"/>
            <p:cNvSpPr/>
            <p:nvPr/>
          </p:nvSpPr>
          <p:spPr>
            <a:xfrm>
              <a:off x="4854377" y="3993159"/>
              <a:ext cx="121535" cy="13676"/>
            </a:xfrm>
            <a:custGeom>
              <a:rect b="b" l="l" r="r" t="t"/>
              <a:pathLst>
                <a:path extrusionOk="0" h="361" w="3208">
                  <a:moveTo>
                    <a:pt x="199" y="0"/>
                  </a:moveTo>
                  <a:cubicBezTo>
                    <a:pt x="103" y="0"/>
                    <a:pt x="18" y="69"/>
                    <a:pt x="10" y="164"/>
                  </a:cubicBezTo>
                  <a:cubicBezTo>
                    <a:pt x="1" y="272"/>
                    <a:pt x="85" y="361"/>
                    <a:pt x="189" y="361"/>
                  </a:cubicBezTo>
                  <a:lnTo>
                    <a:pt x="3011" y="361"/>
                  </a:lnTo>
                  <a:cubicBezTo>
                    <a:pt x="3106" y="361"/>
                    <a:pt x="3191" y="290"/>
                    <a:pt x="3200" y="196"/>
                  </a:cubicBezTo>
                  <a:cubicBezTo>
                    <a:pt x="3208" y="90"/>
                    <a:pt x="3124" y="0"/>
                    <a:pt x="301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6" name="Google Shape;15396;p31"/>
            <p:cNvSpPr/>
            <p:nvPr/>
          </p:nvSpPr>
          <p:spPr>
            <a:xfrm>
              <a:off x="4853392" y="3913752"/>
              <a:ext cx="34021" cy="13639"/>
            </a:xfrm>
            <a:custGeom>
              <a:rect b="b" l="l" r="r" t="t"/>
              <a:pathLst>
                <a:path extrusionOk="0" h="360" w="898">
                  <a:moveTo>
                    <a:pt x="198" y="1"/>
                  </a:moveTo>
                  <a:cubicBezTo>
                    <a:pt x="102" y="1"/>
                    <a:pt x="18" y="70"/>
                    <a:pt x="9" y="164"/>
                  </a:cubicBezTo>
                  <a:cubicBezTo>
                    <a:pt x="1" y="271"/>
                    <a:pt x="85" y="360"/>
                    <a:pt x="189" y="360"/>
                  </a:cubicBezTo>
                  <a:lnTo>
                    <a:pt x="699" y="360"/>
                  </a:lnTo>
                  <a:cubicBezTo>
                    <a:pt x="795" y="360"/>
                    <a:pt x="881" y="291"/>
                    <a:pt x="888" y="196"/>
                  </a:cubicBezTo>
                  <a:cubicBezTo>
                    <a:pt x="897" y="89"/>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7" name="Google Shape;15397;p31"/>
            <p:cNvSpPr/>
            <p:nvPr/>
          </p:nvSpPr>
          <p:spPr>
            <a:xfrm>
              <a:off x="4853429" y="3939817"/>
              <a:ext cx="34021" cy="13676"/>
            </a:xfrm>
            <a:custGeom>
              <a:rect b="b" l="l" r="r" t="t"/>
              <a:pathLst>
                <a:path extrusionOk="0" h="361" w="898">
                  <a:moveTo>
                    <a:pt x="199" y="1"/>
                  </a:moveTo>
                  <a:cubicBezTo>
                    <a:pt x="103" y="1"/>
                    <a:pt x="18" y="70"/>
                    <a:pt x="10" y="164"/>
                  </a:cubicBezTo>
                  <a:cubicBezTo>
                    <a:pt x="1" y="271"/>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8" name="Google Shape;15398;p31"/>
            <p:cNvSpPr/>
            <p:nvPr/>
          </p:nvSpPr>
          <p:spPr>
            <a:xfrm>
              <a:off x="4942876" y="3967132"/>
              <a:ext cx="34021" cy="13639"/>
            </a:xfrm>
            <a:custGeom>
              <a:rect b="b" l="l" r="r" t="t"/>
              <a:pathLst>
                <a:path extrusionOk="0" h="360" w="898">
                  <a:moveTo>
                    <a:pt x="199" y="0"/>
                  </a:moveTo>
                  <a:cubicBezTo>
                    <a:pt x="102" y="0"/>
                    <a:pt x="17" y="69"/>
                    <a:pt x="10" y="164"/>
                  </a:cubicBezTo>
                  <a:cubicBezTo>
                    <a:pt x="1" y="270"/>
                    <a:pt x="84" y="359"/>
                    <a:pt x="189" y="359"/>
                  </a:cubicBezTo>
                  <a:lnTo>
                    <a:pt x="699" y="359"/>
                  </a:lnTo>
                  <a:cubicBezTo>
                    <a:pt x="795" y="359"/>
                    <a:pt x="880" y="290"/>
                    <a:pt x="888" y="196"/>
                  </a:cubicBezTo>
                  <a:cubicBezTo>
                    <a:pt x="897" y="89"/>
                    <a:pt x="813"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9" name="Google Shape;15399;p31"/>
            <p:cNvSpPr/>
            <p:nvPr/>
          </p:nvSpPr>
          <p:spPr>
            <a:xfrm>
              <a:off x="4853846" y="3967132"/>
              <a:ext cx="72853" cy="13639"/>
            </a:xfrm>
            <a:custGeom>
              <a:rect b="b" l="l" r="r" t="t"/>
              <a:pathLst>
                <a:path extrusionOk="0" h="360" w="1923">
                  <a:moveTo>
                    <a:pt x="198" y="0"/>
                  </a:moveTo>
                  <a:cubicBezTo>
                    <a:pt x="102" y="0"/>
                    <a:pt x="17" y="69"/>
                    <a:pt x="10" y="164"/>
                  </a:cubicBezTo>
                  <a:cubicBezTo>
                    <a:pt x="0" y="270"/>
                    <a:pt x="84" y="359"/>
                    <a:pt x="189" y="359"/>
                  </a:cubicBezTo>
                  <a:lnTo>
                    <a:pt x="1724" y="359"/>
                  </a:lnTo>
                  <a:cubicBezTo>
                    <a:pt x="1820" y="359"/>
                    <a:pt x="1905" y="290"/>
                    <a:pt x="1913" y="196"/>
                  </a:cubicBezTo>
                  <a:cubicBezTo>
                    <a:pt x="1922" y="89"/>
                    <a:pt x="1838" y="0"/>
                    <a:pt x="173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0" name="Google Shape;15400;p31"/>
            <p:cNvSpPr/>
            <p:nvPr/>
          </p:nvSpPr>
          <p:spPr>
            <a:xfrm>
              <a:off x="4903362" y="3913752"/>
              <a:ext cx="33983" cy="13639"/>
            </a:xfrm>
            <a:custGeom>
              <a:rect b="b" l="l" r="r" t="t"/>
              <a:pathLst>
                <a:path extrusionOk="0" h="360" w="897">
                  <a:moveTo>
                    <a:pt x="197" y="1"/>
                  </a:moveTo>
                  <a:cubicBezTo>
                    <a:pt x="102" y="1"/>
                    <a:pt x="17" y="70"/>
                    <a:pt x="9" y="164"/>
                  </a:cubicBezTo>
                  <a:cubicBezTo>
                    <a:pt x="0" y="271"/>
                    <a:pt x="84" y="360"/>
                    <a:pt x="189" y="360"/>
                  </a:cubicBezTo>
                  <a:lnTo>
                    <a:pt x="708" y="360"/>
                  </a:lnTo>
                  <a:cubicBezTo>
                    <a:pt x="813" y="360"/>
                    <a:pt x="897" y="271"/>
                    <a:pt x="888" y="164"/>
                  </a:cubicBezTo>
                  <a:cubicBezTo>
                    <a:pt x="880" y="70"/>
                    <a:pt x="793" y="1"/>
                    <a:pt x="69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1" name="Google Shape;15401;p31"/>
            <p:cNvSpPr/>
            <p:nvPr/>
          </p:nvSpPr>
          <p:spPr>
            <a:xfrm>
              <a:off x="4948445" y="3913752"/>
              <a:ext cx="69746" cy="13639"/>
            </a:xfrm>
            <a:custGeom>
              <a:rect b="b" l="l" r="r" t="t"/>
              <a:pathLst>
                <a:path extrusionOk="0" h="360" w="1841">
                  <a:moveTo>
                    <a:pt x="197" y="1"/>
                  </a:moveTo>
                  <a:cubicBezTo>
                    <a:pt x="102" y="1"/>
                    <a:pt x="17" y="70"/>
                    <a:pt x="9" y="164"/>
                  </a:cubicBezTo>
                  <a:cubicBezTo>
                    <a:pt x="0" y="271"/>
                    <a:pt x="84" y="360"/>
                    <a:pt x="189" y="360"/>
                  </a:cubicBezTo>
                  <a:lnTo>
                    <a:pt x="1660" y="360"/>
                  </a:lnTo>
                  <a:cubicBezTo>
                    <a:pt x="1760" y="360"/>
                    <a:pt x="1840" y="279"/>
                    <a:pt x="1840" y="180"/>
                  </a:cubicBezTo>
                  <a:cubicBezTo>
                    <a:pt x="1839" y="80"/>
                    <a:pt x="1760" y="1"/>
                    <a:pt x="166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2" name="Google Shape;15402;p31"/>
            <p:cNvSpPr/>
            <p:nvPr/>
          </p:nvSpPr>
          <p:spPr>
            <a:xfrm>
              <a:off x="4853429" y="4024187"/>
              <a:ext cx="34021" cy="13676"/>
            </a:xfrm>
            <a:custGeom>
              <a:rect b="b" l="l" r="r" t="t"/>
              <a:pathLst>
                <a:path extrusionOk="0" h="361" w="898">
                  <a:moveTo>
                    <a:pt x="199" y="0"/>
                  </a:moveTo>
                  <a:cubicBezTo>
                    <a:pt x="103" y="0"/>
                    <a:pt x="18" y="70"/>
                    <a:pt x="10" y="165"/>
                  </a:cubicBezTo>
                  <a:cubicBezTo>
                    <a:pt x="1" y="272"/>
                    <a:pt x="85" y="361"/>
                    <a:pt x="189" y="361"/>
                  </a:cubicBezTo>
                  <a:lnTo>
                    <a:pt x="700" y="361"/>
                  </a:lnTo>
                  <a:cubicBezTo>
                    <a:pt x="796" y="361"/>
                    <a:pt x="881" y="291"/>
                    <a:pt x="889" y="197"/>
                  </a:cubicBezTo>
                  <a:cubicBezTo>
                    <a:pt x="897" y="91"/>
                    <a:pt x="8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3" name="Google Shape;15403;p31"/>
            <p:cNvSpPr/>
            <p:nvPr/>
          </p:nvSpPr>
          <p:spPr>
            <a:xfrm>
              <a:off x="4853429" y="4051502"/>
              <a:ext cx="34021" cy="13714"/>
            </a:xfrm>
            <a:custGeom>
              <a:rect b="b" l="l" r="r" t="t"/>
              <a:pathLst>
                <a:path extrusionOk="0" h="362" w="898">
                  <a:moveTo>
                    <a:pt x="199" y="1"/>
                  </a:moveTo>
                  <a:cubicBezTo>
                    <a:pt x="103" y="1"/>
                    <a:pt x="18" y="70"/>
                    <a:pt x="10" y="164"/>
                  </a:cubicBezTo>
                  <a:cubicBezTo>
                    <a:pt x="1" y="272"/>
                    <a:pt x="85" y="361"/>
                    <a:pt x="189" y="361"/>
                  </a:cubicBezTo>
                  <a:lnTo>
                    <a:pt x="700" y="361"/>
                  </a:lnTo>
                  <a:cubicBezTo>
                    <a:pt x="796" y="361"/>
                    <a:pt x="881" y="292"/>
                    <a:pt x="889" y="198"/>
                  </a:cubicBezTo>
                  <a:cubicBezTo>
                    <a:pt x="897" y="90"/>
                    <a:pt x="81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4" name="Google Shape;15404;p31"/>
            <p:cNvSpPr/>
            <p:nvPr/>
          </p:nvSpPr>
          <p:spPr>
            <a:xfrm>
              <a:off x="4903324" y="4024187"/>
              <a:ext cx="34021" cy="13676"/>
            </a:xfrm>
            <a:custGeom>
              <a:rect b="b" l="l" r="r" t="t"/>
              <a:pathLst>
                <a:path extrusionOk="0" h="361" w="898">
                  <a:moveTo>
                    <a:pt x="198" y="0"/>
                  </a:moveTo>
                  <a:cubicBezTo>
                    <a:pt x="103" y="0"/>
                    <a:pt x="18" y="70"/>
                    <a:pt x="10" y="165"/>
                  </a:cubicBezTo>
                  <a:cubicBezTo>
                    <a:pt x="0" y="272"/>
                    <a:pt x="85" y="361"/>
                    <a:pt x="190" y="361"/>
                  </a:cubicBezTo>
                  <a:lnTo>
                    <a:pt x="700" y="361"/>
                  </a:lnTo>
                  <a:cubicBezTo>
                    <a:pt x="795" y="361"/>
                    <a:pt x="881" y="291"/>
                    <a:pt x="889" y="197"/>
                  </a:cubicBezTo>
                  <a:cubicBezTo>
                    <a:pt x="898" y="91"/>
                    <a:pt x="8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5" name="Google Shape;15405;p31"/>
            <p:cNvSpPr/>
            <p:nvPr/>
          </p:nvSpPr>
          <p:spPr>
            <a:xfrm>
              <a:off x="4947990" y="4024187"/>
              <a:ext cx="28944" cy="13676"/>
            </a:xfrm>
            <a:custGeom>
              <a:rect b="b" l="l" r="r" t="t"/>
              <a:pathLst>
                <a:path extrusionOk="0" h="361" w="764">
                  <a:moveTo>
                    <a:pt x="198" y="0"/>
                  </a:moveTo>
                  <a:cubicBezTo>
                    <a:pt x="102" y="0"/>
                    <a:pt x="17" y="70"/>
                    <a:pt x="9" y="165"/>
                  </a:cubicBezTo>
                  <a:cubicBezTo>
                    <a:pt x="1" y="272"/>
                    <a:pt x="84" y="361"/>
                    <a:pt x="189" y="361"/>
                  </a:cubicBezTo>
                  <a:lnTo>
                    <a:pt x="566" y="361"/>
                  </a:lnTo>
                  <a:cubicBezTo>
                    <a:pt x="662" y="361"/>
                    <a:pt x="746" y="291"/>
                    <a:pt x="755" y="197"/>
                  </a:cubicBezTo>
                  <a:cubicBezTo>
                    <a:pt x="763" y="91"/>
                    <a:pt x="679" y="0"/>
                    <a:pt x="57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6" name="Google Shape;15406;p31"/>
            <p:cNvSpPr/>
            <p:nvPr/>
          </p:nvSpPr>
          <p:spPr>
            <a:xfrm>
              <a:off x="4904536" y="3860372"/>
              <a:ext cx="150517" cy="13676"/>
            </a:xfrm>
            <a:custGeom>
              <a:rect b="b" l="l" r="r" t="t"/>
              <a:pathLst>
                <a:path extrusionOk="0" h="361" w="3973">
                  <a:moveTo>
                    <a:pt x="199" y="1"/>
                  </a:moveTo>
                  <a:cubicBezTo>
                    <a:pt x="103" y="1"/>
                    <a:pt x="19" y="70"/>
                    <a:pt x="11" y="164"/>
                  </a:cubicBezTo>
                  <a:cubicBezTo>
                    <a:pt x="1" y="271"/>
                    <a:pt x="86" y="360"/>
                    <a:pt x="190" y="360"/>
                  </a:cubicBezTo>
                  <a:lnTo>
                    <a:pt x="3774" y="360"/>
                  </a:lnTo>
                  <a:cubicBezTo>
                    <a:pt x="3870" y="360"/>
                    <a:pt x="3956" y="291"/>
                    <a:pt x="3963" y="197"/>
                  </a:cubicBezTo>
                  <a:cubicBezTo>
                    <a:pt x="3972" y="90"/>
                    <a:pt x="3889" y="1"/>
                    <a:pt x="37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7" name="Google Shape;15407;p31"/>
            <p:cNvSpPr/>
            <p:nvPr/>
          </p:nvSpPr>
          <p:spPr>
            <a:xfrm>
              <a:off x="4854831" y="3886399"/>
              <a:ext cx="162640" cy="13714"/>
            </a:xfrm>
            <a:custGeom>
              <a:rect b="b" l="l" r="r" t="t"/>
              <a:pathLst>
                <a:path extrusionOk="0" h="362" w="4293">
                  <a:moveTo>
                    <a:pt x="198" y="1"/>
                  </a:moveTo>
                  <a:cubicBezTo>
                    <a:pt x="103" y="1"/>
                    <a:pt x="17" y="70"/>
                    <a:pt x="10" y="164"/>
                  </a:cubicBezTo>
                  <a:cubicBezTo>
                    <a:pt x="0" y="272"/>
                    <a:pt x="84" y="361"/>
                    <a:pt x="189" y="361"/>
                  </a:cubicBezTo>
                  <a:lnTo>
                    <a:pt x="4095" y="361"/>
                  </a:lnTo>
                  <a:cubicBezTo>
                    <a:pt x="4190" y="361"/>
                    <a:pt x="4275" y="291"/>
                    <a:pt x="4283" y="197"/>
                  </a:cubicBezTo>
                  <a:cubicBezTo>
                    <a:pt x="4293" y="90"/>
                    <a:pt x="4208" y="1"/>
                    <a:pt x="410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8" name="Google Shape;15408;p31"/>
            <p:cNvSpPr/>
            <p:nvPr/>
          </p:nvSpPr>
          <p:spPr>
            <a:xfrm>
              <a:off x="4749208" y="3762250"/>
              <a:ext cx="476669" cy="412340"/>
            </a:xfrm>
            <a:custGeom>
              <a:rect b="b" l="l" r="r" t="t"/>
              <a:pathLst>
                <a:path extrusionOk="0" h="10884" w="12582">
                  <a:moveTo>
                    <a:pt x="10457" y="6457"/>
                  </a:moveTo>
                  <a:cubicBezTo>
                    <a:pt x="10523" y="6457"/>
                    <a:pt x="10582" y="6489"/>
                    <a:pt x="10618" y="6542"/>
                  </a:cubicBezTo>
                  <a:lnTo>
                    <a:pt x="10908" y="6980"/>
                  </a:lnTo>
                  <a:lnTo>
                    <a:pt x="9146" y="6980"/>
                  </a:lnTo>
                  <a:lnTo>
                    <a:pt x="8798" y="6457"/>
                  </a:lnTo>
                  <a:close/>
                  <a:moveTo>
                    <a:pt x="9699" y="1639"/>
                  </a:moveTo>
                  <a:lnTo>
                    <a:pt x="9699" y="6095"/>
                  </a:lnTo>
                  <a:lnTo>
                    <a:pt x="6988" y="6095"/>
                  </a:lnTo>
                  <a:cubicBezTo>
                    <a:pt x="6675" y="6095"/>
                    <a:pt x="6422" y="6349"/>
                    <a:pt x="6422" y="6662"/>
                  </a:cubicBezTo>
                  <a:lnTo>
                    <a:pt x="6422" y="8552"/>
                  </a:lnTo>
                  <a:lnTo>
                    <a:pt x="522" y="8552"/>
                  </a:lnTo>
                  <a:cubicBezTo>
                    <a:pt x="433" y="8552"/>
                    <a:pt x="360" y="8480"/>
                    <a:pt x="360" y="8390"/>
                  </a:cubicBezTo>
                  <a:lnTo>
                    <a:pt x="360" y="1639"/>
                  </a:lnTo>
                  <a:close/>
                  <a:moveTo>
                    <a:pt x="2737" y="1"/>
                  </a:moveTo>
                  <a:cubicBezTo>
                    <a:pt x="2717" y="1"/>
                    <a:pt x="2699" y="9"/>
                    <a:pt x="2686" y="23"/>
                  </a:cubicBezTo>
                  <a:cubicBezTo>
                    <a:pt x="2536" y="178"/>
                    <a:pt x="2644" y="362"/>
                    <a:pt x="2799" y="362"/>
                  </a:cubicBezTo>
                  <a:lnTo>
                    <a:pt x="9538" y="362"/>
                  </a:lnTo>
                  <a:cubicBezTo>
                    <a:pt x="9627" y="362"/>
                    <a:pt x="9700" y="435"/>
                    <a:pt x="9700" y="524"/>
                  </a:cubicBezTo>
                  <a:lnTo>
                    <a:pt x="9700" y="1247"/>
                  </a:lnTo>
                  <a:lnTo>
                    <a:pt x="362" y="1247"/>
                  </a:lnTo>
                  <a:lnTo>
                    <a:pt x="362" y="523"/>
                  </a:lnTo>
                  <a:cubicBezTo>
                    <a:pt x="362" y="434"/>
                    <a:pt x="433" y="363"/>
                    <a:pt x="521" y="363"/>
                  </a:cubicBezTo>
                  <a:lnTo>
                    <a:pt x="1887" y="363"/>
                  </a:lnTo>
                  <a:cubicBezTo>
                    <a:pt x="1982" y="363"/>
                    <a:pt x="2067" y="294"/>
                    <a:pt x="2075" y="200"/>
                  </a:cubicBezTo>
                  <a:cubicBezTo>
                    <a:pt x="2085" y="93"/>
                    <a:pt x="2000" y="4"/>
                    <a:pt x="1895" y="4"/>
                  </a:cubicBezTo>
                  <a:lnTo>
                    <a:pt x="530" y="4"/>
                  </a:lnTo>
                  <a:cubicBezTo>
                    <a:pt x="237" y="4"/>
                    <a:pt x="0" y="241"/>
                    <a:pt x="0" y="534"/>
                  </a:cubicBezTo>
                  <a:lnTo>
                    <a:pt x="0" y="8385"/>
                  </a:lnTo>
                  <a:cubicBezTo>
                    <a:pt x="0" y="8678"/>
                    <a:pt x="237" y="8915"/>
                    <a:pt x="530" y="8915"/>
                  </a:cubicBezTo>
                  <a:lnTo>
                    <a:pt x="6454" y="8915"/>
                  </a:lnTo>
                  <a:lnTo>
                    <a:pt x="6454" y="10690"/>
                  </a:lnTo>
                  <a:cubicBezTo>
                    <a:pt x="6454" y="10795"/>
                    <a:pt x="6539" y="10882"/>
                    <a:pt x="6646" y="10882"/>
                  </a:cubicBezTo>
                  <a:lnTo>
                    <a:pt x="9623" y="10882"/>
                  </a:lnTo>
                  <a:cubicBezTo>
                    <a:pt x="9637" y="10882"/>
                    <a:pt x="9650" y="10876"/>
                    <a:pt x="9659" y="10867"/>
                  </a:cubicBezTo>
                  <a:cubicBezTo>
                    <a:pt x="9817" y="10710"/>
                    <a:pt x="9710" y="10521"/>
                    <a:pt x="9557" y="10521"/>
                  </a:cubicBezTo>
                  <a:lnTo>
                    <a:pt x="6906" y="10521"/>
                  </a:lnTo>
                  <a:cubicBezTo>
                    <a:pt x="6856" y="10521"/>
                    <a:pt x="6814" y="10481"/>
                    <a:pt x="6814" y="10430"/>
                  </a:cubicBezTo>
                  <a:lnTo>
                    <a:pt x="6814" y="6657"/>
                  </a:lnTo>
                  <a:cubicBezTo>
                    <a:pt x="6814" y="6547"/>
                    <a:pt x="6904" y="6459"/>
                    <a:pt x="7012" y="6459"/>
                  </a:cubicBezTo>
                  <a:lnTo>
                    <a:pt x="8223" y="6459"/>
                  </a:lnTo>
                  <a:cubicBezTo>
                    <a:pt x="8290" y="6459"/>
                    <a:pt x="8351" y="6493"/>
                    <a:pt x="8388" y="6548"/>
                  </a:cubicBezTo>
                  <a:lnTo>
                    <a:pt x="8877" y="7293"/>
                  </a:lnTo>
                  <a:cubicBezTo>
                    <a:pt x="8910" y="7346"/>
                    <a:pt x="8968" y="7377"/>
                    <a:pt x="9030" y="7377"/>
                  </a:cubicBezTo>
                  <a:lnTo>
                    <a:pt x="11883" y="7377"/>
                  </a:lnTo>
                  <a:cubicBezTo>
                    <a:pt x="12068" y="7377"/>
                    <a:pt x="12220" y="7527"/>
                    <a:pt x="12220" y="7714"/>
                  </a:cubicBezTo>
                  <a:lnTo>
                    <a:pt x="12220" y="10431"/>
                  </a:lnTo>
                  <a:cubicBezTo>
                    <a:pt x="12220" y="10481"/>
                    <a:pt x="12179" y="10522"/>
                    <a:pt x="12129" y="10522"/>
                  </a:cubicBezTo>
                  <a:lnTo>
                    <a:pt x="10446" y="10522"/>
                  </a:lnTo>
                  <a:cubicBezTo>
                    <a:pt x="10433" y="10522"/>
                    <a:pt x="10419" y="10528"/>
                    <a:pt x="10411" y="10537"/>
                  </a:cubicBezTo>
                  <a:cubicBezTo>
                    <a:pt x="10251" y="10693"/>
                    <a:pt x="10360" y="10884"/>
                    <a:pt x="10513" y="10884"/>
                  </a:cubicBezTo>
                  <a:lnTo>
                    <a:pt x="12390" y="10884"/>
                  </a:lnTo>
                  <a:cubicBezTo>
                    <a:pt x="12494" y="10884"/>
                    <a:pt x="12581" y="10799"/>
                    <a:pt x="12581" y="10693"/>
                  </a:cubicBezTo>
                  <a:lnTo>
                    <a:pt x="12581" y="7730"/>
                  </a:lnTo>
                  <a:cubicBezTo>
                    <a:pt x="12581" y="7333"/>
                    <a:pt x="12265" y="7013"/>
                    <a:pt x="11875" y="7013"/>
                  </a:cubicBezTo>
                  <a:lnTo>
                    <a:pt x="11378" y="7013"/>
                  </a:lnTo>
                  <a:lnTo>
                    <a:pt x="10945" y="6352"/>
                  </a:lnTo>
                  <a:cubicBezTo>
                    <a:pt x="10840" y="6191"/>
                    <a:pt x="10661" y="6095"/>
                    <a:pt x="10472" y="6095"/>
                  </a:cubicBezTo>
                  <a:lnTo>
                    <a:pt x="10058" y="6095"/>
                  </a:lnTo>
                  <a:lnTo>
                    <a:pt x="10058" y="192"/>
                  </a:lnTo>
                  <a:cubicBezTo>
                    <a:pt x="10058" y="86"/>
                    <a:pt x="9973" y="1"/>
                    <a:pt x="986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09" name="Google Shape;15409;p31"/>
          <p:cNvGrpSpPr/>
          <p:nvPr/>
        </p:nvGrpSpPr>
        <p:grpSpPr>
          <a:xfrm>
            <a:off x="3941788" y="4158991"/>
            <a:ext cx="449547" cy="449547"/>
            <a:chOff x="3903652" y="3730048"/>
            <a:chExt cx="476669" cy="476669"/>
          </a:xfrm>
        </p:grpSpPr>
        <p:sp>
          <p:nvSpPr>
            <p:cNvPr id="15410" name="Google Shape;15410;p31"/>
            <p:cNvSpPr/>
            <p:nvPr/>
          </p:nvSpPr>
          <p:spPr>
            <a:xfrm>
              <a:off x="3971315" y="3980733"/>
              <a:ext cx="53039" cy="13676"/>
            </a:xfrm>
            <a:custGeom>
              <a:rect b="b" l="l" r="r" t="t"/>
              <a:pathLst>
                <a:path extrusionOk="0" h="361" w="1400">
                  <a:moveTo>
                    <a:pt x="197" y="0"/>
                  </a:moveTo>
                  <a:cubicBezTo>
                    <a:pt x="102" y="0"/>
                    <a:pt x="17" y="71"/>
                    <a:pt x="9" y="165"/>
                  </a:cubicBezTo>
                  <a:cubicBezTo>
                    <a:pt x="0" y="272"/>
                    <a:pt x="84" y="361"/>
                    <a:pt x="189" y="361"/>
                  </a:cubicBezTo>
                  <a:lnTo>
                    <a:pt x="1202" y="361"/>
                  </a:lnTo>
                  <a:cubicBezTo>
                    <a:pt x="1297" y="361"/>
                    <a:pt x="1383" y="292"/>
                    <a:pt x="1390" y="197"/>
                  </a:cubicBezTo>
                  <a:cubicBezTo>
                    <a:pt x="1399" y="89"/>
                    <a:pt x="131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1" name="Google Shape;15411;p31"/>
            <p:cNvSpPr/>
            <p:nvPr/>
          </p:nvSpPr>
          <p:spPr>
            <a:xfrm>
              <a:off x="3972717" y="4010586"/>
              <a:ext cx="151426" cy="13639"/>
            </a:xfrm>
            <a:custGeom>
              <a:rect b="b" l="l" r="r" t="t"/>
              <a:pathLst>
                <a:path extrusionOk="0" h="360" w="3997">
                  <a:moveTo>
                    <a:pt x="181" y="0"/>
                  </a:moveTo>
                  <a:cubicBezTo>
                    <a:pt x="82" y="0"/>
                    <a:pt x="1" y="80"/>
                    <a:pt x="1" y="179"/>
                  </a:cubicBezTo>
                  <a:cubicBezTo>
                    <a:pt x="1" y="279"/>
                    <a:pt x="82" y="359"/>
                    <a:pt x="181" y="359"/>
                  </a:cubicBezTo>
                  <a:lnTo>
                    <a:pt x="3799" y="359"/>
                  </a:lnTo>
                  <a:cubicBezTo>
                    <a:pt x="3894" y="359"/>
                    <a:pt x="3980" y="290"/>
                    <a:pt x="3987" y="196"/>
                  </a:cubicBezTo>
                  <a:cubicBezTo>
                    <a:pt x="3997" y="89"/>
                    <a:pt x="3913" y="0"/>
                    <a:pt x="38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2" name="Google Shape;15412;p31"/>
            <p:cNvSpPr/>
            <p:nvPr/>
          </p:nvSpPr>
          <p:spPr>
            <a:xfrm>
              <a:off x="4078037" y="4039076"/>
              <a:ext cx="47280" cy="13676"/>
            </a:xfrm>
            <a:custGeom>
              <a:rect b="b" l="l" r="r" t="t"/>
              <a:pathLst>
                <a:path extrusionOk="0" h="361" w="1248">
                  <a:moveTo>
                    <a:pt x="197" y="0"/>
                  </a:moveTo>
                  <a:cubicBezTo>
                    <a:pt x="102" y="0"/>
                    <a:pt x="17" y="70"/>
                    <a:pt x="9" y="164"/>
                  </a:cubicBezTo>
                  <a:cubicBezTo>
                    <a:pt x="1" y="271"/>
                    <a:pt x="84" y="360"/>
                    <a:pt x="189" y="360"/>
                  </a:cubicBezTo>
                  <a:lnTo>
                    <a:pt x="1050" y="360"/>
                  </a:lnTo>
                  <a:cubicBezTo>
                    <a:pt x="1145" y="360"/>
                    <a:pt x="1231" y="291"/>
                    <a:pt x="1239" y="197"/>
                  </a:cubicBezTo>
                  <a:cubicBezTo>
                    <a:pt x="1248" y="91"/>
                    <a:pt x="1164" y="0"/>
                    <a:pt x="105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3" name="Google Shape;15413;p31"/>
            <p:cNvSpPr/>
            <p:nvPr/>
          </p:nvSpPr>
          <p:spPr>
            <a:xfrm>
              <a:off x="3971694" y="4039152"/>
              <a:ext cx="87173" cy="13639"/>
            </a:xfrm>
            <a:custGeom>
              <a:rect b="b" l="l" r="r" t="t"/>
              <a:pathLst>
                <a:path extrusionOk="0" h="360" w="2301">
                  <a:moveTo>
                    <a:pt x="198" y="0"/>
                  </a:moveTo>
                  <a:cubicBezTo>
                    <a:pt x="102" y="0"/>
                    <a:pt x="17" y="69"/>
                    <a:pt x="9" y="164"/>
                  </a:cubicBezTo>
                  <a:cubicBezTo>
                    <a:pt x="1" y="269"/>
                    <a:pt x="84" y="359"/>
                    <a:pt x="189" y="359"/>
                  </a:cubicBezTo>
                  <a:lnTo>
                    <a:pt x="2103" y="359"/>
                  </a:lnTo>
                  <a:cubicBezTo>
                    <a:pt x="2198" y="359"/>
                    <a:pt x="2284" y="290"/>
                    <a:pt x="2291" y="196"/>
                  </a:cubicBezTo>
                  <a:cubicBezTo>
                    <a:pt x="2301" y="89"/>
                    <a:pt x="2217" y="0"/>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4" name="Google Shape;15414;p31"/>
            <p:cNvSpPr/>
            <p:nvPr/>
          </p:nvSpPr>
          <p:spPr>
            <a:xfrm>
              <a:off x="3972414" y="4068891"/>
              <a:ext cx="151729" cy="13639"/>
            </a:xfrm>
            <a:custGeom>
              <a:rect b="b" l="l" r="r" t="t"/>
              <a:pathLst>
                <a:path extrusionOk="0" h="360" w="4005">
                  <a:moveTo>
                    <a:pt x="198" y="1"/>
                  </a:moveTo>
                  <a:cubicBezTo>
                    <a:pt x="103" y="1"/>
                    <a:pt x="18" y="70"/>
                    <a:pt x="10" y="164"/>
                  </a:cubicBezTo>
                  <a:cubicBezTo>
                    <a:pt x="1" y="271"/>
                    <a:pt x="84" y="360"/>
                    <a:pt x="189" y="360"/>
                  </a:cubicBezTo>
                  <a:lnTo>
                    <a:pt x="3807" y="360"/>
                  </a:lnTo>
                  <a:cubicBezTo>
                    <a:pt x="3902" y="360"/>
                    <a:pt x="3988" y="291"/>
                    <a:pt x="3995" y="197"/>
                  </a:cubicBezTo>
                  <a:cubicBezTo>
                    <a:pt x="4005" y="90"/>
                    <a:pt x="3921" y="1"/>
                    <a:pt x="381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5" name="Google Shape;15415;p31"/>
            <p:cNvSpPr/>
            <p:nvPr/>
          </p:nvSpPr>
          <p:spPr>
            <a:xfrm>
              <a:off x="3972414" y="4098707"/>
              <a:ext cx="151729" cy="13676"/>
            </a:xfrm>
            <a:custGeom>
              <a:rect b="b" l="l" r="r" t="t"/>
              <a:pathLst>
                <a:path extrusionOk="0" h="361" w="4005">
                  <a:moveTo>
                    <a:pt x="198" y="0"/>
                  </a:moveTo>
                  <a:cubicBezTo>
                    <a:pt x="103" y="0"/>
                    <a:pt x="18" y="69"/>
                    <a:pt x="10" y="164"/>
                  </a:cubicBezTo>
                  <a:cubicBezTo>
                    <a:pt x="1" y="271"/>
                    <a:pt x="84" y="361"/>
                    <a:pt x="189" y="361"/>
                  </a:cubicBezTo>
                  <a:lnTo>
                    <a:pt x="3807" y="361"/>
                  </a:lnTo>
                  <a:cubicBezTo>
                    <a:pt x="3902" y="361"/>
                    <a:pt x="3988" y="290"/>
                    <a:pt x="3995" y="196"/>
                  </a:cubicBezTo>
                  <a:cubicBezTo>
                    <a:pt x="4005" y="89"/>
                    <a:pt x="3921"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6" name="Google Shape;15416;p31"/>
            <p:cNvSpPr/>
            <p:nvPr/>
          </p:nvSpPr>
          <p:spPr>
            <a:xfrm>
              <a:off x="4032727" y="4128447"/>
              <a:ext cx="92098" cy="13714"/>
            </a:xfrm>
            <a:custGeom>
              <a:rect b="b" l="l" r="r" t="t"/>
              <a:pathLst>
                <a:path extrusionOk="0" h="362" w="2431">
                  <a:moveTo>
                    <a:pt x="198" y="1"/>
                  </a:moveTo>
                  <a:cubicBezTo>
                    <a:pt x="103" y="1"/>
                    <a:pt x="18" y="70"/>
                    <a:pt x="10" y="164"/>
                  </a:cubicBezTo>
                  <a:cubicBezTo>
                    <a:pt x="1" y="272"/>
                    <a:pt x="84" y="361"/>
                    <a:pt x="189" y="361"/>
                  </a:cubicBezTo>
                  <a:lnTo>
                    <a:pt x="2233" y="361"/>
                  </a:lnTo>
                  <a:cubicBezTo>
                    <a:pt x="2329" y="361"/>
                    <a:pt x="2414" y="291"/>
                    <a:pt x="2422" y="197"/>
                  </a:cubicBezTo>
                  <a:cubicBezTo>
                    <a:pt x="2430" y="91"/>
                    <a:pt x="2347" y="1"/>
                    <a:pt x="224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7" name="Google Shape;15417;p31"/>
            <p:cNvSpPr/>
            <p:nvPr/>
          </p:nvSpPr>
          <p:spPr>
            <a:xfrm>
              <a:off x="3971201" y="4128484"/>
              <a:ext cx="41749" cy="13714"/>
            </a:xfrm>
            <a:custGeom>
              <a:rect b="b" l="l" r="r" t="t"/>
              <a:pathLst>
                <a:path extrusionOk="0" h="362" w="1102">
                  <a:moveTo>
                    <a:pt x="198" y="1"/>
                  </a:moveTo>
                  <a:cubicBezTo>
                    <a:pt x="103" y="1"/>
                    <a:pt x="17" y="70"/>
                    <a:pt x="9" y="164"/>
                  </a:cubicBezTo>
                  <a:cubicBezTo>
                    <a:pt x="0" y="271"/>
                    <a:pt x="84" y="361"/>
                    <a:pt x="189" y="361"/>
                  </a:cubicBezTo>
                  <a:lnTo>
                    <a:pt x="905" y="361"/>
                  </a:lnTo>
                  <a:cubicBezTo>
                    <a:pt x="1000" y="361"/>
                    <a:pt x="1085" y="292"/>
                    <a:pt x="1093" y="198"/>
                  </a:cubicBezTo>
                  <a:cubicBezTo>
                    <a:pt x="1102" y="90"/>
                    <a:pt x="1019" y="1"/>
                    <a:pt x="91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8" name="Google Shape;15418;p31"/>
            <p:cNvSpPr/>
            <p:nvPr/>
          </p:nvSpPr>
          <p:spPr>
            <a:xfrm>
              <a:off x="3972414" y="4158262"/>
              <a:ext cx="151729" cy="13676"/>
            </a:xfrm>
            <a:custGeom>
              <a:rect b="b" l="l" r="r" t="t"/>
              <a:pathLst>
                <a:path extrusionOk="0" h="361" w="4005">
                  <a:moveTo>
                    <a:pt x="198" y="0"/>
                  </a:moveTo>
                  <a:cubicBezTo>
                    <a:pt x="103" y="0"/>
                    <a:pt x="18" y="69"/>
                    <a:pt x="10" y="164"/>
                  </a:cubicBezTo>
                  <a:cubicBezTo>
                    <a:pt x="1" y="272"/>
                    <a:pt x="84" y="361"/>
                    <a:pt x="189" y="361"/>
                  </a:cubicBezTo>
                  <a:lnTo>
                    <a:pt x="3807" y="361"/>
                  </a:lnTo>
                  <a:cubicBezTo>
                    <a:pt x="3902" y="361"/>
                    <a:pt x="3988" y="291"/>
                    <a:pt x="3995" y="197"/>
                  </a:cubicBezTo>
                  <a:cubicBezTo>
                    <a:pt x="4005" y="89"/>
                    <a:pt x="3921"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9" name="Google Shape;15419;p31"/>
            <p:cNvSpPr/>
            <p:nvPr/>
          </p:nvSpPr>
          <p:spPr>
            <a:xfrm>
              <a:off x="4159717" y="4128484"/>
              <a:ext cx="151729" cy="13714"/>
            </a:xfrm>
            <a:custGeom>
              <a:rect b="b" l="l" r="r" t="t"/>
              <a:pathLst>
                <a:path extrusionOk="0" h="362" w="4005">
                  <a:moveTo>
                    <a:pt x="198" y="1"/>
                  </a:moveTo>
                  <a:cubicBezTo>
                    <a:pt x="103" y="1"/>
                    <a:pt x="18" y="70"/>
                    <a:pt x="9" y="164"/>
                  </a:cubicBezTo>
                  <a:cubicBezTo>
                    <a:pt x="0" y="271"/>
                    <a:pt x="84" y="361"/>
                    <a:pt x="189" y="361"/>
                  </a:cubicBezTo>
                  <a:lnTo>
                    <a:pt x="3806" y="361"/>
                  </a:lnTo>
                  <a:cubicBezTo>
                    <a:pt x="3901" y="361"/>
                    <a:pt x="3987" y="292"/>
                    <a:pt x="3995" y="198"/>
                  </a:cubicBezTo>
                  <a:cubicBezTo>
                    <a:pt x="4004" y="90"/>
                    <a:pt x="3920" y="1"/>
                    <a:pt x="381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0" name="Google Shape;15420;p31"/>
            <p:cNvSpPr/>
            <p:nvPr/>
          </p:nvSpPr>
          <p:spPr>
            <a:xfrm>
              <a:off x="4225940" y="4158262"/>
              <a:ext cx="86264" cy="13676"/>
            </a:xfrm>
            <a:custGeom>
              <a:rect b="b" l="l" r="r" t="t"/>
              <a:pathLst>
                <a:path extrusionOk="0" h="361" w="2277">
                  <a:moveTo>
                    <a:pt x="198" y="0"/>
                  </a:moveTo>
                  <a:cubicBezTo>
                    <a:pt x="103" y="0"/>
                    <a:pt x="17" y="69"/>
                    <a:pt x="9" y="164"/>
                  </a:cubicBezTo>
                  <a:cubicBezTo>
                    <a:pt x="0" y="272"/>
                    <a:pt x="84" y="361"/>
                    <a:pt x="189" y="361"/>
                  </a:cubicBezTo>
                  <a:lnTo>
                    <a:pt x="2078" y="361"/>
                  </a:lnTo>
                  <a:cubicBezTo>
                    <a:pt x="2173" y="361"/>
                    <a:pt x="2258" y="291"/>
                    <a:pt x="2266" y="197"/>
                  </a:cubicBezTo>
                  <a:cubicBezTo>
                    <a:pt x="2277" y="89"/>
                    <a:pt x="2193" y="0"/>
                    <a:pt x="20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1" name="Google Shape;15421;p31"/>
            <p:cNvSpPr/>
            <p:nvPr/>
          </p:nvSpPr>
          <p:spPr>
            <a:xfrm>
              <a:off x="4158505" y="4158262"/>
              <a:ext cx="47887" cy="13676"/>
            </a:xfrm>
            <a:custGeom>
              <a:rect b="b" l="l" r="r" t="t"/>
              <a:pathLst>
                <a:path extrusionOk="0" h="361" w="1264">
                  <a:moveTo>
                    <a:pt x="200" y="0"/>
                  </a:moveTo>
                  <a:cubicBezTo>
                    <a:pt x="104" y="0"/>
                    <a:pt x="19" y="69"/>
                    <a:pt x="11" y="164"/>
                  </a:cubicBezTo>
                  <a:cubicBezTo>
                    <a:pt x="1" y="272"/>
                    <a:pt x="84" y="361"/>
                    <a:pt x="191" y="361"/>
                  </a:cubicBezTo>
                  <a:lnTo>
                    <a:pt x="1067" y="361"/>
                  </a:lnTo>
                  <a:cubicBezTo>
                    <a:pt x="1162" y="361"/>
                    <a:pt x="1247" y="291"/>
                    <a:pt x="1255" y="197"/>
                  </a:cubicBezTo>
                  <a:cubicBezTo>
                    <a:pt x="1264" y="89"/>
                    <a:pt x="1181" y="0"/>
                    <a:pt x="10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2" name="Google Shape;15422;p31"/>
            <p:cNvSpPr/>
            <p:nvPr/>
          </p:nvSpPr>
          <p:spPr>
            <a:xfrm>
              <a:off x="4158619" y="3980733"/>
              <a:ext cx="53039" cy="13676"/>
            </a:xfrm>
            <a:custGeom>
              <a:rect b="b" l="l" r="r" t="t"/>
              <a:pathLst>
                <a:path extrusionOk="0" h="361" w="1400">
                  <a:moveTo>
                    <a:pt x="199" y="0"/>
                  </a:moveTo>
                  <a:cubicBezTo>
                    <a:pt x="102" y="0"/>
                    <a:pt x="17" y="71"/>
                    <a:pt x="10" y="165"/>
                  </a:cubicBezTo>
                  <a:cubicBezTo>
                    <a:pt x="1" y="272"/>
                    <a:pt x="85" y="361"/>
                    <a:pt x="189" y="361"/>
                  </a:cubicBezTo>
                  <a:lnTo>
                    <a:pt x="1202" y="361"/>
                  </a:lnTo>
                  <a:cubicBezTo>
                    <a:pt x="1298" y="361"/>
                    <a:pt x="1383" y="292"/>
                    <a:pt x="1391" y="197"/>
                  </a:cubicBezTo>
                  <a:cubicBezTo>
                    <a:pt x="1400" y="89"/>
                    <a:pt x="131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3" name="Google Shape;15423;p31"/>
            <p:cNvSpPr/>
            <p:nvPr/>
          </p:nvSpPr>
          <p:spPr>
            <a:xfrm>
              <a:off x="4217795" y="4010586"/>
              <a:ext cx="94258" cy="13639"/>
            </a:xfrm>
            <a:custGeom>
              <a:rect b="b" l="l" r="r" t="t"/>
              <a:pathLst>
                <a:path extrusionOk="0" h="360" w="2488">
                  <a:moveTo>
                    <a:pt x="198" y="0"/>
                  </a:moveTo>
                  <a:cubicBezTo>
                    <a:pt x="102" y="0"/>
                    <a:pt x="17" y="69"/>
                    <a:pt x="10" y="163"/>
                  </a:cubicBezTo>
                  <a:cubicBezTo>
                    <a:pt x="0" y="270"/>
                    <a:pt x="84" y="359"/>
                    <a:pt x="189" y="359"/>
                  </a:cubicBezTo>
                  <a:lnTo>
                    <a:pt x="2290" y="359"/>
                  </a:lnTo>
                  <a:cubicBezTo>
                    <a:pt x="2386" y="359"/>
                    <a:pt x="2471" y="290"/>
                    <a:pt x="2478" y="196"/>
                  </a:cubicBezTo>
                  <a:cubicBezTo>
                    <a:pt x="2488" y="89"/>
                    <a:pt x="2404"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4" name="Google Shape;15424;p31"/>
            <p:cNvSpPr/>
            <p:nvPr/>
          </p:nvSpPr>
          <p:spPr>
            <a:xfrm>
              <a:off x="4158467" y="4010586"/>
              <a:ext cx="40120" cy="13639"/>
            </a:xfrm>
            <a:custGeom>
              <a:rect b="b" l="l" r="r" t="t"/>
              <a:pathLst>
                <a:path extrusionOk="0" h="360" w="1059">
                  <a:moveTo>
                    <a:pt x="198" y="0"/>
                  </a:moveTo>
                  <a:cubicBezTo>
                    <a:pt x="103" y="0"/>
                    <a:pt x="17" y="69"/>
                    <a:pt x="10" y="163"/>
                  </a:cubicBezTo>
                  <a:cubicBezTo>
                    <a:pt x="1" y="270"/>
                    <a:pt x="84" y="359"/>
                    <a:pt x="189" y="359"/>
                  </a:cubicBezTo>
                  <a:lnTo>
                    <a:pt x="860" y="359"/>
                  </a:lnTo>
                  <a:cubicBezTo>
                    <a:pt x="957" y="359"/>
                    <a:pt x="1042" y="290"/>
                    <a:pt x="1049" y="196"/>
                  </a:cubicBezTo>
                  <a:cubicBezTo>
                    <a:pt x="1058" y="89"/>
                    <a:pt x="97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5" name="Google Shape;15425;p31"/>
            <p:cNvSpPr/>
            <p:nvPr/>
          </p:nvSpPr>
          <p:spPr>
            <a:xfrm>
              <a:off x="4159717" y="4039152"/>
              <a:ext cx="151729" cy="13639"/>
            </a:xfrm>
            <a:custGeom>
              <a:rect b="b" l="l" r="r" t="t"/>
              <a:pathLst>
                <a:path extrusionOk="0" h="360" w="4005">
                  <a:moveTo>
                    <a:pt x="198" y="0"/>
                  </a:moveTo>
                  <a:cubicBezTo>
                    <a:pt x="103" y="0"/>
                    <a:pt x="18" y="69"/>
                    <a:pt x="9" y="164"/>
                  </a:cubicBezTo>
                  <a:cubicBezTo>
                    <a:pt x="0" y="269"/>
                    <a:pt x="84" y="359"/>
                    <a:pt x="189" y="359"/>
                  </a:cubicBezTo>
                  <a:lnTo>
                    <a:pt x="3806" y="359"/>
                  </a:lnTo>
                  <a:cubicBezTo>
                    <a:pt x="3901" y="359"/>
                    <a:pt x="3987" y="290"/>
                    <a:pt x="3995" y="196"/>
                  </a:cubicBezTo>
                  <a:cubicBezTo>
                    <a:pt x="4004" y="89"/>
                    <a:pt x="3920"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6" name="Google Shape;15426;p31"/>
            <p:cNvSpPr/>
            <p:nvPr/>
          </p:nvSpPr>
          <p:spPr>
            <a:xfrm>
              <a:off x="4267765" y="4068891"/>
              <a:ext cx="44894" cy="13639"/>
            </a:xfrm>
            <a:custGeom>
              <a:rect b="b" l="l" r="r" t="t"/>
              <a:pathLst>
                <a:path extrusionOk="0" h="360" w="1185">
                  <a:moveTo>
                    <a:pt x="199" y="1"/>
                  </a:moveTo>
                  <a:cubicBezTo>
                    <a:pt x="104" y="1"/>
                    <a:pt x="18" y="70"/>
                    <a:pt x="10" y="164"/>
                  </a:cubicBezTo>
                  <a:cubicBezTo>
                    <a:pt x="1" y="271"/>
                    <a:pt x="85" y="360"/>
                    <a:pt x="190" y="360"/>
                  </a:cubicBezTo>
                  <a:lnTo>
                    <a:pt x="987" y="360"/>
                  </a:lnTo>
                  <a:cubicBezTo>
                    <a:pt x="1083" y="360"/>
                    <a:pt x="1168" y="291"/>
                    <a:pt x="1175" y="197"/>
                  </a:cubicBezTo>
                  <a:cubicBezTo>
                    <a:pt x="1184" y="90"/>
                    <a:pt x="1101" y="1"/>
                    <a:pt x="99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7" name="Google Shape;15427;p31"/>
            <p:cNvSpPr/>
            <p:nvPr/>
          </p:nvSpPr>
          <p:spPr>
            <a:xfrm>
              <a:off x="4159035" y="4068891"/>
              <a:ext cx="89333" cy="13639"/>
            </a:xfrm>
            <a:custGeom>
              <a:rect b="b" l="l" r="r" t="t"/>
              <a:pathLst>
                <a:path extrusionOk="0" h="360" w="2358">
                  <a:moveTo>
                    <a:pt x="198" y="1"/>
                  </a:moveTo>
                  <a:cubicBezTo>
                    <a:pt x="102" y="1"/>
                    <a:pt x="17" y="70"/>
                    <a:pt x="10" y="164"/>
                  </a:cubicBezTo>
                  <a:cubicBezTo>
                    <a:pt x="0" y="271"/>
                    <a:pt x="84" y="360"/>
                    <a:pt x="189" y="360"/>
                  </a:cubicBezTo>
                  <a:lnTo>
                    <a:pt x="2160" y="360"/>
                  </a:lnTo>
                  <a:cubicBezTo>
                    <a:pt x="2256" y="360"/>
                    <a:pt x="2341" y="291"/>
                    <a:pt x="2348" y="197"/>
                  </a:cubicBezTo>
                  <a:cubicBezTo>
                    <a:pt x="2358" y="90"/>
                    <a:pt x="2274" y="1"/>
                    <a:pt x="216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8" name="Google Shape;15428;p31"/>
            <p:cNvSpPr/>
            <p:nvPr/>
          </p:nvSpPr>
          <p:spPr>
            <a:xfrm>
              <a:off x="4159717" y="4098707"/>
              <a:ext cx="151729" cy="13676"/>
            </a:xfrm>
            <a:custGeom>
              <a:rect b="b" l="l" r="r" t="t"/>
              <a:pathLst>
                <a:path extrusionOk="0" h="361" w="4005">
                  <a:moveTo>
                    <a:pt x="198" y="0"/>
                  </a:moveTo>
                  <a:cubicBezTo>
                    <a:pt x="103" y="0"/>
                    <a:pt x="18" y="69"/>
                    <a:pt x="9" y="164"/>
                  </a:cubicBezTo>
                  <a:cubicBezTo>
                    <a:pt x="0" y="269"/>
                    <a:pt x="84" y="361"/>
                    <a:pt x="189" y="361"/>
                  </a:cubicBezTo>
                  <a:lnTo>
                    <a:pt x="3806" y="361"/>
                  </a:lnTo>
                  <a:cubicBezTo>
                    <a:pt x="3901" y="361"/>
                    <a:pt x="3987" y="290"/>
                    <a:pt x="3995" y="196"/>
                  </a:cubicBezTo>
                  <a:cubicBezTo>
                    <a:pt x="4004" y="89"/>
                    <a:pt x="3920" y="0"/>
                    <a:pt x="38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9" name="Google Shape;15429;p31"/>
            <p:cNvSpPr/>
            <p:nvPr/>
          </p:nvSpPr>
          <p:spPr>
            <a:xfrm>
              <a:off x="3971808" y="3820593"/>
              <a:ext cx="154003" cy="104335"/>
            </a:xfrm>
            <a:custGeom>
              <a:rect b="b" l="l" r="r" t="t"/>
              <a:pathLst>
                <a:path extrusionOk="0" h="2754" w="4065">
                  <a:moveTo>
                    <a:pt x="3242" y="394"/>
                  </a:moveTo>
                  <a:lnTo>
                    <a:pt x="2019" y="1178"/>
                  </a:lnTo>
                  <a:lnTo>
                    <a:pt x="795" y="394"/>
                  </a:lnTo>
                  <a:close/>
                  <a:moveTo>
                    <a:pt x="362" y="532"/>
                  </a:moveTo>
                  <a:lnTo>
                    <a:pt x="1690" y="1381"/>
                  </a:lnTo>
                  <a:lnTo>
                    <a:pt x="362" y="2229"/>
                  </a:lnTo>
                  <a:lnTo>
                    <a:pt x="362" y="532"/>
                  </a:lnTo>
                  <a:close/>
                  <a:moveTo>
                    <a:pt x="3705" y="533"/>
                  </a:moveTo>
                  <a:lnTo>
                    <a:pt x="3705" y="2230"/>
                  </a:lnTo>
                  <a:lnTo>
                    <a:pt x="2377" y="1382"/>
                  </a:lnTo>
                  <a:lnTo>
                    <a:pt x="3705" y="533"/>
                  </a:lnTo>
                  <a:close/>
                  <a:moveTo>
                    <a:pt x="2019" y="1611"/>
                  </a:moveTo>
                  <a:lnTo>
                    <a:pt x="3242" y="2394"/>
                  </a:lnTo>
                  <a:lnTo>
                    <a:pt x="795" y="2394"/>
                  </a:lnTo>
                  <a:lnTo>
                    <a:pt x="2019" y="1611"/>
                  </a:lnTo>
                  <a:close/>
                  <a:moveTo>
                    <a:pt x="186" y="0"/>
                  </a:moveTo>
                  <a:cubicBezTo>
                    <a:pt x="84" y="0"/>
                    <a:pt x="1" y="83"/>
                    <a:pt x="1" y="185"/>
                  </a:cubicBezTo>
                  <a:lnTo>
                    <a:pt x="1" y="2567"/>
                  </a:lnTo>
                  <a:cubicBezTo>
                    <a:pt x="3" y="2671"/>
                    <a:pt x="84" y="2754"/>
                    <a:pt x="186" y="2754"/>
                  </a:cubicBezTo>
                  <a:lnTo>
                    <a:pt x="3880" y="2754"/>
                  </a:lnTo>
                  <a:cubicBezTo>
                    <a:pt x="3983" y="2754"/>
                    <a:pt x="4065" y="2671"/>
                    <a:pt x="4065" y="2569"/>
                  </a:cubicBezTo>
                  <a:lnTo>
                    <a:pt x="4065" y="185"/>
                  </a:lnTo>
                  <a:cubicBezTo>
                    <a:pt x="4065" y="83"/>
                    <a:pt x="3983" y="0"/>
                    <a:pt x="38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0" name="Google Shape;15430;p31"/>
            <p:cNvSpPr/>
            <p:nvPr/>
          </p:nvSpPr>
          <p:spPr>
            <a:xfrm>
              <a:off x="4158050" y="3820593"/>
              <a:ext cx="153965" cy="104335"/>
            </a:xfrm>
            <a:custGeom>
              <a:rect b="b" l="l" r="r" t="t"/>
              <a:pathLst>
                <a:path extrusionOk="0" h="2754" w="4064">
                  <a:moveTo>
                    <a:pt x="3270" y="394"/>
                  </a:moveTo>
                  <a:lnTo>
                    <a:pt x="2047" y="1178"/>
                  </a:lnTo>
                  <a:lnTo>
                    <a:pt x="822" y="394"/>
                  </a:lnTo>
                  <a:close/>
                  <a:moveTo>
                    <a:pt x="361" y="532"/>
                  </a:moveTo>
                  <a:lnTo>
                    <a:pt x="1688" y="1381"/>
                  </a:lnTo>
                  <a:lnTo>
                    <a:pt x="361" y="2229"/>
                  </a:lnTo>
                  <a:lnTo>
                    <a:pt x="361" y="532"/>
                  </a:lnTo>
                  <a:close/>
                  <a:moveTo>
                    <a:pt x="3703" y="533"/>
                  </a:moveTo>
                  <a:lnTo>
                    <a:pt x="3703" y="2230"/>
                  </a:lnTo>
                  <a:lnTo>
                    <a:pt x="2376" y="1382"/>
                  </a:lnTo>
                  <a:lnTo>
                    <a:pt x="3703" y="533"/>
                  </a:lnTo>
                  <a:close/>
                  <a:moveTo>
                    <a:pt x="2048" y="1611"/>
                  </a:moveTo>
                  <a:lnTo>
                    <a:pt x="3272" y="2394"/>
                  </a:lnTo>
                  <a:lnTo>
                    <a:pt x="823" y="2394"/>
                  </a:lnTo>
                  <a:lnTo>
                    <a:pt x="2048" y="1611"/>
                  </a:lnTo>
                  <a:close/>
                  <a:moveTo>
                    <a:pt x="184" y="0"/>
                  </a:moveTo>
                  <a:cubicBezTo>
                    <a:pt x="83" y="0"/>
                    <a:pt x="0" y="83"/>
                    <a:pt x="0" y="185"/>
                  </a:cubicBezTo>
                  <a:lnTo>
                    <a:pt x="0" y="2567"/>
                  </a:lnTo>
                  <a:cubicBezTo>
                    <a:pt x="1" y="2671"/>
                    <a:pt x="83" y="2754"/>
                    <a:pt x="184" y="2754"/>
                  </a:cubicBezTo>
                  <a:lnTo>
                    <a:pt x="3879" y="2754"/>
                  </a:lnTo>
                  <a:cubicBezTo>
                    <a:pt x="3981" y="2754"/>
                    <a:pt x="4064" y="2671"/>
                    <a:pt x="4064" y="2569"/>
                  </a:cubicBezTo>
                  <a:lnTo>
                    <a:pt x="4064" y="185"/>
                  </a:lnTo>
                  <a:cubicBezTo>
                    <a:pt x="4064" y="83"/>
                    <a:pt x="3981" y="0"/>
                    <a:pt x="38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1" name="Google Shape;15431;p31"/>
            <p:cNvSpPr/>
            <p:nvPr/>
          </p:nvSpPr>
          <p:spPr>
            <a:xfrm>
              <a:off x="3903652" y="3730048"/>
              <a:ext cx="476669" cy="476669"/>
            </a:xfrm>
            <a:custGeom>
              <a:rect b="b" l="l" r="r" t="t"/>
              <a:pathLst>
                <a:path extrusionOk="0" h="12582" w="12582">
                  <a:moveTo>
                    <a:pt x="11967" y="360"/>
                  </a:moveTo>
                  <a:cubicBezTo>
                    <a:pt x="12106" y="360"/>
                    <a:pt x="12219" y="473"/>
                    <a:pt x="12219" y="611"/>
                  </a:cubicBezTo>
                  <a:lnTo>
                    <a:pt x="12219" y="1572"/>
                  </a:lnTo>
                  <a:lnTo>
                    <a:pt x="359" y="1572"/>
                  </a:lnTo>
                  <a:lnTo>
                    <a:pt x="359" y="611"/>
                  </a:lnTo>
                  <a:cubicBezTo>
                    <a:pt x="359" y="473"/>
                    <a:pt x="472" y="360"/>
                    <a:pt x="610" y="360"/>
                  </a:cubicBezTo>
                  <a:close/>
                  <a:moveTo>
                    <a:pt x="12220" y="1965"/>
                  </a:moveTo>
                  <a:lnTo>
                    <a:pt x="12220" y="5602"/>
                  </a:lnTo>
                  <a:lnTo>
                    <a:pt x="3523" y="5602"/>
                  </a:lnTo>
                  <a:cubicBezTo>
                    <a:pt x="3427" y="5602"/>
                    <a:pt x="3343" y="5671"/>
                    <a:pt x="3334" y="5766"/>
                  </a:cubicBezTo>
                  <a:cubicBezTo>
                    <a:pt x="3326" y="5873"/>
                    <a:pt x="3410" y="5962"/>
                    <a:pt x="3514" y="5962"/>
                  </a:cubicBezTo>
                  <a:lnTo>
                    <a:pt x="12220" y="5962"/>
                  </a:lnTo>
                  <a:lnTo>
                    <a:pt x="12220" y="11936"/>
                  </a:lnTo>
                  <a:cubicBezTo>
                    <a:pt x="12220" y="12074"/>
                    <a:pt x="12108" y="12187"/>
                    <a:pt x="11969" y="12187"/>
                  </a:cubicBezTo>
                  <a:lnTo>
                    <a:pt x="611" y="12187"/>
                  </a:lnTo>
                  <a:cubicBezTo>
                    <a:pt x="473" y="12187"/>
                    <a:pt x="360" y="12074"/>
                    <a:pt x="360" y="11936"/>
                  </a:cubicBezTo>
                  <a:lnTo>
                    <a:pt x="360" y="5962"/>
                  </a:lnTo>
                  <a:lnTo>
                    <a:pt x="2599" y="5962"/>
                  </a:lnTo>
                  <a:cubicBezTo>
                    <a:pt x="2694" y="5962"/>
                    <a:pt x="2779" y="5893"/>
                    <a:pt x="2787" y="5798"/>
                  </a:cubicBezTo>
                  <a:cubicBezTo>
                    <a:pt x="2797" y="5691"/>
                    <a:pt x="2713" y="5602"/>
                    <a:pt x="2608" y="5602"/>
                  </a:cubicBezTo>
                  <a:lnTo>
                    <a:pt x="359" y="5602"/>
                  </a:lnTo>
                  <a:lnTo>
                    <a:pt x="359" y="1965"/>
                  </a:lnTo>
                  <a:close/>
                  <a:moveTo>
                    <a:pt x="621" y="0"/>
                  </a:moveTo>
                  <a:cubicBezTo>
                    <a:pt x="278" y="0"/>
                    <a:pt x="0" y="278"/>
                    <a:pt x="0" y="620"/>
                  </a:cubicBezTo>
                  <a:lnTo>
                    <a:pt x="0" y="11961"/>
                  </a:lnTo>
                  <a:cubicBezTo>
                    <a:pt x="0" y="12304"/>
                    <a:pt x="278" y="12581"/>
                    <a:pt x="621" y="12581"/>
                  </a:cubicBezTo>
                  <a:lnTo>
                    <a:pt x="11961" y="12581"/>
                  </a:lnTo>
                  <a:cubicBezTo>
                    <a:pt x="12304" y="12581"/>
                    <a:pt x="12581" y="12304"/>
                    <a:pt x="12581" y="11961"/>
                  </a:cubicBezTo>
                  <a:lnTo>
                    <a:pt x="12581" y="620"/>
                  </a:lnTo>
                  <a:cubicBezTo>
                    <a:pt x="12580" y="278"/>
                    <a:pt x="12303" y="0"/>
                    <a:pt x="119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2" name="Google Shape;15432;p31"/>
            <p:cNvSpPr/>
            <p:nvPr/>
          </p:nvSpPr>
          <p:spPr>
            <a:xfrm>
              <a:off x="3952069" y="3757590"/>
              <a:ext cx="20079" cy="18715"/>
            </a:xfrm>
            <a:custGeom>
              <a:rect b="b" l="l" r="r" t="t"/>
              <a:pathLst>
                <a:path extrusionOk="0" h="494" w="530">
                  <a:moveTo>
                    <a:pt x="264" y="0"/>
                  </a:moveTo>
                  <a:cubicBezTo>
                    <a:pt x="146" y="0"/>
                    <a:pt x="41" y="86"/>
                    <a:pt x="20" y="208"/>
                  </a:cubicBezTo>
                  <a:cubicBezTo>
                    <a:pt x="0" y="343"/>
                    <a:pt x="90" y="468"/>
                    <a:pt x="225" y="490"/>
                  </a:cubicBezTo>
                  <a:cubicBezTo>
                    <a:pt x="238" y="492"/>
                    <a:pt x="251" y="493"/>
                    <a:pt x="264" y="493"/>
                  </a:cubicBezTo>
                  <a:cubicBezTo>
                    <a:pt x="383" y="493"/>
                    <a:pt x="487" y="408"/>
                    <a:pt x="508" y="286"/>
                  </a:cubicBezTo>
                  <a:cubicBezTo>
                    <a:pt x="529" y="151"/>
                    <a:pt x="438" y="25"/>
                    <a:pt x="304" y="3"/>
                  </a:cubicBezTo>
                  <a:cubicBezTo>
                    <a:pt x="291" y="1"/>
                    <a:pt x="277" y="0"/>
                    <a:pt x="26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3" name="Google Shape;15433;p31"/>
            <p:cNvSpPr/>
            <p:nvPr/>
          </p:nvSpPr>
          <p:spPr>
            <a:xfrm>
              <a:off x="3988515" y="3757628"/>
              <a:ext cx="18753" cy="18639"/>
            </a:xfrm>
            <a:custGeom>
              <a:rect b="b" l="l" r="r" t="t"/>
              <a:pathLst>
                <a:path extrusionOk="0" h="492" w="495">
                  <a:moveTo>
                    <a:pt x="252" y="0"/>
                  </a:moveTo>
                  <a:cubicBezTo>
                    <a:pt x="250" y="0"/>
                    <a:pt x="249" y="0"/>
                    <a:pt x="248" y="0"/>
                  </a:cubicBezTo>
                  <a:cubicBezTo>
                    <a:pt x="111" y="0"/>
                    <a:pt x="1" y="110"/>
                    <a:pt x="1" y="246"/>
                  </a:cubicBezTo>
                  <a:cubicBezTo>
                    <a:pt x="1" y="382"/>
                    <a:pt x="112" y="491"/>
                    <a:pt x="248" y="491"/>
                  </a:cubicBezTo>
                  <a:cubicBezTo>
                    <a:pt x="384" y="491"/>
                    <a:pt x="494" y="382"/>
                    <a:pt x="494" y="246"/>
                  </a:cubicBezTo>
                  <a:cubicBezTo>
                    <a:pt x="494" y="111"/>
                    <a:pt x="384" y="0"/>
                    <a:pt x="25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4" name="Google Shape;15434;p31"/>
            <p:cNvSpPr/>
            <p:nvPr/>
          </p:nvSpPr>
          <p:spPr>
            <a:xfrm>
              <a:off x="4024240" y="3757628"/>
              <a:ext cx="18715" cy="18639"/>
            </a:xfrm>
            <a:custGeom>
              <a:rect b="b" l="l" r="r" t="t"/>
              <a:pathLst>
                <a:path extrusionOk="0" h="492" w="494">
                  <a:moveTo>
                    <a:pt x="251" y="0"/>
                  </a:moveTo>
                  <a:cubicBezTo>
                    <a:pt x="250" y="0"/>
                    <a:pt x="249" y="0"/>
                    <a:pt x="248" y="0"/>
                  </a:cubicBezTo>
                  <a:cubicBezTo>
                    <a:pt x="110" y="0"/>
                    <a:pt x="0" y="110"/>
                    <a:pt x="0" y="246"/>
                  </a:cubicBezTo>
                  <a:cubicBezTo>
                    <a:pt x="0" y="382"/>
                    <a:pt x="111" y="491"/>
                    <a:pt x="248" y="491"/>
                  </a:cubicBezTo>
                  <a:cubicBezTo>
                    <a:pt x="384" y="491"/>
                    <a:pt x="494" y="382"/>
                    <a:pt x="494" y="246"/>
                  </a:cubicBezTo>
                  <a:cubicBezTo>
                    <a:pt x="494" y="111"/>
                    <a:pt x="386"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35" name="Google Shape;15435;p31"/>
          <p:cNvGrpSpPr/>
          <p:nvPr/>
        </p:nvGrpSpPr>
        <p:grpSpPr>
          <a:xfrm>
            <a:off x="2463058" y="4195220"/>
            <a:ext cx="449582" cy="377016"/>
            <a:chOff x="2335706" y="3768463"/>
            <a:chExt cx="476707" cy="399763"/>
          </a:xfrm>
        </p:grpSpPr>
        <p:sp>
          <p:nvSpPr>
            <p:cNvPr id="15436" name="Google Shape;15436;p31"/>
            <p:cNvSpPr/>
            <p:nvPr/>
          </p:nvSpPr>
          <p:spPr>
            <a:xfrm>
              <a:off x="2373629" y="3851697"/>
              <a:ext cx="34437" cy="13676"/>
            </a:xfrm>
            <a:custGeom>
              <a:rect b="b" l="l" r="r" t="t"/>
              <a:pathLst>
                <a:path extrusionOk="0" h="361" w="909">
                  <a:moveTo>
                    <a:pt x="181" y="0"/>
                  </a:moveTo>
                  <a:cubicBezTo>
                    <a:pt x="81" y="0"/>
                    <a:pt x="1" y="81"/>
                    <a:pt x="1" y="181"/>
                  </a:cubicBezTo>
                  <a:cubicBezTo>
                    <a:pt x="1" y="279"/>
                    <a:pt x="81" y="361"/>
                    <a:pt x="181" y="361"/>
                  </a:cubicBezTo>
                  <a:lnTo>
                    <a:pt x="711" y="361"/>
                  </a:lnTo>
                  <a:cubicBezTo>
                    <a:pt x="807" y="361"/>
                    <a:pt x="892" y="291"/>
                    <a:pt x="899" y="196"/>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7" name="Google Shape;15437;p31"/>
            <p:cNvSpPr/>
            <p:nvPr/>
          </p:nvSpPr>
          <p:spPr>
            <a:xfrm>
              <a:off x="2373288" y="3881436"/>
              <a:ext cx="34778" cy="13714"/>
            </a:xfrm>
            <a:custGeom>
              <a:rect b="b" l="l" r="r" t="t"/>
              <a:pathLst>
                <a:path extrusionOk="0" h="362" w="918">
                  <a:moveTo>
                    <a:pt x="199" y="1"/>
                  </a:moveTo>
                  <a:cubicBezTo>
                    <a:pt x="104" y="1"/>
                    <a:pt x="18" y="70"/>
                    <a:pt x="11" y="164"/>
                  </a:cubicBezTo>
                  <a:cubicBezTo>
                    <a:pt x="0" y="272"/>
                    <a:pt x="85" y="361"/>
                    <a:pt x="190" y="361"/>
                  </a:cubicBezTo>
                  <a:lnTo>
                    <a:pt x="720" y="361"/>
                  </a:lnTo>
                  <a:cubicBezTo>
                    <a:pt x="816" y="361"/>
                    <a:pt x="901" y="291"/>
                    <a:pt x="908" y="197"/>
                  </a:cubicBezTo>
                  <a:cubicBezTo>
                    <a:pt x="918" y="90"/>
                    <a:pt x="834" y="1"/>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8" name="Google Shape;15438;p31"/>
            <p:cNvSpPr/>
            <p:nvPr/>
          </p:nvSpPr>
          <p:spPr>
            <a:xfrm>
              <a:off x="2373629" y="3912502"/>
              <a:ext cx="34437" cy="13676"/>
            </a:xfrm>
            <a:custGeom>
              <a:rect b="b" l="l" r="r" t="t"/>
              <a:pathLst>
                <a:path extrusionOk="0" h="361" w="909">
                  <a:moveTo>
                    <a:pt x="181" y="0"/>
                  </a:moveTo>
                  <a:cubicBezTo>
                    <a:pt x="81" y="0"/>
                    <a:pt x="1" y="82"/>
                    <a:pt x="1" y="181"/>
                  </a:cubicBezTo>
                  <a:cubicBezTo>
                    <a:pt x="1" y="280"/>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9" name="Google Shape;15439;p31"/>
            <p:cNvSpPr/>
            <p:nvPr/>
          </p:nvSpPr>
          <p:spPr>
            <a:xfrm>
              <a:off x="2373326" y="3943568"/>
              <a:ext cx="34741" cy="13676"/>
            </a:xfrm>
            <a:custGeom>
              <a:rect b="b" l="l" r="r" t="t"/>
              <a:pathLst>
                <a:path extrusionOk="0" h="361" w="917">
                  <a:moveTo>
                    <a:pt x="198" y="0"/>
                  </a:moveTo>
                  <a:cubicBezTo>
                    <a:pt x="103" y="0"/>
                    <a:pt x="17" y="69"/>
                    <a:pt x="10" y="163"/>
                  </a:cubicBezTo>
                  <a:cubicBezTo>
                    <a:pt x="0" y="269"/>
                    <a:pt x="84" y="360"/>
                    <a:pt x="189" y="360"/>
                  </a:cubicBezTo>
                  <a:lnTo>
                    <a:pt x="719" y="360"/>
                  </a:lnTo>
                  <a:cubicBezTo>
                    <a:pt x="815" y="360"/>
                    <a:pt x="900" y="290"/>
                    <a:pt x="907" y="196"/>
                  </a:cubicBezTo>
                  <a:cubicBezTo>
                    <a:pt x="917" y="89"/>
                    <a:pt x="833"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0" name="Google Shape;15440;p31"/>
            <p:cNvSpPr/>
            <p:nvPr/>
          </p:nvSpPr>
          <p:spPr>
            <a:xfrm>
              <a:off x="2373629" y="3974558"/>
              <a:ext cx="34437" cy="13676"/>
            </a:xfrm>
            <a:custGeom>
              <a:rect b="b" l="l" r="r" t="t"/>
              <a:pathLst>
                <a:path extrusionOk="0" h="361" w="909">
                  <a:moveTo>
                    <a:pt x="181" y="0"/>
                  </a:moveTo>
                  <a:cubicBezTo>
                    <a:pt x="81" y="0"/>
                    <a:pt x="1" y="82"/>
                    <a:pt x="1" y="181"/>
                  </a:cubicBezTo>
                  <a:cubicBezTo>
                    <a:pt x="1" y="281"/>
                    <a:pt x="81" y="360"/>
                    <a:pt x="181" y="360"/>
                  </a:cubicBezTo>
                  <a:lnTo>
                    <a:pt x="711" y="360"/>
                  </a:lnTo>
                  <a:cubicBezTo>
                    <a:pt x="807" y="360"/>
                    <a:pt x="892" y="291"/>
                    <a:pt x="899" y="197"/>
                  </a:cubicBezTo>
                  <a:cubicBezTo>
                    <a:pt x="909" y="89"/>
                    <a:pt x="825"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1" name="Google Shape;15441;p31"/>
            <p:cNvSpPr/>
            <p:nvPr/>
          </p:nvSpPr>
          <p:spPr>
            <a:xfrm>
              <a:off x="2373288" y="4005623"/>
              <a:ext cx="34778" cy="13639"/>
            </a:xfrm>
            <a:custGeom>
              <a:rect b="b" l="l" r="r" t="t"/>
              <a:pathLst>
                <a:path extrusionOk="0" h="360" w="918">
                  <a:moveTo>
                    <a:pt x="199" y="0"/>
                  </a:moveTo>
                  <a:cubicBezTo>
                    <a:pt x="104" y="0"/>
                    <a:pt x="18" y="69"/>
                    <a:pt x="11" y="164"/>
                  </a:cubicBezTo>
                  <a:cubicBezTo>
                    <a:pt x="0" y="270"/>
                    <a:pt x="85" y="359"/>
                    <a:pt x="190" y="359"/>
                  </a:cubicBezTo>
                  <a:lnTo>
                    <a:pt x="720" y="359"/>
                  </a:lnTo>
                  <a:cubicBezTo>
                    <a:pt x="816" y="359"/>
                    <a:pt x="901" y="290"/>
                    <a:pt x="908" y="196"/>
                  </a:cubicBezTo>
                  <a:cubicBezTo>
                    <a:pt x="918" y="89"/>
                    <a:pt x="834" y="0"/>
                    <a:pt x="72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2" name="Google Shape;15442;p31"/>
            <p:cNvSpPr/>
            <p:nvPr/>
          </p:nvSpPr>
          <p:spPr>
            <a:xfrm>
              <a:off x="2373629" y="4035401"/>
              <a:ext cx="34437" cy="13676"/>
            </a:xfrm>
            <a:custGeom>
              <a:rect b="b" l="l" r="r" t="t"/>
              <a:pathLst>
                <a:path extrusionOk="0" h="361" w="909">
                  <a:moveTo>
                    <a:pt x="181" y="1"/>
                  </a:moveTo>
                  <a:cubicBezTo>
                    <a:pt x="81" y="1"/>
                    <a:pt x="1" y="81"/>
                    <a:pt x="1" y="181"/>
                  </a:cubicBezTo>
                  <a:cubicBezTo>
                    <a:pt x="1" y="279"/>
                    <a:pt x="81" y="361"/>
                    <a:pt x="181" y="361"/>
                  </a:cubicBezTo>
                  <a:lnTo>
                    <a:pt x="711" y="361"/>
                  </a:lnTo>
                  <a:cubicBezTo>
                    <a:pt x="807" y="361"/>
                    <a:pt x="892" y="291"/>
                    <a:pt x="899" y="197"/>
                  </a:cubicBezTo>
                  <a:cubicBezTo>
                    <a:pt x="909" y="90"/>
                    <a:pt x="825"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3" name="Google Shape;15443;p31"/>
            <p:cNvSpPr/>
            <p:nvPr/>
          </p:nvSpPr>
          <p:spPr>
            <a:xfrm>
              <a:off x="2373288" y="4066391"/>
              <a:ext cx="34778" cy="13676"/>
            </a:xfrm>
            <a:custGeom>
              <a:rect b="b" l="l" r="r" t="t"/>
              <a:pathLst>
                <a:path extrusionOk="0" h="361" w="918">
                  <a:moveTo>
                    <a:pt x="199" y="1"/>
                  </a:moveTo>
                  <a:cubicBezTo>
                    <a:pt x="104" y="1"/>
                    <a:pt x="18" y="70"/>
                    <a:pt x="11" y="164"/>
                  </a:cubicBezTo>
                  <a:cubicBezTo>
                    <a:pt x="0" y="272"/>
                    <a:pt x="85" y="361"/>
                    <a:pt x="190" y="361"/>
                  </a:cubicBezTo>
                  <a:lnTo>
                    <a:pt x="720" y="361"/>
                  </a:lnTo>
                  <a:cubicBezTo>
                    <a:pt x="816" y="361"/>
                    <a:pt x="901" y="292"/>
                    <a:pt x="908" y="198"/>
                  </a:cubicBezTo>
                  <a:cubicBezTo>
                    <a:pt x="918" y="90"/>
                    <a:pt x="834" y="1"/>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4" name="Google Shape;15444;p31"/>
            <p:cNvSpPr/>
            <p:nvPr/>
          </p:nvSpPr>
          <p:spPr>
            <a:xfrm>
              <a:off x="2373629" y="4097457"/>
              <a:ext cx="34437" cy="13639"/>
            </a:xfrm>
            <a:custGeom>
              <a:rect b="b" l="l" r="r" t="t"/>
              <a:pathLst>
                <a:path extrusionOk="0" h="360" w="909">
                  <a:moveTo>
                    <a:pt x="181" y="1"/>
                  </a:moveTo>
                  <a:cubicBezTo>
                    <a:pt x="81" y="1"/>
                    <a:pt x="1" y="81"/>
                    <a:pt x="1" y="181"/>
                  </a:cubicBezTo>
                  <a:cubicBezTo>
                    <a:pt x="1" y="279"/>
                    <a:pt x="81" y="360"/>
                    <a:pt x="181" y="360"/>
                  </a:cubicBezTo>
                  <a:lnTo>
                    <a:pt x="711" y="360"/>
                  </a:lnTo>
                  <a:cubicBezTo>
                    <a:pt x="807" y="360"/>
                    <a:pt x="892" y="291"/>
                    <a:pt x="899" y="197"/>
                  </a:cubicBezTo>
                  <a:cubicBezTo>
                    <a:pt x="909" y="90"/>
                    <a:pt x="825"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5" name="Google Shape;15445;p31"/>
            <p:cNvSpPr/>
            <p:nvPr/>
          </p:nvSpPr>
          <p:spPr>
            <a:xfrm>
              <a:off x="2488383" y="3943568"/>
              <a:ext cx="64367" cy="13676"/>
            </a:xfrm>
            <a:custGeom>
              <a:rect b="b" l="l" r="r" t="t"/>
              <a:pathLst>
                <a:path extrusionOk="0" h="361" w="1699">
                  <a:moveTo>
                    <a:pt x="199" y="0"/>
                  </a:moveTo>
                  <a:cubicBezTo>
                    <a:pt x="103" y="0"/>
                    <a:pt x="17" y="69"/>
                    <a:pt x="10" y="163"/>
                  </a:cubicBezTo>
                  <a:cubicBezTo>
                    <a:pt x="1" y="269"/>
                    <a:pt x="84" y="360"/>
                    <a:pt x="189" y="360"/>
                  </a:cubicBezTo>
                  <a:lnTo>
                    <a:pt x="1502" y="360"/>
                  </a:lnTo>
                  <a:cubicBezTo>
                    <a:pt x="1597" y="360"/>
                    <a:pt x="1682" y="290"/>
                    <a:pt x="1690" y="196"/>
                  </a:cubicBezTo>
                  <a:cubicBezTo>
                    <a:pt x="1698" y="89"/>
                    <a:pt x="1615" y="0"/>
                    <a:pt x="15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6" name="Google Shape;15446;p31"/>
            <p:cNvSpPr/>
            <p:nvPr/>
          </p:nvSpPr>
          <p:spPr>
            <a:xfrm>
              <a:off x="2488155" y="3974558"/>
              <a:ext cx="40954" cy="13676"/>
            </a:xfrm>
            <a:custGeom>
              <a:rect b="b" l="l" r="r" t="t"/>
              <a:pathLst>
                <a:path extrusionOk="0" h="361" w="1081">
                  <a:moveTo>
                    <a:pt x="198" y="0"/>
                  </a:moveTo>
                  <a:cubicBezTo>
                    <a:pt x="102" y="0"/>
                    <a:pt x="17" y="69"/>
                    <a:pt x="10" y="163"/>
                  </a:cubicBezTo>
                  <a:cubicBezTo>
                    <a:pt x="0" y="271"/>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7" name="Google Shape;15447;p31"/>
            <p:cNvSpPr/>
            <p:nvPr/>
          </p:nvSpPr>
          <p:spPr>
            <a:xfrm>
              <a:off x="2488155" y="3912502"/>
              <a:ext cx="40954" cy="13676"/>
            </a:xfrm>
            <a:custGeom>
              <a:rect b="b" l="l" r="r" t="t"/>
              <a:pathLst>
                <a:path extrusionOk="0" h="361" w="1081">
                  <a:moveTo>
                    <a:pt x="198" y="0"/>
                  </a:moveTo>
                  <a:cubicBezTo>
                    <a:pt x="102" y="0"/>
                    <a:pt x="17" y="69"/>
                    <a:pt x="10" y="164"/>
                  </a:cubicBezTo>
                  <a:cubicBezTo>
                    <a:pt x="0" y="270"/>
                    <a:pt x="84" y="360"/>
                    <a:pt x="189" y="360"/>
                  </a:cubicBezTo>
                  <a:lnTo>
                    <a:pt x="882" y="360"/>
                  </a:lnTo>
                  <a:cubicBezTo>
                    <a:pt x="979" y="360"/>
                    <a:pt x="1063" y="291"/>
                    <a:pt x="1071" y="197"/>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8" name="Google Shape;15448;p31"/>
            <p:cNvSpPr/>
            <p:nvPr/>
          </p:nvSpPr>
          <p:spPr>
            <a:xfrm>
              <a:off x="2547938" y="3912426"/>
              <a:ext cx="92402" cy="13714"/>
            </a:xfrm>
            <a:custGeom>
              <a:rect b="b" l="l" r="r" t="t"/>
              <a:pathLst>
                <a:path extrusionOk="0" h="362" w="2439">
                  <a:moveTo>
                    <a:pt x="199" y="1"/>
                  </a:moveTo>
                  <a:cubicBezTo>
                    <a:pt x="103" y="1"/>
                    <a:pt x="18" y="70"/>
                    <a:pt x="10" y="164"/>
                  </a:cubicBezTo>
                  <a:cubicBezTo>
                    <a:pt x="1" y="272"/>
                    <a:pt x="85" y="361"/>
                    <a:pt x="189" y="361"/>
                  </a:cubicBezTo>
                  <a:lnTo>
                    <a:pt x="2258" y="361"/>
                  </a:lnTo>
                  <a:cubicBezTo>
                    <a:pt x="2258" y="361"/>
                    <a:pt x="2259" y="361"/>
                    <a:pt x="2260" y="361"/>
                  </a:cubicBezTo>
                  <a:cubicBezTo>
                    <a:pt x="2358" y="361"/>
                    <a:pt x="2439" y="281"/>
                    <a:pt x="2439" y="182"/>
                  </a:cubicBezTo>
                  <a:cubicBezTo>
                    <a:pt x="2439" y="83"/>
                    <a:pt x="2357" y="1"/>
                    <a:pt x="22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9" name="Google Shape;15449;p31"/>
            <p:cNvSpPr/>
            <p:nvPr/>
          </p:nvSpPr>
          <p:spPr>
            <a:xfrm>
              <a:off x="2488761" y="3881436"/>
              <a:ext cx="99031" cy="13714"/>
            </a:xfrm>
            <a:custGeom>
              <a:rect b="b" l="l" r="r" t="t"/>
              <a:pathLst>
                <a:path extrusionOk="0" h="362" w="2614">
                  <a:moveTo>
                    <a:pt x="198" y="1"/>
                  </a:moveTo>
                  <a:cubicBezTo>
                    <a:pt x="102" y="1"/>
                    <a:pt x="17" y="70"/>
                    <a:pt x="10" y="164"/>
                  </a:cubicBezTo>
                  <a:cubicBezTo>
                    <a:pt x="0" y="272"/>
                    <a:pt x="84" y="361"/>
                    <a:pt x="189" y="361"/>
                  </a:cubicBezTo>
                  <a:lnTo>
                    <a:pt x="2415" y="361"/>
                  </a:lnTo>
                  <a:cubicBezTo>
                    <a:pt x="2511" y="361"/>
                    <a:pt x="2596" y="291"/>
                    <a:pt x="2604" y="197"/>
                  </a:cubicBezTo>
                  <a:cubicBezTo>
                    <a:pt x="2613" y="90"/>
                    <a:pt x="2529" y="1"/>
                    <a:pt x="242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0" name="Google Shape;15450;p31"/>
            <p:cNvSpPr/>
            <p:nvPr/>
          </p:nvSpPr>
          <p:spPr>
            <a:xfrm>
              <a:off x="2488155" y="3851697"/>
              <a:ext cx="40954" cy="13676"/>
            </a:xfrm>
            <a:custGeom>
              <a:rect b="b" l="l" r="r" t="t"/>
              <a:pathLst>
                <a:path extrusionOk="0" h="361" w="1081">
                  <a:moveTo>
                    <a:pt x="198" y="0"/>
                  </a:moveTo>
                  <a:cubicBezTo>
                    <a:pt x="102" y="0"/>
                    <a:pt x="17" y="70"/>
                    <a:pt x="10" y="164"/>
                  </a:cubicBezTo>
                  <a:cubicBezTo>
                    <a:pt x="0" y="270"/>
                    <a:pt x="84" y="361"/>
                    <a:pt x="189" y="361"/>
                  </a:cubicBezTo>
                  <a:lnTo>
                    <a:pt x="882" y="361"/>
                  </a:lnTo>
                  <a:cubicBezTo>
                    <a:pt x="979" y="361"/>
                    <a:pt x="1063" y="291"/>
                    <a:pt x="1071" y="196"/>
                  </a:cubicBezTo>
                  <a:cubicBezTo>
                    <a:pt x="1080" y="89"/>
                    <a:pt x="996"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1" name="Google Shape;15451;p31"/>
            <p:cNvSpPr/>
            <p:nvPr/>
          </p:nvSpPr>
          <p:spPr>
            <a:xfrm>
              <a:off x="2548847" y="3851659"/>
              <a:ext cx="175521" cy="13639"/>
            </a:xfrm>
            <a:custGeom>
              <a:rect b="b" l="l" r="r" t="t"/>
              <a:pathLst>
                <a:path extrusionOk="0" h="360" w="4633">
                  <a:moveTo>
                    <a:pt x="198" y="0"/>
                  </a:moveTo>
                  <a:cubicBezTo>
                    <a:pt x="102" y="0"/>
                    <a:pt x="18" y="70"/>
                    <a:pt x="9" y="164"/>
                  </a:cubicBezTo>
                  <a:cubicBezTo>
                    <a:pt x="1" y="271"/>
                    <a:pt x="85" y="360"/>
                    <a:pt x="189" y="360"/>
                  </a:cubicBezTo>
                  <a:lnTo>
                    <a:pt x="4453" y="360"/>
                  </a:lnTo>
                  <a:cubicBezTo>
                    <a:pt x="4454" y="360"/>
                    <a:pt x="4456" y="360"/>
                    <a:pt x="4457" y="360"/>
                  </a:cubicBezTo>
                  <a:cubicBezTo>
                    <a:pt x="4555" y="360"/>
                    <a:pt x="4632" y="279"/>
                    <a:pt x="4632" y="181"/>
                  </a:cubicBezTo>
                  <a:cubicBezTo>
                    <a:pt x="4632" y="81"/>
                    <a:pt x="4552" y="0"/>
                    <a:pt x="445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2" name="Google Shape;15452;p31"/>
            <p:cNvSpPr/>
            <p:nvPr/>
          </p:nvSpPr>
          <p:spPr>
            <a:xfrm>
              <a:off x="2488383" y="4097457"/>
              <a:ext cx="64367" cy="13639"/>
            </a:xfrm>
            <a:custGeom>
              <a:rect b="b" l="l" r="r" t="t"/>
              <a:pathLst>
                <a:path extrusionOk="0" h="360" w="1699">
                  <a:moveTo>
                    <a:pt x="199" y="1"/>
                  </a:moveTo>
                  <a:cubicBezTo>
                    <a:pt x="103" y="1"/>
                    <a:pt x="17" y="70"/>
                    <a:pt x="10" y="164"/>
                  </a:cubicBezTo>
                  <a:cubicBezTo>
                    <a:pt x="1" y="271"/>
                    <a:pt x="84" y="360"/>
                    <a:pt x="189" y="360"/>
                  </a:cubicBezTo>
                  <a:lnTo>
                    <a:pt x="1502" y="360"/>
                  </a:lnTo>
                  <a:cubicBezTo>
                    <a:pt x="1597" y="360"/>
                    <a:pt x="1682" y="291"/>
                    <a:pt x="1690" y="197"/>
                  </a:cubicBezTo>
                  <a:cubicBezTo>
                    <a:pt x="1698" y="90"/>
                    <a:pt x="1615" y="1"/>
                    <a:pt x="15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3" name="Google Shape;15453;p31"/>
            <p:cNvSpPr/>
            <p:nvPr/>
          </p:nvSpPr>
          <p:spPr>
            <a:xfrm>
              <a:off x="2488420" y="4005548"/>
              <a:ext cx="71641" cy="13676"/>
            </a:xfrm>
            <a:custGeom>
              <a:rect b="b" l="l" r="r" t="t"/>
              <a:pathLst>
                <a:path extrusionOk="0" h="361" w="1891">
                  <a:moveTo>
                    <a:pt x="199" y="0"/>
                  </a:moveTo>
                  <a:cubicBezTo>
                    <a:pt x="103" y="0"/>
                    <a:pt x="17" y="70"/>
                    <a:pt x="10" y="164"/>
                  </a:cubicBezTo>
                  <a:cubicBezTo>
                    <a:pt x="1" y="271"/>
                    <a:pt x="85" y="360"/>
                    <a:pt x="189" y="360"/>
                  </a:cubicBezTo>
                  <a:lnTo>
                    <a:pt x="1709" y="360"/>
                  </a:lnTo>
                  <a:cubicBezTo>
                    <a:pt x="1710" y="360"/>
                    <a:pt x="1710" y="360"/>
                    <a:pt x="1711" y="360"/>
                  </a:cubicBezTo>
                  <a:cubicBezTo>
                    <a:pt x="1811" y="360"/>
                    <a:pt x="1890" y="280"/>
                    <a:pt x="1890" y="181"/>
                  </a:cubicBezTo>
                  <a:cubicBezTo>
                    <a:pt x="1890" y="82"/>
                    <a:pt x="1810" y="0"/>
                    <a:pt x="17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4" name="Google Shape;15454;p31"/>
            <p:cNvSpPr/>
            <p:nvPr/>
          </p:nvSpPr>
          <p:spPr>
            <a:xfrm>
              <a:off x="2488042" y="4035401"/>
              <a:ext cx="30384" cy="13676"/>
            </a:xfrm>
            <a:custGeom>
              <a:rect b="b" l="l" r="r" t="t"/>
              <a:pathLst>
                <a:path extrusionOk="0" h="361" w="802">
                  <a:moveTo>
                    <a:pt x="197" y="1"/>
                  </a:moveTo>
                  <a:cubicBezTo>
                    <a:pt x="102" y="1"/>
                    <a:pt x="16" y="70"/>
                    <a:pt x="9" y="164"/>
                  </a:cubicBezTo>
                  <a:cubicBezTo>
                    <a:pt x="0" y="270"/>
                    <a:pt x="84" y="361"/>
                    <a:pt x="189" y="361"/>
                  </a:cubicBezTo>
                  <a:lnTo>
                    <a:pt x="605" y="361"/>
                  </a:lnTo>
                  <a:cubicBezTo>
                    <a:pt x="700" y="361"/>
                    <a:pt x="785" y="291"/>
                    <a:pt x="793" y="197"/>
                  </a:cubicBezTo>
                  <a:cubicBezTo>
                    <a:pt x="801" y="90"/>
                    <a:pt x="718" y="1"/>
                    <a:pt x="61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5" name="Google Shape;15455;p31"/>
            <p:cNvSpPr/>
            <p:nvPr/>
          </p:nvSpPr>
          <p:spPr>
            <a:xfrm>
              <a:off x="2488383" y="4066391"/>
              <a:ext cx="64367" cy="13676"/>
            </a:xfrm>
            <a:custGeom>
              <a:rect b="b" l="l" r="r" t="t"/>
              <a:pathLst>
                <a:path extrusionOk="0" h="361" w="1699">
                  <a:moveTo>
                    <a:pt x="199" y="1"/>
                  </a:moveTo>
                  <a:cubicBezTo>
                    <a:pt x="103" y="1"/>
                    <a:pt x="17" y="70"/>
                    <a:pt x="10" y="164"/>
                  </a:cubicBezTo>
                  <a:cubicBezTo>
                    <a:pt x="1" y="272"/>
                    <a:pt x="84" y="361"/>
                    <a:pt x="189" y="361"/>
                  </a:cubicBezTo>
                  <a:lnTo>
                    <a:pt x="1502" y="361"/>
                  </a:lnTo>
                  <a:cubicBezTo>
                    <a:pt x="1597" y="361"/>
                    <a:pt x="1682" y="292"/>
                    <a:pt x="1690" y="198"/>
                  </a:cubicBezTo>
                  <a:cubicBezTo>
                    <a:pt x="1698" y="90"/>
                    <a:pt x="1615" y="1"/>
                    <a:pt x="15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6" name="Google Shape;15456;p31"/>
            <p:cNvSpPr/>
            <p:nvPr/>
          </p:nvSpPr>
          <p:spPr>
            <a:xfrm>
              <a:off x="2725050" y="3973952"/>
              <a:ext cx="56979" cy="56979"/>
            </a:xfrm>
            <a:custGeom>
              <a:rect b="b" l="l" r="r" t="t"/>
              <a:pathLst>
                <a:path extrusionOk="0" h="1504" w="1504">
                  <a:moveTo>
                    <a:pt x="751" y="368"/>
                  </a:moveTo>
                  <a:cubicBezTo>
                    <a:pt x="964" y="368"/>
                    <a:pt x="1135" y="540"/>
                    <a:pt x="1135" y="752"/>
                  </a:cubicBezTo>
                  <a:cubicBezTo>
                    <a:pt x="1135" y="964"/>
                    <a:pt x="964" y="1136"/>
                    <a:pt x="751" y="1136"/>
                  </a:cubicBezTo>
                  <a:cubicBezTo>
                    <a:pt x="539" y="1136"/>
                    <a:pt x="368" y="964"/>
                    <a:pt x="368" y="752"/>
                  </a:cubicBezTo>
                  <a:cubicBezTo>
                    <a:pt x="368" y="540"/>
                    <a:pt x="539" y="368"/>
                    <a:pt x="751" y="368"/>
                  </a:cubicBezTo>
                  <a:close/>
                  <a:moveTo>
                    <a:pt x="751" y="0"/>
                  </a:moveTo>
                  <a:cubicBezTo>
                    <a:pt x="337" y="0"/>
                    <a:pt x="0" y="339"/>
                    <a:pt x="0" y="752"/>
                  </a:cubicBezTo>
                  <a:cubicBezTo>
                    <a:pt x="0" y="1166"/>
                    <a:pt x="337" y="1503"/>
                    <a:pt x="751" y="1503"/>
                  </a:cubicBezTo>
                  <a:cubicBezTo>
                    <a:pt x="1165" y="1503"/>
                    <a:pt x="1503" y="1166"/>
                    <a:pt x="1503" y="752"/>
                  </a:cubicBezTo>
                  <a:cubicBezTo>
                    <a:pt x="1503" y="339"/>
                    <a:pt x="1165"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7" name="Google Shape;15457;p31"/>
            <p:cNvSpPr/>
            <p:nvPr/>
          </p:nvSpPr>
          <p:spPr>
            <a:xfrm>
              <a:off x="2335706" y="3768463"/>
              <a:ext cx="476707" cy="399763"/>
            </a:xfrm>
            <a:custGeom>
              <a:rect b="b" l="l" r="r" t="t"/>
              <a:pathLst>
                <a:path extrusionOk="0" h="10552" w="12583">
                  <a:moveTo>
                    <a:pt x="10548" y="361"/>
                  </a:moveTo>
                  <a:cubicBezTo>
                    <a:pt x="10657" y="361"/>
                    <a:pt x="10747" y="450"/>
                    <a:pt x="10747" y="560"/>
                  </a:cubicBezTo>
                  <a:lnTo>
                    <a:pt x="10747" y="1376"/>
                  </a:lnTo>
                  <a:lnTo>
                    <a:pt x="360" y="1376"/>
                  </a:lnTo>
                  <a:lnTo>
                    <a:pt x="360" y="560"/>
                  </a:lnTo>
                  <a:cubicBezTo>
                    <a:pt x="361" y="450"/>
                    <a:pt x="450" y="361"/>
                    <a:pt x="562" y="361"/>
                  </a:cubicBezTo>
                  <a:close/>
                  <a:moveTo>
                    <a:pt x="3210" y="1769"/>
                  </a:moveTo>
                  <a:lnTo>
                    <a:pt x="3210" y="9470"/>
                  </a:lnTo>
                  <a:lnTo>
                    <a:pt x="560" y="9470"/>
                  </a:lnTo>
                  <a:cubicBezTo>
                    <a:pt x="450" y="9470"/>
                    <a:pt x="360" y="9381"/>
                    <a:pt x="360" y="9269"/>
                  </a:cubicBezTo>
                  <a:lnTo>
                    <a:pt x="360" y="1769"/>
                  </a:lnTo>
                  <a:close/>
                  <a:moveTo>
                    <a:pt x="12079" y="4982"/>
                  </a:moveTo>
                  <a:cubicBezTo>
                    <a:pt x="12158" y="4982"/>
                    <a:pt x="12222" y="5047"/>
                    <a:pt x="12222" y="5126"/>
                  </a:cubicBezTo>
                  <a:lnTo>
                    <a:pt x="12222" y="8729"/>
                  </a:lnTo>
                  <a:lnTo>
                    <a:pt x="11000" y="7419"/>
                  </a:lnTo>
                  <a:cubicBezTo>
                    <a:pt x="10964" y="7380"/>
                    <a:pt x="10914" y="7360"/>
                    <a:pt x="10865" y="7360"/>
                  </a:cubicBezTo>
                  <a:cubicBezTo>
                    <a:pt x="10820" y="7360"/>
                    <a:pt x="10775" y="7376"/>
                    <a:pt x="10740" y="7409"/>
                  </a:cubicBezTo>
                  <a:lnTo>
                    <a:pt x="9308" y="8734"/>
                  </a:lnTo>
                  <a:lnTo>
                    <a:pt x="8082" y="7419"/>
                  </a:lnTo>
                  <a:cubicBezTo>
                    <a:pt x="8045" y="7380"/>
                    <a:pt x="7996" y="7360"/>
                    <a:pt x="7947" y="7360"/>
                  </a:cubicBezTo>
                  <a:cubicBezTo>
                    <a:pt x="7902" y="7360"/>
                    <a:pt x="7858" y="7376"/>
                    <a:pt x="7822" y="7409"/>
                  </a:cubicBezTo>
                  <a:lnTo>
                    <a:pt x="7423" y="7779"/>
                  </a:lnTo>
                  <a:cubicBezTo>
                    <a:pt x="7349" y="7848"/>
                    <a:pt x="7345" y="7964"/>
                    <a:pt x="7413" y="8039"/>
                  </a:cubicBezTo>
                  <a:cubicBezTo>
                    <a:pt x="7449" y="8078"/>
                    <a:pt x="7498" y="8098"/>
                    <a:pt x="7547" y="8098"/>
                  </a:cubicBezTo>
                  <a:cubicBezTo>
                    <a:pt x="7592" y="8098"/>
                    <a:pt x="7637" y="8081"/>
                    <a:pt x="7672" y="8049"/>
                  </a:cubicBezTo>
                  <a:lnTo>
                    <a:pt x="7937" y="7804"/>
                  </a:lnTo>
                  <a:lnTo>
                    <a:pt x="9776" y="9777"/>
                  </a:lnTo>
                  <a:cubicBezTo>
                    <a:pt x="9813" y="9817"/>
                    <a:pt x="9861" y="9837"/>
                    <a:pt x="9912" y="9837"/>
                  </a:cubicBezTo>
                  <a:cubicBezTo>
                    <a:pt x="10070" y="9837"/>
                    <a:pt x="10156" y="9644"/>
                    <a:pt x="10047" y="9527"/>
                  </a:cubicBezTo>
                  <a:lnTo>
                    <a:pt x="9560" y="9005"/>
                  </a:lnTo>
                  <a:lnTo>
                    <a:pt x="10855" y="7806"/>
                  </a:lnTo>
                  <a:lnTo>
                    <a:pt x="12222" y="9270"/>
                  </a:lnTo>
                  <a:lnTo>
                    <a:pt x="12222" y="10048"/>
                  </a:lnTo>
                  <a:cubicBezTo>
                    <a:pt x="12222" y="10128"/>
                    <a:pt x="12157" y="10192"/>
                    <a:pt x="12079" y="10192"/>
                  </a:cubicBezTo>
                  <a:lnTo>
                    <a:pt x="6732" y="10192"/>
                  </a:lnTo>
                  <a:cubicBezTo>
                    <a:pt x="6651" y="10192"/>
                    <a:pt x="6587" y="10127"/>
                    <a:pt x="6587" y="10048"/>
                  </a:cubicBezTo>
                  <a:lnTo>
                    <a:pt x="6587" y="9054"/>
                  </a:lnTo>
                  <a:lnTo>
                    <a:pt x="7038" y="8637"/>
                  </a:lnTo>
                  <a:cubicBezTo>
                    <a:pt x="7112" y="8567"/>
                    <a:pt x="7116" y="8451"/>
                    <a:pt x="7048" y="8377"/>
                  </a:cubicBezTo>
                  <a:cubicBezTo>
                    <a:pt x="7012" y="8337"/>
                    <a:pt x="6963" y="8318"/>
                    <a:pt x="6913" y="8318"/>
                  </a:cubicBezTo>
                  <a:cubicBezTo>
                    <a:pt x="6869" y="8318"/>
                    <a:pt x="6824" y="8334"/>
                    <a:pt x="6788" y="8366"/>
                  </a:cubicBezTo>
                  <a:lnTo>
                    <a:pt x="6587" y="8552"/>
                  </a:lnTo>
                  <a:lnTo>
                    <a:pt x="6587" y="5126"/>
                  </a:lnTo>
                  <a:cubicBezTo>
                    <a:pt x="6587" y="5046"/>
                    <a:pt x="6653" y="4982"/>
                    <a:pt x="6732" y="4982"/>
                  </a:cubicBezTo>
                  <a:close/>
                  <a:moveTo>
                    <a:pt x="569" y="0"/>
                  </a:moveTo>
                  <a:cubicBezTo>
                    <a:pt x="255" y="0"/>
                    <a:pt x="1" y="255"/>
                    <a:pt x="1" y="568"/>
                  </a:cubicBezTo>
                  <a:lnTo>
                    <a:pt x="1" y="9263"/>
                  </a:lnTo>
                  <a:cubicBezTo>
                    <a:pt x="1" y="9576"/>
                    <a:pt x="256" y="9830"/>
                    <a:pt x="569" y="9830"/>
                  </a:cubicBezTo>
                  <a:lnTo>
                    <a:pt x="6226" y="9830"/>
                  </a:lnTo>
                  <a:lnTo>
                    <a:pt x="6226" y="10039"/>
                  </a:lnTo>
                  <a:cubicBezTo>
                    <a:pt x="6226" y="10322"/>
                    <a:pt x="6455" y="10551"/>
                    <a:pt x="6738" y="10551"/>
                  </a:cubicBezTo>
                  <a:lnTo>
                    <a:pt x="12070" y="10551"/>
                  </a:lnTo>
                  <a:cubicBezTo>
                    <a:pt x="12353" y="10551"/>
                    <a:pt x="12582" y="10322"/>
                    <a:pt x="12582" y="10039"/>
                  </a:cubicBezTo>
                  <a:lnTo>
                    <a:pt x="12582" y="5131"/>
                  </a:lnTo>
                  <a:cubicBezTo>
                    <a:pt x="12582" y="4849"/>
                    <a:pt x="12353" y="4621"/>
                    <a:pt x="12071" y="4621"/>
                  </a:cubicBezTo>
                  <a:lnTo>
                    <a:pt x="11108" y="4621"/>
                  </a:lnTo>
                  <a:lnTo>
                    <a:pt x="11108" y="3451"/>
                  </a:lnTo>
                  <a:cubicBezTo>
                    <a:pt x="11108" y="3356"/>
                    <a:pt x="11038" y="3271"/>
                    <a:pt x="10944" y="3262"/>
                  </a:cubicBezTo>
                  <a:cubicBezTo>
                    <a:pt x="10939" y="3261"/>
                    <a:pt x="10934" y="3261"/>
                    <a:pt x="10928" y="3261"/>
                  </a:cubicBezTo>
                  <a:cubicBezTo>
                    <a:pt x="10829" y="3261"/>
                    <a:pt x="10748" y="3343"/>
                    <a:pt x="10748" y="3445"/>
                  </a:cubicBezTo>
                  <a:lnTo>
                    <a:pt x="10748" y="4619"/>
                  </a:lnTo>
                  <a:lnTo>
                    <a:pt x="6738" y="4619"/>
                  </a:lnTo>
                  <a:cubicBezTo>
                    <a:pt x="6455" y="4619"/>
                    <a:pt x="6226" y="4848"/>
                    <a:pt x="6226" y="5131"/>
                  </a:cubicBezTo>
                  <a:lnTo>
                    <a:pt x="6226" y="9468"/>
                  </a:lnTo>
                  <a:lnTo>
                    <a:pt x="3605" y="9468"/>
                  </a:lnTo>
                  <a:lnTo>
                    <a:pt x="3605" y="1769"/>
                  </a:lnTo>
                  <a:lnTo>
                    <a:pt x="10748" y="1769"/>
                  </a:lnTo>
                  <a:lnTo>
                    <a:pt x="10748" y="2619"/>
                  </a:lnTo>
                  <a:cubicBezTo>
                    <a:pt x="10748" y="2706"/>
                    <a:pt x="10806" y="2788"/>
                    <a:pt x="10892" y="2805"/>
                  </a:cubicBezTo>
                  <a:cubicBezTo>
                    <a:pt x="10904" y="2807"/>
                    <a:pt x="10916" y="2809"/>
                    <a:pt x="10928" y="2809"/>
                  </a:cubicBezTo>
                  <a:cubicBezTo>
                    <a:pt x="11028" y="2809"/>
                    <a:pt x="11109" y="2726"/>
                    <a:pt x="11109" y="2623"/>
                  </a:cubicBezTo>
                  <a:lnTo>
                    <a:pt x="11109" y="565"/>
                  </a:lnTo>
                  <a:cubicBezTo>
                    <a:pt x="11109" y="254"/>
                    <a:pt x="10855" y="0"/>
                    <a:pt x="1054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58" name="Google Shape;15458;p31"/>
          <p:cNvGrpSpPr/>
          <p:nvPr/>
        </p:nvGrpSpPr>
        <p:grpSpPr>
          <a:xfrm>
            <a:off x="3238564" y="4223268"/>
            <a:ext cx="450904" cy="320850"/>
            <a:chOff x="3158000" y="3798203"/>
            <a:chExt cx="478109" cy="340207"/>
          </a:xfrm>
        </p:grpSpPr>
        <p:sp>
          <p:nvSpPr>
            <p:cNvPr id="15459" name="Google Shape;15459;p31"/>
            <p:cNvSpPr/>
            <p:nvPr/>
          </p:nvSpPr>
          <p:spPr>
            <a:xfrm>
              <a:off x="3212100" y="3830557"/>
              <a:ext cx="368697" cy="229697"/>
            </a:xfrm>
            <a:custGeom>
              <a:rect b="b" l="l" r="r" t="t"/>
              <a:pathLst>
                <a:path extrusionOk="0" h="6063" w="9732">
                  <a:moveTo>
                    <a:pt x="483" y="0"/>
                  </a:moveTo>
                  <a:cubicBezTo>
                    <a:pt x="216" y="0"/>
                    <a:pt x="0" y="217"/>
                    <a:pt x="0" y="484"/>
                  </a:cubicBezTo>
                  <a:lnTo>
                    <a:pt x="0" y="5871"/>
                  </a:lnTo>
                  <a:cubicBezTo>
                    <a:pt x="0" y="5977"/>
                    <a:pt x="85" y="6062"/>
                    <a:pt x="191" y="6062"/>
                  </a:cubicBezTo>
                  <a:lnTo>
                    <a:pt x="7041" y="6062"/>
                  </a:lnTo>
                  <a:cubicBezTo>
                    <a:pt x="7061" y="6062"/>
                    <a:pt x="7082" y="6053"/>
                    <a:pt x="7097" y="6038"/>
                  </a:cubicBezTo>
                  <a:cubicBezTo>
                    <a:pt x="7245" y="5884"/>
                    <a:pt x="7137" y="5702"/>
                    <a:pt x="6983" y="5702"/>
                  </a:cubicBezTo>
                  <a:lnTo>
                    <a:pt x="508" y="5702"/>
                  </a:lnTo>
                  <a:cubicBezTo>
                    <a:pt x="445" y="5702"/>
                    <a:pt x="394" y="5651"/>
                    <a:pt x="394" y="5587"/>
                  </a:cubicBezTo>
                  <a:lnTo>
                    <a:pt x="394" y="508"/>
                  </a:lnTo>
                  <a:cubicBezTo>
                    <a:pt x="394" y="445"/>
                    <a:pt x="445" y="393"/>
                    <a:pt x="509" y="393"/>
                  </a:cubicBezTo>
                  <a:lnTo>
                    <a:pt x="9290" y="393"/>
                  </a:lnTo>
                  <a:cubicBezTo>
                    <a:pt x="9353" y="393"/>
                    <a:pt x="9404" y="444"/>
                    <a:pt x="9404" y="508"/>
                  </a:cubicBezTo>
                  <a:lnTo>
                    <a:pt x="9404" y="5588"/>
                  </a:lnTo>
                  <a:cubicBezTo>
                    <a:pt x="9404" y="5651"/>
                    <a:pt x="9353" y="5702"/>
                    <a:pt x="9290" y="5702"/>
                  </a:cubicBezTo>
                  <a:lnTo>
                    <a:pt x="7908" y="5702"/>
                  </a:lnTo>
                  <a:cubicBezTo>
                    <a:pt x="7812" y="5702"/>
                    <a:pt x="7727" y="5771"/>
                    <a:pt x="7719" y="5865"/>
                  </a:cubicBezTo>
                  <a:cubicBezTo>
                    <a:pt x="7710" y="5972"/>
                    <a:pt x="7794" y="6062"/>
                    <a:pt x="7898" y="6062"/>
                  </a:cubicBezTo>
                  <a:lnTo>
                    <a:pt x="9248" y="6062"/>
                  </a:lnTo>
                  <a:cubicBezTo>
                    <a:pt x="9515" y="6062"/>
                    <a:pt x="9731" y="5847"/>
                    <a:pt x="9731" y="5579"/>
                  </a:cubicBezTo>
                  <a:lnTo>
                    <a:pt x="9731" y="484"/>
                  </a:lnTo>
                  <a:cubicBezTo>
                    <a:pt x="9731" y="217"/>
                    <a:pt x="9515" y="0"/>
                    <a:pt x="924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0" name="Google Shape;15460;p31"/>
            <p:cNvSpPr/>
            <p:nvPr/>
          </p:nvSpPr>
          <p:spPr>
            <a:xfrm>
              <a:off x="3158000" y="3798203"/>
              <a:ext cx="478109" cy="340207"/>
            </a:xfrm>
            <a:custGeom>
              <a:rect b="b" l="l" r="r" t="t"/>
              <a:pathLst>
                <a:path extrusionOk="0" h="8980" w="12620">
                  <a:moveTo>
                    <a:pt x="7424" y="7801"/>
                  </a:moveTo>
                  <a:lnTo>
                    <a:pt x="7424" y="7848"/>
                  </a:lnTo>
                  <a:cubicBezTo>
                    <a:pt x="7424" y="7949"/>
                    <a:pt x="7343" y="8031"/>
                    <a:pt x="7242" y="8031"/>
                  </a:cubicBezTo>
                  <a:lnTo>
                    <a:pt x="5378" y="8031"/>
                  </a:lnTo>
                  <a:cubicBezTo>
                    <a:pt x="5277" y="8031"/>
                    <a:pt x="5196" y="7949"/>
                    <a:pt x="5196" y="7848"/>
                  </a:cubicBezTo>
                  <a:lnTo>
                    <a:pt x="5196" y="7801"/>
                  </a:lnTo>
                  <a:close/>
                  <a:moveTo>
                    <a:pt x="12076" y="7800"/>
                  </a:moveTo>
                  <a:cubicBezTo>
                    <a:pt x="12142" y="7800"/>
                    <a:pt x="12195" y="7854"/>
                    <a:pt x="12195" y="7919"/>
                  </a:cubicBezTo>
                  <a:cubicBezTo>
                    <a:pt x="12197" y="8305"/>
                    <a:pt x="11883" y="8619"/>
                    <a:pt x="11497" y="8619"/>
                  </a:cubicBezTo>
                  <a:lnTo>
                    <a:pt x="1132" y="8619"/>
                  </a:lnTo>
                  <a:cubicBezTo>
                    <a:pt x="746" y="8619"/>
                    <a:pt x="432" y="8305"/>
                    <a:pt x="432" y="7919"/>
                  </a:cubicBezTo>
                  <a:cubicBezTo>
                    <a:pt x="432" y="7854"/>
                    <a:pt x="486" y="7800"/>
                    <a:pt x="551" y="7800"/>
                  </a:cubicBezTo>
                  <a:lnTo>
                    <a:pt x="4833" y="7800"/>
                  </a:lnTo>
                  <a:lnTo>
                    <a:pt x="4833" y="7839"/>
                  </a:lnTo>
                  <a:cubicBezTo>
                    <a:pt x="4833" y="8143"/>
                    <a:pt x="5079" y="8389"/>
                    <a:pt x="5383" y="8389"/>
                  </a:cubicBezTo>
                  <a:lnTo>
                    <a:pt x="7232" y="8389"/>
                  </a:lnTo>
                  <a:cubicBezTo>
                    <a:pt x="7535" y="8389"/>
                    <a:pt x="7781" y="8143"/>
                    <a:pt x="7781" y="7839"/>
                  </a:cubicBezTo>
                  <a:lnTo>
                    <a:pt x="7781" y="7800"/>
                  </a:lnTo>
                  <a:close/>
                  <a:moveTo>
                    <a:pt x="833" y="1"/>
                  </a:moveTo>
                  <a:cubicBezTo>
                    <a:pt x="729" y="1"/>
                    <a:pt x="643" y="85"/>
                    <a:pt x="643" y="192"/>
                  </a:cubicBezTo>
                  <a:lnTo>
                    <a:pt x="643" y="6933"/>
                  </a:lnTo>
                  <a:cubicBezTo>
                    <a:pt x="643" y="7108"/>
                    <a:pt x="696" y="7270"/>
                    <a:pt x="788" y="7405"/>
                  </a:cubicBezTo>
                  <a:lnTo>
                    <a:pt x="493" y="7405"/>
                  </a:lnTo>
                  <a:cubicBezTo>
                    <a:pt x="223" y="7405"/>
                    <a:pt x="1" y="7626"/>
                    <a:pt x="1" y="7898"/>
                  </a:cubicBezTo>
                  <a:cubicBezTo>
                    <a:pt x="1" y="8494"/>
                    <a:pt x="486" y="8980"/>
                    <a:pt x="1081" y="8980"/>
                  </a:cubicBezTo>
                  <a:lnTo>
                    <a:pt x="11537" y="8980"/>
                  </a:lnTo>
                  <a:cubicBezTo>
                    <a:pt x="12133" y="8980"/>
                    <a:pt x="12619" y="8495"/>
                    <a:pt x="12619" y="7898"/>
                  </a:cubicBezTo>
                  <a:cubicBezTo>
                    <a:pt x="12619" y="7629"/>
                    <a:pt x="12398" y="7408"/>
                    <a:pt x="12127" y="7408"/>
                  </a:cubicBezTo>
                  <a:lnTo>
                    <a:pt x="11833" y="7408"/>
                  </a:lnTo>
                  <a:cubicBezTo>
                    <a:pt x="11924" y="7272"/>
                    <a:pt x="11977" y="7110"/>
                    <a:pt x="11977" y="6934"/>
                  </a:cubicBezTo>
                  <a:lnTo>
                    <a:pt x="11977" y="193"/>
                  </a:lnTo>
                  <a:cubicBezTo>
                    <a:pt x="11977" y="88"/>
                    <a:pt x="11892" y="3"/>
                    <a:pt x="11787" y="3"/>
                  </a:cubicBezTo>
                  <a:lnTo>
                    <a:pt x="3808" y="3"/>
                  </a:lnTo>
                  <a:cubicBezTo>
                    <a:pt x="3797" y="3"/>
                    <a:pt x="3786" y="6"/>
                    <a:pt x="3779" y="14"/>
                  </a:cubicBezTo>
                  <a:cubicBezTo>
                    <a:pt x="3612" y="171"/>
                    <a:pt x="3723" y="362"/>
                    <a:pt x="3880" y="362"/>
                  </a:cubicBezTo>
                  <a:lnTo>
                    <a:pt x="11116" y="362"/>
                  </a:lnTo>
                  <a:cubicBezTo>
                    <a:pt x="11375" y="362"/>
                    <a:pt x="11584" y="571"/>
                    <a:pt x="11584" y="831"/>
                  </a:cubicBezTo>
                  <a:lnTo>
                    <a:pt x="11584" y="6937"/>
                  </a:lnTo>
                  <a:cubicBezTo>
                    <a:pt x="11584" y="7196"/>
                    <a:pt x="11375" y="7405"/>
                    <a:pt x="11116" y="7405"/>
                  </a:cubicBezTo>
                  <a:lnTo>
                    <a:pt x="1471" y="7405"/>
                  </a:lnTo>
                  <a:cubicBezTo>
                    <a:pt x="1213" y="7405"/>
                    <a:pt x="1003" y="7196"/>
                    <a:pt x="1003" y="6937"/>
                  </a:cubicBezTo>
                  <a:lnTo>
                    <a:pt x="1003" y="468"/>
                  </a:lnTo>
                  <a:cubicBezTo>
                    <a:pt x="1003" y="409"/>
                    <a:pt x="1051" y="361"/>
                    <a:pt x="1110" y="361"/>
                  </a:cubicBezTo>
                  <a:lnTo>
                    <a:pt x="3041" y="361"/>
                  </a:lnTo>
                  <a:cubicBezTo>
                    <a:pt x="3053" y="361"/>
                    <a:pt x="3063" y="357"/>
                    <a:pt x="3072" y="349"/>
                  </a:cubicBezTo>
                  <a:cubicBezTo>
                    <a:pt x="3234" y="192"/>
                    <a:pt x="3125"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1" name="Google Shape;15461;p31"/>
            <p:cNvSpPr/>
            <p:nvPr/>
          </p:nvSpPr>
          <p:spPr>
            <a:xfrm>
              <a:off x="3249265" y="3898788"/>
              <a:ext cx="294253" cy="94447"/>
            </a:xfrm>
            <a:custGeom>
              <a:rect b="b" l="l" r="r" t="t"/>
              <a:pathLst>
                <a:path extrusionOk="0" h="2493" w="7767">
                  <a:moveTo>
                    <a:pt x="5114" y="362"/>
                  </a:moveTo>
                  <a:lnTo>
                    <a:pt x="5114" y="2099"/>
                  </a:lnTo>
                  <a:lnTo>
                    <a:pt x="395" y="2099"/>
                  </a:lnTo>
                  <a:lnTo>
                    <a:pt x="395" y="362"/>
                  </a:lnTo>
                  <a:close/>
                  <a:moveTo>
                    <a:pt x="7407" y="362"/>
                  </a:moveTo>
                  <a:lnTo>
                    <a:pt x="7407" y="2099"/>
                  </a:lnTo>
                  <a:lnTo>
                    <a:pt x="5473" y="2099"/>
                  </a:lnTo>
                  <a:lnTo>
                    <a:pt x="5473" y="362"/>
                  </a:lnTo>
                  <a:close/>
                  <a:moveTo>
                    <a:pt x="186" y="1"/>
                  </a:moveTo>
                  <a:cubicBezTo>
                    <a:pt x="83" y="1"/>
                    <a:pt x="1" y="83"/>
                    <a:pt x="1" y="186"/>
                  </a:cubicBezTo>
                  <a:lnTo>
                    <a:pt x="1" y="2308"/>
                  </a:lnTo>
                  <a:cubicBezTo>
                    <a:pt x="1" y="2410"/>
                    <a:pt x="83" y="2492"/>
                    <a:pt x="186" y="2492"/>
                  </a:cubicBezTo>
                  <a:lnTo>
                    <a:pt x="7582" y="2492"/>
                  </a:lnTo>
                  <a:cubicBezTo>
                    <a:pt x="7685" y="2491"/>
                    <a:pt x="7767" y="2409"/>
                    <a:pt x="7767" y="2307"/>
                  </a:cubicBezTo>
                  <a:lnTo>
                    <a:pt x="7767" y="186"/>
                  </a:lnTo>
                  <a:cubicBezTo>
                    <a:pt x="7767" y="83"/>
                    <a:pt x="7685" y="1"/>
                    <a:pt x="75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2" name="Google Shape;15462;p31"/>
            <p:cNvSpPr/>
            <p:nvPr/>
          </p:nvSpPr>
          <p:spPr>
            <a:xfrm>
              <a:off x="3276618" y="3926406"/>
              <a:ext cx="13714" cy="38984"/>
            </a:xfrm>
            <a:custGeom>
              <a:rect b="b" l="l" r="r" t="t"/>
              <a:pathLst>
                <a:path extrusionOk="0" h="1029" w="362">
                  <a:moveTo>
                    <a:pt x="182" y="1"/>
                  </a:moveTo>
                  <a:cubicBezTo>
                    <a:pt x="81" y="1"/>
                    <a:pt x="1" y="81"/>
                    <a:pt x="1" y="181"/>
                  </a:cubicBezTo>
                  <a:lnTo>
                    <a:pt x="1" y="847"/>
                  </a:lnTo>
                  <a:cubicBezTo>
                    <a:pt x="0" y="947"/>
                    <a:pt x="82" y="1028"/>
                    <a:pt x="181" y="1028"/>
                  </a:cubicBezTo>
                  <a:cubicBezTo>
                    <a:pt x="281" y="1028"/>
                    <a:pt x="362" y="946"/>
                    <a:pt x="362" y="847"/>
                  </a:cubicBezTo>
                  <a:lnTo>
                    <a:pt x="362" y="190"/>
                  </a:lnTo>
                  <a:cubicBezTo>
                    <a:pt x="362" y="94"/>
                    <a:pt x="292" y="9"/>
                    <a:pt x="198" y="2"/>
                  </a:cubicBezTo>
                  <a:cubicBezTo>
                    <a:pt x="193" y="1"/>
                    <a:pt x="187"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3" name="Google Shape;15463;p31"/>
            <p:cNvSpPr/>
            <p:nvPr/>
          </p:nvSpPr>
          <p:spPr>
            <a:xfrm>
              <a:off x="3468164" y="3921405"/>
              <a:ext cx="51221" cy="49061"/>
            </a:xfrm>
            <a:custGeom>
              <a:rect b="b" l="l" r="r" t="t"/>
              <a:pathLst>
                <a:path extrusionOk="0" h="1295" w="1352">
                  <a:moveTo>
                    <a:pt x="545" y="369"/>
                  </a:moveTo>
                  <a:cubicBezTo>
                    <a:pt x="642" y="369"/>
                    <a:pt x="720" y="448"/>
                    <a:pt x="720" y="544"/>
                  </a:cubicBezTo>
                  <a:cubicBezTo>
                    <a:pt x="720" y="636"/>
                    <a:pt x="641" y="720"/>
                    <a:pt x="545" y="720"/>
                  </a:cubicBezTo>
                  <a:cubicBezTo>
                    <a:pt x="448" y="720"/>
                    <a:pt x="370" y="642"/>
                    <a:pt x="370" y="544"/>
                  </a:cubicBezTo>
                  <a:cubicBezTo>
                    <a:pt x="370" y="448"/>
                    <a:pt x="448" y="369"/>
                    <a:pt x="545" y="369"/>
                  </a:cubicBezTo>
                  <a:close/>
                  <a:moveTo>
                    <a:pt x="543" y="1"/>
                  </a:moveTo>
                  <a:cubicBezTo>
                    <a:pt x="244" y="1"/>
                    <a:pt x="1" y="245"/>
                    <a:pt x="1" y="544"/>
                  </a:cubicBezTo>
                  <a:cubicBezTo>
                    <a:pt x="2" y="843"/>
                    <a:pt x="245" y="1088"/>
                    <a:pt x="545" y="1088"/>
                  </a:cubicBezTo>
                  <a:cubicBezTo>
                    <a:pt x="634" y="1088"/>
                    <a:pt x="716" y="1067"/>
                    <a:pt x="792" y="1029"/>
                  </a:cubicBezTo>
                  <a:lnTo>
                    <a:pt x="1022" y="1245"/>
                  </a:lnTo>
                  <a:cubicBezTo>
                    <a:pt x="1057" y="1277"/>
                    <a:pt x="1103" y="1294"/>
                    <a:pt x="1148" y="1294"/>
                  </a:cubicBezTo>
                  <a:cubicBezTo>
                    <a:pt x="1197" y="1294"/>
                    <a:pt x="1245" y="1274"/>
                    <a:pt x="1282" y="1235"/>
                  </a:cubicBezTo>
                  <a:cubicBezTo>
                    <a:pt x="1352" y="1161"/>
                    <a:pt x="1348" y="1044"/>
                    <a:pt x="1273" y="975"/>
                  </a:cubicBezTo>
                  <a:lnTo>
                    <a:pt x="1043" y="760"/>
                  </a:lnTo>
                  <a:cubicBezTo>
                    <a:pt x="1071" y="694"/>
                    <a:pt x="1087" y="622"/>
                    <a:pt x="1087" y="544"/>
                  </a:cubicBezTo>
                  <a:cubicBezTo>
                    <a:pt x="1087" y="245"/>
                    <a:pt x="844" y="1"/>
                    <a:pt x="54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64" name="Google Shape;15464;p31"/>
          <p:cNvGrpSpPr/>
          <p:nvPr/>
        </p:nvGrpSpPr>
        <p:grpSpPr>
          <a:xfrm>
            <a:off x="1746220" y="4159026"/>
            <a:ext cx="416783" cy="449547"/>
            <a:chOff x="1575695" y="3730086"/>
            <a:chExt cx="441929" cy="476669"/>
          </a:xfrm>
        </p:grpSpPr>
        <p:sp>
          <p:nvSpPr>
            <p:cNvPr id="15465" name="Google Shape;15465;p31"/>
            <p:cNvSpPr/>
            <p:nvPr/>
          </p:nvSpPr>
          <p:spPr>
            <a:xfrm>
              <a:off x="1692987" y="4155800"/>
              <a:ext cx="29247" cy="13639"/>
            </a:xfrm>
            <a:custGeom>
              <a:rect b="b" l="l" r="r" t="t"/>
              <a:pathLst>
                <a:path extrusionOk="0" h="360" w="772">
                  <a:moveTo>
                    <a:pt x="199" y="0"/>
                  </a:moveTo>
                  <a:cubicBezTo>
                    <a:pt x="102" y="0"/>
                    <a:pt x="17" y="69"/>
                    <a:pt x="10" y="164"/>
                  </a:cubicBezTo>
                  <a:cubicBezTo>
                    <a:pt x="1" y="271"/>
                    <a:pt x="84" y="360"/>
                    <a:pt x="189" y="360"/>
                  </a:cubicBezTo>
                  <a:lnTo>
                    <a:pt x="573" y="360"/>
                  </a:lnTo>
                  <a:cubicBezTo>
                    <a:pt x="670" y="360"/>
                    <a:pt x="755" y="290"/>
                    <a:pt x="762" y="196"/>
                  </a:cubicBezTo>
                  <a:cubicBezTo>
                    <a:pt x="771" y="88"/>
                    <a:pt x="688"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6" name="Google Shape;15466;p31"/>
            <p:cNvSpPr/>
            <p:nvPr/>
          </p:nvSpPr>
          <p:spPr>
            <a:xfrm>
              <a:off x="1575695" y="3730086"/>
              <a:ext cx="441929" cy="476669"/>
            </a:xfrm>
            <a:custGeom>
              <a:rect b="b" l="l" r="r" t="t"/>
              <a:pathLst>
                <a:path extrusionOk="0" h="12582" w="11665">
                  <a:moveTo>
                    <a:pt x="7469" y="1896"/>
                  </a:moveTo>
                  <a:lnTo>
                    <a:pt x="7469" y="2839"/>
                  </a:lnTo>
                  <a:cubicBezTo>
                    <a:pt x="7469" y="2925"/>
                    <a:pt x="7530" y="2999"/>
                    <a:pt x="7614" y="3019"/>
                  </a:cubicBezTo>
                  <a:cubicBezTo>
                    <a:pt x="7991" y="3103"/>
                    <a:pt x="8347" y="3251"/>
                    <a:pt x="8674" y="3458"/>
                  </a:cubicBezTo>
                  <a:cubicBezTo>
                    <a:pt x="8704" y="3477"/>
                    <a:pt x="8739" y="3486"/>
                    <a:pt x="8773" y="3486"/>
                  </a:cubicBezTo>
                  <a:cubicBezTo>
                    <a:pt x="8821" y="3486"/>
                    <a:pt x="8868" y="3468"/>
                    <a:pt x="8904" y="3433"/>
                  </a:cubicBezTo>
                  <a:lnTo>
                    <a:pt x="9587" y="2752"/>
                  </a:lnTo>
                  <a:lnTo>
                    <a:pt x="10424" y="3586"/>
                  </a:lnTo>
                  <a:lnTo>
                    <a:pt x="9740" y="4267"/>
                  </a:lnTo>
                  <a:cubicBezTo>
                    <a:pt x="9679" y="4328"/>
                    <a:pt x="9669" y="4424"/>
                    <a:pt x="9716" y="4498"/>
                  </a:cubicBezTo>
                  <a:cubicBezTo>
                    <a:pt x="9922" y="4823"/>
                    <a:pt x="10070" y="5179"/>
                    <a:pt x="10156" y="5553"/>
                  </a:cubicBezTo>
                  <a:cubicBezTo>
                    <a:pt x="10175" y="5639"/>
                    <a:pt x="10250" y="5698"/>
                    <a:pt x="10336" y="5698"/>
                  </a:cubicBezTo>
                  <a:lnTo>
                    <a:pt x="11303" y="5698"/>
                  </a:lnTo>
                  <a:lnTo>
                    <a:pt x="11303" y="6878"/>
                  </a:lnTo>
                  <a:lnTo>
                    <a:pt x="10336" y="6878"/>
                  </a:lnTo>
                  <a:cubicBezTo>
                    <a:pt x="10250" y="6878"/>
                    <a:pt x="10173" y="6939"/>
                    <a:pt x="10156" y="7023"/>
                  </a:cubicBezTo>
                  <a:cubicBezTo>
                    <a:pt x="10072" y="7399"/>
                    <a:pt x="9924" y="7755"/>
                    <a:pt x="9716" y="8080"/>
                  </a:cubicBezTo>
                  <a:cubicBezTo>
                    <a:pt x="9669" y="8153"/>
                    <a:pt x="9680" y="8248"/>
                    <a:pt x="9741" y="8310"/>
                  </a:cubicBezTo>
                  <a:lnTo>
                    <a:pt x="10424" y="8991"/>
                  </a:lnTo>
                  <a:lnTo>
                    <a:pt x="9587" y="9824"/>
                  </a:lnTo>
                  <a:lnTo>
                    <a:pt x="8904" y="9144"/>
                  </a:lnTo>
                  <a:cubicBezTo>
                    <a:pt x="8868" y="9108"/>
                    <a:pt x="8821" y="9089"/>
                    <a:pt x="8773" y="9089"/>
                  </a:cubicBezTo>
                  <a:cubicBezTo>
                    <a:pt x="8739" y="9089"/>
                    <a:pt x="8704" y="9099"/>
                    <a:pt x="8674" y="9119"/>
                  </a:cubicBezTo>
                  <a:cubicBezTo>
                    <a:pt x="8346" y="9326"/>
                    <a:pt x="7990" y="9473"/>
                    <a:pt x="7615" y="9556"/>
                  </a:cubicBezTo>
                  <a:cubicBezTo>
                    <a:pt x="7529" y="9574"/>
                    <a:pt x="7469" y="9649"/>
                    <a:pt x="7469" y="9737"/>
                  </a:cubicBezTo>
                  <a:lnTo>
                    <a:pt x="7469" y="10679"/>
                  </a:lnTo>
                  <a:lnTo>
                    <a:pt x="6978" y="10679"/>
                  </a:lnTo>
                  <a:lnTo>
                    <a:pt x="6978" y="8575"/>
                  </a:lnTo>
                  <a:cubicBezTo>
                    <a:pt x="7482" y="8556"/>
                    <a:pt x="7967" y="8364"/>
                    <a:pt x="8351" y="8034"/>
                  </a:cubicBezTo>
                  <a:cubicBezTo>
                    <a:pt x="8428" y="7968"/>
                    <a:pt x="8438" y="7851"/>
                    <a:pt x="8372" y="7774"/>
                  </a:cubicBezTo>
                  <a:cubicBezTo>
                    <a:pt x="8337" y="7731"/>
                    <a:pt x="8285" y="7709"/>
                    <a:pt x="8234" y="7709"/>
                  </a:cubicBezTo>
                  <a:cubicBezTo>
                    <a:pt x="8193" y="7709"/>
                    <a:pt x="8151" y="7723"/>
                    <a:pt x="8118" y="7753"/>
                  </a:cubicBezTo>
                  <a:cubicBezTo>
                    <a:pt x="7798" y="8028"/>
                    <a:pt x="7396" y="8187"/>
                    <a:pt x="6978" y="8207"/>
                  </a:cubicBezTo>
                  <a:lnTo>
                    <a:pt x="6978" y="4370"/>
                  </a:lnTo>
                  <a:cubicBezTo>
                    <a:pt x="7983" y="4417"/>
                    <a:pt x="8788" y="5259"/>
                    <a:pt x="8788" y="6289"/>
                  </a:cubicBezTo>
                  <a:cubicBezTo>
                    <a:pt x="8788" y="6593"/>
                    <a:pt x="8720" y="6886"/>
                    <a:pt x="8584" y="7155"/>
                  </a:cubicBezTo>
                  <a:cubicBezTo>
                    <a:pt x="8538" y="7245"/>
                    <a:pt x="8574" y="7357"/>
                    <a:pt x="8663" y="7402"/>
                  </a:cubicBezTo>
                  <a:cubicBezTo>
                    <a:pt x="8690" y="7416"/>
                    <a:pt x="8718" y="7422"/>
                    <a:pt x="8746" y="7422"/>
                  </a:cubicBezTo>
                  <a:cubicBezTo>
                    <a:pt x="8812" y="7422"/>
                    <a:pt x="8875" y="7385"/>
                    <a:pt x="8906" y="7321"/>
                  </a:cubicBezTo>
                  <a:cubicBezTo>
                    <a:pt x="9067" y="6999"/>
                    <a:pt x="9150" y="6651"/>
                    <a:pt x="9150" y="6287"/>
                  </a:cubicBezTo>
                  <a:cubicBezTo>
                    <a:pt x="9150" y="5055"/>
                    <a:pt x="8184" y="4047"/>
                    <a:pt x="6978" y="4000"/>
                  </a:cubicBezTo>
                  <a:lnTo>
                    <a:pt x="6978" y="1896"/>
                  </a:lnTo>
                  <a:close/>
                  <a:moveTo>
                    <a:pt x="6583" y="10614"/>
                  </a:moveTo>
                  <a:lnTo>
                    <a:pt x="6583" y="11682"/>
                  </a:lnTo>
                  <a:cubicBezTo>
                    <a:pt x="6584" y="11979"/>
                    <a:pt x="6343" y="12220"/>
                    <a:pt x="6046" y="12220"/>
                  </a:cubicBezTo>
                  <a:lnTo>
                    <a:pt x="896" y="12220"/>
                  </a:lnTo>
                  <a:cubicBezTo>
                    <a:pt x="599" y="12220"/>
                    <a:pt x="358" y="11979"/>
                    <a:pt x="358" y="11682"/>
                  </a:cubicBezTo>
                  <a:lnTo>
                    <a:pt x="358" y="10614"/>
                  </a:lnTo>
                  <a:close/>
                  <a:moveTo>
                    <a:pt x="191" y="0"/>
                  </a:moveTo>
                  <a:cubicBezTo>
                    <a:pt x="85" y="0"/>
                    <a:pt x="1" y="85"/>
                    <a:pt x="1" y="191"/>
                  </a:cubicBezTo>
                  <a:lnTo>
                    <a:pt x="1" y="2189"/>
                  </a:lnTo>
                  <a:cubicBezTo>
                    <a:pt x="1" y="2200"/>
                    <a:pt x="4" y="2210"/>
                    <a:pt x="11" y="2217"/>
                  </a:cubicBezTo>
                  <a:cubicBezTo>
                    <a:pt x="66" y="2276"/>
                    <a:pt x="126" y="2300"/>
                    <a:pt x="180" y="2300"/>
                  </a:cubicBezTo>
                  <a:cubicBezTo>
                    <a:pt x="280" y="2300"/>
                    <a:pt x="360" y="2218"/>
                    <a:pt x="360" y="2116"/>
                  </a:cubicBezTo>
                  <a:lnTo>
                    <a:pt x="360" y="898"/>
                  </a:lnTo>
                  <a:cubicBezTo>
                    <a:pt x="360" y="602"/>
                    <a:pt x="601" y="361"/>
                    <a:pt x="898" y="361"/>
                  </a:cubicBezTo>
                  <a:lnTo>
                    <a:pt x="6049" y="361"/>
                  </a:lnTo>
                  <a:cubicBezTo>
                    <a:pt x="6345" y="361"/>
                    <a:pt x="6586" y="602"/>
                    <a:pt x="6586" y="898"/>
                  </a:cubicBezTo>
                  <a:lnTo>
                    <a:pt x="6586" y="10222"/>
                  </a:lnTo>
                  <a:lnTo>
                    <a:pt x="362" y="10222"/>
                  </a:lnTo>
                  <a:lnTo>
                    <a:pt x="362" y="2916"/>
                  </a:lnTo>
                  <a:cubicBezTo>
                    <a:pt x="362" y="2828"/>
                    <a:pt x="303" y="2746"/>
                    <a:pt x="217" y="2730"/>
                  </a:cubicBezTo>
                  <a:cubicBezTo>
                    <a:pt x="205" y="2727"/>
                    <a:pt x="193" y="2726"/>
                    <a:pt x="181" y="2726"/>
                  </a:cubicBezTo>
                  <a:cubicBezTo>
                    <a:pt x="82" y="2726"/>
                    <a:pt x="1" y="2809"/>
                    <a:pt x="1" y="2912"/>
                  </a:cubicBezTo>
                  <a:lnTo>
                    <a:pt x="1" y="11682"/>
                  </a:lnTo>
                  <a:cubicBezTo>
                    <a:pt x="1" y="12180"/>
                    <a:pt x="404" y="12581"/>
                    <a:pt x="899" y="12581"/>
                  </a:cubicBezTo>
                  <a:lnTo>
                    <a:pt x="6072" y="12581"/>
                  </a:lnTo>
                  <a:cubicBezTo>
                    <a:pt x="6572" y="12581"/>
                    <a:pt x="6978" y="12176"/>
                    <a:pt x="6978" y="11675"/>
                  </a:cubicBezTo>
                  <a:lnTo>
                    <a:pt x="6978" y="11042"/>
                  </a:lnTo>
                  <a:lnTo>
                    <a:pt x="7477" y="11042"/>
                  </a:lnTo>
                  <a:cubicBezTo>
                    <a:pt x="7671" y="11042"/>
                    <a:pt x="7831" y="10883"/>
                    <a:pt x="7831" y="10689"/>
                  </a:cubicBezTo>
                  <a:lnTo>
                    <a:pt x="7831" y="9850"/>
                  </a:lnTo>
                  <a:cubicBezTo>
                    <a:pt x="8148" y="9766"/>
                    <a:pt x="8452" y="9641"/>
                    <a:pt x="8737" y="9479"/>
                  </a:cubicBezTo>
                  <a:lnTo>
                    <a:pt x="9328" y="10062"/>
                  </a:lnTo>
                  <a:cubicBezTo>
                    <a:pt x="9397" y="10130"/>
                    <a:pt x="9488" y="10164"/>
                    <a:pt x="9579" y="10164"/>
                  </a:cubicBezTo>
                  <a:cubicBezTo>
                    <a:pt x="9669" y="10164"/>
                    <a:pt x="9760" y="10130"/>
                    <a:pt x="9829" y="10062"/>
                  </a:cubicBezTo>
                  <a:lnTo>
                    <a:pt x="10683" y="9221"/>
                  </a:lnTo>
                  <a:cubicBezTo>
                    <a:pt x="10734" y="9170"/>
                    <a:pt x="10774" y="9107"/>
                    <a:pt x="10786" y="9036"/>
                  </a:cubicBezTo>
                  <a:cubicBezTo>
                    <a:pt x="10808" y="8917"/>
                    <a:pt x="10772" y="8800"/>
                    <a:pt x="10688" y="8720"/>
                  </a:cubicBezTo>
                  <a:lnTo>
                    <a:pt x="10098" y="8137"/>
                  </a:lnTo>
                  <a:cubicBezTo>
                    <a:pt x="10263" y="7855"/>
                    <a:pt x="10388" y="7557"/>
                    <a:pt x="10473" y="7243"/>
                  </a:cubicBezTo>
                  <a:lnTo>
                    <a:pt x="11311" y="7243"/>
                  </a:lnTo>
                  <a:cubicBezTo>
                    <a:pt x="11507" y="7243"/>
                    <a:pt x="11665" y="7085"/>
                    <a:pt x="11665" y="6889"/>
                  </a:cubicBezTo>
                  <a:lnTo>
                    <a:pt x="11665" y="5694"/>
                  </a:lnTo>
                  <a:cubicBezTo>
                    <a:pt x="11663" y="5496"/>
                    <a:pt x="11504" y="5339"/>
                    <a:pt x="11308" y="5339"/>
                  </a:cubicBezTo>
                  <a:lnTo>
                    <a:pt x="10471" y="5339"/>
                  </a:lnTo>
                  <a:cubicBezTo>
                    <a:pt x="10387" y="5027"/>
                    <a:pt x="10260" y="4726"/>
                    <a:pt x="10095" y="4445"/>
                  </a:cubicBezTo>
                  <a:lnTo>
                    <a:pt x="10686" y="3862"/>
                  </a:lnTo>
                  <a:cubicBezTo>
                    <a:pt x="10769" y="3780"/>
                    <a:pt x="10806" y="3663"/>
                    <a:pt x="10784" y="3546"/>
                  </a:cubicBezTo>
                  <a:cubicBezTo>
                    <a:pt x="10770" y="3474"/>
                    <a:pt x="10732" y="3411"/>
                    <a:pt x="10680" y="3361"/>
                  </a:cubicBezTo>
                  <a:lnTo>
                    <a:pt x="9827" y="2519"/>
                  </a:lnTo>
                  <a:cubicBezTo>
                    <a:pt x="9758" y="2451"/>
                    <a:pt x="9667" y="2417"/>
                    <a:pt x="9576" y="2417"/>
                  </a:cubicBezTo>
                  <a:cubicBezTo>
                    <a:pt x="9486" y="2417"/>
                    <a:pt x="9395" y="2451"/>
                    <a:pt x="9325" y="2519"/>
                  </a:cubicBezTo>
                  <a:lnTo>
                    <a:pt x="8733" y="3103"/>
                  </a:lnTo>
                  <a:cubicBezTo>
                    <a:pt x="8450" y="2939"/>
                    <a:pt x="8146" y="2817"/>
                    <a:pt x="7827" y="2733"/>
                  </a:cubicBezTo>
                  <a:lnTo>
                    <a:pt x="7827" y="1839"/>
                  </a:lnTo>
                  <a:cubicBezTo>
                    <a:pt x="7827" y="1673"/>
                    <a:pt x="7693" y="1540"/>
                    <a:pt x="7528" y="1540"/>
                  </a:cubicBezTo>
                  <a:lnTo>
                    <a:pt x="6978" y="1540"/>
                  </a:lnTo>
                  <a:lnTo>
                    <a:pt x="6978" y="770"/>
                  </a:lnTo>
                  <a:cubicBezTo>
                    <a:pt x="6978" y="345"/>
                    <a:pt x="6633" y="0"/>
                    <a:pt x="62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7" name="Google Shape;15467;p31"/>
            <p:cNvSpPr/>
            <p:nvPr/>
          </p:nvSpPr>
          <p:spPr>
            <a:xfrm>
              <a:off x="1605397" y="3773464"/>
              <a:ext cx="60881" cy="60843"/>
            </a:xfrm>
            <a:custGeom>
              <a:rect b="b" l="l" r="r" t="t"/>
              <a:pathLst>
                <a:path extrusionOk="0" h="1606" w="1607">
                  <a:moveTo>
                    <a:pt x="1246" y="360"/>
                  </a:moveTo>
                  <a:lnTo>
                    <a:pt x="1246" y="1245"/>
                  </a:lnTo>
                  <a:lnTo>
                    <a:pt x="361" y="1245"/>
                  </a:lnTo>
                  <a:lnTo>
                    <a:pt x="361" y="360"/>
                  </a:lnTo>
                  <a:close/>
                  <a:moveTo>
                    <a:pt x="246" y="0"/>
                  </a:moveTo>
                  <a:cubicBezTo>
                    <a:pt x="112" y="0"/>
                    <a:pt x="2" y="110"/>
                    <a:pt x="2" y="245"/>
                  </a:cubicBezTo>
                  <a:lnTo>
                    <a:pt x="2" y="1362"/>
                  </a:lnTo>
                  <a:cubicBezTo>
                    <a:pt x="0" y="1496"/>
                    <a:pt x="110" y="1606"/>
                    <a:pt x="245" y="1606"/>
                  </a:cubicBezTo>
                  <a:lnTo>
                    <a:pt x="1362" y="1606"/>
                  </a:lnTo>
                  <a:cubicBezTo>
                    <a:pt x="1497" y="1606"/>
                    <a:pt x="1607" y="1496"/>
                    <a:pt x="1607" y="1361"/>
                  </a:cubicBezTo>
                  <a:lnTo>
                    <a:pt x="1607" y="245"/>
                  </a:lnTo>
                  <a:cubicBezTo>
                    <a:pt x="1607" y="111"/>
                    <a:pt x="1497" y="0"/>
                    <a:pt x="13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8" name="Google Shape;15468;p31"/>
            <p:cNvSpPr/>
            <p:nvPr/>
          </p:nvSpPr>
          <p:spPr>
            <a:xfrm>
              <a:off x="1677378" y="3773464"/>
              <a:ext cx="60881" cy="60843"/>
            </a:xfrm>
            <a:custGeom>
              <a:rect b="b" l="l" r="r" t="t"/>
              <a:pathLst>
                <a:path extrusionOk="0" h="1606" w="1607">
                  <a:moveTo>
                    <a:pt x="1246" y="360"/>
                  </a:moveTo>
                  <a:lnTo>
                    <a:pt x="1246" y="1245"/>
                  </a:lnTo>
                  <a:lnTo>
                    <a:pt x="361" y="1245"/>
                  </a:lnTo>
                  <a:lnTo>
                    <a:pt x="361" y="360"/>
                  </a:lnTo>
                  <a:close/>
                  <a:moveTo>
                    <a:pt x="246" y="0"/>
                  </a:moveTo>
                  <a:cubicBezTo>
                    <a:pt x="111" y="0"/>
                    <a:pt x="1" y="110"/>
                    <a:pt x="1" y="245"/>
                  </a:cubicBezTo>
                  <a:lnTo>
                    <a:pt x="1" y="1362"/>
                  </a:lnTo>
                  <a:cubicBezTo>
                    <a:pt x="1" y="1496"/>
                    <a:pt x="111" y="1606"/>
                    <a:pt x="245" y="1606"/>
                  </a:cubicBezTo>
                  <a:lnTo>
                    <a:pt x="1361" y="1606"/>
                  </a:lnTo>
                  <a:cubicBezTo>
                    <a:pt x="1497" y="1606"/>
                    <a:pt x="1607" y="1496"/>
                    <a:pt x="1607" y="1361"/>
                  </a:cubicBezTo>
                  <a:lnTo>
                    <a:pt x="1607" y="245"/>
                  </a:lnTo>
                  <a:cubicBezTo>
                    <a:pt x="1607" y="111"/>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9" name="Google Shape;15469;p31"/>
            <p:cNvSpPr/>
            <p:nvPr/>
          </p:nvSpPr>
          <p:spPr>
            <a:xfrm>
              <a:off x="1749398" y="3773464"/>
              <a:ext cx="60881" cy="60843"/>
            </a:xfrm>
            <a:custGeom>
              <a:rect b="b" l="l" r="r" t="t"/>
              <a:pathLst>
                <a:path extrusionOk="0" h="1606" w="1607">
                  <a:moveTo>
                    <a:pt x="1246" y="360"/>
                  </a:moveTo>
                  <a:lnTo>
                    <a:pt x="1246" y="1245"/>
                  </a:lnTo>
                  <a:lnTo>
                    <a:pt x="361" y="1245"/>
                  </a:lnTo>
                  <a:lnTo>
                    <a:pt x="361" y="360"/>
                  </a:lnTo>
                  <a:close/>
                  <a:moveTo>
                    <a:pt x="246" y="0"/>
                  </a:moveTo>
                  <a:cubicBezTo>
                    <a:pt x="111" y="0"/>
                    <a:pt x="1" y="110"/>
                    <a:pt x="1" y="245"/>
                  </a:cubicBezTo>
                  <a:lnTo>
                    <a:pt x="1" y="1362"/>
                  </a:lnTo>
                  <a:cubicBezTo>
                    <a:pt x="1" y="1496"/>
                    <a:pt x="110" y="1606"/>
                    <a:pt x="245" y="1606"/>
                  </a:cubicBezTo>
                  <a:lnTo>
                    <a:pt x="1361" y="1606"/>
                  </a:lnTo>
                  <a:cubicBezTo>
                    <a:pt x="1497" y="1606"/>
                    <a:pt x="1606" y="1496"/>
                    <a:pt x="1606" y="1361"/>
                  </a:cubicBezTo>
                  <a:lnTo>
                    <a:pt x="1606" y="245"/>
                  </a:lnTo>
                  <a:cubicBezTo>
                    <a:pt x="1606" y="111"/>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0" name="Google Shape;15470;p31"/>
            <p:cNvSpPr/>
            <p:nvPr/>
          </p:nvSpPr>
          <p:spPr>
            <a:xfrm>
              <a:off x="1605397"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2" y="110"/>
                    <a:pt x="2" y="245"/>
                  </a:cubicBezTo>
                  <a:lnTo>
                    <a:pt x="2" y="1360"/>
                  </a:lnTo>
                  <a:cubicBezTo>
                    <a:pt x="0" y="1495"/>
                    <a:pt x="110" y="1605"/>
                    <a:pt x="246" y="1605"/>
                  </a:cubicBezTo>
                  <a:lnTo>
                    <a:pt x="1362" y="1605"/>
                  </a:lnTo>
                  <a:cubicBezTo>
                    <a:pt x="1497" y="1605"/>
                    <a:pt x="1607" y="1495"/>
                    <a:pt x="1607" y="1360"/>
                  </a:cubicBezTo>
                  <a:lnTo>
                    <a:pt x="1607" y="245"/>
                  </a:lnTo>
                  <a:cubicBezTo>
                    <a:pt x="1607" y="110"/>
                    <a:pt x="1497" y="0"/>
                    <a:pt x="13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1" name="Google Shape;15471;p31"/>
            <p:cNvSpPr/>
            <p:nvPr/>
          </p:nvSpPr>
          <p:spPr>
            <a:xfrm>
              <a:off x="1677378"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1" y="110"/>
                    <a:pt x="1" y="245"/>
                  </a:cubicBezTo>
                  <a:lnTo>
                    <a:pt x="1" y="1360"/>
                  </a:lnTo>
                  <a:cubicBezTo>
                    <a:pt x="1" y="1495"/>
                    <a:pt x="111" y="1605"/>
                    <a:pt x="246" y="1605"/>
                  </a:cubicBezTo>
                  <a:lnTo>
                    <a:pt x="1361" y="1605"/>
                  </a:lnTo>
                  <a:cubicBezTo>
                    <a:pt x="1497" y="1605"/>
                    <a:pt x="1607" y="1495"/>
                    <a:pt x="1607" y="1360"/>
                  </a:cubicBezTo>
                  <a:lnTo>
                    <a:pt x="1607" y="245"/>
                  </a:lnTo>
                  <a:cubicBezTo>
                    <a:pt x="1607" y="110"/>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2" name="Google Shape;15472;p31"/>
            <p:cNvSpPr/>
            <p:nvPr/>
          </p:nvSpPr>
          <p:spPr>
            <a:xfrm>
              <a:off x="1749398" y="3851697"/>
              <a:ext cx="60881" cy="60805"/>
            </a:xfrm>
            <a:custGeom>
              <a:rect b="b" l="l" r="r" t="t"/>
              <a:pathLst>
                <a:path extrusionOk="0" h="1605" w="1607">
                  <a:moveTo>
                    <a:pt x="1246" y="361"/>
                  </a:moveTo>
                  <a:lnTo>
                    <a:pt x="1246" y="1246"/>
                  </a:lnTo>
                  <a:lnTo>
                    <a:pt x="361" y="1246"/>
                  </a:lnTo>
                  <a:lnTo>
                    <a:pt x="361" y="361"/>
                  </a:lnTo>
                  <a:close/>
                  <a:moveTo>
                    <a:pt x="246" y="0"/>
                  </a:moveTo>
                  <a:cubicBezTo>
                    <a:pt x="111" y="0"/>
                    <a:pt x="1" y="110"/>
                    <a:pt x="1" y="245"/>
                  </a:cubicBezTo>
                  <a:lnTo>
                    <a:pt x="1" y="1360"/>
                  </a:lnTo>
                  <a:cubicBezTo>
                    <a:pt x="1" y="1495"/>
                    <a:pt x="110" y="1605"/>
                    <a:pt x="246" y="1605"/>
                  </a:cubicBezTo>
                  <a:lnTo>
                    <a:pt x="1361" y="1605"/>
                  </a:lnTo>
                  <a:cubicBezTo>
                    <a:pt x="1497" y="1605"/>
                    <a:pt x="1606" y="1495"/>
                    <a:pt x="1606" y="1360"/>
                  </a:cubicBezTo>
                  <a:lnTo>
                    <a:pt x="1606" y="245"/>
                  </a:lnTo>
                  <a:cubicBezTo>
                    <a:pt x="1606" y="110"/>
                    <a:pt x="1497" y="0"/>
                    <a:pt x="13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73" name="Google Shape;15473;p31"/>
          <p:cNvGrpSpPr/>
          <p:nvPr/>
        </p:nvGrpSpPr>
        <p:grpSpPr>
          <a:xfrm>
            <a:off x="957656" y="4158919"/>
            <a:ext cx="399954" cy="449582"/>
            <a:chOff x="738702" y="3729972"/>
            <a:chExt cx="424085" cy="476707"/>
          </a:xfrm>
        </p:grpSpPr>
        <p:sp>
          <p:nvSpPr>
            <p:cNvPr id="15474" name="Google Shape;15474;p31"/>
            <p:cNvSpPr/>
            <p:nvPr/>
          </p:nvSpPr>
          <p:spPr>
            <a:xfrm>
              <a:off x="780072" y="3759825"/>
              <a:ext cx="342405" cy="74482"/>
            </a:xfrm>
            <a:custGeom>
              <a:rect b="b" l="l" r="r" t="t"/>
              <a:pathLst>
                <a:path extrusionOk="0" h="1966" w="9038">
                  <a:moveTo>
                    <a:pt x="8067" y="359"/>
                  </a:moveTo>
                  <a:cubicBezTo>
                    <a:pt x="8362" y="359"/>
                    <a:pt x="8627" y="562"/>
                    <a:pt x="8686" y="853"/>
                  </a:cubicBezTo>
                  <a:cubicBezTo>
                    <a:pt x="8765" y="1252"/>
                    <a:pt x="8462" y="1604"/>
                    <a:pt x="8075" y="1604"/>
                  </a:cubicBezTo>
                  <a:lnTo>
                    <a:pt x="964" y="1604"/>
                  </a:lnTo>
                  <a:cubicBezTo>
                    <a:pt x="963" y="1604"/>
                    <a:pt x="962" y="1604"/>
                    <a:pt x="962" y="1604"/>
                  </a:cubicBezTo>
                  <a:cubicBezTo>
                    <a:pt x="620" y="1604"/>
                    <a:pt x="341" y="1325"/>
                    <a:pt x="341" y="982"/>
                  </a:cubicBezTo>
                  <a:cubicBezTo>
                    <a:pt x="341" y="640"/>
                    <a:pt x="620" y="359"/>
                    <a:pt x="964" y="359"/>
                  </a:cubicBezTo>
                  <a:close/>
                  <a:moveTo>
                    <a:pt x="1021" y="1"/>
                  </a:moveTo>
                  <a:cubicBezTo>
                    <a:pt x="486" y="1"/>
                    <a:pt x="32" y="420"/>
                    <a:pt x="16" y="955"/>
                  </a:cubicBezTo>
                  <a:cubicBezTo>
                    <a:pt x="0" y="1510"/>
                    <a:pt x="446" y="1966"/>
                    <a:pt x="999" y="1966"/>
                  </a:cubicBezTo>
                  <a:lnTo>
                    <a:pt x="8041" y="1966"/>
                  </a:lnTo>
                  <a:cubicBezTo>
                    <a:pt x="8592" y="1966"/>
                    <a:pt x="9038" y="1510"/>
                    <a:pt x="9023" y="955"/>
                  </a:cubicBezTo>
                  <a:cubicBezTo>
                    <a:pt x="9007" y="420"/>
                    <a:pt x="8555" y="1"/>
                    <a:pt x="801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5" name="Google Shape;15475;p31"/>
            <p:cNvSpPr/>
            <p:nvPr/>
          </p:nvSpPr>
          <p:spPr>
            <a:xfrm>
              <a:off x="818677" y="3786686"/>
              <a:ext cx="13714" cy="20799"/>
            </a:xfrm>
            <a:custGeom>
              <a:rect b="b" l="l" r="r" t="t"/>
              <a:pathLst>
                <a:path extrusionOk="0" h="549" w="362">
                  <a:moveTo>
                    <a:pt x="182" y="0"/>
                  </a:moveTo>
                  <a:cubicBezTo>
                    <a:pt x="82" y="0"/>
                    <a:pt x="1" y="81"/>
                    <a:pt x="1" y="181"/>
                  </a:cubicBezTo>
                  <a:lnTo>
                    <a:pt x="1" y="367"/>
                  </a:lnTo>
                  <a:cubicBezTo>
                    <a:pt x="0" y="467"/>
                    <a:pt x="81" y="549"/>
                    <a:pt x="180" y="549"/>
                  </a:cubicBezTo>
                  <a:cubicBezTo>
                    <a:pt x="280" y="549"/>
                    <a:pt x="362" y="467"/>
                    <a:pt x="362" y="367"/>
                  </a:cubicBezTo>
                  <a:lnTo>
                    <a:pt x="362" y="189"/>
                  </a:lnTo>
                  <a:cubicBezTo>
                    <a:pt x="362" y="94"/>
                    <a:pt x="292" y="9"/>
                    <a:pt x="197" y="1"/>
                  </a:cubicBezTo>
                  <a:cubicBezTo>
                    <a:pt x="192" y="1"/>
                    <a:pt x="187"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6" name="Google Shape;15476;p31"/>
            <p:cNvSpPr/>
            <p:nvPr/>
          </p:nvSpPr>
          <p:spPr>
            <a:xfrm>
              <a:off x="849705" y="3786686"/>
              <a:ext cx="13714" cy="20799"/>
            </a:xfrm>
            <a:custGeom>
              <a:rect b="b" l="l" r="r" t="t"/>
              <a:pathLst>
                <a:path extrusionOk="0" h="549" w="362">
                  <a:moveTo>
                    <a:pt x="183" y="0"/>
                  </a:moveTo>
                  <a:cubicBezTo>
                    <a:pt x="82" y="0"/>
                    <a:pt x="2" y="81"/>
                    <a:pt x="2" y="181"/>
                  </a:cubicBezTo>
                  <a:lnTo>
                    <a:pt x="2" y="367"/>
                  </a:lnTo>
                  <a:cubicBezTo>
                    <a:pt x="0" y="467"/>
                    <a:pt x="82" y="549"/>
                    <a:pt x="181" y="549"/>
                  </a:cubicBezTo>
                  <a:cubicBezTo>
                    <a:pt x="281" y="549"/>
                    <a:pt x="362" y="467"/>
                    <a:pt x="362" y="367"/>
                  </a:cubicBezTo>
                  <a:lnTo>
                    <a:pt x="362" y="189"/>
                  </a:lnTo>
                  <a:cubicBezTo>
                    <a:pt x="362" y="94"/>
                    <a:pt x="293" y="9"/>
                    <a:pt x="198" y="1"/>
                  </a:cubicBezTo>
                  <a:cubicBezTo>
                    <a:pt x="193" y="1"/>
                    <a:pt x="188"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7" name="Google Shape;15477;p31"/>
            <p:cNvSpPr/>
            <p:nvPr/>
          </p:nvSpPr>
          <p:spPr>
            <a:xfrm>
              <a:off x="879520" y="3786686"/>
              <a:ext cx="13676" cy="20799"/>
            </a:xfrm>
            <a:custGeom>
              <a:rect b="b" l="l" r="r" t="t"/>
              <a:pathLst>
                <a:path extrusionOk="0" h="549" w="361">
                  <a:moveTo>
                    <a:pt x="182" y="0"/>
                  </a:moveTo>
                  <a:cubicBezTo>
                    <a:pt x="81" y="0"/>
                    <a:pt x="1" y="81"/>
                    <a:pt x="1" y="181"/>
                  </a:cubicBezTo>
                  <a:lnTo>
                    <a:pt x="1" y="367"/>
                  </a:lnTo>
                  <a:cubicBezTo>
                    <a:pt x="1" y="467"/>
                    <a:pt x="80" y="549"/>
                    <a:pt x="180" y="549"/>
                  </a:cubicBezTo>
                  <a:cubicBezTo>
                    <a:pt x="279" y="549"/>
                    <a:pt x="360" y="467"/>
                    <a:pt x="360" y="367"/>
                  </a:cubicBezTo>
                  <a:lnTo>
                    <a:pt x="360" y="189"/>
                  </a:lnTo>
                  <a:cubicBezTo>
                    <a:pt x="360" y="94"/>
                    <a:pt x="291" y="9"/>
                    <a:pt x="197" y="1"/>
                  </a:cubicBezTo>
                  <a:cubicBezTo>
                    <a:pt x="192" y="1"/>
                    <a:pt x="187"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8" name="Google Shape;15478;p31"/>
            <p:cNvSpPr/>
            <p:nvPr/>
          </p:nvSpPr>
          <p:spPr>
            <a:xfrm>
              <a:off x="738702" y="3729972"/>
              <a:ext cx="424085" cy="476707"/>
            </a:xfrm>
            <a:custGeom>
              <a:rect b="b" l="l" r="r" t="t"/>
              <a:pathLst>
                <a:path extrusionOk="0" h="12583" w="11194">
                  <a:moveTo>
                    <a:pt x="9314" y="362"/>
                  </a:moveTo>
                  <a:cubicBezTo>
                    <a:pt x="9971" y="362"/>
                    <a:pt x="10612" y="888"/>
                    <a:pt x="10717" y="1535"/>
                  </a:cubicBezTo>
                  <a:cubicBezTo>
                    <a:pt x="10862" y="2416"/>
                    <a:pt x="10182" y="3181"/>
                    <a:pt x="9329" y="3181"/>
                  </a:cubicBezTo>
                  <a:lnTo>
                    <a:pt x="1897" y="3181"/>
                  </a:lnTo>
                  <a:cubicBezTo>
                    <a:pt x="1118" y="3179"/>
                    <a:pt x="488" y="2548"/>
                    <a:pt x="488" y="1770"/>
                  </a:cubicBezTo>
                  <a:cubicBezTo>
                    <a:pt x="488" y="994"/>
                    <a:pt x="1120" y="362"/>
                    <a:pt x="1897" y="362"/>
                  </a:cubicBezTo>
                  <a:close/>
                  <a:moveTo>
                    <a:pt x="9314" y="3539"/>
                  </a:moveTo>
                  <a:cubicBezTo>
                    <a:pt x="9971" y="3539"/>
                    <a:pt x="10612" y="4066"/>
                    <a:pt x="10717" y="4712"/>
                  </a:cubicBezTo>
                  <a:cubicBezTo>
                    <a:pt x="10862" y="5593"/>
                    <a:pt x="10182" y="6358"/>
                    <a:pt x="9327" y="6358"/>
                  </a:cubicBezTo>
                  <a:lnTo>
                    <a:pt x="1911" y="6358"/>
                  </a:lnTo>
                  <a:cubicBezTo>
                    <a:pt x="1255" y="6358"/>
                    <a:pt x="614" y="5832"/>
                    <a:pt x="508" y="5185"/>
                  </a:cubicBezTo>
                  <a:cubicBezTo>
                    <a:pt x="363" y="4304"/>
                    <a:pt x="1043" y="3539"/>
                    <a:pt x="1897" y="3539"/>
                  </a:cubicBezTo>
                  <a:close/>
                  <a:moveTo>
                    <a:pt x="9327" y="6717"/>
                  </a:moveTo>
                  <a:cubicBezTo>
                    <a:pt x="10105" y="6718"/>
                    <a:pt x="10737" y="7351"/>
                    <a:pt x="10737" y="8127"/>
                  </a:cubicBezTo>
                  <a:cubicBezTo>
                    <a:pt x="10737" y="8903"/>
                    <a:pt x="10105" y="9535"/>
                    <a:pt x="9329" y="9535"/>
                  </a:cubicBezTo>
                  <a:lnTo>
                    <a:pt x="1909" y="9535"/>
                  </a:lnTo>
                  <a:cubicBezTo>
                    <a:pt x="1253" y="9535"/>
                    <a:pt x="613" y="9010"/>
                    <a:pt x="506" y="8362"/>
                  </a:cubicBezTo>
                  <a:cubicBezTo>
                    <a:pt x="362" y="7481"/>
                    <a:pt x="1042" y="6717"/>
                    <a:pt x="1896" y="6717"/>
                  </a:cubicBezTo>
                  <a:close/>
                  <a:moveTo>
                    <a:pt x="1943" y="0"/>
                  </a:moveTo>
                  <a:cubicBezTo>
                    <a:pt x="824" y="0"/>
                    <a:pt x="1" y="911"/>
                    <a:pt x="160" y="2018"/>
                  </a:cubicBezTo>
                  <a:cubicBezTo>
                    <a:pt x="244" y="2602"/>
                    <a:pt x="616" y="3095"/>
                    <a:pt x="1126" y="3350"/>
                  </a:cubicBezTo>
                  <a:cubicBezTo>
                    <a:pt x="542" y="3639"/>
                    <a:pt x="142" y="4240"/>
                    <a:pt x="142" y="4932"/>
                  </a:cubicBezTo>
                  <a:cubicBezTo>
                    <a:pt x="142" y="5624"/>
                    <a:pt x="542" y="6226"/>
                    <a:pt x="1126" y="6515"/>
                  </a:cubicBezTo>
                  <a:cubicBezTo>
                    <a:pt x="615" y="6769"/>
                    <a:pt x="244" y="7261"/>
                    <a:pt x="160" y="7847"/>
                  </a:cubicBezTo>
                  <a:cubicBezTo>
                    <a:pt x="2" y="8954"/>
                    <a:pt x="824" y="9864"/>
                    <a:pt x="1943" y="9864"/>
                  </a:cubicBezTo>
                  <a:lnTo>
                    <a:pt x="5421" y="9864"/>
                  </a:lnTo>
                  <a:lnTo>
                    <a:pt x="5421" y="10487"/>
                  </a:lnTo>
                  <a:lnTo>
                    <a:pt x="5276" y="10487"/>
                  </a:lnTo>
                  <a:cubicBezTo>
                    <a:pt x="5175" y="10487"/>
                    <a:pt x="5092" y="10570"/>
                    <a:pt x="5092" y="10671"/>
                  </a:cubicBezTo>
                  <a:lnTo>
                    <a:pt x="5092" y="11567"/>
                  </a:lnTo>
                  <a:lnTo>
                    <a:pt x="4195" y="11567"/>
                  </a:lnTo>
                  <a:cubicBezTo>
                    <a:pt x="4093" y="11567"/>
                    <a:pt x="4012" y="11650"/>
                    <a:pt x="4012" y="11750"/>
                  </a:cubicBezTo>
                  <a:lnTo>
                    <a:pt x="4012" y="11861"/>
                  </a:lnTo>
                  <a:lnTo>
                    <a:pt x="1501" y="11861"/>
                  </a:lnTo>
                  <a:cubicBezTo>
                    <a:pt x="1405" y="11861"/>
                    <a:pt x="1321" y="11932"/>
                    <a:pt x="1312" y="12026"/>
                  </a:cubicBezTo>
                  <a:cubicBezTo>
                    <a:pt x="1304" y="12133"/>
                    <a:pt x="1388" y="12222"/>
                    <a:pt x="1492" y="12222"/>
                  </a:cubicBezTo>
                  <a:lnTo>
                    <a:pt x="4012" y="12222"/>
                  </a:lnTo>
                  <a:lnTo>
                    <a:pt x="4012" y="12399"/>
                  </a:lnTo>
                  <a:cubicBezTo>
                    <a:pt x="4012" y="12500"/>
                    <a:pt x="4095" y="12582"/>
                    <a:pt x="4195" y="12582"/>
                  </a:cubicBezTo>
                  <a:lnTo>
                    <a:pt x="4789" y="12582"/>
                  </a:lnTo>
                  <a:cubicBezTo>
                    <a:pt x="4870" y="12582"/>
                    <a:pt x="4944" y="12535"/>
                    <a:pt x="4969" y="12458"/>
                  </a:cubicBezTo>
                  <a:cubicBezTo>
                    <a:pt x="5011" y="12335"/>
                    <a:pt x="4910" y="12222"/>
                    <a:pt x="4782" y="12222"/>
                  </a:cubicBezTo>
                  <a:lnTo>
                    <a:pt x="4405" y="12222"/>
                  </a:lnTo>
                  <a:lnTo>
                    <a:pt x="4405" y="11927"/>
                  </a:lnTo>
                  <a:lnTo>
                    <a:pt x="5301" y="11927"/>
                  </a:lnTo>
                  <a:cubicBezTo>
                    <a:pt x="5404" y="11927"/>
                    <a:pt x="5485" y="11845"/>
                    <a:pt x="5485" y="11744"/>
                  </a:cubicBezTo>
                  <a:lnTo>
                    <a:pt x="5485" y="10848"/>
                  </a:lnTo>
                  <a:lnTo>
                    <a:pt x="5747" y="10848"/>
                  </a:lnTo>
                  <a:lnTo>
                    <a:pt x="5747" y="11744"/>
                  </a:lnTo>
                  <a:cubicBezTo>
                    <a:pt x="5747" y="11846"/>
                    <a:pt x="5829" y="11927"/>
                    <a:pt x="5930" y="11927"/>
                  </a:cubicBezTo>
                  <a:lnTo>
                    <a:pt x="6826" y="11927"/>
                  </a:lnTo>
                  <a:lnTo>
                    <a:pt x="6826" y="12222"/>
                  </a:lnTo>
                  <a:lnTo>
                    <a:pt x="5648" y="12222"/>
                  </a:lnTo>
                  <a:cubicBezTo>
                    <a:pt x="5553" y="12222"/>
                    <a:pt x="5468" y="12291"/>
                    <a:pt x="5460" y="12385"/>
                  </a:cubicBezTo>
                  <a:cubicBezTo>
                    <a:pt x="5451" y="12493"/>
                    <a:pt x="5535" y="12582"/>
                    <a:pt x="5640" y="12582"/>
                  </a:cubicBezTo>
                  <a:lnTo>
                    <a:pt x="7004" y="12582"/>
                  </a:lnTo>
                  <a:cubicBezTo>
                    <a:pt x="7106" y="12582"/>
                    <a:pt x="7187" y="12500"/>
                    <a:pt x="7187" y="12400"/>
                  </a:cubicBezTo>
                  <a:lnTo>
                    <a:pt x="7187" y="12222"/>
                  </a:lnTo>
                  <a:lnTo>
                    <a:pt x="9698" y="12222"/>
                  </a:lnTo>
                  <a:cubicBezTo>
                    <a:pt x="9794" y="12222"/>
                    <a:pt x="9878" y="12153"/>
                    <a:pt x="9887" y="12058"/>
                  </a:cubicBezTo>
                  <a:cubicBezTo>
                    <a:pt x="9895" y="11950"/>
                    <a:pt x="9811" y="11861"/>
                    <a:pt x="9707" y="11861"/>
                  </a:cubicBezTo>
                  <a:lnTo>
                    <a:pt x="7190" y="11861"/>
                  </a:lnTo>
                  <a:lnTo>
                    <a:pt x="7190" y="11750"/>
                  </a:lnTo>
                  <a:cubicBezTo>
                    <a:pt x="7190" y="11649"/>
                    <a:pt x="7107" y="11567"/>
                    <a:pt x="7007" y="11567"/>
                  </a:cubicBezTo>
                  <a:lnTo>
                    <a:pt x="6109" y="11567"/>
                  </a:lnTo>
                  <a:lnTo>
                    <a:pt x="6109" y="10671"/>
                  </a:lnTo>
                  <a:cubicBezTo>
                    <a:pt x="6109" y="10568"/>
                    <a:pt x="6027" y="10487"/>
                    <a:pt x="5925" y="10487"/>
                  </a:cubicBezTo>
                  <a:lnTo>
                    <a:pt x="5781" y="10487"/>
                  </a:lnTo>
                  <a:lnTo>
                    <a:pt x="5781" y="9864"/>
                  </a:lnTo>
                  <a:lnTo>
                    <a:pt x="9253" y="9864"/>
                  </a:lnTo>
                  <a:cubicBezTo>
                    <a:pt x="10371" y="9864"/>
                    <a:pt x="11194" y="8953"/>
                    <a:pt x="11035" y="7847"/>
                  </a:cubicBezTo>
                  <a:cubicBezTo>
                    <a:pt x="10951" y="7263"/>
                    <a:pt x="10579" y="6769"/>
                    <a:pt x="10069" y="6515"/>
                  </a:cubicBezTo>
                  <a:cubicBezTo>
                    <a:pt x="10652" y="6226"/>
                    <a:pt x="11052" y="5624"/>
                    <a:pt x="11052" y="4932"/>
                  </a:cubicBezTo>
                  <a:cubicBezTo>
                    <a:pt x="11052" y="4240"/>
                    <a:pt x="10652" y="3639"/>
                    <a:pt x="10070" y="3350"/>
                  </a:cubicBezTo>
                  <a:cubicBezTo>
                    <a:pt x="10580" y="3095"/>
                    <a:pt x="10951" y="2603"/>
                    <a:pt x="11035" y="2018"/>
                  </a:cubicBezTo>
                  <a:cubicBezTo>
                    <a:pt x="11193" y="910"/>
                    <a:pt x="10371" y="0"/>
                    <a:pt x="925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9" name="Google Shape;15479;p31"/>
            <p:cNvSpPr/>
            <p:nvPr/>
          </p:nvSpPr>
          <p:spPr>
            <a:xfrm>
              <a:off x="779580" y="3880224"/>
              <a:ext cx="343465" cy="74520"/>
            </a:xfrm>
            <a:custGeom>
              <a:rect b="b" l="l" r="r" t="t"/>
              <a:pathLst>
                <a:path extrusionOk="0" h="1967" w="9066">
                  <a:moveTo>
                    <a:pt x="999" y="1"/>
                  </a:moveTo>
                  <a:cubicBezTo>
                    <a:pt x="448" y="1"/>
                    <a:pt x="1" y="457"/>
                    <a:pt x="16" y="1012"/>
                  </a:cubicBezTo>
                  <a:cubicBezTo>
                    <a:pt x="32" y="1547"/>
                    <a:pt x="485" y="1966"/>
                    <a:pt x="1022" y="1966"/>
                  </a:cubicBezTo>
                  <a:lnTo>
                    <a:pt x="8045" y="1966"/>
                  </a:lnTo>
                  <a:cubicBezTo>
                    <a:pt x="8580" y="1966"/>
                    <a:pt x="9035" y="1547"/>
                    <a:pt x="9051" y="1012"/>
                  </a:cubicBezTo>
                  <a:cubicBezTo>
                    <a:pt x="9065" y="457"/>
                    <a:pt x="8619" y="1"/>
                    <a:pt x="8067" y="1"/>
                  </a:cubicBezTo>
                  <a:lnTo>
                    <a:pt x="6772" y="1"/>
                  </a:lnTo>
                  <a:cubicBezTo>
                    <a:pt x="6676" y="1"/>
                    <a:pt x="6591" y="70"/>
                    <a:pt x="6583" y="164"/>
                  </a:cubicBezTo>
                  <a:cubicBezTo>
                    <a:pt x="6574" y="271"/>
                    <a:pt x="6658" y="360"/>
                    <a:pt x="6762" y="360"/>
                  </a:cubicBezTo>
                  <a:lnTo>
                    <a:pt x="8080" y="360"/>
                  </a:lnTo>
                  <a:cubicBezTo>
                    <a:pt x="8375" y="360"/>
                    <a:pt x="8640" y="564"/>
                    <a:pt x="8699" y="854"/>
                  </a:cubicBezTo>
                  <a:cubicBezTo>
                    <a:pt x="8778" y="1253"/>
                    <a:pt x="8475" y="1605"/>
                    <a:pt x="8088" y="1605"/>
                  </a:cubicBezTo>
                  <a:lnTo>
                    <a:pt x="986" y="1605"/>
                  </a:lnTo>
                  <a:cubicBezTo>
                    <a:pt x="691" y="1605"/>
                    <a:pt x="426" y="1402"/>
                    <a:pt x="367" y="1112"/>
                  </a:cubicBezTo>
                  <a:cubicBezTo>
                    <a:pt x="287" y="713"/>
                    <a:pt x="591" y="360"/>
                    <a:pt x="977" y="360"/>
                  </a:cubicBezTo>
                  <a:lnTo>
                    <a:pt x="5908" y="360"/>
                  </a:lnTo>
                  <a:cubicBezTo>
                    <a:pt x="6003" y="360"/>
                    <a:pt x="6088" y="291"/>
                    <a:pt x="6096" y="196"/>
                  </a:cubicBezTo>
                  <a:cubicBezTo>
                    <a:pt x="6106" y="90"/>
                    <a:pt x="6022" y="1"/>
                    <a:pt x="591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0" name="Google Shape;15480;p31"/>
            <p:cNvSpPr/>
            <p:nvPr/>
          </p:nvSpPr>
          <p:spPr>
            <a:xfrm>
              <a:off x="818677" y="3906781"/>
              <a:ext cx="13676" cy="20761"/>
            </a:xfrm>
            <a:custGeom>
              <a:rect b="b" l="l" r="r" t="t"/>
              <a:pathLst>
                <a:path extrusionOk="0" h="548" w="361">
                  <a:moveTo>
                    <a:pt x="180" y="1"/>
                  </a:moveTo>
                  <a:cubicBezTo>
                    <a:pt x="81" y="1"/>
                    <a:pt x="0" y="81"/>
                    <a:pt x="0" y="180"/>
                  </a:cubicBezTo>
                  <a:lnTo>
                    <a:pt x="0" y="358"/>
                  </a:lnTo>
                  <a:cubicBezTo>
                    <a:pt x="0" y="454"/>
                    <a:pt x="69" y="539"/>
                    <a:pt x="164" y="547"/>
                  </a:cubicBezTo>
                  <a:cubicBezTo>
                    <a:pt x="169" y="547"/>
                    <a:pt x="175" y="548"/>
                    <a:pt x="180" y="548"/>
                  </a:cubicBezTo>
                  <a:cubicBezTo>
                    <a:pt x="280" y="548"/>
                    <a:pt x="361" y="467"/>
                    <a:pt x="361" y="368"/>
                  </a:cubicBezTo>
                  <a:lnTo>
                    <a:pt x="361" y="190"/>
                  </a:lnTo>
                  <a:cubicBezTo>
                    <a:pt x="361" y="93"/>
                    <a:pt x="290" y="9"/>
                    <a:pt x="196" y="1"/>
                  </a:cubicBezTo>
                  <a:cubicBezTo>
                    <a:pt x="191" y="1"/>
                    <a:pt x="185"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1" name="Google Shape;15481;p31"/>
            <p:cNvSpPr/>
            <p:nvPr/>
          </p:nvSpPr>
          <p:spPr>
            <a:xfrm>
              <a:off x="849705" y="3906781"/>
              <a:ext cx="13676" cy="20761"/>
            </a:xfrm>
            <a:custGeom>
              <a:rect b="b" l="l" r="r" t="t"/>
              <a:pathLst>
                <a:path extrusionOk="0" h="548" w="361">
                  <a:moveTo>
                    <a:pt x="181" y="1"/>
                  </a:moveTo>
                  <a:cubicBezTo>
                    <a:pt x="82" y="1"/>
                    <a:pt x="0" y="81"/>
                    <a:pt x="0" y="180"/>
                  </a:cubicBezTo>
                  <a:lnTo>
                    <a:pt x="0" y="358"/>
                  </a:lnTo>
                  <a:cubicBezTo>
                    <a:pt x="0" y="454"/>
                    <a:pt x="69" y="539"/>
                    <a:pt x="164" y="547"/>
                  </a:cubicBezTo>
                  <a:cubicBezTo>
                    <a:pt x="169" y="547"/>
                    <a:pt x="175" y="548"/>
                    <a:pt x="180" y="548"/>
                  </a:cubicBezTo>
                  <a:cubicBezTo>
                    <a:pt x="281" y="548"/>
                    <a:pt x="361" y="467"/>
                    <a:pt x="361" y="368"/>
                  </a:cubicBezTo>
                  <a:lnTo>
                    <a:pt x="361" y="190"/>
                  </a:lnTo>
                  <a:cubicBezTo>
                    <a:pt x="361" y="93"/>
                    <a:pt x="291" y="9"/>
                    <a:pt x="197" y="1"/>
                  </a:cubicBezTo>
                  <a:cubicBezTo>
                    <a:pt x="192" y="1"/>
                    <a:pt x="186"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2" name="Google Shape;15482;p31"/>
            <p:cNvSpPr/>
            <p:nvPr/>
          </p:nvSpPr>
          <p:spPr>
            <a:xfrm>
              <a:off x="879520" y="3906781"/>
              <a:ext cx="13676" cy="20761"/>
            </a:xfrm>
            <a:custGeom>
              <a:rect b="b" l="l" r="r" t="t"/>
              <a:pathLst>
                <a:path extrusionOk="0" h="548" w="361">
                  <a:moveTo>
                    <a:pt x="180" y="1"/>
                  </a:moveTo>
                  <a:cubicBezTo>
                    <a:pt x="81" y="1"/>
                    <a:pt x="1" y="81"/>
                    <a:pt x="1" y="180"/>
                  </a:cubicBezTo>
                  <a:lnTo>
                    <a:pt x="1" y="358"/>
                  </a:lnTo>
                  <a:cubicBezTo>
                    <a:pt x="1" y="454"/>
                    <a:pt x="70" y="539"/>
                    <a:pt x="164" y="547"/>
                  </a:cubicBezTo>
                  <a:cubicBezTo>
                    <a:pt x="170" y="547"/>
                    <a:pt x="175" y="548"/>
                    <a:pt x="181" y="548"/>
                  </a:cubicBezTo>
                  <a:cubicBezTo>
                    <a:pt x="280" y="548"/>
                    <a:pt x="360" y="467"/>
                    <a:pt x="360" y="368"/>
                  </a:cubicBezTo>
                  <a:lnTo>
                    <a:pt x="360" y="190"/>
                  </a:lnTo>
                  <a:cubicBezTo>
                    <a:pt x="360" y="93"/>
                    <a:pt x="291" y="9"/>
                    <a:pt x="197" y="1"/>
                  </a:cubicBezTo>
                  <a:cubicBezTo>
                    <a:pt x="191" y="1"/>
                    <a:pt x="186"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3" name="Google Shape;15483;p31"/>
            <p:cNvSpPr/>
            <p:nvPr/>
          </p:nvSpPr>
          <p:spPr>
            <a:xfrm>
              <a:off x="780072" y="4000660"/>
              <a:ext cx="342443" cy="74482"/>
            </a:xfrm>
            <a:custGeom>
              <a:rect b="b" l="l" r="r" t="t"/>
              <a:pathLst>
                <a:path extrusionOk="0" h="1966" w="9039">
                  <a:moveTo>
                    <a:pt x="8075" y="359"/>
                  </a:moveTo>
                  <a:cubicBezTo>
                    <a:pt x="8419" y="359"/>
                    <a:pt x="8698" y="639"/>
                    <a:pt x="8698" y="982"/>
                  </a:cubicBezTo>
                  <a:cubicBezTo>
                    <a:pt x="8698" y="1325"/>
                    <a:pt x="8420" y="1605"/>
                    <a:pt x="8075" y="1605"/>
                  </a:cubicBezTo>
                  <a:lnTo>
                    <a:pt x="973" y="1605"/>
                  </a:lnTo>
                  <a:cubicBezTo>
                    <a:pt x="678" y="1605"/>
                    <a:pt x="413" y="1401"/>
                    <a:pt x="354" y="1111"/>
                  </a:cubicBezTo>
                  <a:cubicBezTo>
                    <a:pt x="274" y="712"/>
                    <a:pt x="578" y="359"/>
                    <a:pt x="964" y="359"/>
                  </a:cubicBezTo>
                  <a:close/>
                  <a:moveTo>
                    <a:pt x="999" y="0"/>
                  </a:moveTo>
                  <a:cubicBezTo>
                    <a:pt x="448" y="0"/>
                    <a:pt x="0" y="457"/>
                    <a:pt x="16" y="1011"/>
                  </a:cubicBezTo>
                  <a:cubicBezTo>
                    <a:pt x="32" y="1546"/>
                    <a:pt x="485" y="1965"/>
                    <a:pt x="1021" y="1965"/>
                  </a:cubicBezTo>
                  <a:lnTo>
                    <a:pt x="8018" y="1965"/>
                  </a:lnTo>
                  <a:cubicBezTo>
                    <a:pt x="8554" y="1965"/>
                    <a:pt x="9007" y="1546"/>
                    <a:pt x="9023" y="1011"/>
                  </a:cubicBezTo>
                  <a:cubicBezTo>
                    <a:pt x="9039" y="456"/>
                    <a:pt x="8593" y="0"/>
                    <a:pt x="804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4" name="Google Shape;15484;p31"/>
            <p:cNvSpPr/>
            <p:nvPr/>
          </p:nvSpPr>
          <p:spPr>
            <a:xfrm>
              <a:off x="818677" y="4026915"/>
              <a:ext cx="13714" cy="20799"/>
            </a:xfrm>
            <a:custGeom>
              <a:rect b="b" l="l" r="r" t="t"/>
              <a:pathLst>
                <a:path extrusionOk="0" h="549" w="362">
                  <a:moveTo>
                    <a:pt x="180" y="1"/>
                  </a:moveTo>
                  <a:cubicBezTo>
                    <a:pt x="81" y="1"/>
                    <a:pt x="0" y="82"/>
                    <a:pt x="0" y="182"/>
                  </a:cubicBezTo>
                  <a:lnTo>
                    <a:pt x="0" y="360"/>
                  </a:lnTo>
                  <a:cubicBezTo>
                    <a:pt x="0" y="455"/>
                    <a:pt x="69" y="540"/>
                    <a:pt x="164" y="548"/>
                  </a:cubicBezTo>
                  <a:cubicBezTo>
                    <a:pt x="169" y="549"/>
                    <a:pt x="174" y="549"/>
                    <a:pt x="179" y="549"/>
                  </a:cubicBezTo>
                  <a:cubicBezTo>
                    <a:pt x="280" y="549"/>
                    <a:pt x="361" y="468"/>
                    <a:pt x="361" y="368"/>
                  </a:cubicBezTo>
                  <a:lnTo>
                    <a:pt x="361" y="182"/>
                  </a:lnTo>
                  <a:cubicBezTo>
                    <a:pt x="362" y="82"/>
                    <a:pt x="28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5" name="Google Shape;15485;p31"/>
            <p:cNvSpPr/>
            <p:nvPr/>
          </p:nvSpPr>
          <p:spPr>
            <a:xfrm>
              <a:off x="849705" y="4026915"/>
              <a:ext cx="13676" cy="20799"/>
            </a:xfrm>
            <a:custGeom>
              <a:rect b="b" l="l" r="r" t="t"/>
              <a:pathLst>
                <a:path extrusionOk="0" h="549" w="361">
                  <a:moveTo>
                    <a:pt x="181" y="1"/>
                  </a:moveTo>
                  <a:cubicBezTo>
                    <a:pt x="82" y="1"/>
                    <a:pt x="0" y="82"/>
                    <a:pt x="0" y="182"/>
                  </a:cubicBezTo>
                  <a:lnTo>
                    <a:pt x="0" y="360"/>
                  </a:lnTo>
                  <a:cubicBezTo>
                    <a:pt x="0" y="455"/>
                    <a:pt x="70" y="540"/>
                    <a:pt x="165" y="548"/>
                  </a:cubicBezTo>
                  <a:cubicBezTo>
                    <a:pt x="170" y="549"/>
                    <a:pt x="175" y="549"/>
                    <a:pt x="179" y="549"/>
                  </a:cubicBezTo>
                  <a:cubicBezTo>
                    <a:pt x="280" y="549"/>
                    <a:pt x="361" y="468"/>
                    <a:pt x="361" y="368"/>
                  </a:cubicBezTo>
                  <a:lnTo>
                    <a:pt x="361" y="182"/>
                  </a:lnTo>
                  <a:cubicBezTo>
                    <a:pt x="361" y="82"/>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6" name="Google Shape;15486;p31"/>
            <p:cNvSpPr/>
            <p:nvPr/>
          </p:nvSpPr>
          <p:spPr>
            <a:xfrm>
              <a:off x="879444" y="4026915"/>
              <a:ext cx="13752" cy="20799"/>
            </a:xfrm>
            <a:custGeom>
              <a:rect b="b" l="l" r="r" t="t"/>
              <a:pathLst>
                <a:path extrusionOk="0" h="549" w="363">
                  <a:moveTo>
                    <a:pt x="182" y="1"/>
                  </a:moveTo>
                  <a:cubicBezTo>
                    <a:pt x="82" y="1"/>
                    <a:pt x="1" y="82"/>
                    <a:pt x="1" y="182"/>
                  </a:cubicBezTo>
                  <a:lnTo>
                    <a:pt x="1" y="360"/>
                  </a:lnTo>
                  <a:cubicBezTo>
                    <a:pt x="1" y="455"/>
                    <a:pt x="71" y="540"/>
                    <a:pt x="165" y="548"/>
                  </a:cubicBezTo>
                  <a:cubicBezTo>
                    <a:pt x="170" y="549"/>
                    <a:pt x="175" y="549"/>
                    <a:pt x="180" y="549"/>
                  </a:cubicBezTo>
                  <a:cubicBezTo>
                    <a:pt x="280" y="549"/>
                    <a:pt x="361" y="468"/>
                    <a:pt x="361" y="368"/>
                  </a:cubicBezTo>
                  <a:lnTo>
                    <a:pt x="361" y="182"/>
                  </a:lnTo>
                  <a:cubicBezTo>
                    <a:pt x="362" y="82"/>
                    <a:pt x="281"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87" name="Google Shape;15487;p31"/>
          <p:cNvGrpSpPr/>
          <p:nvPr/>
        </p:nvGrpSpPr>
        <p:grpSpPr>
          <a:xfrm>
            <a:off x="7759076" y="3435900"/>
            <a:ext cx="452298" cy="429824"/>
            <a:chOff x="7951248" y="2963331"/>
            <a:chExt cx="479586" cy="455757"/>
          </a:xfrm>
        </p:grpSpPr>
        <p:sp>
          <p:nvSpPr>
            <p:cNvPr id="15488" name="Google Shape;15488;p31"/>
            <p:cNvSpPr/>
            <p:nvPr/>
          </p:nvSpPr>
          <p:spPr>
            <a:xfrm>
              <a:off x="7951248" y="2963331"/>
              <a:ext cx="479586" cy="455757"/>
            </a:xfrm>
            <a:custGeom>
              <a:rect b="b" l="l" r="r" t="t"/>
              <a:pathLst>
                <a:path extrusionOk="0" h="12030" w="12659">
                  <a:moveTo>
                    <a:pt x="651" y="388"/>
                  </a:moveTo>
                  <a:cubicBezTo>
                    <a:pt x="774" y="388"/>
                    <a:pt x="877" y="488"/>
                    <a:pt x="877" y="614"/>
                  </a:cubicBezTo>
                  <a:cubicBezTo>
                    <a:pt x="877" y="739"/>
                    <a:pt x="775" y="840"/>
                    <a:pt x="651" y="840"/>
                  </a:cubicBezTo>
                  <a:cubicBezTo>
                    <a:pt x="526" y="839"/>
                    <a:pt x="423" y="739"/>
                    <a:pt x="423" y="614"/>
                  </a:cubicBezTo>
                  <a:cubicBezTo>
                    <a:pt x="423" y="490"/>
                    <a:pt x="525" y="388"/>
                    <a:pt x="651" y="388"/>
                  </a:cubicBezTo>
                  <a:close/>
                  <a:moveTo>
                    <a:pt x="6217" y="388"/>
                  </a:moveTo>
                  <a:cubicBezTo>
                    <a:pt x="6341" y="388"/>
                    <a:pt x="6444" y="488"/>
                    <a:pt x="6444" y="614"/>
                  </a:cubicBezTo>
                  <a:cubicBezTo>
                    <a:pt x="6444" y="739"/>
                    <a:pt x="6343" y="840"/>
                    <a:pt x="6217" y="840"/>
                  </a:cubicBezTo>
                  <a:cubicBezTo>
                    <a:pt x="6093" y="840"/>
                    <a:pt x="5990" y="740"/>
                    <a:pt x="5990" y="614"/>
                  </a:cubicBezTo>
                  <a:cubicBezTo>
                    <a:pt x="5992" y="488"/>
                    <a:pt x="6093" y="388"/>
                    <a:pt x="6217" y="388"/>
                  </a:cubicBezTo>
                  <a:close/>
                  <a:moveTo>
                    <a:pt x="12043" y="388"/>
                  </a:moveTo>
                  <a:cubicBezTo>
                    <a:pt x="12167" y="388"/>
                    <a:pt x="12269" y="488"/>
                    <a:pt x="12269" y="614"/>
                  </a:cubicBezTo>
                  <a:cubicBezTo>
                    <a:pt x="12269" y="739"/>
                    <a:pt x="12168" y="840"/>
                    <a:pt x="12043" y="840"/>
                  </a:cubicBezTo>
                  <a:cubicBezTo>
                    <a:pt x="11918" y="840"/>
                    <a:pt x="11817" y="740"/>
                    <a:pt x="11817" y="614"/>
                  </a:cubicBezTo>
                  <a:cubicBezTo>
                    <a:pt x="11817" y="488"/>
                    <a:pt x="11918" y="388"/>
                    <a:pt x="12043" y="388"/>
                  </a:cubicBezTo>
                  <a:close/>
                  <a:moveTo>
                    <a:pt x="12043" y="5798"/>
                  </a:moveTo>
                  <a:cubicBezTo>
                    <a:pt x="12167" y="5798"/>
                    <a:pt x="12269" y="5900"/>
                    <a:pt x="12269" y="6026"/>
                  </a:cubicBezTo>
                  <a:cubicBezTo>
                    <a:pt x="12269" y="6151"/>
                    <a:pt x="12167" y="6252"/>
                    <a:pt x="12043" y="6252"/>
                  </a:cubicBezTo>
                  <a:cubicBezTo>
                    <a:pt x="11918" y="6252"/>
                    <a:pt x="11817" y="6151"/>
                    <a:pt x="11817" y="6026"/>
                  </a:cubicBezTo>
                  <a:cubicBezTo>
                    <a:pt x="11817" y="5900"/>
                    <a:pt x="11917" y="5798"/>
                    <a:pt x="12043" y="5798"/>
                  </a:cubicBezTo>
                  <a:close/>
                  <a:moveTo>
                    <a:pt x="651" y="5801"/>
                  </a:moveTo>
                  <a:cubicBezTo>
                    <a:pt x="774" y="5801"/>
                    <a:pt x="877" y="5901"/>
                    <a:pt x="877" y="6027"/>
                  </a:cubicBezTo>
                  <a:cubicBezTo>
                    <a:pt x="877" y="6152"/>
                    <a:pt x="775" y="6253"/>
                    <a:pt x="651" y="6253"/>
                  </a:cubicBezTo>
                  <a:cubicBezTo>
                    <a:pt x="526" y="6252"/>
                    <a:pt x="423" y="6151"/>
                    <a:pt x="423" y="6027"/>
                  </a:cubicBezTo>
                  <a:cubicBezTo>
                    <a:pt x="423" y="5902"/>
                    <a:pt x="525" y="5801"/>
                    <a:pt x="651" y="5801"/>
                  </a:cubicBezTo>
                  <a:close/>
                  <a:moveTo>
                    <a:pt x="11472" y="806"/>
                  </a:moveTo>
                  <a:cubicBezTo>
                    <a:pt x="11531" y="985"/>
                    <a:pt x="11672" y="1127"/>
                    <a:pt x="11852" y="1186"/>
                  </a:cubicBezTo>
                  <a:lnTo>
                    <a:pt x="11852" y="5466"/>
                  </a:lnTo>
                  <a:cubicBezTo>
                    <a:pt x="11614" y="5543"/>
                    <a:pt x="11442" y="5767"/>
                    <a:pt x="11442" y="6032"/>
                  </a:cubicBezTo>
                  <a:cubicBezTo>
                    <a:pt x="11442" y="6296"/>
                    <a:pt x="11614" y="6519"/>
                    <a:pt x="11852" y="6597"/>
                  </a:cubicBezTo>
                  <a:lnTo>
                    <a:pt x="11852" y="10877"/>
                  </a:lnTo>
                  <a:cubicBezTo>
                    <a:pt x="11671" y="10936"/>
                    <a:pt x="11530" y="11077"/>
                    <a:pt x="11471" y="11258"/>
                  </a:cubicBezTo>
                  <a:lnTo>
                    <a:pt x="6783" y="11258"/>
                  </a:lnTo>
                  <a:cubicBezTo>
                    <a:pt x="6705" y="11019"/>
                    <a:pt x="6481" y="10849"/>
                    <a:pt x="6218" y="10849"/>
                  </a:cubicBezTo>
                  <a:cubicBezTo>
                    <a:pt x="5956" y="10849"/>
                    <a:pt x="5731" y="11022"/>
                    <a:pt x="5654" y="11258"/>
                  </a:cubicBezTo>
                  <a:lnTo>
                    <a:pt x="1224" y="11258"/>
                  </a:lnTo>
                  <a:cubicBezTo>
                    <a:pt x="1165" y="11078"/>
                    <a:pt x="1024" y="10936"/>
                    <a:pt x="842" y="10877"/>
                  </a:cubicBezTo>
                  <a:lnTo>
                    <a:pt x="842" y="6597"/>
                  </a:lnTo>
                  <a:cubicBezTo>
                    <a:pt x="1080" y="6519"/>
                    <a:pt x="1252" y="6295"/>
                    <a:pt x="1252" y="6032"/>
                  </a:cubicBezTo>
                  <a:cubicBezTo>
                    <a:pt x="1252" y="5768"/>
                    <a:pt x="1081" y="5545"/>
                    <a:pt x="842" y="5466"/>
                  </a:cubicBezTo>
                  <a:lnTo>
                    <a:pt x="842" y="1186"/>
                  </a:lnTo>
                  <a:cubicBezTo>
                    <a:pt x="1023" y="1127"/>
                    <a:pt x="1165" y="985"/>
                    <a:pt x="1224" y="806"/>
                  </a:cubicBezTo>
                  <a:lnTo>
                    <a:pt x="5654" y="806"/>
                  </a:lnTo>
                  <a:cubicBezTo>
                    <a:pt x="5731" y="1043"/>
                    <a:pt x="5956" y="1215"/>
                    <a:pt x="6218" y="1215"/>
                  </a:cubicBezTo>
                  <a:cubicBezTo>
                    <a:pt x="6481" y="1215"/>
                    <a:pt x="6705" y="1042"/>
                    <a:pt x="6783" y="806"/>
                  </a:cubicBezTo>
                  <a:close/>
                  <a:moveTo>
                    <a:pt x="12043" y="11212"/>
                  </a:moveTo>
                  <a:cubicBezTo>
                    <a:pt x="12167" y="11213"/>
                    <a:pt x="12269" y="11314"/>
                    <a:pt x="12269" y="11438"/>
                  </a:cubicBezTo>
                  <a:cubicBezTo>
                    <a:pt x="12269" y="11563"/>
                    <a:pt x="12168" y="11665"/>
                    <a:pt x="12043" y="11665"/>
                  </a:cubicBezTo>
                  <a:cubicBezTo>
                    <a:pt x="11918" y="11665"/>
                    <a:pt x="11817" y="11564"/>
                    <a:pt x="11817" y="11438"/>
                  </a:cubicBezTo>
                  <a:cubicBezTo>
                    <a:pt x="11817" y="11314"/>
                    <a:pt x="11917" y="11212"/>
                    <a:pt x="12043" y="11212"/>
                  </a:cubicBezTo>
                  <a:close/>
                  <a:moveTo>
                    <a:pt x="651" y="11212"/>
                  </a:moveTo>
                  <a:cubicBezTo>
                    <a:pt x="774" y="11212"/>
                    <a:pt x="877" y="11313"/>
                    <a:pt x="877" y="11438"/>
                  </a:cubicBezTo>
                  <a:cubicBezTo>
                    <a:pt x="876" y="11563"/>
                    <a:pt x="774" y="11666"/>
                    <a:pt x="651" y="11666"/>
                  </a:cubicBezTo>
                  <a:cubicBezTo>
                    <a:pt x="526" y="11666"/>
                    <a:pt x="423" y="11564"/>
                    <a:pt x="423" y="11438"/>
                  </a:cubicBezTo>
                  <a:cubicBezTo>
                    <a:pt x="423" y="11315"/>
                    <a:pt x="525" y="11212"/>
                    <a:pt x="651" y="11212"/>
                  </a:cubicBezTo>
                  <a:close/>
                  <a:moveTo>
                    <a:pt x="6217" y="11212"/>
                  </a:moveTo>
                  <a:cubicBezTo>
                    <a:pt x="6341" y="11212"/>
                    <a:pt x="6444" y="11313"/>
                    <a:pt x="6444" y="11438"/>
                  </a:cubicBezTo>
                  <a:cubicBezTo>
                    <a:pt x="6444" y="11563"/>
                    <a:pt x="6341" y="11666"/>
                    <a:pt x="6217" y="11666"/>
                  </a:cubicBezTo>
                  <a:cubicBezTo>
                    <a:pt x="6093" y="11666"/>
                    <a:pt x="5990" y="11564"/>
                    <a:pt x="5990" y="11438"/>
                  </a:cubicBezTo>
                  <a:cubicBezTo>
                    <a:pt x="5990" y="11315"/>
                    <a:pt x="6092" y="11212"/>
                    <a:pt x="6217" y="11212"/>
                  </a:cubicBezTo>
                  <a:close/>
                  <a:moveTo>
                    <a:pt x="12027" y="1"/>
                  </a:moveTo>
                  <a:cubicBezTo>
                    <a:pt x="11763" y="1"/>
                    <a:pt x="11540" y="174"/>
                    <a:pt x="11461" y="413"/>
                  </a:cubicBezTo>
                  <a:lnTo>
                    <a:pt x="6765" y="413"/>
                  </a:lnTo>
                  <a:cubicBezTo>
                    <a:pt x="6689" y="174"/>
                    <a:pt x="6465" y="1"/>
                    <a:pt x="6200" y="1"/>
                  </a:cubicBezTo>
                  <a:cubicBezTo>
                    <a:pt x="5937" y="1"/>
                    <a:pt x="5713" y="174"/>
                    <a:pt x="5634" y="413"/>
                  </a:cubicBezTo>
                  <a:lnTo>
                    <a:pt x="1197" y="413"/>
                  </a:lnTo>
                  <a:cubicBezTo>
                    <a:pt x="1118" y="173"/>
                    <a:pt x="894" y="1"/>
                    <a:pt x="629" y="1"/>
                  </a:cubicBezTo>
                  <a:cubicBezTo>
                    <a:pt x="603" y="1"/>
                    <a:pt x="576" y="3"/>
                    <a:pt x="549" y="7"/>
                  </a:cubicBezTo>
                  <a:cubicBezTo>
                    <a:pt x="288" y="42"/>
                    <a:pt x="79" y="252"/>
                    <a:pt x="42" y="512"/>
                  </a:cubicBezTo>
                  <a:cubicBezTo>
                    <a:pt x="0" y="812"/>
                    <a:pt x="184" y="1076"/>
                    <a:pt x="448" y="1163"/>
                  </a:cubicBezTo>
                  <a:lnTo>
                    <a:pt x="448" y="5449"/>
                  </a:lnTo>
                  <a:cubicBezTo>
                    <a:pt x="209" y="5527"/>
                    <a:pt x="37" y="5751"/>
                    <a:pt x="37" y="6015"/>
                  </a:cubicBezTo>
                  <a:cubicBezTo>
                    <a:pt x="37" y="6278"/>
                    <a:pt x="210" y="6503"/>
                    <a:pt x="448" y="6581"/>
                  </a:cubicBezTo>
                  <a:lnTo>
                    <a:pt x="448" y="10868"/>
                  </a:lnTo>
                  <a:cubicBezTo>
                    <a:pt x="184" y="10955"/>
                    <a:pt x="0" y="11218"/>
                    <a:pt x="42" y="11519"/>
                  </a:cubicBezTo>
                  <a:cubicBezTo>
                    <a:pt x="79" y="11779"/>
                    <a:pt x="288" y="11988"/>
                    <a:pt x="549" y="12024"/>
                  </a:cubicBezTo>
                  <a:cubicBezTo>
                    <a:pt x="577" y="12028"/>
                    <a:pt x="605" y="12030"/>
                    <a:pt x="632" y="12030"/>
                  </a:cubicBezTo>
                  <a:cubicBezTo>
                    <a:pt x="895" y="12030"/>
                    <a:pt x="1119" y="11857"/>
                    <a:pt x="1196" y="11619"/>
                  </a:cubicBezTo>
                  <a:lnTo>
                    <a:pt x="5633" y="11619"/>
                  </a:lnTo>
                  <a:cubicBezTo>
                    <a:pt x="5710" y="11856"/>
                    <a:pt x="5934" y="12029"/>
                    <a:pt x="6199" y="12029"/>
                  </a:cubicBezTo>
                  <a:cubicBezTo>
                    <a:pt x="6461" y="12029"/>
                    <a:pt x="6686" y="11856"/>
                    <a:pt x="6764" y="11619"/>
                  </a:cubicBezTo>
                  <a:lnTo>
                    <a:pt x="11460" y="11619"/>
                  </a:lnTo>
                  <a:cubicBezTo>
                    <a:pt x="11537" y="11857"/>
                    <a:pt x="11762" y="12029"/>
                    <a:pt x="12025" y="12029"/>
                  </a:cubicBezTo>
                  <a:cubicBezTo>
                    <a:pt x="12053" y="12029"/>
                    <a:pt x="12081" y="12027"/>
                    <a:pt x="12109" y="12023"/>
                  </a:cubicBezTo>
                  <a:cubicBezTo>
                    <a:pt x="12368" y="11987"/>
                    <a:pt x="12578" y="11778"/>
                    <a:pt x="12615" y="11517"/>
                  </a:cubicBezTo>
                  <a:cubicBezTo>
                    <a:pt x="12655" y="11217"/>
                    <a:pt x="12473" y="10954"/>
                    <a:pt x="12210" y="10868"/>
                  </a:cubicBezTo>
                  <a:lnTo>
                    <a:pt x="12210" y="6581"/>
                  </a:lnTo>
                  <a:cubicBezTo>
                    <a:pt x="12449" y="6503"/>
                    <a:pt x="12622" y="6279"/>
                    <a:pt x="12622" y="6015"/>
                  </a:cubicBezTo>
                  <a:cubicBezTo>
                    <a:pt x="12622" y="5750"/>
                    <a:pt x="12449" y="5526"/>
                    <a:pt x="12211" y="5449"/>
                  </a:cubicBezTo>
                  <a:lnTo>
                    <a:pt x="12211" y="1163"/>
                  </a:lnTo>
                  <a:cubicBezTo>
                    <a:pt x="12475" y="1076"/>
                    <a:pt x="12659" y="812"/>
                    <a:pt x="12617" y="512"/>
                  </a:cubicBezTo>
                  <a:cubicBezTo>
                    <a:pt x="12580" y="252"/>
                    <a:pt x="12371" y="42"/>
                    <a:pt x="12110" y="7"/>
                  </a:cubicBezTo>
                  <a:cubicBezTo>
                    <a:pt x="12082" y="3"/>
                    <a:pt x="12054" y="1"/>
                    <a:pt x="120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9" name="Google Shape;15489;p31"/>
            <p:cNvSpPr/>
            <p:nvPr/>
          </p:nvSpPr>
          <p:spPr>
            <a:xfrm>
              <a:off x="8015387" y="3029819"/>
              <a:ext cx="352596" cy="322780"/>
            </a:xfrm>
            <a:custGeom>
              <a:rect b="b" l="l" r="r" t="t"/>
              <a:pathLst>
                <a:path extrusionOk="0" h="8520" w="9307">
                  <a:moveTo>
                    <a:pt x="8800" y="394"/>
                  </a:moveTo>
                  <a:cubicBezTo>
                    <a:pt x="8879" y="394"/>
                    <a:pt x="8945" y="460"/>
                    <a:pt x="8945" y="540"/>
                  </a:cubicBezTo>
                  <a:lnTo>
                    <a:pt x="8945" y="1214"/>
                  </a:lnTo>
                  <a:lnTo>
                    <a:pt x="394" y="1214"/>
                  </a:lnTo>
                  <a:lnTo>
                    <a:pt x="394" y="540"/>
                  </a:lnTo>
                  <a:cubicBezTo>
                    <a:pt x="394" y="460"/>
                    <a:pt x="459" y="394"/>
                    <a:pt x="539" y="394"/>
                  </a:cubicBezTo>
                  <a:close/>
                  <a:moveTo>
                    <a:pt x="515" y="1"/>
                  </a:moveTo>
                  <a:cubicBezTo>
                    <a:pt x="231" y="1"/>
                    <a:pt x="1" y="231"/>
                    <a:pt x="1" y="516"/>
                  </a:cubicBezTo>
                  <a:lnTo>
                    <a:pt x="1" y="8006"/>
                  </a:lnTo>
                  <a:cubicBezTo>
                    <a:pt x="1" y="8289"/>
                    <a:pt x="231" y="8520"/>
                    <a:pt x="515" y="8520"/>
                  </a:cubicBezTo>
                  <a:lnTo>
                    <a:pt x="9098" y="8520"/>
                  </a:lnTo>
                  <a:cubicBezTo>
                    <a:pt x="9213" y="8520"/>
                    <a:pt x="9306" y="8427"/>
                    <a:pt x="9306" y="8313"/>
                  </a:cubicBezTo>
                  <a:lnTo>
                    <a:pt x="9306" y="6960"/>
                  </a:lnTo>
                  <a:cubicBezTo>
                    <a:pt x="9306" y="6938"/>
                    <a:pt x="9295" y="6916"/>
                    <a:pt x="9279" y="6902"/>
                  </a:cubicBezTo>
                  <a:cubicBezTo>
                    <a:pt x="9223" y="6852"/>
                    <a:pt x="9163" y="6832"/>
                    <a:pt x="9109" y="6832"/>
                  </a:cubicBezTo>
                  <a:cubicBezTo>
                    <a:pt x="9000" y="6832"/>
                    <a:pt x="8913" y="6915"/>
                    <a:pt x="8913" y="7016"/>
                  </a:cubicBezTo>
                  <a:lnTo>
                    <a:pt x="8913" y="8015"/>
                  </a:lnTo>
                  <a:cubicBezTo>
                    <a:pt x="8913" y="8095"/>
                    <a:pt x="8847" y="8160"/>
                    <a:pt x="8767" y="8160"/>
                  </a:cubicBezTo>
                  <a:lnTo>
                    <a:pt x="506" y="8160"/>
                  </a:lnTo>
                  <a:cubicBezTo>
                    <a:pt x="426" y="8160"/>
                    <a:pt x="361" y="8095"/>
                    <a:pt x="361" y="8015"/>
                  </a:cubicBezTo>
                  <a:lnTo>
                    <a:pt x="361" y="1575"/>
                  </a:lnTo>
                  <a:lnTo>
                    <a:pt x="8945" y="1575"/>
                  </a:lnTo>
                  <a:lnTo>
                    <a:pt x="8945" y="6195"/>
                  </a:lnTo>
                  <a:cubicBezTo>
                    <a:pt x="8945" y="6283"/>
                    <a:pt x="9003" y="6363"/>
                    <a:pt x="9089" y="6381"/>
                  </a:cubicBezTo>
                  <a:cubicBezTo>
                    <a:pt x="9101" y="6384"/>
                    <a:pt x="9113" y="6385"/>
                    <a:pt x="9125" y="6385"/>
                  </a:cubicBezTo>
                  <a:cubicBezTo>
                    <a:pt x="9224" y="6385"/>
                    <a:pt x="9306" y="6302"/>
                    <a:pt x="9306" y="6199"/>
                  </a:cubicBezTo>
                  <a:lnTo>
                    <a:pt x="9306" y="519"/>
                  </a:lnTo>
                  <a:cubicBezTo>
                    <a:pt x="9307" y="233"/>
                    <a:pt x="9080" y="1"/>
                    <a:pt x="88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0" name="Google Shape;15490;p31"/>
            <p:cNvSpPr/>
            <p:nvPr/>
          </p:nvSpPr>
          <p:spPr>
            <a:xfrm>
              <a:off x="8222505" y="3136731"/>
              <a:ext cx="54365" cy="54403"/>
            </a:xfrm>
            <a:custGeom>
              <a:rect b="b" l="l" r="r" t="t"/>
              <a:pathLst>
                <a:path extrusionOk="0" h="1436" w="1435">
                  <a:moveTo>
                    <a:pt x="717" y="370"/>
                  </a:moveTo>
                  <a:cubicBezTo>
                    <a:pt x="909" y="370"/>
                    <a:pt x="1065" y="525"/>
                    <a:pt x="1065" y="718"/>
                  </a:cubicBezTo>
                  <a:cubicBezTo>
                    <a:pt x="1065" y="910"/>
                    <a:pt x="909" y="1066"/>
                    <a:pt x="717" y="1066"/>
                  </a:cubicBezTo>
                  <a:cubicBezTo>
                    <a:pt x="717" y="1066"/>
                    <a:pt x="716" y="1066"/>
                    <a:pt x="716" y="1066"/>
                  </a:cubicBezTo>
                  <a:cubicBezTo>
                    <a:pt x="525" y="1066"/>
                    <a:pt x="369" y="910"/>
                    <a:pt x="369" y="718"/>
                  </a:cubicBezTo>
                  <a:cubicBezTo>
                    <a:pt x="369" y="525"/>
                    <a:pt x="525" y="370"/>
                    <a:pt x="717" y="370"/>
                  </a:cubicBezTo>
                  <a:close/>
                  <a:moveTo>
                    <a:pt x="717" y="0"/>
                  </a:moveTo>
                  <a:cubicBezTo>
                    <a:pt x="322" y="0"/>
                    <a:pt x="0" y="323"/>
                    <a:pt x="0" y="718"/>
                  </a:cubicBezTo>
                  <a:cubicBezTo>
                    <a:pt x="0" y="1114"/>
                    <a:pt x="322" y="1435"/>
                    <a:pt x="717" y="1435"/>
                  </a:cubicBezTo>
                  <a:cubicBezTo>
                    <a:pt x="1113" y="1435"/>
                    <a:pt x="1435" y="1115"/>
                    <a:pt x="1435" y="718"/>
                  </a:cubicBezTo>
                  <a:cubicBezTo>
                    <a:pt x="1435" y="322"/>
                    <a:pt x="1112"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1" name="Google Shape;15491;p31"/>
            <p:cNvSpPr/>
            <p:nvPr/>
          </p:nvSpPr>
          <p:spPr>
            <a:xfrm>
              <a:off x="8078731" y="3108090"/>
              <a:ext cx="227196" cy="212232"/>
            </a:xfrm>
            <a:custGeom>
              <a:rect b="b" l="l" r="r" t="t"/>
              <a:pathLst>
                <a:path extrusionOk="0" h="5602" w="5997">
                  <a:moveTo>
                    <a:pt x="4360" y="3028"/>
                  </a:moveTo>
                  <a:lnTo>
                    <a:pt x="5634" y="4392"/>
                  </a:lnTo>
                  <a:lnTo>
                    <a:pt x="5634" y="5117"/>
                  </a:lnTo>
                  <a:cubicBezTo>
                    <a:pt x="5634" y="5185"/>
                    <a:pt x="5579" y="5242"/>
                    <a:pt x="5510" y="5242"/>
                  </a:cubicBezTo>
                  <a:lnTo>
                    <a:pt x="482" y="5242"/>
                  </a:lnTo>
                  <a:cubicBezTo>
                    <a:pt x="414" y="5242"/>
                    <a:pt x="358" y="5187"/>
                    <a:pt x="358" y="5117"/>
                  </a:cubicBezTo>
                  <a:lnTo>
                    <a:pt x="358" y="4189"/>
                  </a:lnTo>
                  <a:lnTo>
                    <a:pt x="1618" y="3028"/>
                  </a:lnTo>
                  <a:lnTo>
                    <a:pt x="3339" y="4872"/>
                  </a:lnTo>
                  <a:cubicBezTo>
                    <a:pt x="3376" y="4912"/>
                    <a:pt x="3424" y="4931"/>
                    <a:pt x="3473" y="4931"/>
                  </a:cubicBezTo>
                  <a:cubicBezTo>
                    <a:pt x="3634" y="4931"/>
                    <a:pt x="3718" y="4737"/>
                    <a:pt x="3609" y="4621"/>
                  </a:cubicBezTo>
                  <a:lnTo>
                    <a:pt x="3158" y="4139"/>
                  </a:lnTo>
                  <a:lnTo>
                    <a:pt x="4360" y="3028"/>
                  </a:lnTo>
                  <a:close/>
                  <a:moveTo>
                    <a:pt x="493" y="0"/>
                  </a:moveTo>
                  <a:cubicBezTo>
                    <a:pt x="220" y="0"/>
                    <a:pt x="0" y="219"/>
                    <a:pt x="0" y="492"/>
                  </a:cubicBezTo>
                  <a:lnTo>
                    <a:pt x="0" y="5109"/>
                  </a:lnTo>
                  <a:cubicBezTo>
                    <a:pt x="0" y="5381"/>
                    <a:pt x="220" y="5601"/>
                    <a:pt x="493" y="5601"/>
                  </a:cubicBezTo>
                  <a:lnTo>
                    <a:pt x="5504" y="5601"/>
                  </a:lnTo>
                  <a:cubicBezTo>
                    <a:pt x="5777" y="5601"/>
                    <a:pt x="5997" y="5381"/>
                    <a:pt x="5997" y="5109"/>
                  </a:cubicBezTo>
                  <a:lnTo>
                    <a:pt x="5997" y="492"/>
                  </a:lnTo>
                  <a:cubicBezTo>
                    <a:pt x="5997" y="220"/>
                    <a:pt x="5777" y="0"/>
                    <a:pt x="5504" y="0"/>
                  </a:cubicBezTo>
                  <a:lnTo>
                    <a:pt x="1955" y="0"/>
                  </a:lnTo>
                  <a:cubicBezTo>
                    <a:pt x="1868" y="0"/>
                    <a:pt x="1786" y="57"/>
                    <a:pt x="1769" y="144"/>
                  </a:cubicBezTo>
                  <a:cubicBezTo>
                    <a:pt x="1745" y="259"/>
                    <a:pt x="1836" y="361"/>
                    <a:pt x="1950" y="361"/>
                  </a:cubicBezTo>
                  <a:lnTo>
                    <a:pt x="5511" y="361"/>
                  </a:lnTo>
                  <a:cubicBezTo>
                    <a:pt x="5579" y="361"/>
                    <a:pt x="5635" y="416"/>
                    <a:pt x="5635" y="485"/>
                  </a:cubicBezTo>
                  <a:lnTo>
                    <a:pt x="5635" y="3763"/>
                  </a:lnTo>
                  <a:lnTo>
                    <a:pt x="4506" y="2582"/>
                  </a:lnTo>
                  <a:cubicBezTo>
                    <a:pt x="4470" y="2544"/>
                    <a:pt x="4420" y="2524"/>
                    <a:pt x="4371" y="2524"/>
                  </a:cubicBezTo>
                  <a:cubicBezTo>
                    <a:pt x="4326" y="2524"/>
                    <a:pt x="4282" y="2540"/>
                    <a:pt x="4246" y="2572"/>
                  </a:cubicBezTo>
                  <a:lnTo>
                    <a:pt x="2908" y="3782"/>
                  </a:lnTo>
                  <a:lnTo>
                    <a:pt x="1762" y="2581"/>
                  </a:lnTo>
                  <a:cubicBezTo>
                    <a:pt x="1726" y="2543"/>
                    <a:pt x="1677" y="2524"/>
                    <a:pt x="1627" y="2524"/>
                  </a:cubicBezTo>
                  <a:cubicBezTo>
                    <a:pt x="1583" y="2524"/>
                    <a:pt x="1538" y="2540"/>
                    <a:pt x="1502" y="2572"/>
                  </a:cubicBezTo>
                  <a:lnTo>
                    <a:pt x="361" y="3604"/>
                  </a:lnTo>
                  <a:lnTo>
                    <a:pt x="361" y="483"/>
                  </a:lnTo>
                  <a:cubicBezTo>
                    <a:pt x="361" y="414"/>
                    <a:pt x="415" y="359"/>
                    <a:pt x="483" y="359"/>
                  </a:cubicBezTo>
                  <a:lnTo>
                    <a:pt x="1100" y="359"/>
                  </a:lnTo>
                  <a:cubicBezTo>
                    <a:pt x="1188" y="359"/>
                    <a:pt x="1269" y="301"/>
                    <a:pt x="1287" y="216"/>
                  </a:cubicBezTo>
                  <a:cubicBezTo>
                    <a:pt x="1310" y="101"/>
                    <a:pt x="1220" y="0"/>
                    <a:pt x="110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92" name="Google Shape;15492;p31"/>
          <p:cNvGrpSpPr/>
          <p:nvPr/>
        </p:nvGrpSpPr>
        <p:grpSpPr>
          <a:xfrm>
            <a:off x="7015834" y="3427254"/>
            <a:ext cx="449654" cy="447187"/>
            <a:chOff x="7163164" y="2954163"/>
            <a:chExt cx="476783" cy="474168"/>
          </a:xfrm>
        </p:grpSpPr>
        <p:sp>
          <p:nvSpPr>
            <p:cNvPr id="15493" name="Google Shape;15493;p31"/>
            <p:cNvSpPr/>
            <p:nvPr/>
          </p:nvSpPr>
          <p:spPr>
            <a:xfrm>
              <a:off x="7368046" y="3217274"/>
              <a:ext cx="271901" cy="211057"/>
            </a:xfrm>
            <a:custGeom>
              <a:rect b="b" l="l" r="r" t="t"/>
              <a:pathLst>
                <a:path extrusionOk="0" h="5571" w="7177">
                  <a:moveTo>
                    <a:pt x="4804" y="393"/>
                  </a:moveTo>
                  <a:cubicBezTo>
                    <a:pt x="4831" y="393"/>
                    <a:pt x="4856" y="407"/>
                    <a:pt x="4871" y="430"/>
                  </a:cubicBezTo>
                  <a:lnTo>
                    <a:pt x="5302" y="1081"/>
                  </a:lnTo>
                  <a:lnTo>
                    <a:pt x="3132" y="1081"/>
                  </a:lnTo>
                  <a:lnTo>
                    <a:pt x="3132" y="1082"/>
                  </a:lnTo>
                  <a:lnTo>
                    <a:pt x="2675" y="393"/>
                  </a:lnTo>
                  <a:close/>
                  <a:moveTo>
                    <a:pt x="450" y="0"/>
                  </a:moveTo>
                  <a:cubicBezTo>
                    <a:pt x="202" y="0"/>
                    <a:pt x="0" y="202"/>
                    <a:pt x="0" y="450"/>
                  </a:cubicBezTo>
                  <a:lnTo>
                    <a:pt x="0" y="1274"/>
                  </a:lnTo>
                  <a:cubicBezTo>
                    <a:pt x="0" y="1362"/>
                    <a:pt x="58" y="1443"/>
                    <a:pt x="144" y="1460"/>
                  </a:cubicBezTo>
                  <a:cubicBezTo>
                    <a:pt x="156" y="1463"/>
                    <a:pt x="168" y="1464"/>
                    <a:pt x="180" y="1464"/>
                  </a:cubicBezTo>
                  <a:cubicBezTo>
                    <a:pt x="280" y="1464"/>
                    <a:pt x="361" y="1381"/>
                    <a:pt x="361" y="1278"/>
                  </a:cubicBezTo>
                  <a:lnTo>
                    <a:pt x="361" y="443"/>
                  </a:lnTo>
                  <a:cubicBezTo>
                    <a:pt x="361" y="397"/>
                    <a:pt x="397" y="361"/>
                    <a:pt x="442" y="361"/>
                  </a:cubicBezTo>
                  <a:lnTo>
                    <a:pt x="2120" y="361"/>
                  </a:lnTo>
                  <a:cubicBezTo>
                    <a:pt x="2147" y="361"/>
                    <a:pt x="2173" y="375"/>
                    <a:pt x="2186" y="397"/>
                  </a:cubicBezTo>
                  <a:lnTo>
                    <a:pt x="2806" y="1358"/>
                  </a:lnTo>
                  <a:cubicBezTo>
                    <a:pt x="2839" y="1410"/>
                    <a:pt x="2896" y="1440"/>
                    <a:pt x="2956" y="1440"/>
                  </a:cubicBezTo>
                  <a:lnTo>
                    <a:pt x="6569" y="1440"/>
                  </a:lnTo>
                  <a:cubicBezTo>
                    <a:pt x="6706" y="1440"/>
                    <a:pt x="6816" y="1550"/>
                    <a:pt x="6816" y="1687"/>
                  </a:cubicBezTo>
                  <a:lnTo>
                    <a:pt x="6816" y="4963"/>
                  </a:lnTo>
                  <a:cubicBezTo>
                    <a:pt x="6816" y="5099"/>
                    <a:pt x="6706" y="5209"/>
                    <a:pt x="6569" y="5209"/>
                  </a:cubicBezTo>
                  <a:lnTo>
                    <a:pt x="552" y="5209"/>
                  </a:lnTo>
                  <a:cubicBezTo>
                    <a:pt x="447" y="5209"/>
                    <a:pt x="362" y="5123"/>
                    <a:pt x="362" y="5017"/>
                  </a:cubicBezTo>
                  <a:lnTo>
                    <a:pt x="362" y="2122"/>
                  </a:lnTo>
                  <a:cubicBezTo>
                    <a:pt x="362" y="2073"/>
                    <a:pt x="338" y="2027"/>
                    <a:pt x="298" y="2000"/>
                  </a:cubicBezTo>
                  <a:cubicBezTo>
                    <a:pt x="259" y="1974"/>
                    <a:pt x="219" y="1963"/>
                    <a:pt x="182" y="1963"/>
                  </a:cubicBezTo>
                  <a:cubicBezTo>
                    <a:pt x="82" y="1963"/>
                    <a:pt x="1" y="2044"/>
                    <a:pt x="1" y="2146"/>
                  </a:cubicBezTo>
                  <a:lnTo>
                    <a:pt x="1" y="4957"/>
                  </a:lnTo>
                  <a:cubicBezTo>
                    <a:pt x="1" y="5295"/>
                    <a:pt x="277" y="5570"/>
                    <a:pt x="614" y="5570"/>
                  </a:cubicBezTo>
                  <a:lnTo>
                    <a:pt x="6564" y="5570"/>
                  </a:lnTo>
                  <a:cubicBezTo>
                    <a:pt x="6903" y="5570"/>
                    <a:pt x="7177" y="5295"/>
                    <a:pt x="7177" y="4957"/>
                  </a:cubicBezTo>
                  <a:lnTo>
                    <a:pt x="7177" y="1695"/>
                  </a:lnTo>
                  <a:cubicBezTo>
                    <a:pt x="7175" y="1357"/>
                    <a:pt x="6899" y="1082"/>
                    <a:pt x="6562" y="1082"/>
                  </a:cubicBezTo>
                  <a:lnTo>
                    <a:pt x="5829" y="1082"/>
                  </a:lnTo>
                  <a:lnTo>
                    <a:pt x="5248" y="205"/>
                  </a:lnTo>
                  <a:cubicBezTo>
                    <a:pt x="5164" y="78"/>
                    <a:pt x="5021" y="0"/>
                    <a:pt x="487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4" name="Google Shape;15494;p31"/>
            <p:cNvSpPr/>
            <p:nvPr/>
          </p:nvSpPr>
          <p:spPr>
            <a:xfrm>
              <a:off x="7163164" y="2954163"/>
              <a:ext cx="271939" cy="211019"/>
            </a:xfrm>
            <a:custGeom>
              <a:rect b="b" l="l" r="r" t="t"/>
              <a:pathLst>
                <a:path extrusionOk="0" h="5570" w="7178">
                  <a:moveTo>
                    <a:pt x="2173" y="359"/>
                  </a:moveTo>
                  <a:cubicBezTo>
                    <a:pt x="2200" y="359"/>
                    <a:pt x="2227" y="373"/>
                    <a:pt x="2242" y="395"/>
                  </a:cubicBezTo>
                  <a:lnTo>
                    <a:pt x="2880" y="1357"/>
                  </a:lnTo>
                  <a:cubicBezTo>
                    <a:pt x="2915" y="1409"/>
                    <a:pt x="2973" y="1439"/>
                    <a:pt x="3035" y="1439"/>
                  </a:cubicBezTo>
                  <a:lnTo>
                    <a:pt x="6539" y="1439"/>
                  </a:lnTo>
                  <a:cubicBezTo>
                    <a:pt x="6675" y="1439"/>
                    <a:pt x="6784" y="1549"/>
                    <a:pt x="6784" y="1685"/>
                  </a:cubicBezTo>
                  <a:lnTo>
                    <a:pt x="6784" y="4961"/>
                  </a:lnTo>
                  <a:cubicBezTo>
                    <a:pt x="6784" y="5097"/>
                    <a:pt x="6675" y="5207"/>
                    <a:pt x="6539" y="5207"/>
                  </a:cubicBezTo>
                  <a:lnTo>
                    <a:pt x="607" y="5207"/>
                  </a:lnTo>
                  <a:cubicBezTo>
                    <a:pt x="607" y="5207"/>
                    <a:pt x="606" y="5207"/>
                    <a:pt x="605" y="5207"/>
                  </a:cubicBezTo>
                  <a:cubicBezTo>
                    <a:pt x="470" y="5207"/>
                    <a:pt x="361" y="5097"/>
                    <a:pt x="361" y="4962"/>
                  </a:cubicBezTo>
                  <a:lnTo>
                    <a:pt x="361" y="441"/>
                  </a:lnTo>
                  <a:cubicBezTo>
                    <a:pt x="361" y="395"/>
                    <a:pt x="398" y="359"/>
                    <a:pt x="444" y="359"/>
                  </a:cubicBezTo>
                  <a:close/>
                  <a:moveTo>
                    <a:pt x="450" y="0"/>
                  </a:moveTo>
                  <a:cubicBezTo>
                    <a:pt x="203" y="0"/>
                    <a:pt x="1" y="201"/>
                    <a:pt x="1" y="449"/>
                  </a:cubicBezTo>
                  <a:lnTo>
                    <a:pt x="1" y="4956"/>
                  </a:lnTo>
                  <a:cubicBezTo>
                    <a:pt x="1" y="5296"/>
                    <a:pt x="276" y="5569"/>
                    <a:pt x="614" y="5569"/>
                  </a:cubicBezTo>
                  <a:lnTo>
                    <a:pt x="6563" y="5569"/>
                  </a:lnTo>
                  <a:cubicBezTo>
                    <a:pt x="6902" y="5569"/>
                    <a:pt x="7177" y="5294"/>
                    <a:pt x="7177" y="4955"/>
                  </a:cubicBezTo>
                  <a:lnTo>
                    <a:pt x="7177" y="1693"/>
                  </a:lnTo>
                  <a:cubicBezTo>
                    <a:pt x="7177" y="1354"/>
                    <a:pt x="6902" y="1080"/>
                    <a:pt x="6565" y="1080"/>
                  </a:cubicBezTo>
                  <a:lnTo>
                    <a:pt x="5760" y="1080"/>
                  </a:lnTo>
                  <a:lnTo>
                    <a:pt x="5179" y="204"/>
                  </a:lnTo>
                  <a:cubicBezTo>
                    <a:pt x="5095" y="76"/>
                    <a:pt x="4953" y="0"/>
                    <a:pt x="4801" y="0"/>
                  </a:cubicBezTo>
                  <a:lnTo>
                    <a:pt x="4241" y="0"/>
                  </a:lnTo>
                  <a:cubicBezTo>
                    <a:pt x="4145" y="0"/>
                    <a:pt x="4059" y="69"/>
                    <a:pt x="4052" y="164"/>
                  </a:cubicBezTo>
                  <a:cubicBezTo>
                    <a:pt x="4043" y="272"/>
                    <a:pt x="4126" y="361"/>
                    <a:pt x="4231" y="361"/>
                  </a:cubicBezTo>
                  <a:lnTo>
                    <a:pt x="4795" y="361"/>
                  </a:lnTo>
                  <a:cubicBezTo>
                    <a:pt x="4822" y="361"/>
                    <a:pt x="4847" y="373"/>
                    <a:pt x="4861" y="397"/>
                  </a:cubicBezTo>
                  <a:lnTo>
                    <a:pt x="5293" y="1049"/>
                  </a:lnTo>
                  <a:lnTo>
                    <a:pt x="3122" y="1049"/>
                  </a:lnTo>
                  <a:lnTo>
                    <a:pt x="2665" y="360"/>
                  </a:lnTo>
                  <a:lnTo>
                    <a:pt x="3361" y="360"/>
                  </a:lnTo>
                  <a:cubicBezTo>
                    <a:pt x="3456" y="360"/>
                    <a:pt x="3541" y="290"/>
                    <a:pt x="3549" y="196"/>
                  </a:cubicBezTo>
                  <a:cubicBezTo>
                    <a:pt x="3559" y="89"/>
                    <a:pt x="3475" y="0"/>
                    <a:pt x="337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5" name="Google Shape;15495;p31"/>
            <p:cNvSpPr/>
            <p:nvPr/>
          </p:nvSpPr>
          <p:spPr>
            <a:xfrm>
              <a:off x="7472154" y="3049671"/>
              <a:ext cx="125361" cy="137977"/>
            </a:xfrm>
            <a:custGeom>
              <a:rect b="b" l="l" r="r" t="t"/>
              <a:pathLst>
                <a:path extrusionOk="0" h="3642" w="3309">
                  <a:moveTo>
                    <a:pt x="201" y="0"/>
                  </a:moveTo>
                  <a:cubicBezTo>
                    <a:pt x="105" y="0"/>
                    <a:pt x="20" y="69"/>
                    <a:pt x="12" y="164"/>
                  </a:cubicBezTo>
                  <a:cubicBezTo>
                    <a:pt x="1" y="272"/>
                    <a:pt x="84" y="362"/>
                    <a:pt x="190" y="362"/>
                  </a:cubicBezTo>
                  <a:lnTo>
                    <a:pt x="2102" y="362"/>
                  </a:lnTo>
                  <a:lnTo>
                    <a:pt x="2102" y="2959"/>
                  </a:lnTo>
                  <a:lnTo>
                    <a:pt x="1604" y="2334"/>
                  </a:lnTo>
                  <a:cubicBezTo>
                    <a:pt x="1569" y="2289"/>
                    <a:pt x="1516" y="2266"/>
                    <a:pt x="1463" y="2266"/>
                  </a:cubicBezTo>
                  <a:cubicBezTo>
                    <a:pt x="1424" y="2266"/>
                    <a:pt x="1384" y="2279"/>
                    <a:pt x="1352" y="2305"/>
                  </a:cubicBezTo>
                  <a:cubicBezTo>
                    <a:pt x="1273" y="2366"/>
                    <a:pt x="1261" y="2480"/>
                    <a:pt x="1322" y="2557"/>
                  </a:cubicBezTo>
                  <a:cubicBezTo>
                    <a:pt x="1322" y="2557"/>
                    <a:pt x="2129" y="3572"/>
                    <a:pt x="2132" y="3575"/>
                  </a:cubicBezTo>
                  <a:cubicBezTo>
                    <a:pt x="2167" y="3620"/>
                    <a:pt x="2220" y="3642"/>
                    <a:pt x="2272" y="3642"/>
                  </a:cubicBezTo>
                  <a:cubicBezTo>
                    <a:pt x="2325" y="3642"/>
                    <a:pt x="2377" y="3620"/>
                    <a:pt x="2412" y="3576"/>
                  </a:cubicBezTo>
                  <a:lnTo>
                    <a:pt x="3241" y="2559"/>
                  </a:lnTo>
                  <a:cubicBezTo>
                    <a:pt x="3308" y="2477"/>
                    <a:pt x="3291" y="2356"/>
                    <a:pt x="3202" y="2295"/>
                  </a:cubicBezTo>
                  <a:cubicBezTo>
                    <a:pt x="3173" y="2275"/>
                    <a:pt x="3139" y="2266"/>
                    <a:pt x="3106" y="2266"/>
                  </a:cubicBezTo>
                  <a:cubicBezTo>
                    <a:pt x="3050" y="2266"/>
                    <a:pt x="2994" y="2292"/>
                    <a:pt x="2956" y="2339"/>
                  </a:cubicBezTo>
                  <a:lnTo>
                    <a:pt x="2463" y="2943"/>
                  </a:lnTo>
                  <a:lnTo>
                    <a:pt x="2463" y="184"/>
                  </a:lnTo>
                  <a:cubicBezTo>
                    <a:pt x="2463" y="83"/>
                    <a:pt x="2380" y="0"/>
                    <a:pt x="22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6" name="Google Shape;15496;p31"/>
            <p:cNvSpPr/>
            <p:nvPr/>
          </p:nvSpPr>
          <p:spPr>
            <a:xfrm>
              <a:off x="7203247" y="3194733"/>
              <a:ext cx="125248" cy="138015"/>
            </a:xfrm>
            <a:custGeom>
              <a:rect b="b" l="l" r="r" t="t"/>
              <a:pathLst>
                <a:path extrusionOk="0" h="3643" w="3306">
                  <a:moveTo>
                    <a:pt x="1034" y="1"/>
                  </a:moveTo>
                  <a:cubicBezTo>
                    <a:pt x="981" y="1"/>
                    <a:pt x="929" y="23"/>
                    <a:pt x="894" y="66"/>
                  </a:cubicBezTo>
                  <a:cubicBezTo>
                    <a:pt x="894" y="67"/>
                    <a:pt x="64" y="1083"/>
                    <a:pt x="64" y="1083"/>
                  </a:cubicBezTo>
                  <a:cubicBezTo>
                    <a:pt x="1" y="1161"/>
                    <a:pt x="13" y="1275"/>
                    <a:pt x="90" y="1338"/>
                  </a:cubicBezTo>
                  <a:cubicBezTo>
                    <a:pt x="123" y="1365"/>
                    <a:pt x="164" y="1378"/>
                    <a:pt x="204" y="1378"/>
                  </a:cubicBezTo>
                  <a:cubicBezTo>
                    <a:pt x="257" y="1378"/>
                    <a:pt x="309" y="1356"/>
                    <a:pt x="344" y="1312"/>
                  </a:cubicBezTo>
                  <a:lnTo>
                    <a:pt x="844" y="699"/>
                  </a:lnTo>
                  <a:lnTo>
                    <a:pt x="844" y="3459"/>
                  </a:lnTo>
                  <a:cubicBezTo>
                    <a:pt x="844" y="3559"/>
                    <a:pt x="927" y="3642"/>
                    <a:pt x="1027" y="3642"/>
                  </a:cubicBezTo>
                  <a:lnTo>
                    <a:pt x="3108" y="3642"/>
                  </a:lnTo>
                  <a:cubicBezTo>
                    <a:pt x="3204" y="3642"/>
                    <a:pt x="3288" y="3573"/>
                    <a:pt x="3297" y="3479"/>
                  </a:cubicBezTo>
                  <a:cubicBezTo>
                    <a:pt x="3305" y="3371"/>
                    <a:pt x="3221" y="3282"/>
                    <a:pt x="3117" y="3282"/>
                  </a:cubicBezTo>
                  <a:lnTo>
                    <a:pt x="1204" y="3282"/>
                  </a:lnTo>
                  <a:lnTo>
                    <a:pt x="1204" y="683"/>
                  </a:lnTo>
                  <a:lnTo>
                    <a:pt x="1702" y="1310"/>
                  </a:lnTo>
                  <a:cubicBezTo>
                    <a:pt x="1736" y="1352"/>
                    <a:pt x="1791" y="1376"/>
                    <a:pt x="1845" y="1376"/>
                  </a:cubicBezTo>
                  <a:cubicBezTo>
                    <a:pt x="1884" y="1376"/>
                    <a:pt x="1923" y="1364"/>
                    <a:pt x="1954" y="1339"/>
                  </a:cubicBezTo>
                  <a:cubicBezTo>
                    <a:pt x="2033" y="1277"/>
                    <a:pt x="2044" y="1164"/>
                    <a:pt x="1983" y="1087"/>
                  </a:cubicBezTo>
                  <a:lnTo>
                    <a:pt x="1174" y="67"/>
                  </a:lnTo>
                  <a:cubicBezTo>
                    <a:pt x="1139" y="23"/>
                    <a:pt x="1086" y="1"/>
                    <a:pt x="103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97" name="Google Shape;15497;p31"/>
          <p:cNvGrpSpPr/>
          <p:nvPr/>
        </p:nvGrpSpPr>
        <p:grpSpPr>
          <a:xfrm>
            <a:off x="6327258" y="3426003"/>
            <a:ext cx="320778" cy="449547"/>
            <a:chOff x="6433044" y="2952837"/>
            <a:chExt cx="340132" cy="476669"/>
          </a:xfrm>
        </p:grpSpPr>
        <p:sp>
          <p:nvSpPr>
            <p:cNvPr id="15498" name="Google Shape;15498;p31"/>
            <p:cNvSpPr/>
            <p:nvPr/>
          </p:nvSpPr>
          <p:spPr>
            <a:xfrm>
              <a:off x="6433044" y="2952837"/>
              <a:ext cx="340132" cy="476669"/>
            </a:xfrm>
            <a:custGeom>
              <a:rect b="b" l="l" r="r" t="t"/>
              <a:pathLst>
                <a:path extrusionOk="0" h="12582" w="8978">
                  <a:moveTo>
                    <a:pt x="6914" y="669"/>
                  </a:moveTo>
                  <a:lnTo>
                    <a:pt x="8393" y="2360"/>
                  </a:lnTo>
                  <a:lnTo>
                    <a:pt x="6914" y="2360"/>
                  </a:lnTo>
                  <a:lnTo>
                    <a:pt x="6914" y="669"/>
                  </a:lnTo>
                  <a:close/>
                  <a:moveTo>
                    <a:pt x="184" y="1"/>
                  </a:moveTo>
                  <a:cubicBezTo>
                    <a:pt x="82" y="1"/>
                    <a:pt x="1" y="84"/>
                    <a:pt x="1" y="184"/>
                  </a:cubicBezTo>
                  <a:lnTo>
                    <a:pt x="1" y="12398"/>
                  </a:lnTo>
                  <a:cubicBezTo>
                    <a:pt x="1" y="12500"/>
                    <a:pt x="83" y="12582"/>
                    <a:pt x="184" y="12582"/>
                  </a:cubicBezTo>
                  <a:lnTo>
                    <a:pt x="8793" y="12582"/>
                  </a:lnTo>
                  <a:cubicBezTo>
                    <a:pt x="8896" y="12582"/>
                    <a:pt x="8977" y="12499"/>
                    <a:pt x="8977" y="12398"/>
                  </a:cubicBezTo>
                  <a:lnTo>
                    <a:pt x="8977" y="2550"/>
                  </a:lnTo>
                  <a:cubicBezTo>
                    <a:pt x="8978" y="2507"/>
                    <a:pt x="8962" y="2464"/>
                    <a:pt x="8934" y="2430"/>
                  </a:cubicBezTo>
                  <a:lnTo>
                    <a:pt x="6867" y="64"/>
                  </a:lnTo>
                  <a:cubicBezTo>
                    <a:pt x="6833" y="23"/>
                    <a:pt x="6782" y="1"/>
                    <a:pt x="6729" y="1"/>
                  </a:cubicBezTo>
                  <a:lnTo>
                    <a:pt x="2844" y="1"/>
                  </a:lnTo>
                  <a:cubicBezTo>
                    <a:pt x="2749" y="1"/>
                    <a:pt x="2664" y="70"/>
                    <a:pt x="2656" y="165"/>
                  </a:cubicBezTo>
                  <a:cubicBezTo>
                    <a:pt x="2646" y="272"/>
                    <a:pt x="2730" y="361"/>
                    <a:pt x="2835" y="361"/>
                  </a:cubicBezTo>
                  <a:lnTo>
                    <a:pt x="6553" y="361"/>
                  </a:lnTo>
                  <a:lnTo>
                    <a:pt x="6553" y="2569"/>
                  </a:lnTo>
                  <a:cubicBezTo>
                    <a:pt x="6553" y="2671"/>
                    <a:pt x="6636" y="2752"/>
                    <a:pt x="6738" y="2752"/>
                  </a:cubicBezTo>
                  <a:lnTo>
                    <a:pt x="8618" y="2752"/>
                  </a:lnTo>
                  <a:lnTo>
                    <a:pt x="8618" y="12222"/>
                  </a:lnTo>
                  <a:lnTo>
                    <a:pt x="361" y="12222"/>
                  </a:lnTo>
                  <a:lnTo>
                    <a:pt x="361" y="361"/>
                  </a:lnTo>
                  <a:lnTo>
                    <a:pt x="1941" y="361"/>
                  </a:lnTo>
                  <a:cubicBezTo>
                    <a:pt x="2037" y="361"/>
                    <a:pt x="2122" y="292"/>
                    <a:pt x="2130" y="198"/>
                  </a:cubicBezTo>
                  <a:cubicBezTo>
                    <a:pt x="2138" y="90"/>
                    <a:pt x="2055" y="1"/>
                    <a:pt x="195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9" name="Google Shape;15499;p31"/>
            <p:cNvSpPr/>
            <p:nvPr/>
          </p:nvSpPr>
          <p:spPr>
            <a:xfrm>
              <a:off x="6498472" y="3305395"/>
              <a:ext cx="25534" cy="13676"/>
            </a:xfrm>
            <a:custGeom>
              <a:rect b="b" l="l" r="r" t="t"/>
              <a:pathLst>
                <a:path extrusionOk="0" h="361" w="674">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0" name="Google Shape;15500;p31"/>
            <p:cNvSpPr/>
            <p:nvPr/>
          </p:nvSpPr>
          <p:spPr>
            <a:xfrm>
              <a:off x="6498472" y="3331498"/>
              <a:ext cx="25534" cy="13676"/>
            </a:xfrm>
            <a:custGeom>
              <a:rect b="b" l="l" r="r" t="t"/>
              <a:pathLst>
                <a:path extrusionOk="0" h="361" w="674">
                  <a:moveTo>
                    <a:pt x="199" y="1"/>
                  </a:moveTo>
                  <a:cubicBezTo>
                    <a:pt x="102" y="1"/>
                    <a:pt x="18" y="70"/>
                    <a:pt x="10" y="164"/>
                  </a:cubicBezTo>
                  <a:cubicBezTo>
                    <a:pt x="1" y="270"/>
                    <a:pt x="85" y="361"/>
                    <a:pt x="189" y="361"/>
                  </a:cubicBezTo>
                  <a:lnTo>
                    <a:pt x="476" y="361"/>
                  </a:lnTo>
                  <a:cubicBezTo>
                    <a:pt x="572" y="361"/>
                    <a:pt x="656" y="291"/>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1" name="Google Shape;15501;p31"/>
            <p:cNvSpPr/>
            <p:nvPr/>
          </p:nvSpPr>
          <p:spPr>
            <a:xfrm>
              <a:off x="6498472" y="3356312"/>
              <a:ext cx="25534" cy="13676"/>
            </a:xfrm>
            <a:custGeom>
              <a:rect b="b" l="l" r="r" t="t"/>
              <a:pathLst>
                <a:path extrusionOk="0" h="361" w="674">
                  <a:moveTo>
                    <a:pt x="199" y="0"/>
                  </a:moveTo>
                  <a:cubicBezTo>
                    <a:pt x="102" y="0"/>
                    <a:pt x="18" y="69"/>
                    <a:pt x="10" y="164"/>
                  </a:cubicBezTo>
                  <a:cubicBezTo>
                    <a:pt x="1" y="272"/>
                    <a:pt x="85" y="361"/>
                    <a:pt x="189" y="361"/>
                  </a:cubicBezTo>
                  <a:lnTo>
                    <a:pt x="476" y="361"/>
                  </a:lnTo>
                  <a:cubicBezTo>
                    <a:pt x="572" y="361"/>
                    <a:pt x="656" y="290"/>
                    <a:pt x="665" y="196"/>
                  </a:cubicBezTo>
                  <a:cubicBezTo>
                    <a:pt x="673" y="89"/>
                    <a:pt x="589" y="0"/>
                    <a:pt x="4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2" name="Google Shape;15502;p31"/>
            <p:cNvSpPr/>
            <p:nvPr/>
          </p:nvSpPr>
          <p:spPr>
            <a:xfrm>
              <a:off x="6589585" y="3305395"/>
              <a:ext cx="25534" cy="13676"/>
            </a:xfrm>
            <a:custGeom>
              <a:rect b="b" l="l" r="r" t="t"/>
              <a:pathLst>
                <a:path extrusionOk="0" h="361" w="674">
                  <a:moveTo>
                    <a:pt x="198" y="1"/>
                  </a:moveTo>
                  <a:cubicBezTo>
                    <a:pt x="103" y="1"/>
                    <a:pt x="17" y="70"/>
                    <a:pt x="10" y="164"/>
                  </a:cubicBezTo>
                  <a:cubicBezTo>
                    <a:pt x="1" y="272"/>
                    <a:pt x="84" y="361"/>
                    <a:pt x="189" y="361"/>
                  </a:cubicBezTo>
                  <a:lnTo>
                    <a:pt x="476" y="361"/>
                  </a:lnTo>
                  <a:cubicBezTo>
                    <a:pt x="571" y="361"/>
                    <a:pt x="656" y="292"/>
                    <a:pt x="665" y="197"/>
                  </a:cubicBezTo>
                  <a:cubicBezTo>
                    <a:pt x="674" y="90"/>
                    <a:pt x="589"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3" name="Google Shape;15503;p31"/>
            <p:cNvSpPr/>
            <p:nvPr/>
          </p:nvSpPr>
          <p:spPr>
            <a:xfrm>
              <a:off x="6589585" y="3331498"/>
              <a:ext cx="25534" cy="13676"/>
            </a:xfrm>
            <a:custGeom>
              <a:rect b="b" l="l" r="r" t="t"/>
              <a:pathLst>
                <a:path extrusionOk="0" h="361" w="674">
                  <a:moveTo>
                    <a:pt x="198" y="1"/>
                  </a:moveTo>
                  <a:cubicBezTo>
                    <a:pt x="103" y="1"/>
                    <a:pt x="17" y="70"/>
                    <a:pt x="10" y="164"/>
                  </a:cubicBezTo>
                  <a:cubicBezTo>
                    <a:pt x="1" y="270"/>
                    <a:pt x="84" y="361"/>
                    <a:pt x="189" y="361"/>
                  </a:cubicBezTo>
                  <a:lnTo>
                    <a:pt x="476" y="361"/>
                  </a:lnTo>
                  <a:cubicBezTo>
                    <a:pt x="571" y="361"/>
                    <a:pt x="656" y="291"/>
                    <a:pt x="665" y="197"/>
                  </a:cubicBezTo>
                  <a:cubicBezTo>
                    <a:pt x="674" y="90"/>
                    <a:pt x="589"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4" name="Google Shape;15504;p31"/>
            <p:cNvSpPr/>
            <p:nvPr/>
          </p:nvSpPr>
          <p:spPr>
            <a:xfrm>
              <a:off x="6589585" y="3356312"/>
              <a:ext cx="25534" cy="13676"/>
            </a:xfrm>
            <a:custGeom>
              <a:rect b="b" l="l" r="r" t="t"/>
              <a:pathLst>
                <a:path extrusionOk="0" h="361" w="674">
                  <a:moveTo>
                    <a:pt x="198" y="0"/>
                  </a:moveTo>
                  <a:cubicBezTo>
                    <a:pt x="103" y="0"/>
                    <a:pt x="17" y="69"/>
                    <a:pt x="10" y="164"/>
                  </a:cubicBezTo>
                  <a:cubicBezTo>
                    <a:pt x="1" y="272"/>
                    <a:pt x="84" y="361"/>
                    <a:pt x="189" y="361"/>
                  </a:cubicBezTo>
                  <a:lnTo>
                    <a:pt x="476" y="361"/>
                  </a:lnTo>
                  <a:cubicBezTo>
                    <a:pt x="571" y="361"/>
                    <a:pt x="656" y="290"/>
                    <a:pt x="665" y="196"/>
                  </a:cubicBezTo>
                  <a:cubicBezTo>
                    <a:pt x="674" y="89"/>
                    <a:pt x="589" y="0"/>
                    <a:pt x="48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5" name="Google Shape;15505;p31"/>
            <p:cNvSpPr/>
            <p:nvPr/>
          </p:nvSpPr>
          <p:spPr>
            <a:xfrm>
              <a:off x="6472786" y="3076986"/>
              <a:ext cx="259436" cy="319030"/>
            </a:xfrm>
            <a:custGeom>
              <a:rect b="b" l="l" r="r" t="t"/>
              <a:pathLst>
                <a:path extrusionOk="0" h="8421" w="6848">
                  <a:moveTo>
                    <a:pt x="1015" y="363"/>
                  </a:moveTo>
                  <a:cubicBezTo>
                    <a:pt x="1340" y="363"/>
                    <a:pt x="1605" y="628"/>
                    <a:pt x="1605" y="953"/>
                  </a:cubicBezTo>
                  <a:cubicBezTo>
                    <a:pt x="1605" y="1278"/>
                    <a:pt x="1340" y="1542"/>
                    <a:pt x="1015" y="1542"/>
                  </a:cubicBezTo>
                  <a:cubicBezTo>
                    <a:pt x="690" y="1542"/>
                    <a:pt x="426" y="1278"/>
                    <a:pt x="426" y="953"/>
                  </a:cubicBezTo>
                  <a:cubicBezTo>
                    <a:pt x="426" y="628"/>
                    <a:pt x="690" y="363"/>
                    <a:pt x="1015" y="363"/>
                  </a:cubicBezTo>
                  <a:close/>
                  <a:moveTo>
                    <a:pt x="3420" y="363"/>
                  </a:moveTo>
                  <a:cubicBezTo>
                    <a:pt x="3744" y="363"/>
                    <a:pt x="4009" y="628"/>
                    <a:pt x="4009" y="953"/>
                  </a:cubicBezTo>
                  <a:cubicBezTo>
                    <a:pt x="4009" y="1278"/>
                    <a:pt x="3744" y="1542"/>
                    <a:pt x="3420" y="1542"/>
                  </a:cubicBezTo>
                  <a:cubicBezTo>
                    <a:pt x="3095" y="1542"/>
                    <a:pt x="2831" y="1278"/>
                    <a:pt x="2831" y="953"/>
                  </a:cubicBezTo>
                  <a:cubicBezTo>
                    <a:pt x="2831" y="628"/>
                    <a:pt x="3095" y="363"/>
                    <a:pt x="3420" y="363"/>
                  </a:cubicBezTo>
                  <a:close/>
                  <a:moveTo>
                    <a:pt x="5825" y="363"/>
                  </a:moveTo>
                  <a:cubicBezTo>
                    <a:pt x="6150" y="363"/>
                    <a:pt x="6414" y="628"/>
                    <a:pt x="6414" y="953"/>
                  </a:cubicBezTo>
                  <a:cubicBezTo>
                    <a:pt x="6414" y="1278"/>
                    <a:pt x="6150" y="1542"/>
                    <a:pt x="5825" y="1542"/>
                  </a:cubicBezTo>
                  <a:cubicBezTo>
                    <a:pt x="5501" y="1542"/>
                    <a:pt x="5236" y="1278"/>
                    <a:pt x="5236" y="953"/>
                  </a:cubicBezTo>
                  <a:cubicBezTo>
                    <a:pt x="5236" y="628"/>
                    <a:pt x="5501" y="363"/>
                    <a:pt x="5825" y="363"/>
                  </a:cubicBezTo>
                  <a:close/>
                  <a:moveTo>
                    <a:pt x="4881" y="3080"/>
                  </a:moveTo>
                  <a:lnTo>
                    <a:pt x="4881" y="4031"/>
                  </a:lnTo>
                  <a:lnTo>
                    <a:pt x="1966" y="4031"/>
                  </a:lnTo>
                  <a:lnTo>
                    <a:pt x="1966" y="3080"/>
                  </a:lnTo>
                  <a:close/>
                  <a:moveTo>
                    <a:pt x="1638" y="5735"/>
                  </a:moveTo>
                  <a:lnTo>
                    <a:pt x="1638" y="8029"/>
                  </a:lnTo>
                  <a:lnTo>
                    <a:pt x="393" y="8029"/>
                  </a:lnTo>
                  <a:lnTo>
                    <a:pt x="393" y="5735"/>
                  </a:lnTo>
                  <a:close/>
                  <a:moveTo>
                    <a:pt x="4030" y="5735"/>
                  </a:moveTo>
                  <a:lnTo>
                    <a:pt x="4030" y="8029"/>
                  </a:lnTo>
                  <a:lnTo>
                    <a:pt x="2785" y="8029"/>
                  </a:lnTo>
                  <a:lnTo>
                    <a:pt x="2785" y="5735"/>
                  </a:lnTo>
                  <a:close/>
                  <a:moveTo>
                    <a:pt x="5814" y="0"/>
                  </a:moveTo>
                  <a:cubicBezTo>
                    <a:pt x="5298" y="0"/>
                    <a:pt x="4879" y="430"/>
                    <a:pt x="4879" y="958"/>
                  </a:cubicBezTo>
                  <a:cubicBezTo>
                    <a:pt x="4879" y="1423"/>
                    <a:pt x="5204" y="1812"/>
                    <a:pt x="5637" y="1897"/>
                  </a:cubicBezTo>
                  <a:lnTo>
                    <a:pt x="5637" y="3049"/>
                  </a:lnTo>
                  <a:lnTo>
                    <a:pt x="5244" y="3049"/>
                  </a:lnTo>
                  <a:lnTo>
                    <a:pt x="5244" y="2905"/>
                  </a:lnTo>
                  <a:cubicBezTo>
                    <a:pt x="5244" y="2803"/>
                    <a:pt x="5161" y="2722"/>
                    <a:pt x="5061" y="2722"/>
                  </a:cubicBezTo>
                  <a:lnTo>
                    <a:pt x="3606" y="2722"/>
                  </a:lnTo>
                  <a:lnTo>
                    <a:pt x="3606" y="1900"/>
                  </a:lnTo>
                  <a:cubicBezTo>
                    <a:pt x="4050" y="1811"/>
                    <a:pt x="4382" y="1402"/>
                    <a:pt x="4362" y="918"/>
                  </a:cubicBezTo>
                  <a:cubicBezTo>
                    <a:pt x="4343" y="439"/>
                    <a:pt x="3966" y="37"/>
                    <a:pt x="3487" y="5"/>
                  </a:cubicBezTo>
                  <a:cubicBezTo>
                    <a:pt x="3466" y="4"/>
                    <a:pt x="3446" y="3"/>
                    <a:pt x="3425" y="3"/>
                  </a:cubicBezTo>
                  <a:cubicBezTo>
                    <a:pt x="2908" y="3"/>
                    <a:pt x="2488" y="433"/>
                    <a:pt x="2488" y="960"/>
                  </a:cubicBezTo>
                  <a:cubicBezTo>
                    <a:pt x="2488" y="1425"/>
                    <a:pt x="2814" y="1814"/>
                    <a:pt x="3246" y="1900"/>
                  </a:cubicBezTo>
                  <a:lnTo>
                    <a:pt x="3246" y="2722"/>
                  </a:lnTo>
                  <a:lnTo>
                    <a:pt x="1791" y="2722"/>
                  </a:lnTo>
                  <a:cubicBezTo>
                    <a:pt x="1689" y="2722"/>
                    <a:pt x="1608" y="2804"/>
                    <a:pt x="1608" y="2905"/>
                  </a:cubicBezTo>
                  <a:lnTo>
                    <a:pt x="1608" y="3049"/>
                  </a:lnTo>
                  <a:lnTo>
                    <a:pt x="1183" y="3049"/>
                  </a:lnTo>
                  <a:lnTo>
                    <a:pt x="1183" y="1903"/>
                  </a:lnTo>
                  <a:cubicBezTo>
                    <a:pt x="1611" y="1817"/>
                    <a:pt x="1937" y="1430"/>
                    <a:pt x="1937" y="963"/>
                  </a:cubicBezTo>
                  <a:cubicBezTo>
                    <a:pt x="1937" y="434"/>
                    <a:pt x="1514" y="5"/>
                    <a:pt x="996" y="5"/>
                  </a:cubicBezTo>
                  <a:cubicBezTo>
                    <a:pt x="976" y="5"/>
                    <a:pt x="957" y="6"/>
                    <a:pt x="938" y="7"/>
                  </a:cubicBezTo>
                  <a:cubicBezTo>
                    <a:pt x="458" y="39"/>
                    <a:pt x="82" y="440"/>
                    <a:pt x="62" y="922"/>
                  </a:cubicBezTo>
                  <a:cubicBezTo>
                    <a:pt x="41" y="1404"/>
                    <a:pt x="375" y="1814"/>
                    <a:pt x="819" y="1902"/>
                  </a:cubicBezTo>
                  <a:lnTo>
                    <a:pt x="819" y="3225"/>
                  </a:lnTo>
                  <a:cubicBezTo>
                    <a:pt x="819" y="3326"/>
                    <a:pt x="901" y="3408"/>
                    <a:pt x="1002" y="3408"/>
                  </a:cubicBezTo>
                  <a:lnTo>
                    <a:pt x="1605" y="3408"/>
                  </a:lnTo>
                  <a:lnTo>
                    <a:pt x="1605" y="3735"/>
                  </a:lnTo>
                  <a:lnTo>
                    <a:pt x="1002" y="3735"/>
                  </a:lnTo>
                  <a:cubicBezTo>
                    <a:pt x="900" y="3735"/>
                    <a:pt x="819" y="3818"/>
                    <a:pt x="819" y="3919"/>
                  </a:cubicBezTo>
                  <a:lnTo>
                    <a:pt x="819" y="5374"/>
                  </a:lnTo>
                  <a:lnTo>
                    <a:pt x="183" y="5374"/>
                  </a:lnTo>
                  <a:cubicBezTo>
                    <a:pt x="82" y="5374"/>
                    <a:pt x="0" y="5457"/>
                    <a:pt x="0" y="5557"/>
                  </a:cubicBezTo>
                  <a:lnTo>
                    <a:pt x="0" y="8237"/>
                  </a:lnTo>
                  <a:cubicBezTo>
                    <a:pt x="0" y="8339"/>
                    <a:pt x="83" y="8421"/>
                    <a:pt x="183" y="8421"/>
                  </a:cubicBezTo>
                  <a:lnTo>
                    <a:pt x="1815" y="8421"/>
                  </a:lnTo>
                  <a:cubicBezTo>
                    <a:pt x="1917" y="8421"/>
                    <a:pt x="1998" y="8338"/>
                    <a:pt x="1998" y="8237"/>
                  </a:cubicBezTo>
                  <a:lnTo>
                    <a:pt x="1998" y="5557"/>
                  </a:lnTo>
                  <a:cubicBezTo>
                    <a:pt x="1998" y="5456"/>
                    <a:pt x="1916" y="5374"/>
                    <a:pt x="1815" y="5374"/>
                  </a:cubicBezTo>
                  <a:lnTo>
                    <a:pt x="1213" y="5374"/>
                  </a:lnTo>
                  <a:lnTo>
                    <a:pt x="1213" y="4096"/>
                  </a:lnTo>
                  <a:lnTo>
                    <a:pt x="1606" y="4096"/>
                  </a:lnTo>
                  <a:lnTo>
                    <a:pt x="1606" y="4241"/>
                  </a:lnTo>
                  <a:cubicBezTo>
                    <a:pt x="1606" y="4342"/>
                    <a:pt x="1688" y="4424"/>
                    <a:pt x="1789" y="4424"/>
                  </a:cubicBezTo>
                  <a:lnTo>
                    <a:pt x="3244" y="4424"/>
                  </a:lnTo>
                  <a:lnTo>
                    <a:pt x="3244" y="5374"/>
                  </a:lnTo>
                  <a:lnTo>
                    <a:pt x="2608" y="5374"/>
                  </a:lnTo>
                  <a:cubicBezTo>
                    <a:pt x="2506" y="5374"/>
                    <a:pt x="2425" y="5457"/>
                    <a:pt x="2425" y="5557"/>
                  </a:cubicBezTo>
                  <a:lnTo>
                    <a:pt x="2425" y="8237"/>
                  </a:lnTo>
                  <a:cubicBezTo>
                    <a:pt x="2425" y="8339"/>
                    <a:pt x="2507" y="8421"/>
                    <a:pt x="2608" y="8421"/>
                  </a:cubicBezTo>
                  <a:lnTo>
                    <a:pt x="4240" y="8421"/>
                  </a:lnTo>
                  <a:cubicBezTo>
                    <a:pt x="4341" y="8421"/>
                    <a:pt x="4423" y="8338"/>
                    <a:pt x="4423" y="8237"/>
                  </a:cubicBezTo>
                  <a:lnTo>
                    <a:pt x="4423" y="5557"/>
                  </a:lnTo>
                  <a:cubicBezTo>
                    <a:pt x="4423" y="5456"/>
                    <a:pt x="4340" y="5374"/>
                    <a:pt x="4240" y="5374"/>
                  </a:cubicBezTo>
                  <a:lnTo>
                    <a:pt x="3605" y="5374"/>
                  </a:lnTo>
                  <a:lnTo>
                    <a:pt x="3605" y="4424"/>
                  </a:lnTo>
                  <a:lnTo>
                    <a:pt x="5059" y="4424"/>
                  </a:lnTo>
                  <a:cubicBezTo>
                    <a:pt x="5161" y="4424"/>
                    <a:pt x="5242" y="4341"/>
                    <a:pt x="5242" y="4241"/>
                  </a:cubicBezTo>
                  <a:lnTo>
                    <a:pt x="5242" y="4096"/>
                  </a:lnTo>
                  <a:lnTo>
                    <a:pt x="5635" y="4096"/>
                  </a:lnTo>
                  <a:lnTo>
                    <a:pt x="5635" y="5374"/>
                  </a:lnTo>
                  <a:lnTo>
                    <a:pt x="5033" y="5374"/>
                  </a:lnTo>
                  <a:cubicBezTo>
                    <a:pt x="4931" y="5374"/>
                    <a:pt x="4849" y="5457"/>
                    <a:pt x="4849" y="5557"/>
                  </a:cubicBezTo>
                  <a:lnTo>
                    <a:pt x="4849" y="8237"/>
                  </a:lnTo>
                  <a:cubicBezTo>
                    <a:pt x="4849" y="8339"/>
                    <a:pt x="4932" y="8421"/>
                    <a:pt x="5033" y="8421"/>
                  </a:cubicBezTo>
                  <a:lnTo>
                    <a:pt x="6665" y="8421"/>
                  </a:lnTo>
                  <a:cubicBezTo>
                    <a:pt x="6766" y="8421"/>
                    <a:pt x="6848" y="8339"/>
                    <a:pt x="6848" y="8238"/>
                  </a:cubicBezTo>
                  <a:lnTo>
                    <a:pt x="6848" y="7578"/>
                  </a:lnTo>
                  <a:cubicBezTo>
                    <a:pt x="6848" y="7482"/>
                    <a:pt x="6779" y="7396"/>
                    <a:pt x="6684" y="7388"/>
                  </a:cubicBezTo>
                  <a:cubicBezTo>
                    <a:pt x="6679" y="7387"/>
                    <a:pt x="6673" y="7387"/>
                    <a:pt x="6668" y="7387"/>
                  </a:cubicBezTo>
                  <a:cubicBezTo>
                    <a:pt x="6568" y="7387"/>
                    <a:pt x="6487" y="7469"/>
                    <a:pt x="6487" y="7571"/>
                  </a:cubicBezTo>
                  <a:lnTo>
                    <a:pt x="6487" y="8028"/>
                  </a:lnTo>
                  <a:lnTo>
                    <a:pt x="5242" y="8028"/>
                  </a:lnTo>
                  <a:lnTo>
                    <a:pt x="5242" y="5734"/>
                  </a:lnTo>
                  <a:lnTo>
                    <a:pt x="6487" y="5734"/>
                  </a:lnTo>
                  <a:lnTo>
                    <a:pt x="6487" y="6684"/>
                  </a:lnTo>
                  <a:cubicBezTo>
                    <a:pt x="6487" y="6780"/>
                    <a:pt x="6557" y="6865"/>
                    <a:pt x="6651" y="6875"/>
                  </a:cubicBezTo>
                  <a:cubicBezTo>
                    <a:pt x="6656" y="6875"/>
                    <a:pt x="6661" y="6875"/>
                    <a:pt x="6665" y="6875"/>
                  </a:cubicBezTo>
                  <a:cubicBezTo>
                    <a:pt x="6767" y="6875"/>
                    <a:pt x="6848" y="6793"/>
                    <a:pt x="6848" y="6691"/>
                  </a:cubicBezTo>
                  <a:lnTo>
                    <a:pt x="6848" y="5557"/>
                  </a:lnTo>
                  <a:cubicBezTo>
                    <a:pt x="6848" y="5456"/>
                    <a:pt x="6765" y="5374"/>
                    <a:pt x="6664" y="5374"/>
                  </a:cubicBezTo>
                  <a:lnTo>
                    <a:pt x="6030" y="5374"/>
                  </a:lnTo>
                  <a:lnTo>
                    <a:pt x="6030" y="3919"/>
                  </a:lnTo>
                  <a:cubicBezTo>
                    <a:pt x="6030" y="3818"/>
                    <a:pt x="5947" y="3736"/>
                    <a:pt x="5846" y="3736"/>
                  </a:cubicBezTo>
                  <a:lnTo>
                    <a:pt x="5244" y="3736"/>
                  </a:lnTo>
                  <a:lnTo>
                    <a:pt x="5244" y="3409"/>
                  </a:lnTo>
                  <a:lnTo>
                    <a:pt x="5813" y="3409"/>
                  </a:lnTo>
                  <a:cubicBezTo>
                    <a:pt x="5916" y="3409"/>
                    <a:pt x="5996" y="3326"/>
                    <a:pt x="5996" y="3226"/>
                  </a:cubicBezTo>
                  <a:lnTo>
                    <a:pt x="5996" y="1897"/>
                  </a:lnTo>
                  <a:cubicBezTo>
                    <a:pt x="6440" y="1808"/>
                    <a:pt x="6774" y="1399"/>
                    <a:pt x="6753" y="915"/>
                  </a:cubicBezTo>
                  <a:cubicBezTo>
                    <a:pt x="6732" y="435"/>
                    <a:pt x="6356" y="32"/>
                    <a:pt x="5876" y="2"/>
                  </a:cubicBezTo>
                  <a:cubicBezTo>
                    <a:pt x="5855" y="1"/>
                    <a:pt x="5835" y="0"/>
                    <a:pt x="581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6" name="Google Shape;15506;p31"/>
            <p:cNvSpPr/>
            <p:nvPr/>
          </p:nvSpPr>
          <p:spPr>
            <a:xfrm>
              <a:off x="6681987" y="3305395"/>
              <a:ext cx="25534" cy="13676"/>
            </a:xfrm>
            <a:custGeom>
              <a:rect b="b" l="l" r="r" t="t"/>
              <a:pathLst>
                <a:path extrusionOk="0" h="361" w="674">
                  <a:moveTo>
                    <a:pt x="199" y="1"/>
                  </a:moveTo>
                  <a:cubicBezTo>
                    <a:pt x="102" y="1"/>
                    <a:pt x="18" y="70"/>
                    <a:pt x="10" y="164"/>
                  </a:cubicBezTo>
                  <a:cubicBezTo>
                    <a:pt x="1" y="272"/>
                    <a:pt x="85" y="361"/>
                    <a:pt x="189" y="361"/>
                  </a:cubicBezTo>
                  <a:lnTo>
                    <a:pt x="476" y="361"/>
                  </a:lnTo>
                  <a:cubicBezTo>
                    <a:pt x="572" y="361"/>
                    <a:pt x="656" y="292"/>
                    <a:pt x="665" y="197"/>
                  </a:cubicBezTo>
                  <a:cubicBezTo>
                    <a:pt x="673" y="90"/>
                    <a:pt x="589"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7" name="Google Shape;15507;p31"/>
            <p:cNvSpPr/>
            <p:nvPr/>
          </p:nvSpPr>
          <p:spPr>
            <a:xfrm>
              <a:off x="6681949" y="3331422"/>
              <a:ext cx="25572" cy="13676"/>
            </a:xfrm>
            <a:custGeom>
              <a:rect b="b" l="l" r="r" t="t"/>
              <a:pathLst>
                <a:path extrusionOk="0" h="361" w="675">
                  <a:moveTo>
                    <a:pt x="198" y="1"/>
                  </a:moveTo>
                  <a:cubicBezTo>
                    <a:pt x="102" y="1"/>
                    <a:pt x="18" y="71"/>
                    <a:pt x="9" y="165"/>
                  </a:cubicBezTo>
                  <a:cubicBezTo>
                    <a:pt x="1" y="272"/>
                    <a:pt x="85" y="361"/>
                    <a:pt x="189" y="361"/>
                  </a:cubicBezTo>
                  <a:lnTo>
                    <a:pt x="475" y="361"/>
                  </a:lnTo>
                  <a:cubicBezTo>
                    <a:pt x="572" y="361"/>
                    <a:pt x="656" y="292"/>
                    <a:pt x="664" y="197"/>
                  </a:cubicBezTo>
                  <a:cubicBezTo>
                    <a:pt x="674" y="92"/>
                    <a:pt x="590" y="1"/>
                    <a:pt x="4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8" name="Google Shape;15508;p31"/>
            <p:cNvSpPr/>
            <p:nvPr/>
          </p:nvSpPr>
          <p:spPr>
            <a:xfrm>
              <a:off x="6681949" y="3356312"/>
              <a:ext cx="25572" cy="13676"/>
            </a:xfrm>
            <a:custGeom>
              <a:rect b="b" l="l" r="r" t="t"/>
              <a:pathLst>
                <a:path extrusionOk="0" h="361" w="675">
                  <a:moveTo>
                    <a:pt x="198" y="0"/>
                  </a:moveTo>
                  <a:cubicBezTo>
                    <a:pt x="102" y="0"/>
                    <a:pt x="18" y="69"/>
                    <a:pt x="9" y="164"/>
                  </a:cubicBezTo>
                  <a:cubicBezTo>
                    <a:pt x="1" y="272"/>
                    <a:pt x="85" y="361"/>
                    <a:pt x="189" y="361"/>
                  </a:cubicBezTo>
                  <a:lnTo>
                    <a:pt x="475" y="361"/>
                  </a:lnTo>
                  <a:cubicBezTo>
                    <a:pt x="572" y="361"/>
                    <a:pt x="656" y="290"/>
                    <a:pt x="664" y="196"/>
                  </a:cubicBezTo>
                  <a:cubicBezTo>
                    <a:pt x="674" y="89"/>
                    <a:pt x="590" y="0"/>
                    <a:pt x="4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09" name="Google Shape;15509;p31"/>
          <p:cNvGrpSpPr/>
          <p:nvPr/>
        </p:nvGrpSpPr>
        <p:grpSpPr>
          <a:xfrm>
            <a:off x="5498337" y="3433613"/>
            <a:ext cx="449618" cy="434397"/>
            <a:chOff x="5554112" y="2960907"/>
            <a:chExt cx="476745" cy="460606"/>
          </a:xfrm>
        </p:grpSpPr>
        <p:sp>
          <p:nvSpPr>
            <p:cNvPr id="15510" name="Google Shape;15510;p31"/>
            <p:cNvSpPr/>
            <p:nvPr/>
          </p:nvSpPr>
          <p:spPr>
            <a:xfrm>
              <a:off x="5824611" y="3184390"/>
              <a:ext cx="168853" cy="93159"/>
            </a:xfrm>
            <a:custGeom>
              <a:rect b="b" l="l" r="r" t="t"/>
              <a:pathLst>
                <a:path extrusionOk="0" h="2459" w="4457">
                  <a:moveTo>
                    <a:pt x="4097" y="360"/>
                  </a:moveTo>
                  <a:lnTo>
                    <a:pt x="4097" y="2097"/>
                  </a:lnTo>
                  <a:lnTo>
                    <a:pt x="396" y="2097"/>
                  </a:lnTo>
                  <a:lnTo>
                    <a:pt x="396" y="360"/>
                  </a:lnTo>
                  <a:close/>
                  <a:moveTo>
                    <a:pt x="184" y="0"/>
                  </a:moveTo>
                  <a:cubicBezTo>
                    <a:pt x="83" y="0"/>
                    <a:pt x="1" y="83"/>
                    <a:pt x="1" y="183"/>
                  </a:cubicBezTo>
                  <a:lnTo>
                    <a:pt x="1" y="2275"/>
                  </a:lnTo>
                  <a:cubicBezTo>
                    <a:pt x="1" y="2375"/>
                    <a:pt x="83" y="2458"/>
                    <a:pt x="184" y="2458"/>
                  </a:cubicBezTo>
                  <a:lnTo>
                    <a:pt x="4273" y="2458"/>
                  </a:lnTo>
                  <a:cubicBezTo>
                    <a:pt x="4373" y="2458"/>
                    <a:pt x="4456" y="2375"/>
                    <a:pt x="4456" y="2275"/>
                  </a:cubicBezTo>
                  <a:lnTo>
                    <a:pt x="4456" y="183"/>
                  </a:lnTo>
                  <a:cubicBezTo>
                    <a:pt x="4456" y="83"/>
                    <a:pt x="4373" y="0"/>
                    <a:pt x="427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1" name="Google Shape;15511;p31"/>
            <p:cNvSpPr/>
            <p:nvPr/>
          </p:nvSpPr>
          <p:spPr>
            <a:xfrm>
              <a:off x="5554112" y="2960907"/>
              <a:ext cx="476745" cy="460606"/>
            </a:xfrm>
            <a:custGeom>
              <a:rect b="b" l="l" r="r" t="t"/>
              <a:pathLst>
                <a:path extrusionOk="0" h="12158" w="12584">
                  <a:moveTo>
                    <a:pt x="1243" y="2492"/>
                  </a:moveTo>
                  <a:lnTo>
                    <a:pt x="1243" y="3540"/>
                  </a:lnTo>
                  <a:lnTo>
                    <a:pt x="358" y="3540"/>
                  </a:lnTo>
                  <a:lnTo>
                    <a:pt x="358" y="2699"/>
                  </a:lnTo>
                  <a:cubicBezTo>
                    <a:pt x="358" y="2584"/>
                    <a:pt x="451" y="2492"/>
                    <a:pt x="567" y="2492"/>
                  </a:cubicBezTo>
                  <a:close/>
                  <a:moveTo>
                    <a:pt x="12220" y="1770"/>
                  </a:moveTo>
                  <a:lnTo>
                    <a:pt x="12220" y="9459"/>
                  </a:lnTo>
                  <a:cubicBezTo>
                    <a:pt x="12220" y="9574"/>
                    <a:pt x="12126" y="9667"/>
                    <a:pt x="12013" y="9667"/>
                  </a:cubicBezTo>
                  <a:lnTo>
                    <a:pt x="1845" y="9667"/>
                  </a:lnTo>
                  <a:cubicBezTo>
                    <a:pt x="1730" y="9667"/>
                    <a:pt x="1637" y="9574"/>
                    <a:pt x="1637" y="9459"/>
                  </a:cubicBezTo>
                  <a:lnTo>
                    <a:pt x="1637" y="1770"/>
                  </a:lnTo>
                  <a:close/>
                  <a:moveTo>
                    <a:pt x="1815" y="0"/>
                  </a:moveTo>
                  <a:cubicBezTo>
                    <a:pt x="1501" y="0"/>
                    <a:pt x="1246" y="257"/>
                    <a:pt x="1246" y="572"/>
                  </a:cubicBezTo>
                  <a:lnTo>
                    <a:pt x="1246" y="2131"/>
                  </a:lnTo>
                  <a:lnTo>
                    <a:pt x="576" y="2131"/>
                  </a:lnTo>
                  <a:cubicBezTo>
                    <a:pt x="258" y="2131"/>
                    <a:pt x="1" y="2388"/>
                    <a:pt x="1" y="2705"/>
                  </a:cubicBezTo>
                  <a:lnTo>
                    <a:pt x="1" y="11964"/>
                  </a:lnTo>
                  <a:cubicBezTo>
                    <a:pt x="1" y="12071"/>
                    <a:pt x="86" y="12156"/>
                    <a:pt x="192" y="12156"/>
                  </a:cubicBezTo>
                  <a:lnTo>
                    <a:pt x="8417" y="12156"/>
                  </a:lnTo>
                  <a:cubicBezTo>
                    <a:pt x="8433" y="12156"/>
                    <a:pt x="8449" y="12151"/>
                    <a:pt x="8460" y="12139"/>
                  </a:cubicBezTo>
                  <a:cubicBezTo>
                    <a:pt x="8620" y="11983"/>
                    <a:pt x="8510" y="11796"/>
                    <a:pt x="8355" y="11796"/>
                  </a:cubicBezTo>
                  <a:lnTo>
                    <a:pt x="569" y="11796"/>
                  </a:lnTo>
                  <a:cubicBezTo>
                    <a:pt x="454" y="11796"/>
                    <a:pt x="360" y="11702"/>
                    <a:pt x="360" y="11587"/>
                  </a:cubicBezTo>
                  <a:lnTo>
                    <a:pt x="360" y="3932"/>
                  </a:lnTo>
                  <a:lnTo>
                    <a:pt x="1246" y="3932"/>
                  </a:lnTo>
                  <a:lnTo>
                    <a:pt x="1246" y="9452"/>
                  </a:lnTo>
                  <a:cubicBezTo>
                    <a:pt x="1246" y="9768"/>
                    <a:pt x="1504" y="10026"/>
                    <a:pt x="1820" y="10026"/>
                  </a:cubicBezTo>
                  <a:lnTo>
                    <a:pt x="10977" y="10026"/>
                  </a:lnTo>
                  <a:lnTo>
                    <a:pt x="10977" y="11727"/>
                  </a:lnTo>
                  <a:cubicBezTo>
                    <a:pt x="10977" y="11764"/>
                    <a:pt x="10946" y="11796"/>
                    <a:pt x="10908" y="11796"/>
                  </a:cubicBezTo>
                  <a:lnTo>
                    <a:pt x="9181" y="11796"/>
                  </a:lnTo>
                  <a:cubicBezTo>
                    <a:pt x="9162" y="11796"/>
                    <a:pt x="9146" y="11804"/>
                    <a:pt x="9134" y="11817"/>
                  </a:cubicBezTo>
                  <a:cubicBezTo>
                    <a:pt x="8984" y="11973"/>
                    <a:pt x="9092" y="12157"/>
                    <a:pt x="9243" y="12157"/>
                  </a:cubicBezTo>
                  <a:lnTo>
                    <a:pt x="11147" y="12157"/>
                  </a:lnTo>
                  <a:cubicBezTo>
                    <a:pt x="11252" y="12157"/>
                    <a:pt x="11338" y="12072"/>
                    <a:pt x="11338" y="11966"/>
                  </a:cubicBezTo>
                  <a:lnTo>
                    <a:pt x="11338" y="10027"/>
                  </a:lnTo>
                  <a:lnTo>
                    <a:pt x="12009" y="10027"/>
                  </a:lnTo>
                  <a:cubicBezTo>
                    <a:pt x="12327" y="10027"/>
                    <a:pt x="12584" y="9769"/>
                    <a:pt x="12584" y="9453"/>
                  </a:cubicBezTo>
                  <a:lnTo>
                    <a:pt x="12584" y="576"/>
                  </a:lnTo>
                  <a:cubicBezTo>
                    <a:pt x="12581" y="259"/>
                    <a:pt x="12325" y="1"/>
                    <a:pt x="12011" y="1"/>
                  </a:cubicBezTo>
                  <a:lnTo>
                    <a:pt x="4286" y="1"/>
                  </a:lnTo>
                  <a:cubicBezTo>
                    <a:pt x="4190" y="1"/>
                    <a:pt x="4105" y="71"/>
                    <a:pt x="4097" y="165"/>
                  </a:cubicBezTo>
                  <a:cubicBezTo>
                    <a:pt x="4088" y="273"/>
                    <a:pt x="4171" y="362"/>
                    <a:pt x="4276" y="362"/>
                  </a:cubicBezTo>
                  <a:lnTo>
                    <a:pt x="12013" y="362"/>
                  </a:lnTo>
                  <a:cubicBezTo>
                    <a:pt x="12126" y="362"/>
                    <a:pt x="12220" y="455"/>
                    <a:pt x="12220" y="569"/>
                  </a:cubicBezTo>
                  <a:lnTo>
                    <a:pt x="12220" y="1410"/>
                  </a:lnTo>
                  <a:lnTo>
                    <a:pt x="1637" y="1410"/>
                  </a:lnTo>
                  <a:lnTo>
                    <a:pt x="1637" y="552"/>
                  </a:lnTo>
                  <a:cubicBezTo>
                    <a:pt x="1637" y="448"/>
                    <a:pt x="1724" y="362"/>
                    <a:pt x="1829" y="362"/>
                  </a:cubicBezTo>
                  <a:lnTo>
                    <a:pt x="3414" y="362"/>
                  </a:lnTo>
                  <a:cubicBezTo>
                    <a:pt x="3483" y="362"/>
                    <a:pt x="3547" y="322"/>
                    <a:pt x="3574" y="258"/>
                  </a:cubicBezTo>
                  <a:cubicBezTo>
                    <a:pt x="3630" y="127"/>
                    <a:pt x="3536" y="0"/>
                    <a:pt x="34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2" name="Google Shape;15512;p31"/>
            <p:cNvSpPr/>
            <p:nvPr/>
          </p:nvSpPr>
          <p:spPr>
            <a:xfrm>
              <a:off x="5670533" y="3077630"/>
              <a:ext cx="227689" cy="13676"/>
            </a:xfrm>
            <a:custGeom>
              <a:rect b="b" l="l" r="r" t="t"/>
              <a:pathLst>
                <a:path extrusionOk="0" h="361" w="6010">
                  <a:moveTo>
                    <a:pt x="198" y="1"/>
                  </a:moveTo>
                  <a:cubicBezTo>
                    <a:pt x="102" y="1"/>
                    <a:pt x="18" y="71"/>
                    <a:pt x="8" y="165"/>
                  </a:cubicBezTo>
                  <a:cubicBezTo>
                    <a:pt x="1" y="271"/>
                    <a:pt x="86" y="361"/>
                    <a:pt x="191" y="361"/>
                  </a:cubicBezTo>
                  <a:lnTo>
                    <a:pt x="5810" y="361"/>
                  </a:lnTo>
                  <a:cubicBezTo>
                    <a:pt x="5906" y="361"/>
                    <a:pt x="5992" y="292"/>
                    <a:pt x="6000" y="198"/>
                  </a:cubicBezTo>
                  <a:cubicBezTo>
                    <a:pt x="6009" y="90"/>
                    <a:pt x="5925" y="1"/>
                    <a:pt x="581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3" name="Google Shape;15513;p31"/>
            <p:cNvSpPr/>
            <p:nvPr/>
          </p:nvSpPr>
          <p:spPr>
            <a:xfrm>
              <a:off x="5670457" y="3107408"/>
              <a:ext cx="291449" cy="13676"/>
            </a:xfrm>
            <a:custGeom>
              <a:rect b="b" l="l" r="r" t="t"/>
              <a:pathLst>
                <a:path extrusionOk="0" h="361" w="7693">
                  <a:moveTo>
                    <a:pt x="200" y="0"/>
                  </a:moveTo>
                  <a:cubicBezTo>
                    <a:pt x="104" y="0"/>
                    <a:pt x="20" y="70"/>
                    <a:pt x="10" y="165"/>
                  </a:cubicBezTo>
                  <a:cubicBezTo>
                    <a:pt x="1" y="272"/>
                    <a:pt x="88" y="361"/>
                    <a:pt x="193" y="361"/>
                  </a:cubicBezTo>
                  <a:lnTo>
                    <a:pt x="7493" y="361"/>
                  </a:lnTo>
                  <a:cubicBezTo>
                    <a:pt x="7589" y="361"/>
                    <a:pt x="7675" y="291"/>
                    <a:pt x="7683" y="197"/>
                  </a:cubicBezTo>
                  <a:cubicBezTo>
                    <a:pt x="7692" y="89"/>
                    <a:pt x="7608" y="0"/>
                    <a:pt x="7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4" name="Google Shape;15514;p31"/>
            <p:cNvSpPr/>
            <p:nvPr/>
          </p:nvSpPr>
          <p:spPr>
            <a:xfrm>
              <a:off x="5670533" y="3138474"/>
              <a:ext cx="291374" cy="13676"/>
            </a:xfrm>
            <a:custGeom>
              <a:rect b="b" l="l" r="r" t="t"/>
              <a:pathLst>
                <a:path extrusionOk="0" h="361" w="7691">
                  <a:moveTo>
                    <a:pt x="198" y="0"/>
                  </a:moveTo>
                  <a:cubicBezTo>
                    <a:pt x="102" y="0"/>
                    <a:pt x="18" y="69"/>
                    <a:pt x="8" y="164"/>
                  </a:cubicBezTo>
                  <a:cubicBezTo>
                    <a:pt x="1" y="272"/>
                    <a:pt x="86" y="361"/>
                    <a:pt x="191" y="361"/>
                  </a:cubicBezTo>
                  <a:lnTo>
                    <a:pt x="7491" y="361"/>
                  </a:lnTo>
                  <a:cubicBezTo>
                    <a:pt x="7587" y="361"/>
                    <a:pt x="7673" y="290"/>
                    <a:pt x="7681" y="196"/>
                  </a:cubicBezTo>
                  <a:cubicBezTo>
                    <a:pt x="7690" y="89"/>
                    <a:pt x="7606" y="0"/>
                    <a:pt x="749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5" name="Google Shape;15515;p31"/>
            <p:cNvSpPr/>
            <p:nvPr/>
          </p:nvSpPr>
          <p:spPr>
            <a:xfrm>
              <a:off x="5638444" y="3184390"/>
              <a:ext cx="168891" cy="93159"/>
            </a:xfrm>
            <a:custGeom>
              <a:rect b="b" l="l" r="r" t="t"/>
              <a:pathLst>
                <a:path extrusionOk="0" h="2459" w="4458">
                  <a:moveTo>
                    <a:pt x="4097" y="360"/>
                  </a:moveTo>
                  <a:lnTo>
                    <a:pt x="4097" y="2097"/>
                  </a:lnTo>
                  <a:lnTo>
                    <a:pt x="394" y="2097"/>
                  </a:lnTo>
                  <a:lnTo>
                    <a:pt x="394" y="360"/>
                  </a:lnTo>
                  <a:close/>
                  <a:moveTo>
                    <a:pt x="185" y="0"/>
                  </a:moveTo>
                  <a:cubicBezTo>
                    <a:pt x="84" y="0"/>
                    <a:pt x="2" y="83"/>
                    <a:pt x="2" y="183"/>
                  </a:cubicBezTo>
                  <a:lnTo>
                    <a:pt x="2" y="2275"/>
                  </a:lnTo>
                  <a:cubicBezTo>
                    <a:pt x="1" y="2375"/>
                    <a:pt x="83" y="2458"/>
                    <a:pt x="185" y="2458"/>
                  </a:cubicBezTo>
                  <a:lnTo>
                    <a:pt x="4274" y="2458"/>
                  </a:lnTo>
                  <a:cubicBezTo>
                    <a:pt x="4374" y="2458"/>
                    <a:pt x="4457" y="2375"/>
                    <a:pt x="4457" y="2275"/>
                  </a:cubicBezTo>
                  <a:lnTo>
                    <a:pt x="4457" y="183"/>
                  </a:lnTo>
                  <a:cubicBezTo>
                    <a:pt x="4457" y="83"/>
                    <a:pt x="4374" y="0"/>
                    <a:pt x="427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6" name="Google Shape;15516;p31"/>
            <p:cNvSpPr/>
            <p:nvPr/>
          </p:nvSpPr>
          <p:spPr>
            <a:xfrm>
              <a:off x="5707963" y="3205454"/>
              <a:ext cx="31634" cy="50917"/>
            </a:xfrm>
            <a:custGeom>
              <a:rect b="b" l="l" r="r" t="t"/>
              <a:pathLst>
                <a:path extrusionOk="0" h="1344" w="835">
                  <a:moveTo>
                    <a:pt x="119" y="0"/>
                  </a:moveTo>
                  <a:cubicBezTo>
                    <a:pt x="53" y="0"/>
                    <a:pt x="1" y="53"/>
                    <a:pt x="1" y="119"/>
                  </a:cubicBezTo>
                  <a:lnTo>
                    <a:pt x="1" y="1161"/>
                  </a:lnTo>
                  <a:cubicBezTo>
                    <a:pt x="1" y="1261"/>
                    <a:pt x="83" y="1344"/>
                    <a:pt x="184" y="1344"/>
                  </a:cubicBezTo>
                  <a:lnTo>
                    <a:pt x="580" y="1344"/>
                  </a:lnTo>
                  <a:cubicBezTo>
                    <a:pt x="675" y="1344"/>
                    <a:pt x="760" y="1275"/>
                    <a:pt x="768" y="1181"/>
                  </a:cubicBezTo>
                  <a:cubicBezTo>
                    <a:pt x="778" y="1073"/>
                    <a:pt x="694" y="984"/>
                    <a:pt x="589" y="984"/>
                  </a:cubicBezTo>
                  <a:lnTo>
                    <a:pt x="361" y="984"/>
                  </a:lnTo>
                  <a:lnTo>
                    <a:pt x="361" y="853"/>
                  </a:lnTo>
                  <a:lnTo>
                    <a:pt x="549" y="853"/>
                  </a:lnTo>
                  <a:cubicBezTo>
                    <a:pt x="645" y="853"/>
                    <a:pt x="729" y="784"/>
                    <a:pt x="738" y="689"/>
                  </a:cubicBezTo>
                  <a:cubicBezTo>
                    <a:pt x="747" y="582"/>
                    <a:pt x="663" y="494"/>
                    <a:pt x="559" y="494"/>
                  </a:cubicBezTo>
                  <a:lnTo>
                    <a:pt x="361" y="494"/>
                  </a:lnTo>
                  <a:lnTo>
                    <a:pt x="361" y="363"/>
                  </a:lnTo>
                  <a:lnTo>
                    <a:pt x="623" y="363"/>
                  </a:lnTo>
                  <a:lnTo>
                    <a:pt x="623" y="361"/>
                  </a:lnTo>
                  <a:cubicBezTo>
                    <a:pt x="660" y="361"/>
                    <a:pt x="696" y="344"/>
                    <a:pt x="720" y="314"/>
                  </a:cubicBezTo>
                  <a:cubicBezTo>
                    <a:pt x="834" y="166"/>
                    <a:pt x="732" y="0"/>
                    <a:pt x="58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7" name="Google Shape;15517;p31"/>
            <p:cNvSpPr/>
            <p:nvPr/>
          </p:nvSpPr>
          <p:spPr>
            <a:xfrm>
              <a:off x="5746152" y="3205492"/>
              <a:ext cx="40575" cy="51637"/>
            </a:xfrm>
            <a:custGeom>
              <a:rect b="b" l="l" r="r" t="t"/>
              <a:pathLst>
                <a:path extrusionOk="0" h="1363" w="1071">
                  <a:moveTo>
                    <a:pt x="532" y="1"/>
                  </a:moveTo>
                  <a:cubicBezTo>
                    <a:pt x="481" y="1"/>
                    <a:pt x="428" y="8"/>
                    <a:pt x="374" y="24"/>
                  </a:cubicBezTo>
                  <a:cubicBezTo>
                    <a:pt x="214" y="74"/>
                    <a:pt x="102" y="200"/>
                    <a:pt x="80" y="356"/>
                  </a:cubicBezTo>
                  <a:cubicBezTo>
                    <a:pt x="62" y="477"/>
                    <a:pt x="107" y="611"/>
                    <a:pt x="198" y="693"/>
                  </a:cubicBezTo>
                  <a:cubicBezTo>
                    <a:pt x="295" y="777"/>
                    <a:pt x="455" y="819"/>
                    <a:pt x="573" y="862"/>
                  </a:cubicBezTo>
                  <a:cubicBezTo>
                    <a:pt x="641" y="887"/>
                    <a:pt x="668" y="919"/>
                    <a:pt x="666" y="932"/>
                  </a:cubicBezTo>
                  <a:cubicBezTo>
                    <a:pt x="662" y="954"/>
                    <a:pt x="623" y="996"/>
                    <a:pt x="551" y="996"/>
                  </a:cubicBezTo>
                  <a:cubicBezTo>
                    <a:pt x="429" y="996"/>
                    <a:pt x="358" y="929"/>
                    <a:pt x="340" y="908"/>
                  </a:cubicBezTo>
                  <a:cubicBezTo>
                    <a:pt x="303" y="868"/>
                    <a:pt x="253" y="848"/>
                    <a:pt x="202" y="848"/>
                  </a:cubicBezTo>
                  <a:cubicBezTo>
                    <a:pt x="159" y="848"/>
                    <a:pt x="115" y="863"/>
                    <a:pt x="81" y="895"/>
                  </a:cubicBezTo>
                  <a:cubicBezTo>
                    <a:pt x="6" y="964"/>
                    <a:pt x="0" y="1080"/>
                    <a:pt x="68" y="1154"/>
                  </a:cubicBezTo>
                  <a:cubicBezTo>
                    <a:pt x="186" y="1286"/>
                    <a:pt x="363" y="1363"/>
                    <a:pt x="551" y="1363"/>
                  </a:cubicBezTo>
                  <a:cubicBezTo>
                    <a:pt x="789" y="1363"/>
                    <a:pt x="990" y="1208"/>
                    <a:pt x="1028" y="996"/>
                  </a:cubicBezTo>
                  <a:cubicBezTo>
                    <a:pt x="1070" y="747"/>
                    <a:pt x="878" y="583"/>
                    <a:pt x="700" y="517"/>
                  </a:cubicBezTo>
                  <a:cubicBezTo>
                    <a:pt x="590" y="476"/>
                    <a:pt x="487" y="432"/>
                    <a:pt x="443" y="414"/>
                  </a:cubicBezTo>
                  <a:cubicBezTo>
                    <a:pt x="422" y="405"/>
                    <a:pt x="479" y="375"/>
                    <a:pt x="480" y="375"/>
                  </a:cubicBezTo>
                  <a:cubicBezTo>
                    <a:pt x="498" y="370"/>
                    <a:pt x="516" y="368"/>
                    <a:pt x="533" y="368"/>
                  </a:cubicBezTo>
                  <a:cubicBezTo>
                    <a:pt x="621" y="368"/>
                    <a:pt x="695" y="425"/>
                    <a:pt x="700" y="428"/>
                  </a:cubicBezTo>
                  <a:cubicBezTo>
                    <a:pt x="734" y="456"/>
                    <a:pt x="775" y="470"/>
                    <a:pt x="817" y="470"/>
                  </a:cubicBezTo>
                  <a:cubicBezTo>
                    <a:pt x="869" y="470"/>
                    <a:pt x="921" y="448"/>
                    <a:pt x="956" y="405"/>
                  </a:cubicBezTo>
                  <a:cubicBezTo>
                    <a:pt x="1022" y="327"/>
                    <a:pt x="1012" y="211"/>
                    <a:pt x="934" y="147"/>
                  </a:cubicBezTo>
                  <a:cubicBezTo>
                    <a:pt x="861" y="84"/>
                    <a:pt x="709" y="1"/>
                    <a:pt x="53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8" name="Google Shape;15518;p31"/>
            <p:cNvSpPr/>
            <p:nvPr/>
          </p:nvSpPr>
          <p:spPr>
            <a:xfrm>
              <a:off x="5660304" y="3206060"/>
              <a:ext cx="39363" cy="51561"/>
            </a:xfrm>
            <a:custGeom>
              <a:rect b="b" l="l" r="r" t="t"/>
              <a:pathLst>
                <a:path extrusionOk="0" h="1361" w="1039">
                  <a:moveTo>
                    <a:pt x="204" y="1"/>
                  </a:moveTo>
                  <a:cubicBezTo>
                    <a:pt x="177" y="1"/>
                    <a:pt x="149" y="7"/>
                    <a:pt x="123" y="21"/>
                  </a:cubicBezTo>
                  <a:cubicBezTo>
                    <a:pt x="29" y="72"/>
                    <a:pt x="1" y="194"/>
                    <a:pt x="57" y="283"/>
                  </a:cubicBezTo>
                  <a:lnTo>
                    <a:pt x="341" y="725"/>
                  </a:lnTo>
                  <a:lnTo>
                    <a:pt x="340" y="1177"/>
                  </a:lnTo>
                  <a:cubicBezTo>
                    <a:pt x="340" y="1279"/>
                    <a:pt x="420" y="1360"/>
                    <a:pt x="520" y="1360"/>
                  </a:cubicBezTo>
                  <a:cubicBezTo>
                    <a:pt x="620" y="1360"/>
                    <a:pt x="701" y="1279"/>
                    <a:pt x="701" y="1177"/>
                  </a:cubicBezTo>
                  <a:lnTo>
                    <a:pt x="702" y="723"/>
                  </a:lnTo>
                  <a:lnTo>
                    <a:pt x="984" y="285"/>
                  </a:lnTo>
                  <a:cubicBezTo>
                    <a:pt x="1039" y="201"/>
                    <a:pt x="1016" y="87"/>
                    <a:pt x="932" y="32"/>
                  </a:cubicBezTo>
                  <a:cubicBezTo>
                    <a:pt x="901" y="12"/>
                    <a:pt x="867" y="3"/>
                    <a:pt x="833" y="3"/>
                  </a:cubicBezTo>
                  <a:cubicBezTo>
                    <a:pt x="773" y="3"/>
                    <a:pt x="715" y="32"/>
                    <a:pt x="681" y="86"/>
                  </a:cubicBezTo>
                  <a:lnTo>
                    <a:pt x="521" y="334"/>
                  </a:lnTo>
                  <a:lnTo>
                    <a:pt x="364" y="89"/>
                  </a:lnTo>
                  <a:cubicBezTo>
                    <a:pt x="329" y="34"/>
                    <a:pt x="26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9" name="Google Shape;15519;p31"/>
            <p:cNvSpPr/>
            <p:nvPr/>
          </p:nvSpPr>
          <p:spPr>
            <a:xfrm>
              <a:off x="5861890" y="3205530"/>
              <a:ext cx="39741" cy="51486"/>
            </a:xfrm>
            <a:custGeom>
              <a:rect b="b" l="l" r="r" t="t"/>
              <a:pathLst>
                <a:path extrusionOk="0" h="1359" w="1049">
                  <a:moveTo>
                    <a:pt x="868" y="0"/>
                  </a:moveTo>
                  <a:cubicBezTo>
                    <a:pt x="769" y="0"/>
                    <a:pt x="687" y="81"/>
                    <a:pt x="687" y="180"/>
                  </a:cubicBezTo>
                  <a:lnTo>
                    <a:pt x="687" y="600"/>
                  </a:lnTo>
                  <a:lnTo>
                    <a:pt x="330" y="82"/>
                  </a:lnTo>
                  <a:cubicBezTo>
                    <a:pt x="296" y="32"/>
                    <a:pt x="240" y="4"/>
                    <a:pt x="181" y="4"/>
                  </a:cubicBezTo>
                  <a:cubicBezTo>
                    <a:pt x="151" y="4"/>
                    <a:pt x="119" y="12"/>
                    <a:pt x="90" y="28"/>
                  </a:cubicBezTo>
                  <a:cubicBezTo>
                    <a:pt x="33" y="60"/>
                    <a:pt x="0" y="124"/>
                    <a:pt x="0" y="191"/>
                  </a:cubicBezTo>
                  <a:lnTo>
                    <a:pt x="0" y="1169"/>
                  </a:lnTo>
                  <a:cubicBezTo>
                    <a:pt x="0" y="1264"/>
                    <a:pt x="69" y="1349"/>
                    <a:pt x="164" y="1358"/>
                  </a:cubicBezTo>
                  <a:cubicBezTo>
                    <a:pt x="169" y="1358"/>
                    <a:pt x="175" y="1358"/>
                    <a:pt x="180" y="1358"/>
                  </a:cubicBezTo>
                  <a:cubicBezTo>
                    <a:pt x="280" y="1358"/>
                    <a:pt x="360" y="1278"/>
                    <a:pt x="360" y="1179"/>
                  </a:cubicBezTo>
                  <a:lnTo>
                    <a:pt x="360" y="776"/>
                  </a:lnTo>
                  <a:lnTo>
                    <a:pt x="692" y="1258"/>
                  </a:lnTo>
                  <a:cubicBezTo>
                    <a:pt x="731" y="1314"/>
                    <a:pt x="792" y="1346"/>
                    <a:pt x="855" y="1346"/>
                  </a:cubicBezTo>
                  <a:cubicBezTo>
                    <a:pt x="874" y="1346"/>
                    <a:pt x="893" y="1343"/>
                    <a:pt x="911" y="1337"/>
                  </a:cubicBezTo>
                  <a:cubicBezTo>
                    <a:pt x="993" y="1312"/>
                    <a:pt x="1048" y="1233"/>
                    <a:pt x="1048" y="1142"/>
                  </a:cubicBezTo>
                  <a:lnTo>
                    <a:pt x="1048" y="179"/>
                  </a:lnTo>
                  <a:cubicBezTo>
                    <a:pt x="1049" y="81"/>
                    <a:pt x="968" y="0"/>
                    <a:pt x="86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0" name="Google Shape;15520;p31"/>
            <p:cNvSpPr/>
            <p:nvPr/>
          </p:nvSpPr>
          <p:spPr>
            <a:xfrm>
              <a:off x="5911103" y="3205454"/>
              <a:ext cx="51637" cy="51599"/>
            </a:xfrm>
            <a:custGeom>
              <a:rect b="b" l="l" r="r" t="t"/>
              <a:pathLst>
                <a:path extrusionOk="0" h="1362" w="1363">
                  <a:moveTo>
                    <a:pt x="682" y="367"/>
                  </a:moveTo>
                  <a:cubicBezTo>
                    <a:pt x="855" y="367"/>
                    <a:pt x="996" y="508"/>
                    <a:pt x="996" y="681"/>
                  </a:cubicBezTo>
                  <a:cubicBezTo>
                    <a:pt x="995" y="856"/>
                    <a:pt x="855" y="995"/>
                    <a:pt x="682" y="995"/>
                  </a:cubicBezTo>
                  <a:cubicBezTo>
                    <a:pt x="509" y="995"/>
                    <a:pt x="367" y="855"/>
                    <a:pt x="367" y="681"/>
                  </a:cubicBezTo>
                  <a:cubicBezTo>
                    <a:pt x="367" y="508"/>
                    <a:pt x="509" y="367"/>
                    <a:pt x="682" y="367"/>
                  </a:cubicBezTo>
                  <a:close/>
                  <a:moveTo>
                    <a:pt x="682" y="0"/>
                  </a:moveTo>
                  <a:cubicBezTo>
                    <a:pt x="307" y="0"/>
                    <a:pt x="1" y="306"/>
                    <a:pt x="1" y="681"/>
                  </a:cubicBezTo>
                  <a:cubicBezTo>
                    <a:pt x="1" y="1057"/>
                    <a:pt x="307" y="1362"/>
                    <a:pt x="682" y="1362"/>
                  </a:cubicBezTo>
                  <a:cubicBezTo>
                    <a:pt x="1058" y="1362"/>
                    <a:pt x="1362" y="1057"/>
                    <a:pt x="1362" y="681"/>
                  </a:cubicBezTo>
                  <a:cubicBezTo>
                    <a:pt x="1362" y="307"/>
                    <a:pt x="1057" y="0"/>
                    <a:pt x="6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21" name="Google Shape;15521;p31"/>
          <p:cNvGrpSpPr/>
          <p:nvPr/>
        </p:nvGrpSpPr>
        <p:grpSpPr>
          <a:xfrm>
            <a:off x="2514562" y="3425967"/>
            <a:ext cx="346575" cy="449475"/>
            <a:chOff x="2390336" y="2952799"/>
            <a:chExt cx="367485" cy="476593"/>
          </a:xfrm>
        </p:grpSpPr>
        <p:sp>
          <p:nvSpPr>
            <p:cNvPr id="15522" name="Google Shape;15522;p31"/>
            <p:cNvSpPr/>
            <p:nvPr/>
          </p:nvSpPr>
          <p:spPr>
            <a:xfrm>
              <a:off x="2390336" y="2952799"/>
              <a:ext cx="367485" cy="476593"/>
            </a:xfrm>
            <a:custGeom>
              <a:rect b="b" l="l" r="r" t="t"/>
              <a:pathLst>
                <a:path extrusionOk="0" h="12580" w="9700">
                  <a:moveTo>
                    <a:pt x="7635" y="670"/>
                  </a:moveTo>
                  <a:lnTo>
                    <a:pt x="9112" y="2361"/>
                  </a:lnTo>
                  <a:lnTo>
                    <a:pt x="7635" y="2361"/>
                  </a:lnTo>
                  <a:lnTo>
                    <a:pt x="7635" y="670"/>
                  </a:lnTo>
                  <a:close/>
                  <a:moveTo>
                    <a:pt x="906" y="1"/>
                  </a:moveTo>
                  <a:cubicBezTo>
                    <a:pt x="803" y="1"/>
                    <a:pt x="720" y="83"/>
                    <a:pt x="720" y="184"/>
                  </a:cubicBezTo>
                  <a:lnTo>
                    <a:pt x="720" y="6456"/>
                  </a:lnTo>
                  <a:lnTo>
                    <a:pt x="184" y="6456"/>
                  </a:lnTo>
                  <a:cubicBezTo>
                    <a:pt x="81" y="6456"/>
                    <a:pt x="1" y="6537"/>
                    <a:pt x="1" y="6639"/>
                  </a:cubicBezTo>
                  <a:lnTo>
                    <a:pt x="1" y="10234"/>
                  </a:lnTo>
                  <a:cubicBezTo>
                    <a:pt x="1" y="10337"/>
                    <a:pt x="83" y="10418"/>
                    <a:pt x="184" y="10418"/>
                  </a:cubicBezTo>
                  <a:lnTo>
                    <a:pt x="720" y="10418"/>
                  </a:lnTo>
                  <a:lnTo>
                    <a:pt x="720" y="12396"/>
                  </a:lnTo>
                  <a:cubicBezTo>
                    <a:pt x="720" y="12499"/>
                    <a:pt x="803" y="12579"/>
                    <a:pt x="904" y="12579"/>
                  </a:cubicBezTo>
                  <a:lnTo>
                    <a:pt x="9516" y="12579"/>
                  </a:lnTo>
                  <a:cubicBezTo>
                    <a:pt x="9616" y="12579"/>
                    <a:pt x="9698" y="12499"/>
                    <a:pt x="9698" y="12397"/>
                  </a:cubicBezTo>
                  <a:lnTo>
                    <a:pt x="9698" y="4384"/>
                  </a:lnTo>
                  <a:cubicBezTo>
                    <a:pt x="9698" y="4289"/>
                    <a:pt x="9628" y="4204"/>
                    <a:pt x="9534" y="4194"/>
                  </a:cubicBezTo>
                  <a:cubicBezTo>
                    <a:pt x="9528" y="4194"/>
                    <a:pt x="9523" y="4194"/>
                    <a:pt x="9517" y="4194"/>
                  </a:cubicBezTo>
                  <a:cubicBezTo>
                    <a:pt x="9418" y="4194"/>
                    <a:pt x="9338" y="4275"/>
                    <a:pt x="9338" y="4378"/>
                  </a:cubicBezTo>
                  <a:lnTo>
                    <a:pt x="9338" y="12219"/>
                  </a:lnTo>
                  <a:lnTo>
                    <a:pt x="1081" y="12219"/>
                  </a:lnTo>
                  <a:lnTo>
                    <a:pt x="1081" y="10418"/>
                  </a:lnTo>
                  <a:lnTo>
                    <a:pt x="1981" y="10418"/>
                  </a:lnTo>
                  <a:cubicBezTo>
                    <a:pt x="2077" y="10418"/>
                    <a:pt x="2162" y="10349"/>
                    <a:pt x="2170" y="10254"/>
                  </a:cubicBezTo>
                  <a:cubicBezTo>
                    <a:pt x="2179" y="10148"/>
                    <a:pt x="2095" y="10058"/>
                    <a:pt x="1991" y="10058"/>
                  </a:cubicBezTo>
                  <a:lnTo>
                    <a:pt x="361" y="10058"/>
                  </a:lnTo>
                  <a:lnTo>
                    <a:pt x="361" y="6814"/>
                  </a:lnTo>
                  <a:lnTo>
                    <a:pt x="7275" y="6814"/>
                  </a:lnTo>
                  <a:lnTo>
                    <a:pt x="7275" y="10058"/>
                  </a:lnTo>
                  <a:lnTo>
                    <a:pt x="2971" y="10058"/>
                  </a:lnTo>
                  <a:cubicBezTo>
                    <a:pt x="2876" y="10058"/>
                    <a:pt x="2791" y="10128"/>
                    <a:pt x="2782" y="10222"/>
                  </a:cubicBezTo>
                  <a:cubicBezTo>
                    <a:pt x="2773" y="10329"/>
                    <a:pt x="2857" y="10418"/>
                    <a:pt x="2962" y="10418"/>
                  </a:cubicBezTo>
                  <a:lnTo>
                    <a:pt x="7452" y="10418"/>
                  </a:lnTo>
                  <a:cubicBezTo>
                    <a:pt x="7553" y="10418"/>
                    <a:pt x="7635" y="10336"/>
                    <a:pt x="7635" y="10234"/>
                  </a:cubicBezTo>
                  <a:lnTo>
                    <a:pt x="7635" y="6639"/>
                  </a:lnTo>
                  <a:cubicBezTo>
                    <a:pt x="7635" y="6536"/>
                    <a:pt x="7552" y="6456"/>
                    <a:pt x="7452" y="6456"/>
                  </a:cubicBezTo>
                  <a:lnTo>
                    <a:pt x="1082" y="6456"/>
                  </a:lnTo>
                  <a:lnTo>
                    <a:pt x="1082" y="361"/>
                  </a:lnTo>
                  <a:lnTo>
                    <a:pt x="7275" y="361"/>
                  </a:lnTo>
                  <a:lnTo>
                    <a:pt x="7275" y="2535"/>
                  </a:lnTo>
                  <a:cubicBezTo>
                    <a:pt x="7275" y="2637"/>
                    <a:pt x="7357" y="2719"/>
                    <a:pt x="7458" y="2719"/>
                  </a:cubicBezTo>
                  <a:lnTo>
                    <a:pt x="9338" y="2719"/>
                  </a:lnTo>
                  <a:lnTo>
                    <a:pt x="9338" y="3526"/>
                  </a:lnTo>
                  <a:cubicBezTo>
                    <a:pt x="9339" y="3630"/>
                    <a:pt x="9418" y="3713"/>
                    <a:pt x="9518" y="3713"/>
                  </a:cubicBezTo>
                  <a:cubicBezTo>
                    <a:pt x="9617" y="3713"/>
                    <a:pt x="9699" y="3630"/>
                    <a:pt x="9699" y="3529"/>
                  </a:cubicBezTo>
                  <a:lnTo>
                    <a:pt x="9699" y="2537"/>
                  </a:lnTo>
                  <a:cubicBezTo>
                    <a:pt x="9699" y="2493"/>
                    <a:pt x="9683" y="2452"/>
                    <a:pt x="9654" y="2417"/>
                  </a:cubicBezTo>
                  <a:lnTo>
                    <a:pt x="7630" y="64"/>
                  </a:lnTo>
                  <a:cubicBezTo>
                    <a:pt x="7595" y="24"/>
                    <a:pt x="7546" y="1"/>
                    <a:pt x="749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3" name="Google Shape;15523;p31"/>
            <p:cNvSpPr/>
            <p:nvPr/>
          </p:nvSpPr>
          <p:spPr>
            <a:xfrm>
              <a:off x="2466523" y="3234209"/>
              <a:ext cx="65958" cy="76641"/>
            </a:xfrm>
            <a:custGeom>
              <a:rect b="b" l="l" r="r" t="t"/>
              <a:pathLst>
                <a:path extrusionOk="0" h="2023" w="1741">
                  <a:moveTo>
                    <a:pt x="864" y="610"/>
                  </a:moveTo>
                  <a:lnTo>
                    <a:pt x="1095" y="1224"/>
                  </a:lnTo>
                  <a:lnTo>
                    <a:pt x="629" y="1224"/>
                  </a:lnTo>
                  <a:lnTo>
                    <a:pt x="864" y="610"/>
                  </a:lnTo>
                  <a:close/>
                  <a:moveTo>
                    <a:pt x="864" y="1"/>
                  </a:moveTo>
                  <a:cubicBezTo>
                    <a:pt x="772" y="1"/>
                    <a:pt x="693" y="55"/>
                    <a:pt x="659" y="139"/>
                  </a:cubicBezTo>
                  <a:cubicBezTo>
                    <a:pt x="659" y="140"/>
                    <a:pt x="657" y="141"/>
                    <a:pt x="657" y="142"/>
                  </a:cubicBezTo>
                  <a:lnTo>
                    <a:pt x="37" y="1774"/>
                  </a:lnTo>
                  <a:cubicBezTo>
                    <a:pt x="1" y="1869"/>
                    <a:pt x="49" y="1975"/>
                    <a:pt x="143" y="2010"/>
                  </a:cubicBezTo>
                  <a:cubicBezTo>
                    <a:pt x="165" y="2019"/>
                    <a:pt x="187" y="2023"/>
                    <a:pt x="209" y="2023"/>
                  </a:cubicBezTo>
                  <a:cubicBezTo>
                    <a:pt x="283" y="2023"/>
                    <a:pt x="353" y="1977"/>
                    <a:pt x="380" y="1905"/>
                  </a:cubicBezTo>
                  <a:lnTo>
                    <a:pt x="490" y="1617"/>
                  </a:lnTo>
                  <a:lnTo>
                    <a:pt x="1233" y="1617"/>
                  </a:lnTo>
                  <a:lnTo>
                    <a:pt x="1342" y="1904"/>
                  </a:lnTo>
                  <a:cubicBezTo>
                    <a:pt x="1373" y="1986"/>
                    <a:pt x="1440" y="2021"/>
                    <a:pt x="1508" y="2021"/>
                  </a:cubicBezTo>
                  <a:cubicBezTo>
                    <a:pt x="1623" y="2021"/>
                    <a:pt x="1741" y="1919"/>
                    <a:pt x="1687" y="1774"/>
                  </a:cubicBezTo>
                  <a:lnTo>
                    <a:pt x="1071" y="142"/>
                  </a:lnTo>
                  <a:cubicBezTo>
                    <a:pt x="1071" y="142"/>
                    <a:pt x="1071" y="142"/>
                    <a:pt x="1071" y="142"/>
                  </a:cubicBezTo>
                  <a:cubicBezTo>
                    <a:pt x="1070" y="142"/>
                    <a:pt x="1069" y="140"/>
                    <a:pt x="1069" y="139"/>
                  </a:cubicBezTo>
                  <a:cubicBezTo>
                    <a:pt x="1034" y="55"/>
                    <a:pt x="954"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4" name="Google Shape;15524;p31"/>
            <p:cNvSpPr/>
            <p:nvPr/>
          </p:nvSpPr>
          <p:spPr>
            <a:xfrm>
              <a:off x="2586353" y="3234209"/>
              <a:ext cx="65958" cy="76717"/>
            </a:xfrm>
            <a:custGeom>
              <a:rect b="b" l="l" r="r" t="t"/>
              <a:pathLst>
                <a:path extrusionOk="0" h="2025" w="1741">
                  <a:moveTo>
                    <a:pt x="865" y="611"/>
                  </a:moveTo>
                  <a:lnTo>
                    <a:pt x="1096" y="1225"/>
                  </a:lnTo>
                  <a:lnTo>
                    <a:pt x="631" y="1225"/>
                  </a:lnTo>
                  <a:lnTo>
                    <a:pt x="865" y="611"/>
                  </a:lnTo>
                  <a:close/>
                  <a:moveTo>
                    <a:pt x="864" y="1"/>
                  </a:moveTo>
                  <a:cubicBezTo>
                    <a:pt x="772" y="1"/>
                    <a:pt x="693" y="55"/>
                    <a:pt x="659" y="139"/>
                  </a:cubicBezTo>
                  <a:cubicBezTo>
                    <a:pt x="659" y="140"/>
                    <a:pt x="657" y="141"/>
                    <a:pt x="657" y="142"/>
                  </a:cubicBezTo>
                  <a:lnTo>
                    <a:pt x="37" y="1774"/>
                  </a:lnTo>
                  <a:cubicBezTo>
                    <a:pt x="1" y="1869"/>
                    <a:pt x="49" y="1976"/>
                    <a:pt x="143" y="2013"/>
                  </a:cubicBezTo>
                  <a:cubicBezTo>
                    <a:pt x="164" y="2021"/>
                    <a:pt x="186" y="2024"/>
                    <a:pt x="208" y="2024"/>
                  </a:cubicBezTo>
                  <a:cubicBezTo>
                    <a:pt x="283" y="2024"/>
                    <a:pt x="353" y="1979"/>
                    <a:pt x="380" y="1906"/>
                  </a:cubicBezTo>
                  <a:lnTo>
                    <a:pt x="490" y="1618"/>
                  </a:lnTo>
                  <a:lnTo>
                    <a:pt x="1233" y="1618"/>
                  </a:lnTo>
                  <a:lnTo>
                    <a:pt x="1342" y="1905"/>
                  </a:lnTo>
                  <a:cubicBezTo>
                    <a:pt x="1373" y="1987"/>
                    <a:pt x="1440" y="2022"/>
                    <a:pt x="1508" y="2022"/>
                  </a:cubicBezTo>
                  <a:cubicBezTo>
                    <a:pt x="1623" y="2022"/>
                    <a:pt x="1741" y="1920"/>
                    <a:pt x="1687" y="1775"/>
                  </a:cubicBezTo>
                  <a:lnTo>
                    <a:pt x="1071" y="144"/>
                  </a:lnTo>
                  <a:cubicBezTo>
                    <a:pt x="1070" y="142"/>
                    <a:pt x="1070" y="140"/>
                    <a:pt x="1069" y="139"/>
                  </a:cubicBezTo>
                  <a:cubicBezTo>
                    <a:pt x="1034" y="55"/>
                    <a:pt x="955"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5" name="Google Shape;15525;p31"/>
            <p:cNvSpPr/>
            <p:nvPr/>
          </p:nvSpPr>
          <p:spPr>
            <a:xfrm>
              <a:off x="2418939" y="3234626"/>
              <a:ext cx="35953" cy="75088"/>
            </a:xfrm>
            <a:custGeom>
              <a:rect b="b" l="l" r="r" t="t"/>
              <a:pathLst>
                <a:path extrusionOk="0" h="1982" w="949">
                  <a:moveTo>
                    <a:pt x="769" y="0"/>
                  </a:moveTo>
                  <a:cubicBezTo>
                    <a:pt x="668" y="0"/>
                    <a:pt x="588" y="81"/>
                    <a:pt x="588" y="180"/>
                  </a:cubicBezTo>
                  <a:lnTo>
                    <a:pt x="588" y="1475"/>
                  </a:lnTo>
                  <a:cubicBezTo>
                    <a:pt x="588" y="1530"/>
                    <a:pt x="560" y="1579"/>
                    <a:pt x="515" y="1606"/>
                  </a:cubicBezTo>
                  <a:cubicBezTo>
                    <a:pt x="497" y="1616"/>
                    <a:pt x="479" y="1620"/>
                    <a:pt x="461" y="1620"/>
                  </a:cubicBezTo>
                  <a:cubicBezTo>
                    <a:pt x="392" y="1620"/>
                    <a:pt x="330" y="1562"/>
                    <a:pt x="326" y="1557"/>
                  </a:cubicBezTo>
                  <a:cubicBezTo>
                    <a:pt x="290" y="1522"/>
                    <a:pt x="245" y="1505"/>
                    <a:pt x="199" y="1505"/>
                  </a:cubicBezTo>
                  <a:cubicBezTo>
                    <a:pt x="153" y="1505"/>
                    <a:pt x="107" y="1522"/>
                    <a:pt x="72" y="1557"/>
                  </a:cubicBezTo>
                  <a:cubicBezTo>
                    <a:pt x="1" y="1628"/>
                    <a:pt x="1" y="1742"/>
                    <a:pt x="70" y="1812"/>
                  </a:cubicBezTo>
                  <a:cubicBezTo>
                    <a:pt x="145" y="1888"/>
                    <a:pt x="290" y="1982"/>
                    <a:pt x="461" y="1982"/>
                  </a:cubicBezTo>
                  <a:cubicBezTo>
                    <a:pt x="732" y="1982"/>
                    <a:pt x="949" y="1741"/>
                    <a:pt x="949" y="1475"/>
                  </a:cubicBezTo>
                  <a:lnTo>
                    <a:pt x="949" y="190"/>
                  </a:lnTo>
                  <a:cubicBezTo>
                    <a:pt x="949" y="93"/>
                    <a:pt x="880" y="8"/>
                    <a:pt x="785" y="1"/>
                  </a:cubicBezTo>
                  <a:cubicBezTo>
                    <a:pt x="780" y="1"/>
                    <a:pt x="774"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6" name="Google Shape;15526;p31"/>
            <p:cNvSpPr/>
            <p:nvPr/>
          </p:nvSpPr>
          <p:spPr>
            <a:xfrm>
              <a:off x="2528238" y="3233754"/>
              <a:ext cx="60351" cy="76603"/>
            </a:xfrm>
            <a:custGeom>
              <a:rect b="b" l="l" r="r" t="t"/>
              <a:pathLst>
                <a:path extrusionOk="0" h="2022" w="1593">
                  <a:moveTo>
                    <a:pt x="206" y="1"/>
                  </a:moveTo>
                  <a:cubicBezTo>
                    <a:pt x="186" y="1"/>
                    <a:pt x="166" y="4"/>
                    <a:pt x="147" y="10"/>
                  </a:cubicBezTo>
                  <a:cubicBezTo>
                    <a:pt x="51" y="43"/>
                    <a:pt x="0" y="148"/>
                    <a:pt x="33" y="245"/>
                  </a:cubicBezTo>
                  <a:lnTo>
                    <a:pt x="598" y="1875"/>
                  </a:lnTo>
                  <a:cubicBezTo>
                    <a:pt x="630" y="1963"/>
                    <a:pt x="713" y="2021"/>
                    <a:pt x="807" y="2021"/>
                  </a:cubicBezTo>
                  <a:lnTo>
                    <a:pt x="808" y="2021"/>
                  </a:lnTo>
                  <a:cubicBezTo>
                    <a:pt x="902" y="2021"/>
                    <a:pt x="986" y="1960"/>
                    <a:pt x="1016" y="1870"/>
                  </a:cubicBezTo>
                  <a:lnTo>
                    <a:pt x="1557" y="243"/>
                  </a:lnTo>
                  <a:cubicBezTo>
                    <a:pt x="1592" y="150"/>
                    <a:pt x="1540" y="45"/>
                    <a:pt x="1442" y="13"/>
                  </a:cubicBezTo>
                  <a:cubicBezTo>
                    <a:pt x="1424" y="7"/>
                    <a:pt x="1404" y="4"/>
                    <a:pt x="1385" y="4"/>
                  </a:cubicBezTo>
                  <a:cubicBezTo>
                    <a:pt x="1308" y="4"/>
                    <a:pt x="1236" y="52"/>
                    <a:pt x="1210" y="130"/>
                  </a:cubicBezTo>
                  <a:lnTo>
                    <a:pt x="805" y="1346"/>
                  </a:lnTo>
                  <a:lnTo>
                    <a:pt x="380" y="125"/>
                  </a:lnTo>
                  <a:cubicBezTo>
                    <a:pt x="354" y="49"/>
                    <a:pt x="283"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27" name="Google Shape;15527;p31"/>
          <p:cNvGrpSpPr/>
          <p:nvPr/>
        </p:nvGrpSpPr>
        <p:grpSpPr>
          <a:xfrm>
            <a:off x="3941538" y="3462876"/>
            <a:ext cx="449832" cy="375837"/>
            <a:chOff x="3903387" y="2991934"/>
            <a:chExt cx="476972" cy="398512"/>
          </a:xfrm>
        </p:grpSpPr>
        <p:sp>
          <p:nvSpPr>
            <p:cNvPr id="15528" name="Google Shape;15528;p31"/>
            <p:cNvSpPr/>
            <p:nvPr/>
          </p:nvSpPr>
          <p:spPr>
            <a:xfrm>
              <a:off x="4087281" y="3050353"/>
              <a:ext cx="182530" cy="64594"/>
            </a:xfrm>
            <a:custGeom>
              <a:rect b="b" l="l" r="r" t="t"/>
              <a:pathLst>
                <a:path extrusionOk="0" h="1705" w="4818">
                  <a:moveTo>
                    <a:pt x="3377" y="359"/>
                  </a:moveTo>
                  <a:lnTo>
                    <a:pt x="2399" y="656"/>
                  </a:lnTo>
                  <a:lnTo>
                    <a:pt x="1422" y="359"/>
                  </a:lnTo>
                  <a:close/>
                  <a:moveTo>
                    <a:pt x="361" y="431"/>
                  </a:moveTo>
                  <a:lnTo>
                    <a:pt x="1764" y="855"/>
                  </a:lnTo>
                  <a:lnTo>
                    <a:pt x="361" y="1279"/>
                  </a:lnTo>
                  <a:lnTo>
                    <a:pt x="361" y="431"/>
                  </a:lnTo>
                  <a:close/>
                  <a:moveTo>
                    <a:pt x="4425" y="431"/>
                  </a:moveTo>
                  <a:lnTo>
                    <a:pt x="4425" y="1279"/>
                  </a:lnTo>
                  <a:lnTo>
                    <a:pt x="3021" y="855"/>
                  </a:lnTo>
                  <a:lnTo>
                    <a:pt x="4425" y="431"/>
                  </a:lnTo>
                  <a:close/>
                  <a:moveTo>
                    <a:pt x="2399" y="1047"/>
                  </a:moveTo>
                  <a:lnTo>
                    <a:pt x="3377" y="1343"/>
                  </a:lnTo>
                  <a:lnTo>
                    <a:pt x="1422" y="1343"/>
                  </a:lnTo>
                  <a:lnTo>
                    <a:pt x="2399" y="1047"/>
                  </a:lnTo>
                  <a:close/>
                  <a:moveTo>
                    <a:pt x="186" y="0"/>
                  </a:moveTo>
                  <a:cubicBezTo>
                    <a:pt x="83" y="0"/>
                    <a:pt x="1" y="82"/>
                    <a:pt x="1" y="184"/>
                  </a:cubicBezTo>
                  <a:lnTo>
                    <a:pt x="1" y="1520"/>
                  </a:lnTo>
                  <a:cubicBezTo>
                    <a:pt x="1" y="1621"/>
                    <a:pt x="83" y="1704"/>
                    <a:pt x="186" y="1704"/>
                  </a:cubicBezTo>
                  <a:lnTo>
                    <a:pt x="4633" y="1704"/>
                  </a:lnTo>
                  <a:cubicBezTo>
                    <a:pt x="4735" y="1704"/>
                    <a:pt x="4817" y="1621"/>
                    <a:pt x="4817" y="1520"/>
                  </a:cubicBezTo>
                  <a:lnTo>
                    <a:pt x="4817" y="184"/>
                  </a:lnTo>
                  <a:cubicBezTo>
                    <a:pt x="4817" y="82"/>
                    <a:pt x="4735" y="0"/>
                    <a:pt x="463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9" name="Google Shape;15529;p31"/>
            <p:cNvSpPr/>
            <p:nvPr/>
          </p:nvSpPr>
          <p:spPr>
            <a:xfrm>
              <a:off x="3979271" y="3050353"/>
              <a:ext cx="91947" cy="157753"/>
            </a:xfrm>
            <a:custGeom>
              <a:rect b="b" l="l" r="r" t="t"/>
              <a:pathLst>
                <a:path extrusionOk="0" h="4164" w="2427">
                  <a:moveTo>
                    <a:pt x="216" y="0"/>
                  </a:moveTo>
                  <a:cubicBezTo>
                    <a:pt x="116" y="0"/>
                    <a:pt x="33" y="81"/>
                    <a:pt x="33" y="183"/>
                  </a:cubicBezTo>
                  <a:lnTo>
                    <a:pt x="33" y="1331"/>
                  </a:lnTo>
                  <a:cubicBezTo>
                    <a:pt x="33" y="1419"/>
                    <a:pt x="91" y="1500"/>
                    <a:pt x="178" y="1517"/>
                  </a:cubicBezTo>
                  <a:cubicBezTo>
                    <a:pt x="190" y="1519"/>
                    <a:pt x="203" y="1521"/>
                    <a:pt x="215" y="1521"/>
                  </a:cubicBezTo>
                  <a:cubicBezTo>
                    <a:pt x="314" y="1521"/>
                    <a:pt x="393" y="1438"/>
                    <a:pt x="393" y="1337"/>
                  </a:cubicBezTo>
                  <a:lnTo>
                    <a:pt x="393" y="361"/>
                  </a:lnTo>
                  <a:lnTo>
                    <a:pt x="2064" y="361"/>
                  </a:lnTo>
                  <a:lnTo>
                    <a:pt x="2064" y="3802"/>
                  </a:lnTo>
                  <a:lnTo>
                    <a:pt x="393" y="3802"/>
                  </a:lnTo>
                  <a:lnTo>
                    <a:pt x="393" y="2180"/>
                  </a:lnTo>
                  <a:cubicBezTo>
                    <a:pt x="393" y="2096"/>
                    <a:pt x="341" y="2019"/>
                    <a:pt x="260" y="1996"/>
                  </a:cubicBezTo>
                  <a:cubicBezTo>
                    <a:pt x="239" y="1990"/>
                    <a:pt x="217" y="1987"/>
                    <a:pt x="196" y="1987"/>
                  </a:cubicBezTo>
                  <a:cubicBezTo>
                    <a:pt x="88" y="1987"/>
                    <a:pt x="1" y="2069"/>
                    <a:pt x="1" y="2171"/>
                  </a:cubicBezTo>
                  <a:lnTo>
                    <a:pt x="1" y="3978"/>
                  </a:lnTo>
                  <a:cubicBezTo>
                    <a:pt x="1" y="4081"/>
                    <a:pt x="83" y="4163"/>
                    <a:pt x="185" y="4163"/>
                  </a:cubicBezTo>
                  <a:lnTo>
                    <a:pt x="2241" y="4163"/>
                  </a:lnTo>
                  <a:cubicBezTo>
                    <a:pt x="2343" y="4163"/>
                    <a:pt x="2425" y="4081"/>
                    <a:pt x="2425" y="3978"/>
                  </a:cubicBezTo>
                  <a:lnTo>
                    <a:pt x="2425" y="183"/>
                  </a:lnTo>
                  <a:cubicBezTo>
                    <a:pt x="2426" y="82"/>
                    <a:pt x="2343" y="0"/>
                    <a:pt x="224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0" name="Google Shape;15530;p31"/>
            <p:cNvSpPr/>
            <p:nvPr/>
          </p:nvSpPr>
          <p:spPr>
            <a:xfrm>
              <a:off x="4088001" y="3132260"/>
              <a:ext cx="121497" cy="13676"/>
            </a:xfrm>
            <a:custGeom>
              <a:rect b="b" l="l" r="r" t="t"/>
              <a:pathLst>
                <a:path extrusionOk="0" h="361" w="3207">
                  <a:moveTo>
                    <a:pt x="198" y="1"/>
                  </a:moveTo>
                  <a:cubicBezTo>
                    <a:pt x="102" y="1"/>
                    <a:pt x="17" y="70"/>
                    <a:pt x="10" y="164"/>
                  </a:cubicBezTo>
                  <a:cubicBezTo>
                    <a:pt x="0" y="271"/>
                    <a:pt x="84" y="360"/>
                    <a:pt x="189" y="360"/>
                  </a:cubicBezTo>
                  <a:lnTo>
                    <a:pt x="3008" y="360"/>
                  </a:lnTo>
                  <a:cubicBezTo>
                    <a:pt x="3105" y="360"/>
                    <a:pt x="3190" y="291"/>
                    <a:pt x="3197" y="197"/>
                  </a:cubicBezTo>
                  <a:cubicBezTo>
                    <a:pt x="3206" y="90"/>
                    <a:pt x="3123" y="1"/>
                    <a:pt x="301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1" name="Google Shape;15531;p31"/>
            <p:cNvSpPr/>
            <p:nvPr/>
          </p:nvSpPr>
          <p:spPr>
            <a:xfrm>
              <a:off x="4088001" y="3163250"/>
              <a:ext cx="121497" cy="13714"/>
            </a:xfrm>
            <a:custGeom>
              <a:rect b="b" l="l" r="r" t="t"/>
              <a:pathLst>
                <a:path extrusionOk="0" h="362" w="3207">
                  <a:moveTo>
                    <a:pt x="198" y="1"/>
                  </a:moveTo>
                  <a:cubicBezTo>
                    <a:pt x="102" y="1"/>
                    <a:pt x="17" y="70"/>
                    <a:pt x="10" y="164"/>
                  </a:cubicBezTo>
                  <a:cubicBezTo>
                    <a:pt x="0" y="272"/>
                    <a:pt x="84" y="361"/>
                    <a:pt x="189" y="361"/>
                  </a:cubicBezTo>
                  <a:lnTo>
                    <a:pt x="3008" y="361"/>
                  </a:lnTo>
                  <a:cubicBezTo>
                    <a:pt x="3105" y="361"/>
                    <a:pt x="3190" y="291"/>
                    <a:pt x="3197" y="197"/>
                  </a:cubicBezTo>
                  <a:cubicBezTo>
                    <a:pt x="3206" y="91"/>
                    <a:pt x="3123" y="1"/>
                    <a:pt x="301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2" name="Google Shape;15532;p31"/>
            <p:cNvSpPr/>
            <p:nvPr/>
          </p:nvSpPr>
          <p:spPr>
            <a:xfrm>
              <a:off x="4087433" y="3194278"/>
              <a:ext cx="75959" cy="13714"/>
            </a:xfrm>
            <a:custGeom>
              <a:rect b="b" l="l" r="r" t="t"/>
              <a:pathLst>
                <a:path extrusionOk="0" h="362" w="2005">
                  <a:moveTo>
                    <a:pt x="199" y="1"/>
                  </a:moveTo>
                  <a:cubicBezTo>
                    <a:pt x="103" y="1"/>
                    <a:pt x="18" y="70"/>
                    <a:pt x="10" y="164"/>
                  </a:cubicBezTo>
                  <a:cubicBezTo>
                    <a:pt x="1" y="272"/>
                    <a:pt x="85" y="361"/>
                    <a:pt x="189" y="361"/>
                  </a:cubicBezTo>
                  <a:lnTo>
                    <a:pt x="1806" y="361"/>
                  </a:lnTo>
                  <a:cubicBezTo>
                    <a:pt x="1902" y="361"/>
                    <a:pt x="1987" y="292"/>
                    <a:pt x="1995" y="198"/>
                  </a:cubicBezTo>
                  <a:cubicBezTo>
                    <a:pt x="2004" y="90"/>
                    <a:pt x="1921" y="1"/>
                    <a:pt x="181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3" name="Google Shape;15533;p31"/>
            <p:cNvSpPr/>
            <p:nvPr/>
          </p:nvSpPr>
          <p:spPr>
            <a:xfrm>
              <a:off x="3903387" y="2991934"/>
              <a:ext cx="476972" cy="398512"/>
            </a:xfrm>
            <a:custGeom>
              <a:rect b="b" l="l" r="r" t="t"/>
              <a:pathLst>
                <a:path extrusionOk="0" h="10519" w="12590">
                  <a:moveTo>
                    <a:pt x="9906" y="1181"/>
                  </a:moveTo>
                  <a:cubicBezTo>
                    <a:pt x="9957" y="1181"/>
                    <a:pt x="9999" y="1223"/>
                    <a:pt x="9999" y="1273"/>
                  </a:cubicBezTo>
                  <a:lnTo>
                    <a:pt x="9999" y="3705"/>
                  </a:lnTo>
                  <a:lnTo>
                    <a:pt x="9199" y="3705"/>
                  </a:lnTo>
                  <a:cubicBezTo>
                    <a:pt x="8881" y="3705"/>
                    <a:pt x="8623" y="3963"/>
                    <a:pt x="8623" y="4281"/>
                  </a:cubicBezTo>
                  <a:lnTo>
                    <a:pt x="8623" y="6064"/>
                  </a:lnTo>
                  <a:lnTo>
                    <a:pt x="1769" y="6064"/>
                  </a:lnTo>
                  <a:cubicBezTo>
                    <a:pt x="1718" y="6064"/>
                    <a:pt x="1676" y="6022"/>
                    <a:pt x="1676" y="5970"/>
                  </a:cubicBezTo>
                  <a:lnTo>
                    <a:pt x="1676" y="1273"/>
                  </a:lnTo>
                  <a:cubicBezTo>
                    <a:pt x="1676" y="1223"/>
                    <a:pt x="1718" y="1181"/>
                    <a:pt x="1768" y="1181"/>
                  </a:cubicBezTo>
                  <a:close/>
                  <a:moveTo>
                    <a:pt x="10300" y="361"/>
                  </a:moveTo>
                  <a:cubicBezTo>
                    <a:pt x="10533" y="361"/>
                    <a:pt x="10721" y="549"/>
                    <a:pt x="10721" y="783"/>
                  </a:cubicBezTo>
                  <a:lnTo>
                    <a:pt x="10720" y="3705"/>
                  </a:lnTo>
                  <a:lnTo>
                    <a:pt x="10361" y="3705"/>
                  </a:lnTo>
                  <a:lnTo>
                    <a:pt x="10361" y="1282"/>
                  </a:lnTo>
                  <a:cubicBezTo>
                    <a:pt x="10361" y="1027"/>
                    <a:pt x="10153" y="822"/>
                    <a:pt x="9900" y="822"/>
                  </a:cubicBezTo>
                  <a:lnTo>
                    <a:pt x="1779" y="822"/>
                  </a:lnTo>
                  <a:cubicBezTo>
                    <a:pt x="1523" y="822"/>
                    <a:pt x="1318" y="1028"/>
                    <a:pt x="1318" y="1282"/>
                  </a:cubicBezTo>
                  <a:lnTo>
                    <a:pt x="1318" y="5995"/>
                  </a:lnTo>
                  <a:cubicBezTo>
                    <a:pt x="1318" y="6251"/>
                    <a:pt x="1524" y="6456"/>
                    <a:pt x="1779" y="6456"/>
                  </a:cubicBezTo>
                  <a:lnTo>
                    <a:pt x="8624" y="6456"/>
                  </a:lnTo>
                  <a:lnTo>
                    <a:pt x="8624" y="6882"/>
                  </a:lnTo>
                  <a:lnTo>
                    <a:pt x="1377" y="6882"/>
                  </a:lnTo>
                  <a:cubicBezTo>
                    <a:pt x="1145" y="6882"/>
                    <a:pt x="956" y="6693"/>
                    <a:pt x="956" y="6461"/>
                  </a:cubicBezTo>
                  <a:lnTo>
                    <a:pt x="956" y="783"/>
                  </a:lnTo>
                  <a:cubicBezTo>
                    <a:pt x="956" y="549"/>
                    <a:pt x="1145" y="361"/>
                    <a:pt x="1377" y="361"/>
                  </a:cubicBezTo>
                  <a:close/>
                  <a:moveTo>
                    <a:pt x="8624" y="7242"/>
                  </a:moveTo>
                  <a:lnTo>
                    <a:pt x="8624" y="7963"/>
                  </a:lnTo>
                  <a:lnTo>
                    <a:pt x="994" y="7963"/>
                  </a:lnTo>
                  <a:cubicBezTo>
                    <a:pt x="642" y="7963"/>
                    <a:pt x="355" y="7683"/>
                    <a:pt x="355" y="7338"/>
                  </a:cubicBezTo>
                  <a:cubicBezTo>
                    <a:pt x="355" y="7285"/>
                    <a:pt x="400" y="7242"/>
                    <a:pt x="453" y="7242"/>
                  </a:cubicBezTo>
                  <a:close/>
                  <a:moveTo>
                    <a:pt x="12227" y="9436"/>
                  </a:moveTo>
                  <a:lnTo>
                    <a:pt x="12227" y="9437"/>
                  </a:lnTo>
                  <a:lnTo>
                    <a:pt x="12227" y="9918"/>
                  </a:lnTo>
                  <a:cubicBezTo>
                    <a:pt x="12227" y="10032"/>
                    <a:pt x="12134" y="10125"/>
                    <a:pt x="12021" y="10125"/>
                  </a:cubicBezTo>
                  <a:lnTo>
                    <a:pt x="9222" y="10125"/>
                  </a:lnTo>
                  <a:cubicBezTo>
                    <a:pt x="9109" y="10125"/>
                    <a:pt x="9016" y="10032"/>
                    <a:pt x="9016" y="9918"/>
                  </a:cubicBezTo>
                  <a:lnTo>
                    <a:pt x="9016" y="9436"/>
                  </a:lnTo>
                  <a:close/>
                  <a:moveTo>
                    <a:pt x="1387" y="0"/>
                  </a:moveTo>
                  <a:cubicBezTo>
                    <a:pt x="951" y="0"/>
                    <a:pt x="597" y="354"/>
                    <a:pt x="597" y="790"/>
                  </a:cubicBezTo>
                  <a:lnTo>
                    <a:pt x="597" y="6461"/>
                  </a:lnTo>
                  <a:cubicBezTo>
                    <a:pt x="597" y="6614"/>
                    <a:pt x="642" y="6759"/>
                    <a:pt x="720" y="6882"/>
                  </a:cubicBezTo>
                  <a:lnTo>
                    <a:pt x="475" y="6882"/>
                  </a:lnTo>
                  <a:cubicBezTo>
                    <a:pt x="223" y="6882"/>
                    <a:pt x="13" y="7082"/>
                    <a:pt x="9" y="7334"/>
                  </a:cubicBezTo>
                  <a:cubicBezTo>
                    <a:pt x="0" y="7896"/>
                    <a:pt x="456" y="8356"/>
                    <a:pt x="1016" y="8356"/>
                  </a:cubicBezTo>
                  <a:lnTo>
                    <a:pt x="8625" y="8356"/>
                  </a:lnTo>
                  <a:lnTo>
                    <a:pt x="8625" y="9943"/>
                  </a:lnTo>
                  <a:cubicBezTo>
                    <a:pt x="8625" y="10261"/>
                    <a:pt x="8884" y="10519"/>
                    <a:pt x="9201" y="10519"/>
                  </a:cubicBezTo>
                  <a:lnTo>
                    <a:pt x="12399" y="10519"/>
                  </a:lnTo>
                  <a:cubicBezTo>
                    <a:pt x="12504" y="10519"/>
                    <a:pt x="12589" y="10432"/>
                    <a:pt x="12589" y="10327"/>
                  </a:cubicBezTo>
                  <a:lnTo>
                    <a:pt x="12589" y="6902"/>
                  </a:lnTo>
                  <a:cubicBezTo>
                    <a:pt x="12589" y="6887"/>
                    <a:pt x="12584" y="6871"/>
                    <a:pt x="12573" y="6860"/>
                  </a:cubicBezTo>
                  <a:cubicBezTo>
                    <a:pt x="12519" y="6805"/>
                    <a:pt x="12462" y="6782"/>
                    <a:pt x="12410" y="6782"/>
                  </a:cubicBezTo>
                  <a:cubicBezTo>
                    <a:pt x="12310" y="6782"/>
                    <a:pt x="12230" y="6865"/>
                    <a:pt x="12230" y="6967"/>
                  </a:cubicBezTo>
                  <a:lnTo>
                    <a:pt x="12230" y="9079"/>
                  </a:lnTo>
                  <a:lnTo>
                    <a:pt x="9018" y="9079"/>
                  </a:lnTo>
                  <a:lnTo>
                    <a:pt x="9018" y="4304"/>
                  </a:lnTo>
                  <a:cubicBezTo>
                    <a:pt x="9018" y="4190"/>
                    <a:pt x="9111" y="4098"/>
                    <a:pt x="9225" y="4098"/>
                  </a:cubicBezTo>
                  <a:lnTo>
                    <a:pt x="12008" y="4098"/>
                  </a:lnTo>
                  <a:cubicBezTo>
                    <a:pt x="12008" y="4098"/>
                    <a:pt x="12215" y="4173"/>
                    <a:pt x="12230" y="4287"/>
                  </a:cubicBezTo>
                  <a:lnTo>
                    <a:pt x="12230" y="6107"/>
                  </a:lnTo>
                  <a:cubicBezTo>
                    <a:pt x="12214" y="6209"/>
                    <a:pt x="12296" y="6291"/>
                    <a:pt x="12399" y="6291"/>
                  </a:cubicBezTo>
                  <a:cubicBezTo>
                    <a:pt x="12500" y="6291"/>
                    <a:pt x="12583" y="6209"/>
                    <a:pt x="12588" y="6107"/>
                  </a:cubicBezTo>
                  <a:lnTo>
                    <a:pt x="12588" y="4287"/>
                  </a:lnTo>
                  <a:cubicBezTo>
                    <a:pt x="12583" y="3969"/>
                    <a:pt x="12007" y="3703"/>
                    <a:pt x="12007" y="3703"/>
                  </a:cubicBezTo>
                  <a:lnTo>
                    <a:pt x="11115" y="3703"/>
                  </a:lnTo>
                  <a:lnTo>
                    <a:pt x="11115" y="790"/>
                  </a:lnTo>
                  <a:cubicBezTo>
                    <a:pt x="11115" y="354"/>
                    <a:pt x="10761" y="0"/>
                    <a:pt x="1032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4" name="Google Shape;15534;p31"/>
            <p:cNvSpPr/>
            <p:nvPr/>
          </p:nvSpPr>
          <p:spPr>
            <a:xfrm>
              <a:off x="4252346" y="3168213"/>
              <a:ext cx="105585" cy="60919"/>
            </a:xfrm>
            <a:custGeom>
              <a:rect b="b" l="l" r="r" t="t"/>
              <a:pathLst>
                <a:path extrusionOk="0" h="1608" w="2787">
                  <a:moveTo>
                    <a:pt x="1841" y="362"/>
                  </a:moveTo>
                  <a:lnTo>
                    <a:pt x="1399" y="586"/>
                  </a:lnTo>
                  <a:lnTo>
                    <a:pt x="958" y="362"/>
                  </a:lnTo>
                  <a:close/>
                  <a:moveTo>
                    <a:pt x="2427" y="477"/>
                  </a:moveTo>
                  <a:lnTo>
                    <a:pt x="2427" y="1108"/>
                  </a:lnTo>
                  <a:lnTo>
                    <a:pt x="1807" y="793"/>
                  </a:lnTo>
                  <a:lnTo>
                    <a:pt x="2427" y="477"/>
                  </a:lnTo>
                  <a:close/>
                  <a:moveTo>
                    <a:pt x="362" y="478"/>
                  </a:moveTo>
                  <a:lnTo>
                    <a:pt x="982" y="794"/>
                  </a:lnTo>
                  <a:lnTo>
                    <a:pt x="362" y="1110"/>
                  </a:lnTo>
                  <a:lnTo>
                    <a:pt x="362" y="478"/>
                  </a:lnTo>
                  <a:close/>
                  <a:moveTo>
                    <a:pt x="1399" y="988"/>
                  </a:moveTo>
                  <a:lnTo>
                    <a:pt x="1841" y="1213"/>
                  </a:lnTo>
                  <a:lnTo>
                    <a:pt x="958" y="1213"/>
                  </a:lnTo>
                  <a:lnTo>
                    <a:pt x="1399" y="988"/>
                  </a:lnTo>
                  <a:close/>
                  <a:moveTo>
                    <a:pt x="185" y="1"/>
                  </a:moveTo>
                  <a:cubicBezTo>
                    <a:pt x="83" y="1"/>
                    <a:pt x="1" y="84"/>
                    <a:pt x="1" y="185"/>
                  </a:cubicBezTo>
                  <a:lnTo>
                    <a:pt x="1" y="1422"/>
                  </a:lnTo>
                  <a:cubicBezTo>
                    <a:pt x="1" y="1525"/>
                    <a:pt x="83" y="1607"/>
                    <a:pt x="185" y="1607"/>
                  </a:cubicBezTo>
                  <a:lnTo>
                    <a:pt x="2602" y="1607"/>
                  </a:lnTo>
                  <a:cubicBezTo>
                    <a:pt x="2705" y="1607"/>
                    <a:pt x="2787" y="1525"/>
                    <a:pt x="2787" y="1422"/>
                  </a:cubicBezTo>
                  <a:lnTo>
                    <a:pt x="2787" y="185"/>
                  </a:lnTo>
                  <a:cubicBezTo>
                    <a:pt x="2787" y="84"/>
                    <a:pt x="2705" y="1"/>
                    <a:pt x="26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5" name="Google Shape;15535;p31"/>
            <p:cNvSpPr/>
            <p:nvPr/>
          </p:nvSpPr>
          <p:spPr>
            <a:xfrm>
              <a:off x="4253407" y="3243983"/>
              <a:ext cx="103881" cy="13639"/>
            </a:xfrm>
            <a:custGeom>
              <a:rect b="b" l="l" r="r" t="t"/>
              <a:pathLst>
                <a:path extrusionOk="0" h="360" w="2742">
                  <a:moveTo>
                    <a:pt x="198" y="0"/>
                  </a:moveTo>
                  <a:cubicBezTo>
                    <a:pt x="102" y="0"/>
                    <a:pt x="18" y="69"/>
                    <a:pt x="9" y="164"/>
                  </a:cubicBezTo>
                  <a:cubicBezTo>
                    <a:pt x="1" y="270"/>
                    <a:pt x="85" y="359"/>
                    <a:pt x="189" y="359"/>
                  </a:cubicBezTo>
                  <a:lnTo>
                    <a:pt x="2544" y="359"/>
                  </a:lnTo>
                  <a:cubicBezTo>
                    <a:pt x="2640" y="359"/>
                    <a:pt x="2725" y="290"/>
                    <a:pt x="2732" y="196"/>
                  </a:cubicBezTo>
                  <a:cubicBezTo>
                    <a:pt x="2742" y="89"/>
                    <a:pt x="2658" y="0"/>
                    <a:pt x="255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6" name="Google Shape;15536;p31"/>
            <p:cNvSpPr/>
            <p:nvPr/>
          </p:nvSpPr>
          <p:spPr>
            <a:xfrm>
              <a:off x="4253407" y="3271223"/>
              <a:ext cx="103615" cy="13714"/>
            </a:xfrm>
            <a:custGeom>
              <a:rect b="b" l="l" r="r" t="t"/>
              <a:pathLst>
                <a:path extrusionOk="0" h="362" w="2735">
                  <a:moveTo>
                    <a:pt x="198" y="1"/>
                  </a:moveTo>
                  <a:cubicBezTo>
                    <a:pt x="102" y="1"/>
                    <a:pt x="18" y="70"/>
                    <a:pt x="9" y="164"/>
                  </a:cubicBezTo>
                  <a:cubicBezTo>
                    <a:pt x="1" y="272"/>
                    <a:pt x="85" y="361"/>
                    <a:pt x="189" y="361"/>
                  </a:cubicBezTo>
                  <a:lnTo>
                    <a:pt x="2553" y="361"/>
                  </a:lnTo>
                  <a:cubicBezTo>
                    <a:pt x="2554" y="361"/>
                    <a:pt x="2554" y="361"/>
                    <a:pt x="2555" y="361"/>
                  </a:cubicBezTo>
                  <a:cubicBezTo>
                    <a:pt x="2654" y="361"/>
                    <a:pt x="2734" y="280"/>
                    <a:pt x="2734" y="182"/>
                  </a:cubicBezTo>
                  <a:cubicBezTo>
                    <a:pt x="2734" y="82"/>
                    <a:pt x="2653" y="1"/>
                    <a:pt x="255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7" name="Google Shape;15537;p31"/>
            <p:cNvSpPr/>
            <p:nvPr/>
          </p:nvSpPr>
          <p:spPr>
            <a:xfrm>
              <a:off x="4252952" y="3299788"/>
              <a:ext cx="65768" cy="13714"/>
            </a:xfrm>
            <a:custGeom>
              <a:rect b="b" l="l" r="r" t="t"/>
              <a:pathLst>
                <a:path extrusionOk="0" h="362" w="1736">
                  <a:moveTo>
                    <a:pt x="189" y="1"/>
                  </a:moveTo>
                  <a:cubicBezTo>
                    <a:pt x="84" y="1"/>
                    <a:pt x="0" y="90"/>
                    <a:pt x="10" y="198"/>
                  </a:cubicBezTo>
                  <a:cubicBezTo>
                    <a:pt x="18" y="292"/>
                    <a:pt x="104" y="361"/>
                    <a:pt x="198" y="361"/>
                  </a:cubicBezTo>
                  <a:lnTo>
                    <a:pt x="1538" y="361"/>
                  </a:lnTo>
                  <a:cubicBezTo>
                    <a:pt x="1633" y="361"/>
                    <a:pt x="1718" y="292"/>
                    <a:pt x="1726" y="198"/>
                  </a:cubicBezTo>
                  <a:cubicBezTo>
                    <a:pt x="1736" y="90"/>
                    <a:pt x="1652" y="1"/>
                    <a:pt x="15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38" name="Google Shape;15538;p31"/>
          <p:cNvGrpSpPr/>
          <p:nvPr/>
        </p:nvGrpSpPr>
        <p:grpSpPr>
          <a:xfrm>
            <a:off x="4839345" y="3426003"/>
            <a:ext cx="249355" cy="449547"/>
            <a:chOff x="4855362" y="2952837"/>
            <a:chExt cx="264399" cy="476669"/>
          </a:xfrm>
        </p:grpSpPr>
        <p:sp>
          <p:nvSpPr>
            <p:cNvPr id="15539" name="Google Shape;15539;p31"/>
            <p:cNvSpPr/>
            <p:nvPr/>
          </p:nvSpPr>
          <p:spPr>
            <a:xfrm>
              <a:off x="4972464" y="3378665"/>
              <a:ext cx="29247" cy="13676"/>
            </a:xfrm>
            <a:custGeom>
              <a:rect b="b" l="l" r="r" t="t"/>
              <a:pathLst>
                <a:path extrusionOk="0" h="361" w="772">
                  <a:moveTo>
                    <a:pt x="199" y="1"/>
                  </a:moveTo>
                  <a:cubicBezTo>
                    <a:pt x="104" y="1"/>
                    <a:pt x="18" y="70"/>
                    <a:pt x="10" y="164"/>
                  </a:cubicBezTo>
                  <a:cubicBezTo>
                    <a:pt x="1" y="270"/>
                    <a:pt x="85" y="360"/>
                    <a:pt x="189" y="360"/>
                  </a:cubicBezTo>
                  <a:lnTo>
                    <a:pt x="575" y="360"/>
                  </a:lnTo>
                  <a:cubicBezTo>
                    <a:pt x="670" y="360"/>
                    <a:pt x="755" y="291"/>
                    <a:pt x="762" y="197"/>
                  </a:cubicBezTo>
                  <a:cubicBezTo>
                    <a:pt x="772" y="89"/>
                    <a:pt x="688" y="1"/>
                    <a:pt x="58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0" name="Google Shape;15540;p31"/>
            <p:cNvSpPr/>
            <p:nvPr/>
          </p:nvSpPr>
          <p:spPr>
            <a:xfrm>
              <a:off x="4855362" y="2952837"/>
              <a:ext cx="264399" cy="476669"/>
            </a:xfrm>
            <a:custGeom>
              <a:rect b="b" l="l" r="r" t="t"/>
              <a:pathLst>
                <a:path extrusionOk="0" h="12582" w="6979">
                  <a:moveTo>
                    <a:pt x="6585" y="1994"/>
                  </a:moveTo>
                  <a:lnTo>
                    <a:pt x="6585" y="5870"/>
                  </a:lnTo>
                  <a:lnTo>
                    <a:pt x="4485" y="4200"/>
                  </a:lnTo>
                  <a:lnTo>
                    <a:pt x="6585" y="1994"/>
                  </a:lnTo>
                  <a:close/>
                  <a:moveTo>
                    <a:pt x="359" y="2309"/>
                  </a:moveTo>
                  <a:lnTo>
                    <a:pt x="5072" y="6058"/>
                  </a:lnTo>
                  <a:lnTo>
                    <a:pt x="1379" y="10223"/>
                  </a:lnTo>
                  <a:lnTo>
                    <a:pt x="358" y="10223"/>
                  </a:lnTo>
                  <a:lnTo>
                    <a:pt x="358" y="2309"/>
                  </a:lnTo>
                  <a:close/>
                  <a:moveTo>
                    <a:pt x="6050" y="360"/>
                  </a:moveTo>
                  <a:cubicBezTo>
                    <a:pt x="6207" y="360"/>
                    <a:pt x="6348" y="428"/>
                    <a:pt x="6447" y="535"/>
                  </a:cubicBezTo>
                  <a:lnTo>
                    <a:pt x="5572" y="1455"/>
                  </a:lnTo>
                  <a:cubicBezTo>
                    <a:pt x="5501" y="1528"/>
                    <a:pt x="5505" y="1644"/>
                    <a:pt x="5578" y="1715"/>
                  </a:cubicBezTo>
                  <a:cubicBezTo>
                    <a:pt x="5613" y="1749"/>
                    <a:pt x="5659" y="1766"/>
                    <a:pt x="5704" y="1766"/>
                  </a:cubicBezTo>
                  <a:cubicBezTo>
                    <a:pt x="5753" y="1766"/>
                    <a:pt x="5802" y="1746"/>
                    <a:pt x="5839" y="1708"/>
                  </a:cubicBezTo>
                  <a:lnTo>
                    <a:pt x="6586" y="921"/>
                  </a:lnTo>
                  <a:lnTo>
                    <a:pt x="6586" y="1450"/>
                  </a:lnTo>
                  <a:lnTo>
                    <a:pt x="6585" y="1450"/>
                  </a:lnTo>
                  <a:lnTo>
                    <a:pt x="4081" y="4082"/>
                  </a:lnTo>
                  <a:cubicBezTo>
                    <a:pt x="4045" y="4120"/>
                    <a:pt x="4027" y="4169"/>
                    <a:pt x="4030" y="4222"/>
                  </a:cubicBezTo>
                  <a:cubicBezTo>
                    <a:pt x="4034" y="4274"/>
                    <a:pt x="4060" y="4321"/>
                    <a:pt x="4100" y="4353"/>
                  </a:cubicBezTo>
                  <a:lnTo>
                    <a:pt x="6585" y="6330"/>
                  </a:lnTo>
                  <a:lnTo>
                    <a:pt x="6585" y="6793"/>
                  </a:lnTo>
                  <a:lnTo>
                    <a:pt x="6024" y="6348"/>
                  </a:lnTo>
                  <a:cubicBezTo>
                    <a:pt x="5991" y="6321"/>
                    <a:pt x="5950" y="6308"/>
                    <a:pt x="5911" y="6308"/>
                  </a:cubicBezTo>
                  <a:cubicBezTo>
                    <a:pt x="5859" y="6308"/>
                    <a:pt x="5809" y="6330"/>
                    <a:pt x="5772" y="6371"/>
                  </a:cubicBezTo>
                  <a:lnTo>
                    <a:pt x="2357" y="10223"/>
                  </a:lnTo>
                  <a:lnTo>
                    <a:pt x="1872" y="10223"/>
                  </a:lnTo>
                  <a:lnTo>
                    <a:pt x="5475" y="6158"/>
                  </a:lnTo>
                  <a:cubicBezTo>
                    <a:pt x="5509" y="6120"/>
                    <a:pt x="5525" y="6070"/>
                    <a:pt x="5521" y="6020"/>
                  </a:cubicBezTo>
                  <a:cubicBezTo>
                    <a:pt x="5516" y="5969"/>
                    <a:pt x="5491" y="5923"/>
                    <a:pt x="5452" y="5891"/>
                  </a:cubicBezTo>
                  <a:lnTo>
                    <a:pt x="359" y="1841"/>
                  </a:lnTo>
                  <a:lnTo>
                    <a:pt x="359" y="1377"/>
                  </a:lnTo>
                  <a:lnTo>
                    <a:pt x="3525" y="3895"/>
                  </a:lnTo>
                  <a:cubicBezTo>
                    <a:pt x="3559" y="3922"/>
                    <a:pt x="3600" y="3935"/>
                    <a:pt x="3641" y="3935"/>
                  </a:cubicBezTo>
                  <a:cubicBezTo>
                    <a:pt x="3689" y="3935"/>
                    <a:pt x="3738" y="3916"/>
                    <a:pt x="3774" y="3878"/>
                  </a:cubicBezTo>
                  <a:lnTo>
                    <a:pt x="5243" y="2333"/>
                  </a:lnTo>
                  <a:cubicBezTo>
                    <a:pt x="5305" y="2268"/>
                    <a:pt x="5317" y="2169"/>
                    <a:pt x="5266" y="2096"/>
                  </a:cubicBezTo>
                  <a:cubicBezTo>
                    <a:pt x="5229" y="2042"/>
                    <a:pt x="5172" y="2015"/>
                    <a:pt x="5115" y="2015"/>
                  </a:cubicBezTo>
                  <a:cubicBezTo>
                    <a:pt x="5066" y="2015"/>
                    <a:pt x="5018" y="2035"/>
                    <a:pt x="4981" y="2074"/>
                  </a:cubicBezTo>
                  <a:lnTo>
                    <a:pt x="3624" y="3501"/>
                  </a:lnTo>
                  <a:lnTo>
                    <a:pt x="361" y="906"/>
                  </a:lnTo>
                  <a:lnTo>
                    <a:pt x="361" y="898"/>
                  </a:lnTo>
                  <a:cubicBezTo>
                    <a:pt x="361" y="601"/>
                    <a:pt x="602" y="360"/>
                    <a:pt x="899" y="360"/>
                  </a:cubicBezTo>
                  <a:close/>
                  <a:moveTo>
                    <a:pt x="5933" y="6745"/>
                  </a:moveTo>
                  <a:lnTo>
                    <a:pt x="6586" y="7264"/>
                  </a:lnTo>
                  <a:lnTo>
                    <a:pt x="6586" y="10225"/>
                  </a:lnTo>
                  <a:lnTo>
                    <a:pt x="2849" y="10225"/>
                  </a:lnTo>
                  <a:lnTo>
                    <a:pt x="5933" y="6745"/>
                  </a:lnTo>
                  <a:close/>
                  <a:moveTo>
                    <a:pt x="6585" y="10616"/>
                  </a:moveTo>
                  <a:lnTo>
                    <a:pt x="6585" y="11684"/>
                  </a:lnTo>
                  <a:cubicBezTo>
                    <a:pt x="6585" y="11981"/>
                    <a:pt x="6344" y="12222"/>
                    <a:pt x="6046" y="12222"/>
                  </a:cubicBezTo>
                  <a:lnTo>
                    <a:pt x="898" y="12222"/>
                  </a:lnTo>
                  <a:cubicBezTo>
                    <a:pt x="600" y="12222"/>
                    <a:pt x="359" y="11981"/>
                    <a:pt x="359" y="11684"/>
                  </a:cubicBezTo>
                  <a:lnTo>
                    <a:pt x="359" y="10616"/>
                  </a:lnTo>
                  <a:close/>
                  <a:moveTo>
                    <a:pt x="906" y="1"/>
                  </a:moveTo>
                  <a:cubicBezTo>
                    <a:pt x="405" y="1"/>
                    <a:pt x="0" y="407"/>
                    <a:pt x="0" y="907"/>
                  </a:cubicBezTo>
                  <a:lnTo>
                    <a:pt x="0" y="11676"/>
                  </a:lnTo>
                  <a:cubicBezTo>
                    <a:pt x="0" y="12175"/>
                    <a:pt x="405" y="12582"/>
                    <a:pt x="906" y="12582"/>
                  </a:cubicBezTo>
                  <a:lnTo>
                    <a:pt x="6072" y="12582"/>
                  </a:lnTo>
                  <a:cubicBezTo>
                    <a:pt x="6572" y="12582"/>
                    <a:pt x="6978" y="12175"/>
                    <a:pt x="6978" y="11676"/>
                  </a:cubicBezTo>
                  <a:lnTo>
                    <a:pt x="6978" y="907"/>
                  </a:lnTo>
                  <a:cubicBezTo>
                    <a:pt x="6979" y="408"/>
                    <a:pt x="6570" y="1"/>
                    <a:pt x="607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1" name="Google Shape;15541;p31"/>
            <p:cNvSpPr/>
            <p:nvPr/>
          </p:nvSpPr>
          <p:spPr>
            <a:xfrm>
              <a:off x="4882752" y="3132147"/>
              <a:ext cx="109412" cy="139871"/>
            </a:xfrm>
            <a:custGeom>
              <a:rect b="b" l="l" r="r" t="t"/>
              <a:pathLst>
                <a:path extrusionOk="0" h="3692" w="2888">
                  <a:moveTo>
                    <a:pt x="1451" y="1"/>
                  </a:moveTo>
                  <a:cubicBezTo>
                    <a:pt x="1307" y="1"/>
                    <a:pt x="1161" y="21"/>
                    <a:pt x="1018" y="64"/>
                  </a:cubicBezTo>
                  <a:cubicBezTo>
                    <a:pt x="536" y="208"/>
                    <a:pt x="187" y="572"/>
                    <a:pt x="61" y="1065"/>
                  </a:cubicBezTo>
                  <a:cubicBezTo>
                    <a:pt x="11" y="1261"/>
                    <a:pt x="1" y="1456"/>
                    <a:pt x="32" y="1645"/>
                  </a:cubicBezTo>
                  <a:cubicBezTo>
                    <a:pt x="114" y="2146"/>
                    <a:pt x="415" y="2503"/>
                    <a:pt x="705" y="2847"/>
                  </a:cubicBezTo>
                  <a:cubicBezTo>
                    <a:pt x="891" y="3071"/>
                    <a:pt x="1069" y="3282"/>
                    <a:pt x="1184" y="3525"/>
                  </a:cubicBezTo>
                  <a:cubicBezTo>
                    <a:pt x="1233" y="3628"/>
                    <a:pt x="1333" y="3692"/>
                    <a:pt x="1447" y="3692"/>
                  </a:cubicBezTo>
                  <a:cubicBezTo>
                    <a:pt x="1561" y="3692"/>
                    <a:pt x="1662" y="3628"/>
                    <a:pt x="1710" y="3525"/>
                  </a:cubicBezTo>
                  <a:cubicBezTo>
                    <a:pt x="1825" y="3283"/>
                    <a:pt x="2002" y="3071"/>
                    <a:pt x="2191" y="2847"/>
                  </a:cubicBezTo>
                  <a:cubicBezTo>
                    <a:pt x="2482" y="2502"/>
                    <a:pt x="2782" y="2144"/>
                    <a:pt x="2864" y="1645"/>
                  </a:cubicBezTo>
                  <a:cubicBezTo>
                    <a:pt x="2886" y="1508"/>
                    <a:pt x="2887" y="1367"/>
                    <a:pt x="2867" y="1225"/>
                  </a:cubicBezTo>
                  <a:cubicBezTo>
                    <a:pt x="2855" y="1134"/>
                    <a:pt x="2776" y="1067"/>
                    <a:pt x="2686" y="1067"/>
                  </a:cubicBezTo>
                  <a:cubicBezTo>
                    <a:pt x="2678" y="1067"/>
                    <a:pt x="2669" y="1068"/>
                    <a:pt x="2660" y="1069"/>
                  </a:cubicBezTo>
                  <a:cubicBezTo>
                    <a:pt x="2558" y="1084"/>
                    <a:pt x="2489" y="1177"/>
                    <a:pt x="2504" y="1278"/>
                  </a:cubicBezTo>
                  <a:cubicBezTo>
                    <a:pt x="2519" y="1382"/>
                    <a:pt x="2519" y="1486"/>
                    <a:pt x="2501" y="1585"/>
                  </a:cubicBezTo>
                  <a:cubicBezTo>
                    <a:pt x="2435" y="1986"/>
                    <a:pt x="2180" y="2289"/>
                    <a:pt x="1909" y="2610"/>
                  </a:cubicBezTo>
                  <a:cubicBezTo>
                    <a:pt x="1746" y="2804"/>
                    <a:pt x="1578" y="3005"/>
                    <a:pt x="1448" y="3232"/>
                  </a:cubicBezTo>
                  <a:cubicBezTo>
                    <a:pt x="1319" y="3005"/>
                    <a:pt x="1151" y="2804"/>
                    <a:pt x="987" y="2610"/>
                  </a:cubicBezTo>
                  <a:cubicBezTo>
                    <a:pt x="718" y="2288"/>
                    <a:pt x="463" y="1984"/>
                    <a:pt x="396" y="1585"/>
                  </a:cubicBezTo>
                  <a:cubicBezTo>
                    <a:pt x="373" y="1446"/>
                    <a:pt x="380" y="1303"/>
                    <a:pt x="417" y="1157"/>
                  </a:cubicBezTo>
                  <a:cubicBezTo>
                    <a:pt x="511" y="793"/>
                    <a:pt x="767" y="523"/>
                    <a:pt x="1123" y="418"/>
                  </a:cubicBezTo>
                  <a:cubicBezTo>
                    <a:pt x="1228" y="386"/>
                    <a:pt x="1338" y="371"/>
                    <a:pt x="1446" y="371"/>
                  </a:cubicBezTo>
                  <a:cubicBezTo>
                    <a:pt x="1717" y="371"/>
                    <a:pt x="1983" y="466"/>
                    <a:pt x="2177" y="643"/>
                  </a:cubicBezTo>
                  <a:cubicBezTo>
                    <a:pt x="2213" y="675"/>
                    <a:pt x="2257" y="691"/>
                    <a:pt x="2302" y="691"/>
                  </a:cubicBezTo>
                  <a:cubicBezTo>
                    <a:pt x="2352" y="691"/>
                    <a:pt x="2402" y="670"/>
                    <a:pt x="2438" y="630"/>
                  </a:cubicBezTo>
                  <a:cubicBezTo>
                    <a:pt x="2506" y="556"/>
                    <a:pt x="2501" y="439"/>
                    <a:pt x="2426" y="371"/>
                  </a:cubicBezTo>
                  <a:cubicBezTo>
                    <a:pt x="2162" y="129"/>
                    <a:pt x="1811" y="1"/>
                    <a:pt x="145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2" name="Google Shape;15542;p31"/>
            <p:cNvSpPr/>
            <p:nvPr/>
          </p:nvSpPr>
          <p:spPr>
            <a:xfrm>
              <a:off x="4907946" y="3156469"/>
              <a:ext cx="59176" cy="59176"/>
            </a:xfrm>
            <a:custGeom>
              <a:rect b="b" l="l" r="r" t="t"/>
              <a:pathLst>
                <a:path extrusionOk="0" h="1562" w="1562">
                  <a:moveTo>
                    <a:pt x="781" y="368"/>
                  </a:moveTo>
                  <a:cubicBezTo>
                    <a:pt x="1007" y="368"/>
                    <a:pt x="1192" y="553"/>
                    <a:pt x="1192" y="779"/>
                  </a:cubicBezTo>
                  <a:cubicBezTo>
                    <a:pt x="1192" y="1007"/>
                    <a:pt x="1007" y="1191"/>
                    <a:pt x="781" y="1191"/>
                  </a:cubicBezTo>
                  <a:cubicBezTo>
                    <a:pt x="555" y="1191"/>
                    <a:pt x="370" y="1005"/>
                    <a:pt x="370" y="779"/>
                  </a:cubicBezTo>
                  <a:cubicBezTo>
                    <a:pt x="370" y="553"/>
                    <a:pt x="555" y="368"/>
                    <a:pt x="781" y="368"/>
                  </a:cubicBezTo>
                  <a:close/>
                  <a:moveTo>
                    <a:pt x="781" y="1"/>
                  </a:moveTo>
                  <a:cubicBezTo>
                    <a:pt x="352" y="1"/>
                    <a:pt x="1" y="350"/>
                    <a:pt x="1" y="781"/>
                  </a:cubicBezTo>
                  <a:cubicBezTo>
                    <a:pt x="1" y="1211"/>
                    <a:pt x="351" y="1561"/>
                    <a:pt x="781" y="1561"/>
                  </a:cubicBezTo>
                  <a:cubicBezTo>
                    <a:pt x="1212" y="1561"/>
                    <a:pt x="1561" y="1212"/>
                    <a:pt x="1561" y="781"/>
                  </a:cubicBezTo>
                  <a:cubicBezTo>
                    <a:pt x="1561" y="350"/>
                    <a:pt x="1212" y="1"/>
                    <a:pt x="7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43" name="Google Shape;15543;p31"/>
          <p:cNvGrpSpPr/>
          <p:nvPr/>
        </p:nvGrpSpPr>
        <p:grpSpPr>
          <a:xfrm>
            <a:off x="932842" y="3451800"/>
            <a:ext cx="449582" cy="398061"/>
            <a:chOff x="713167" y="2980190"/>
            <a:chExt cx="476707" cy="422077"/>
          </a:xfrm>
        </p:grpSpPr>
        <p:sp>
          <p:nvSpPr>
            <p:cNvPr id="15544" name="Google Shape;15544;p31"/>
            <p:cNvSpPr/>
            <p:nvPr/>
          </p:nvSpPr>
          <p:spPr>
            <a:xfrm>
              <a:off x="816176" y="3244514"/>
              <a:ext cx="270650" cy="54744"/>
            </a:xfrm>
            <a:custGeom>
              <a:rect b="b" l="l" r="r" t="t"/>
              <a:pathLst>
                <a:path extrusionOk="0" h="1445" w="7144">
                  <a:moveTo>
                    <a:pt x="185" y="1"/>
                  </a:moveTo>
                  <a:cubicBezTo>
                    <a:pt x="83" y="1"/>
                    <a:pt x="0" y="84"/>
                    <a:pt x="0" y="186"/>
                  </a:cubicBezTo>
                  <a:lnTo>
                    <a:pt x="0" y="1261"/>
                  </a:lnTo>
                  <a:cubicBezTo>
                    <a:pt x="0" y="1361"/>
                    <a:pt x="83" y="1444"/>
                    <a:pt x="185" y="1444"/>
                  </a:cubicBezTo>
                  <a:lnTo>
                    <a:pt x="1873" y="1444"/>
                  </a:lnTo>
                  <a:cubicBezTo>
                    <a:pt x="1968" y="1444"/>
                    <a:pt x="2053" y="1375"/>
                    <a:pt x="2061" y="1281"/>
                  </a:cubicBezTo>
                  <a:cubicBezTo>
                    <a:pt x="2071" y="1173"/>
                    <a:pt x="1986" y="1084"/>
                    <a:pt x="1881" y="1084"/>
                  </a:cubicBezTo>
                  <a:lnTo>
                    <a:pt x="362" y="1084"/>
                  </a:lnTo>
                  <a:lnTo>
                    <a:pt x="362" y="362"/>
                  </a:lnTo>
                  <a:lnTo>
                    <a:pt x="6750" y="362"/>
                  </a:lnTo>
                  <a:lnTo>
                    <a:pt x="6750" y="1084"/>
                  </a:lnTo>
                  <a:lnTo>
                    <a:pt x="2821" y="1084"/>
                  </a:lnTo>
                  <a:cubicBezTo>
                    <a:pt x="2725" y="1084"/>
                    <a:pt x="2640" y="1153"/>
                    <a:pt x="2632" y="1247"/>
                  </a:cubicBezTo>
                  <a:cubicBezTo>
                    <a:pt x="2623" y="1355"/>
                    <a:pt x="2707" y="1444"/>
                    <a:pt x="2811" y="1444"/>
                  </a:cubicBezTo>
                  <a:lnTo>
                    <a:pt x="6959" y="1444"/>
                  </a:lnTo>
                  <a:cubicBezTo>
                    <a:pt x="7062" y="1444"/>
                    <a:pt x="7143" y="1361"/>
                    <a:pt x="7143" y="1260"/>
                  </a:cubicBezTo>
                  <a:lnTo>
                    <a:pt x="7143" y="186"/>
                  </a:lnTo>
                  <a:cubicBezTo>
                    <a:pt x="7143" y="84"/>
                    <a:pt x="7062" y="1"/>
                    <a:pt x="695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5" name="Google Shape;15545;p31"/>
            <p:cNvSpPr/>
            <p:nvPr/>
          </p:nvSpPr>
          <p:spPr>
            <a:xfrm>
              <a:off x="816176" y="3314033"/>
              <a:ext cx="270650" cy="54706"/>
            </a:xfrm>
            <a:custGeom>
              <a:rect b="b" l="l" r="r" t="t"/>
              <a:pathLst>
                <a:path extrusionOk="0" h="1444" w="7144">
                  <a:moveTo>
                    <a:pt x="6750" y="362"/>
                  </a:moveTo>
                  <a:lnTo>
                    <a:pt x="6750" y="1084"/>
                  </a:lnTo>
                  <a:lnTo>
                    <a:pt x="362" y="1084"/>
                  </a:lnTo>
                  <a:lnTo>
                    <a:pt x="362" y="362"/>
                  </a:lnTo>
                  <a:close/>
                  <a:moveTo>
                    <a:pt x="185" y="1"/>
                  </a:moveTo>
                  <a:cubicBezTo>
                    <a:pt x="83" y="1"/>
                    <a:pt x="0" y="83"/>
                    <a:pt x="0" y="185"/>
                  </a:cubicBezTo>
                  <a:lnTo>
                    <a:pt x="0" y="1260"/>
                  </a:lnTo>
                  <a:cubicBezTo>
                    <a:pt x="0" y="1362"/>
                    <a:pt x="83" y="1443"/>
                    <a:pt x="185" y="1443"/>
                  </a:cubicBezTo>
                  <a:lnTo>
                    <a:pt x="6959" y="1443"/>
                  </a:lnTo>
                  <a:cubicBezTo>
                    <a:pt x="7060" y="1443"/>
                    <a:pt x="7143" y="1361"/>
                    <a:pt x="7143" y="1259"/>
                  </a:cubicBezTo>
                  <a:lnTo>
                    <a:pt x="7143" y="185"/>
                  </a:lnTo>
                  <a:cubicBezTo>
                    <a:pt x="7143" y="84"/>
                    <a:pt x="7060" y="1"/>
                    <a:pt x="695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6" name="Google Shape;15546;p31"/>
            <p:cNvSpPr/>
            <p:nvPr/>
          </p:nvSpPr>
          <p:spPr>
            <a:xfrm>
              <a:off x="942030" y="3170411"/>
              <a:ext cx="18677" cy="18677"/>
            </a:xfrm>
            <a:custGeom>
              <a:rect b="b" l="l" r="r" t="t"/>
              <a:pathLst>
                <a:path extrusionOk="0" h="493" w="493">
                  <a:moveTo>
                    <a:pt x="248" y="0"/>
                  </a:moveTo>
                  <a:cubicBezTo>
                    <a:pt x="248" y="0"/>
                    <a:pt x="247" y="0"/>
                    <a:pt x="247" y="0"/>
                  </a:cubicBezTo>
                  <a:cubicBezTo>
                    <a:pt x="110" y="0"/>
                    <a:pt x="0" y="110"/>
                    <a:pt x="0" y="247"/>
                  </a:cubicBezTo>
                  <a:cubicBezTo>
                    <a:pt x="0" y="383"/>
                    <a:pt x="110" y="493"/>
                    <a:pt x="247" y="493"/>
                  </a:cubicBezTo>
                  <a:cubicBezTo>
                    <a:pt x="383" y="493"/>
                    <a:pt x="493" y="383"/>
                    <a:pt x="493" y="247"/>
                  </a:cubicBezTo>
                  <a:cubicBezTo>
                    <a:pt x="493" y="110"/>
                    <a:pt x="382" y="0"/>
                    <a:pt x="24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7" name="Google Shape;15547;p31"/>
            <p:cNvSpPr/>
            <p:nvPr/>
          </p:nvSpPr>
          <p:spPr>
            <a:xfrm>
              <a:off x="896872" y="3073804"/>
              <a:ext cx="109260" cy="154647"/>
            </a:xfrm>
            <a:custGeom>
              <a:rect b="b" l="l" r="r" t="t"/>
              <a:pathLst>
                <a:path extrusionOk="0" h="4082" w="2884">
                  <a:moveTo>
                    <a:pt x="1425" y="387"/>
                  </a:moveTo>
                  <a:cubicBezTo>
                    <a:pt x="1744" y="387"/>
                    <a:pt x="2000" y="654"/>
                    <a:pt x="2000" y="979"/>
                  </a:cubicBezTo>
                  <a:lnTo>
                    <a:pt x="2000" y="1526"/>
                  </a:lnTo>
                  <a:lnTo>
                    <a:pt x="853" y="1526"/>
                  </a:lnTo>
                  <a:lnTo>
                    <a:pt x="853" y="964"/>
                  </a:lnTo>
                  <a:cubicBezTo>
                    <a:pt x="853" y="661"/>
                    <a:pt x="1085" y="412"/>
                    <a:pt x="1379" y="389"/>
                  </a:cubicBezTo>
                  <a:cubicBezTo>
                    <a:pt x="1394" y="387"/>
                    <a:pt x="1410" y="387"/>
                    <a:pt x="1425" y="387"/>
                  </a:cubicBezTo>
                  <a:close/>
                  <a:moveTo>
                    <a:pt x="2310" y="1886"/>
                  </a:moveTo>
                  <a:cubicBezTo>
                    <a:pt x="2411" y="1886"/>
                    <a:pt x="2492" y="1968"/>
                    <a:pt x="2492" y="2069"/>
                  </a:cubicBezTo>
                  <a:lnTo>
                    <a:pt x="2492" y="3541"/>
                  </a:lnTo>
                  <a:cubicBezTo>
                    <a:pt x="2492" y="3641"/>
                    <a:pt x="2411" y="3721"/>
                    <a:pt x="2311" y="3721"/>
                  </a:cubicBezTo>
                  <a:lnTo>
                    <a:pt x="544" y="3721"/>
                  </a:lnTo>
                  <a:cubicBezTo>
                    <a:pt x="444" y="3721"/>
                    <a:pt x="362" y="3641"/>
                    <a:pt x="362" y="3540"/>
                  </a:cubicBezTo>
                  <a:lnTo>
                    <a:pt x="362" y="2069"/>
                  </a:lnTo>
                  <a:cubicBezTo>
                    <a:pt x="361" y="1968"/>
                    <a:pt x="442" y="1886"/>
                    <a:pt x="543" y="1886"/>
                  </a:cubicBezTo>
                  <a:close/>
                  <a:moveTo>
                    <a:pt x="1441" y="1"/>
                  </a:moveTo>
                  <a:cubicBezTo>
                    <a:pt x="917" y="1"/>
                    <a:pt x="492" y="427"/>
                    <a:pt x="492" y="950"/>
                  </a:cubicBezTo>
                  <a:lnTo>
                    <a:pt x="492" y="1516"/>
                  </a:lnTo>
                  <a:cubicBezTo>
                    <a:pt x="215" y="1549"/>
                    <a:pt x="1" y="1781"/>
                    <a:pt x="1" y="2062"/>
                  </a:cubicBezTo>
                  <a:lnTo>
                    <a:pt x="1" y="3532"/>
                  </a:lnTo>
                  <a:cubicBezTo>
                    <a:pt x="1" y="3836"/>
                    <a:pt x="252" y="4082"/>
                    <a:pt x="560" y="4082"/>
                  </a:cubicBezTo>
                  <a:lnTo>
                    <a:pt x="2334" y="4082"/>
                  </a:lnTo>
                  <a:cubicBezTo>
                    <a:pt x="2638" y="4082"/>
                    <a:pt x="2884" y="3836"/>
                    <a:pt x="2884" y="3532"/>
                  </a:cubicBezTo>
                  <a:lnTo>
                    <a:pt x="2884" y="2062"/>
                  </a:lnTo>
                  <a:cubicBezTo>
                    <a:pt x="2884" y="1782"/>
                    <a:pt x="2669" y="1549"/>
                    <a:pt x="2393" y="1516"/>
                  </a:cubicBezTo>
                  <a:lnTo>
                    <a:pt x="2393" y="964"/>
                  </a:lnTo>
                  <a:cubicBezTo>
                    <a:pt x="2393" y="500"/>
                    <a:pt x="2065" y="91"/>
                    <a:pt x="1607" y="15"/>
                  </a:cubicBezTo>
                  <a:cubicBezTo>
                    <a:pt x="1551" y="5"/>
                    <a:pt x="1496" y="1"/>
                    <a:pt x="144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8" name="Google Shape;15548;p31"/>
            <p:cNvSpPr/>
            <p:nvPr/>
          </p:nvSpPr>
          <p:spPr>
            <a:xfrm>
              <a:off x="713167" y="2980190"/>
              <a:ext cx="476707" cy="422077"/>
            </a:xfrm>
            <a:custGeom>
              <a:rect b="b" l="l" r="r" t="t"/>
              <a:pathLst>
                <a:path extrusionOk="0" h="11141" w="12583">
                  <a:moveTo>
                    <a:pt x="12223" y="1966"/>
                  </a:moveTo>
                  <a:lnTo>
                    <a:pt x="12223" y="10528"/>
                  </a:lnTo>
                  <a:cubicBezTo>
                    <a:pt x="12222" y="10667"/>
                    <a:pt x="12108" y="10781"/>
                    <a:pt x="11971" y="10781"/>
                  </a:cubicBezTo>
                  <a:lnTo>
                    <a:pt x="613" y="10781"/>
                  </a:lnTo>
                  <a:cubicBezTo>
                    <a:pt x="475" y="10781"/>
                    <a:pt x="362" y="10667"/>
                    <a:pt x="362" y="10528"/>
                  </a:cubicBezTo>
                  <a:lnTo>
                    <a:pt x="362" y="1966"/>
                  </a:lnTo>
                  <a:close/>
                  <a:moveTo>
                    <a:pt x="621" y="0"/>
                  </a:moveTo>
                  <a:cubicBezTo>
                    <a:pt x="278" y="0"/>
                    <a:pt x="0" y="278"/>
                    <a:pt x="0" y="622"/>
                  </a:cubicBezTo>
                  <a:lnTo>
                    <a:pt x="0" y="10520"/>
                  </a:lnTo>
                  <a:cubicBezTo>
                    <a:pt x="0" y="10863"/>
                    <a:pt x="278" y="11140"/>
                    <a:pt x="621" y="11140"/>
                  </a:cubicBezTo>
                  <a:lnTo>
                    <a:pt x="11961" y="11140"/>
                  </a:lnTo>
                  <a:cubicBezTo>
                    <a:pt x="12305" y="11140"/>
                    <a:pt x="12582" y="10863"/>
                    <a:pt x="12582" y="10520"/>
                  </a:cubicBezTo>
                  <a:lnTo>
                    <a:pt x="12582" y="622"/>
                  </a:lnTo>
                  <a:cubicBezTo>
                    <a:pt x="12582" y="278"/>
                    <a:pt x="12305" y="0"/>
                    <a:pt x="11961" y="0"/>
                  </a:cubicBezTo>
                  <a:lnTo>
                    <a:pt x="9634" y="0"/>
                  </a:lnTo>
                  <a:cubicBezTo>
                    <a:pt x="9538" y="0"/>
                    <a:pt x="9453" y="70"/>
                    <a:pt x="9445" y="164"/>
                  </a:cubicBezTo>
                  <a:cubicBezTo>
                    <a:pt x="9436" y="272"/>
                    <a:pt x="9520" y="361"/>
                    <a:pt x="9624" y="361"/>
                  </a:cubicBezTo>
                  <a:lnTo>
                    <a:pt x="11968" y="361"/>
                  </a:lnTo>
                  <a:cubicBezTo>
                    <a:pt x="12108" y="361"/>
                    <a:pt x="12220" y="473"/>
                    <a:pt x="12220" y="612"/>
                  </a:cubicBezTo>
                  <a:lnTo>
                    <a:pt x="12220" y="1573"/>
                  </a:lnTo>
                  <a:lnTo>
                    <a:pt x="359" y="1573"/>
                  </a:lnTo>
                  <a:lnTo>
                    <a:pt x="359" y="551"/>
                  </a:lnTo>
                  <a:cubicBezTo>
                    <a:pt x="359" y="446"/>
                    <a:pt x="444" y="361"/>
                    <a:pt x="550" y="361"/>
                  </a:cubicBezTo>
                  <a:lnTo>
                    <a:pt x="8797" y="361"/>
                  </a:lnTo>
                  <a:cubicBezTo>
                    <a:pt x="8845" y="361"/>
                    <a:pt x="8891" y="337"/>
                    <a:pt x="8917" y="298"/>
                  </a:cubicBezTo>
                  <a:cubicBezTo>
                    <a:pt x="9015" y="153"/>
                    <a:pt x="8912" y="0"/>
                    <a:pt x="877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9" name="Google Shape;15549;p31"/>
            <p:cNvSpPr/>
            <p:nvPr/>
          </p:nvSpPr>
          <p:spPr>
            <a:xfrm>
              <a:off x="762152" y="3007770"/>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2"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0" name="Google Shape;15550;p31"/>
            <p:cNvSpPr/>
            <p:nvPr/>
          </p:nvSpPr>
          <p:spPr>
            <a:xfrm>
              <a:off x="797878" y="3007770"/>
              <a:ext cx="18677" cy="18677"/>
            </a:xfrm>
            <a:custGeom>
              <a:rect b="b" l="l" r="r" t="t"/>
              <a:pathLst>
                <a:path extrusionOk="0" h="493" w="493">
                  <a:moveTo>
                    <a:pt x="247" y="0"/>
                  </a:moveTo>
                  <a:cubicBezTo>
                    <a:pt x="110" y="0"/>
                    <a:pt x="0" y="110"/>
                    <a:pt x="0" y="246"/>
                  </a:cubicBezTo>
                  <a:cubicBezTo>
                    <a:pt x="0" y="383"/>
                    <a:pt x="110"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1" name="Google Shape;15551;p31"/>
            <p:cNvSpPr/>
            <p:nvPr/>
          </p:nvSpPr>
          <p:spPr>
            <a:xfrm>
              <a:off x="833641" y="3007770"/>
              <a:ext cx="18677" cy="18677"/>
            </a:xfrm>
            <a:custGeom>
              <a:rect b="b" l="l" r="r" t="t"/>
              <a:pathLst>
                <a:path extrusionOk="0" h="493" w="493">
                  <a:moveTo>
                    <a:pt x="246" y="0"/>
                  </a:moveTo>
                  <a:cubicBezTo>
                    <a:pt x="110" y="0"/>
                    <a:pt x="0" y="110"/>
                    <a:pt x="0" y="246"/>
                  </a:cubicBezTo>
                  <a:cubicBezTo>
                    <a:pt x="0" y="383"/>
                    <a:pt x="110" y="493"/>
                    <a:pt x="246" y="493"/>
                  </a:cubicBezTo>
                  <a:cubicBezTo>
                    <a:pt x="382" y="493"/>
                    <a:pt x="492" y="383"/>
                    <a:pt x="492" y="246"/>
                  </a:cubicBezTo>
                  <a:cubicBezTo>
                    <a:pt x="492" y="110"/>
                    <a:pt x="382"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52" name="Google Shape;15552;p31"/>
          <p:cNvGrpSpPr/>
          <p:nvPr/>
        </p:nvGrpSpPr>
        <p:grpSpPr>
          <a:xfrm>
            <a:off x="3239189" y="3464126"/>
            <a:ext cx="449654" cy="373443"/>
            <a:chOff x="3158720" y="2993260"/>
            <a:chExt cx="476783" cy="395974"/>
          </a:xfrm>
        </p:grpSpPr>
        <p:sp>
          <p:nvSpPr>
            <p:cNvPr id="15553" name="Google Shape;15553;p31"/>
            <p:cNvSpPr/>
            <p:nvPr/>
          </p:nvSpPr>
          <p:spPr>
            <a:xfrm>
              <a:off x="3158720" y="2993260"/>
              <a:ext cx="476783" cy="395974"/>
            </a:xfrm>
            <a:custGeom>
              <a:rect b="b" l="l" r="r" t="t"/>
              <a:pathLst>
                <a:path extrusionOk="0" h="10452" w="12585">
                  <a:moveTo>
                    <a:pt x="11306" y="1211"/>
                  </a:moveTo>
                  <a:cubicBezTo>
                    <a:pt x="11340" y="1211"/>
                    <a:pt x="11370" y="1240"/>
                    <a:pt x="11370" y="1275"/>
                  </a:cubicBezTo>
                  <a:lnTo>
                    <a:pt x="11370" y="7108"/>
                  </a:lnTo>
                  <a:lnTo>
                    <a:pt x="1180" y="7108"/>
                  </a:lnTo>
                  <a:lnTo>
                    <a:pt x="1180" y="1275"/>
                  </a:lnTo>
                  <a:cubicBezTo>
                    <a:pt x="1180" y="1239"/>
                    <a:pt x="1209" y="1211"/>
                    <a:pt x="1244" y="1211"/>
                  </a:cubicBezTo>
                  <a:close/>
                  <a:moveTo>
                    <a:pt x="11936" y="358"/>
                  </a:moveTo>
                  <a:cubicBezTo>
                    <a:pt x="12094" y="358"/>
                    <a:pt x="12223" y="487"/>
                    <a:pt x="12223" y="645"/>
                  </a:cubicBezTo>
                  <a:lnTo>
                    <a:pt x="12223" y="7108"/>
                  </a:lnTo>
                  <a:lnTo>
                    <a:pt x="11731" y="7108"/>
                  </a:lnTo>
                  <a:lnTo>
                    <a:pt x="11731" y="1283"/>
                  </a:lnTo>
                  <a:cubicBezTo>
                    <a:pt x="11731" y="1043"/>
                    <a:pt x="11537" y="849"/>
                    <a:pt x="11297" y="849"/>
                  </a:cubicBezTo>
                  <a:lnTo>
                    <a:pt x="1252" y="849"/>
                  </a:lnTo>
                  <a:cubicBezTo>
                    <a:pt x="1012" y="849"/>
                    <a:pt x="819" y="1043"/>
                    <a:pt x="819" y="1283"/>
                  </a:cubicBezTo>
                  <a:lnTo>
                    <a:pt x="819" y="7108"/>
                  </a:lnTo>
                  <a:lnTo>
                    <a:pt x="360" y="7108"/>
                  </a:lnTo>
                  <a:lnTo>
                    <a:pt x="360" y="645"/>
                  </a:lnTo>
                  <a:cubicBezTo>
                    <a:pt x="360" y="487"/>
                    <a:pt x="489" y="358"/>
                    <a:pt x="647" y="358"/>
                  </a:cubicBezTo>
                  <a:close/>
                  <a:moveTo>
                    <a:pt x="7023" y="8683"/>
                  </a:moveTo>
                  <a:cubicBezTo>
                    <a:pt x="7071" y="8973"/>
                    <a:pt x="7193" y="9601"/>
                    <a:pt x="7404" y="10091"/>
                  </a:cubicBezTo>
                  <a:lnTo>
                    <a:pt x="5166" y="10091"/>
                  </a:lnTo>
                  <a:cubicBezTo>
                    <a:pt x="5378" y="9601"/>
                    <a:pt x="5499" y="8973"/>
                    <a:pt x="5547" y="8683"/>
                  </a:cubicBezTo>
                  <a:close/>
                  <a:moveTo>
                    <a:pt x="655" y="0"/>
                  </a:moveTo>
                  <a:cubicBezTo>
                    <a:pt x="294" y="0"/>
                    <a:pt x="1" y="293"/>
                    <a:pt x="1" y="655"/>
                  </a:cubicBezTo>
                  <a:lnTo>
                    <a:pt x="1" y="8028"/>
                  </a:lnTo>
                  <a:cubicBezTo>
                    <a:pt x="1" y="8389"/>
                    <a:pt x="294" y="8683"/>
                    <a:pt x="655" y="8683"/>
                  </a:cubicBezTo>
                  <a:lnTo>
                    <a:pt x="5171" y="8683"/>
                  </a:lnTo>
                  <a:cubicBezTo>
                    <a:pt x="5113" y="9015"/>
                    <a:pt x="4978" y="9668"/>
                    <a:pt x="4758" y="10091"/>
                  </a:cubicBezTo>
                  <a:lnTo>
                    <a:pt x="3742" y="10091"/>
                  </a:lnTo>
                  <a:cubicBezTo>
                    <a:pt x="3646" y="10091"/>
                    <a:pt x="3562" y="10160"/>
                    <a:pt x="3552" y="10255"/>
                  </a:cubicBezTo>
                  <a:cubicBezTo>
                    <a:pt x="3543" y="10363"/>
                    <a:pt x="3628" y="10452"/>
                    <a:pt x="3735" y="10452"/>
                  </a:cubicBezTo>
                  <a:lnTo>
                    <a:pt x="8832" y="10452"/>
                  </a:lnTo>
                  <a:cubicBezTo>
                    <a:pt x="8928" y="10452"/>
                    <a:pt x="9013" y="10381"/>
                    <a:pt x="9021" y="10287"/>
                  </a:cubicBezTo>
                  <a:cubicBezTo>
                    <a:pt x="9031" y="10180"/>
                    <a:pt x="8946" y="10091"/>
                    <a:pt x="8838" y="10091"/>
                  </a:cubicBezTo>
                  <a:lnTo>
                    <a:pt x="7815" y="10091"/>
                  </a:lnTo>
                  <a:cubicBezTo>
                    <a:pt x="7595" y="9668"/>
                    <a:pt x="7459" y="9015"/>
                    <a:pt x="7401" y="8683"/>
                  </a:cubicBezTo>
                  <a:lnTo>
                    <a:pt x="9789" y="8683"/>
                  </a:lnTo>
                  <a:cubicBezTo>
                    <a:pt x="9884" y="8683"/>
                    <a:pt x="9969" y="8613"/>
                    <a:pt x="9978" y="8519"/>
                  </a:cubicBezTo>
                  <a:cubicBezTo>
                    <a:pt x="9987" y="8411"/>
                    <a:pt x="9903" y="8322"/>
                    <a:pt x="9799" y="8322"/>
                  </a:cubicBezTo>
                  <a:lnTo>
                    <a:pt x="650" y="8322"/>
                  </a:lnTo>
                  <a:cubicBezTo>
                    <a:pt x="491" y="8322"/>
                    <a:pt x="363" y="8194"/>
                    <a:pt x="363" y="8035"/>
                  </a:cubicBezTo>
                  <a:lnTo>
                    <a:pt x="363" y="7470"/>
                  </a:lnTo>
                  <a:lnTo>
                    <a:pt x="12224" y="7470"/>
                  </a:lnTo>
                  <a:lnTo>
                    <a:pt x="12224" y="8132"/>
                  </a:lnTo>
                  <a:cubicBezTo>
                    <a:pt x="12224" y="8236"/>
                    <a:pt x="12139" y="8322"/>
                    <a:pt x="12033" y="8322"/>
                  </a:cubicBezTo>
                  <a:lnTo>
                    <a:pt x="10671" y="8322"/>
                  </a:lnTo>
                  <a:cubicBezTo>
                    <a:pt x="10632" y="8322"/>
                    <a:pt x="10594" y="8339"/>
                    <a:pt x="10570" y="8370"/>
                  </a:cubicBezTo>
                  <a:cubicBezTo>
                    <a:pt x="10459" y="8520"/>
                    <a:pt x="10561" y="8683"/>
                    <a:pt x="10702" y="8683"/>
                  </a:cubicBezTo>
                  <a:lnTo>
                    <a:pt x="11930" y="8683"/>
                  </a:lnTo>
                  <a:cubicBezTo>
                    <a:pt x="12291" y="8683"/>
                    <a:pt x="12584" y="8389"/>
                    <a:pt x="12584" y="8028"/>
                  </a:cubicBezTo>
                  <a:lnTo>
                    <a:pt x="12584" y="655"/>
                  </a:lnTo>
                  <a:cubicBezTo>
                    <a:pt x="12581" y="293"/>
                    <a:pt x="12288" y="0"/>
                    <a:pt x="1192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4" name="Google Shape;15554;p31"/>
            <p:cNvSpPr/>
            <p:nvPr/>
          </p:nvSpPr>
          <p:spPr>
            <a:xfrm>
              <a:off x="3216987" y="3063954"/>
              <a:ext cx="122975" cy="173816"/>
            </a:xfrm>
            <a:custGeom>
              <a:rect b="b" l="l" r="r" t="t"/>
              <a:pathLst>
                <a:path extrusionOk="0" h="4588" w="3246">
                  <a:moveTo>
                    <a:pt x="185" y="0"/>
                  </a:moveTo>
                  <a:cubicBezTo>
                    <a:pt x="83" y="0"/>
                    <a:pt x="0" y="83"/>
                    <a:pt x="0" y="186"/>
                  </a:cubicBezTo>
                  <a:lnTo>
                    <a:pt x="0" y="1098"/>
                  </a:lnTo>
                  <a:cubicBezTo>
                    <a:pt x="0" y="1181"/>
                    <a:pt x="52" y="1257"/>
                    <a:pt x="133" y="1281"/>
                  </a:cubicBezTo>
                  <a:cubicBezTo>
                    <a:pt x="155" y="1288"/>
                    <a:pt x="177" y="1291"/>
                    <a:pt x="198" y="1291"/>
                  </a:cubicBezTo>
                  <a:cubicBezTo>
                    <a:pt x="307" y="1291"/>
                    <a:pt x="395" y="1208"/>
                    <a:pt x="395" y="1107"/>
                  </a:cubicBezTo>
                  <a:lnTo>
                    <a:pt x="395" y="361"/>
                  </a:lnTo>
                  <a:lnTo>
                    <a:pt x="2884" y="361"/>
                  </a:lnTo>
                  <a:lnTo>
                    <a:pt x="2884" y="4226"/>
                  </a:lnTo>
                  <a:lnTo>
                    <a:pt x="361" y="4226"/>
                  </a:lnTo>
                  <a:lnTo>
                    <a:pt x="361" y="1974"/>
                  </a:lnTo>
                  <a:cubicBezTo>
                    <a:pt x="361" y="1886"/>
                    <a:pt x="305" y="1805"/>
                    <a:pt x="218" y="1788"/>
                  </a:cubicBezTo>
                  <a:cubicBezTo>
                    <a:pt x="205" y="1786"/>
                    <a:pt x="193" y="1784"/>
                    <a:pt x="180" y="1784"/>
                  </a:cubicBezTo>
                  <a:cubicBezTo>
                    <a:pt x="82" y="1784"/>
                    <a:pt x="2" y="1867"/>
                    <a:pt x="2" y="1968"/>
                  </a:cubicBezTo>
                  <a:lnTo>
                    <a:pt x="2" y="4403"/>
                  </a:lnTo>
                  <a:cubicBezTo>
                    <a:pt x="2" y="4505"/>
                    <a:pt x="85" y="4588"/>
                    <a:pt x="187" y="4588"/>
                  </a:cubicBezTo>
                  <a:lnTo>
                    <a:pt x="3061" y="4588"/>
                  </a:lnTo>
                  <a:cubicBezTo>
                    <a:pt x="3164" y="4588"/>
                    <a:pt x="3246" y="4506"/>
                    <a:pt x="3246" y="4403"/>
                  </a:cubicBezTo>
                  <a:lnTo>
                    <a:pt x="3246" y="185"/>
                  </a:lnTo>
                  <a:cubicBezTo>
                    <a:pt x="3246" y="83"/>
                    <a:pt x="3162" y="0"/>
                    <a:pt x="306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5" name="Google Shape;15555;p31"/>
            <p:cNvSpPr/>
            <p:nvPr/>
          </p:nvSpPr>
          <p:spPr>
            <a:xfrm>
              <a:off x="3254569" y="3104945"/>
              <a:ext cx="52206" cy="91947"/>
            </a:xfrm>
            <a:custGeom>
              <a:rect b="b" l="l" r="r" t="t"/>
              <a:pathLst>
                <a:path extrusionOk="0" h="2427" w="1378">
                  <a:moveTo>
                    <a:pt x="451" y="675"/>
                  </a:moveTo>
                  <a:lnTo>
                    <a:pt x="451" y="824"/>
                  </a:lnTo>
                  <a:cubicBezTo>
                    <a:pt x="436" y="798"/>
                    <a:pt x="429" y="760"/>
                    <a:pt x="437" y="719"/>
                  </a:cubicBezTo>
                  <a:cubicBezTo>
                    <a:pt x="439" y="709"/>
                    <a:pt x="442" y="693"/>
                    <a:pt x="451" y="675"/>
                  </a:cubicBezTo>
                  <a:close/>
                  <a:moveTo>
                    <a:pt x="812" y="1409"/>
                  </a:moveTo>
                  <a:cubicBezTo>
                    <a:pt x="902" y="1469"/>
                    <a:pt x="903" y="1561"/>
                    <a:pt x="894" y="1615"/>
                  </a:cubicBezTo>
                  <a:cubicBezTo>
                    <a:pt x="885" y="1671"/>
                    <a:pt x="858" y="1728"/>
                    <a:pt x="812" y="1771"/>
                  </a:cubicBezTo>
                  <a:lnTo>
                    <a:pt x="812" y="1409"/>
                  </a:lnTo>
                  <a:close/>
                  <a:moveTo>
                    <a:pt x="633" y="1"/>
                  </a:moveTo>
                  <a:cubicBezTo>
                    <a:pt x="532" y="1"/>
                    <a:pt x="452" y="81"/>
                    <a:pt x="452" y="180"/>
                  </a:cubicBezTo>
                  <a:lnTo>
                    <a:pt x="452" y="247"/>
                  </a:lnTo>
                  <a:cubicBezTo>
                    <a:pt x="451" y="247"/>
                    <a:pt x="450" y="249"/>
                    <a:pt x="448" y="249"/>
                  </a:cubicBezTo>
                  <a:cubicBezTo>
                    <a:pt x="262" y="305"/>
                    <a:pt x="122" y="463"/>
                    <a:pt x="85" y="663"/>
                  </a:cubicBezTo>
                  <a:cubicBezTo>
                    <a:pt x="49" y="849"/>
                    <a:pt x="111" y="1027"/>
                    <a:pt x="243" y="1130"/>
                  </a:cubicBezTo>
                  <a:cubicBezTo>
                    <a:pt x="299" y="1173"/>
                    <a:pt x="366" y="1213"/>
                    <a:pt x="452" y="1256"/>
                  </a:cubicBezTo>
                  <a:lnTo>
                    <a:pt x="452" y="1819"/>
                  </a:lnTo>
                  <a:cubicBezTo>
                    <a:pt x="405" y="1806"/>
                    <a:pt x="365" y="1785"/>
                    <a:pt x="306" y="1745"/>
                  </a:cubicBezTo>
                  <a:cubicBezTo>
                    <a:pt x="275" y="1725"/>
                    <a:pt x="241" y="1715"/>
                    <a:pt x="207" y="1715"/>
                  </a:cubicBezTo>
                  <a:cubicBezTo>
                    <a:pt x="148" y="1715"/>
                    <a:pt x="91" y="1744"/>
                    <a:pt x="56" y="1798"/>
                  </a:cubicBezTo>
                  <a:cubicBezTo>
                    <a:pt x="1" y="1881"/>
                    <a:pt x="25" y="1992"/>
                    <a:pt x="109" y="2048"/>
                  </a:cubicBezTo>
                  <a:cubicBezTo>
                    <a:pt x="238" y="2133"/>
                    <a:pt x="336" y="2169"/>
                    <a:pt x="451" y="2184"/>
                  </a:cubicBezTo>
                  <a:lnTo>
                    <a:pt x="451" y="2237"/>
                  </a:lnTo>
                  <a:cubicBezTo>
                    <a:pt x="451" y="2333"/>
                    <a:pt x="520" y="2418"/>
                    <a:pt x="615" y="2426"/>
                  </a:cubicBezTo>
                  <a:cubicBezTo>
                    <a:pt x="620" y="2426"/>
                    <a:pt x="626" y="2427"/>
                    <a:pt x="631" y="2427"/>
                  </a:cubicBezTo>
                  <a:cubicBezTo>
                    <a:pt x="732" y="2427"/>
                    <a:pt x="812" y="2346"/>
                    <a:pt x="812" y="2247"/>
                  </a:cubicBezTo>
                  <a:lnTo>
                    <a:pt x="812" y="2165"/>
                  </a:lnTo>
                  <a:cubicBezTo>
                    <a:pt x="1057" y="2092"/>
                    <a:pt x="1212" y="1878"/>
                    <a:pt x="1248" y="1668"/>
                  </a:cubicBezTo>
                  <a:cubicBezTo>
                    <a:pt x="1295" y="1386"/>
                    <a:pt x="1143" y="1131"/>
                    <a:pt x="869" y="1034"/>
                  </a:cubicBezTo>
                  <a:cubicBezTo>
                    <a:pt x="850" y="1028"/>
                    <a:pt x="832" y="1021"/>
                    <a:pt x="813" y="1014"/>
                  </a:cubicBezTo>
                  <a:lnTo>
                    <a:pt x="813" y="610"/>
                  </a:lnTo>
                  <a:cubicBezTo>
                    <a:pt x="864" y="629"/>
                    <a:pt x="888" y="677"/>
                    <a:pt x="924" y="714"/>
                  </a:cubicBezTo>
                  <a:cubicBezTo>
                    <a:pt x="964" y="754"/>
                    <a:pt x="1018" y="778"/>
                    <a:pt x="1070" y="778"/>
                  </a:cubicBezTo>
                  <a:cubicBezTo>
                    <a:pt x="1112" y="778"/>
                    <a:pt x="1152" y="763"/>
                    <a:pt x="1186" y="730"/>
                  </a:cubicBezTo>
                  <a:cubicBezTo>
                    <a:pt x="1377" y="547"/>
                    <a:pt x="1007" y="283"/>
                    <a:pt x="850" y="244"/>
                  </a:cubicBezTo>
                  <a:cubicBezTo>
                    <a:pt x="838" y="242"/>
                    <a:pt x="825" y="238"/>
                    <a:pt x="813" y="237"/>
                  </a:cubicBezTo>
                  <a:lnTo>
                    <a:pt x="813" y="190"/>
                  </a:lnTo>
                  <a:cubicBezTo>
                    <a:pt x="813" y="95"/>
                    <a:pt x="744" y="9"/>
                    <a:pt x="649" y="1"/>
                  </a:cubicBezTo>
                  <a:cubicBezTo>
                    <a:pt x="644" y="1"/>
                    <a:pt x="638" y="1"/>
                    <a:pt x="63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6" name="Google Shape;15556;p31"/>
            <p:cNvSpPr/>
            <p:nvPr/>
          </p:nvSpPr>
          <p:spPr>
            <a:xfrm>
              <a:off x="3353903" y="3063499"/>
              <a:ext cx="51486" cy="58646"/>
            </a:xfrm>
            <a:custGeom>
              <a:rect b="b" l="l" r="r" t="t"/>
              <a:pathLst>
                <a:path extrusionOk="0" h="1548" w="1359">
                  <a:moveTo>
                    <a:pt x="676" y="665"/>
                  </a:moveTo>
                  <a:lnTo>
                    <a:pt x="763" y="897"/>
                  </a:lnTo>
                  <a:lnTo>
                    <a:pt x="587" y="897"/>
                  </a:lnTo>
                  <a:lnTo>
                    <a:pt x="676" y="665"/>
                  </a:lnTo>
                  <a:close/>
                  <a:moveTo>
                    <a:pt x="678" y="1"/>
                  </a:moveTo>
                  <a:cubicBezTo>
                    <a:pt x="591" y="1"/>
                    <a:pt x="516" y="52"/>
                    <a:pt x="483" y="132"/>
                  </a:cubicBezTo>
                  <a:cubicBezTo>
                    <a:pt x="483" y="133"/>
                    <a:pt x="481" y="134"/>
                    <a:pt x="481" y="136"/>
                  </a:cubicBezTo>
                  <a:lnTo>
                    <a:pt x="39" y="1296"/>
                  </a:lnTo>
                  <a:cubicBezTo>
                    <a:pt x="0" y="1393"/>
                    <a:pt x="49" y="1499"/>
                    <a:pt x="144" y="1535"/>
                  </a:cubicBezTo>
                  <a:cubicBezTo>
                    <a:pt x="166" y="1544"/>
                    <a:pt x="188" y="1548"/>
                    <a:pt x="210" y="1548"/>
                  </a:cubicBezTo>
                  <a:cubicBezTo>
                    <a:pt x="284" y="1548"/>
                    <a:pt x="354" y="1502"/>
                    <a:pt x="383" y="1429"/>
                  </a:cubicBezTo>
                  <a:lnTo>
                    <a:pt x="448" y="1259"/>
                  </a:lnTo>
                  <a:lnTo>
                    <a:pt x="904" y="1259"/>
                  </a:lnTo>
                  <a:lnTo>
                    <a:pt x="968" y="1429"/>
                  </a:lnTo>
                  <a:cubicBezTo>
                    <a:pt x="997" y="1503"/>
                    <a:pt x="1067" y="1548"/>
                    <a:pt x="1141" y="1548"/>
                  </a:cubicBezTo>
                  <a:cubicBezTo>
                    <a:pt x="1267" y="1548"/>
                    <a:pt x="1359" y="1419"/>
                    <a:pt x="1314" y="1299"/>
                  </a:cubicBezTo>
                  <a:lnTo>
                    <a:pt x="876" y="137"/>
                  </a:lnTo>
                  <a:cubicBezTo>
                    <a:pt x="874" y="136"/>
                    <a:pt x="874" y="133"/>
                    <a:pt x="873" y="132"/>
                  </a:cubicBezTo>
                  <a:cubicBezTo>
                    <a:pt x="840" y="52"/>
                    <a:pt x="764"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7" name="Google Shape;15557;p31"/>
            <p:cNvSpPr/>
            <p:nvPr/>
          </p:nvSpPr>
          <p:spPr>
            <a:xfrm>
              <a:off x="3413117" y="3065242"/>
              <a:ext cx="43757" cy="57320"/>
            </a:xfrm>
            <a:custGeom>
              <a:rect b="b" l="l" r="r" t="t"/>
              <a:pathLst>
                <a:path extrusionOk="0" h="1513" w="1155">
                  <a:moveTo>
                    <a:pt x="508" y="359"/>
                  </a:moveTo>
                  <a:cubicBezTo>
                    <a:pt x="766" y="359"/>
                    <a:pt x="786" y="656"/>
                    <a:pt x="786" y="747"/>
                  </a:cubicBezTo>
                  <a:cubicBezTo>
                    <a:pt x="786" y="935"/>
                    <a:pt x="702" y="1128"/>
                    <a:pt x="514" y="1132"/>
                  </a:cubicBezTo>
                  <a:cubicBezTo>
                    <a:pt x="481" y="1132"/>
                    <a:pt x="425" y="1133"/>
                    <a:pt x="371" y="1133"/>
                  </a:cubicBezTo>
                  <a:cubicBezTo>
                    <a:pt x="371" y="1002"/>
                    <a:pt x="369" y="497"/>
                    <a:pt x="369" y="359"/>
                  </a:cubicBezTo>
                  <a:close/>
                  <a:moveTo>
                    <a:pt x="188" y="1"/>
                  </a:moveTo>
                  <a:cubicBezTo>
                    <a:pt x="165" y="1"/>
                    <a:pt x="143" y="3"/>
                    <a:pt x="123" y="11"/>
                  </a:cubicBezTo>
                  <a:cubicBezTo>
                    <a:pt x="47" y="40"/>
                    <a:pt x="1" y="111"/>
                    <a:pt x="1" y="185"/>
                  </a:cubicBezTo>
                  <a:cubicBezTo>
                    <a:pt x="1" y="185"/>
                    <a:pt x="1" y="185"/>
                    <a:pt x="1" y="185"/>
                  </a:cubicBezTo>
                  <a:lnTo>
                    <a:pt x="1" y="185"/>
                  </a:lnTo>
                  <a:cubicBezTo>
                    <a:pt x="0" y="185"/>
                    <a:pt x="1" y="1328"/>
                    <a:pt x="1" y="1328"/>
                  </a:cubicBezTo>
                  <a:cubicBezTo>
                    <a:pt x="1" y="1377"/>
                    <a:pt x="21" y="1423"/>
                    <a:pt x="57" y="1458"/>
                  </a:cubicBezTo>
                  <a:cubicBezTo>
                    <a:pt x="90" y="1492"/>
                    <a:pt x="188" y="1511"/>
                    <a:pt x="188" y="1511"/>
                  </a:cubicBezTo>
                  <a:cubicBezTo>
                    <a:pt x="194" y="1511"/>
                    <a:pt x="299" y="1512"/>
                    <a:pt x="396" y="1512"/>
                  </a:cubicBezTo>
                  <a:cubicBezTo>
                    <a:pt x="444" y="1512"/>
                    <a:pt x="491" y="1512"/>
                    <a:pt x="522" y="1511"/>
                  </a:cubicBezTo>
                  <a:cubicBezTo>
                    <a:pt x="888" y="1505"/>
                    <a:pt x="1154" y="1186"/>
                    <a:pt x="1154" y="756"/>
                  </a:cubicBezTo>
                  <a:cubicBezTo>
                    <a:pt x="1154" y="305"/>
                    <a:pt x="896"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8" name="Google Shape;15558;p31"/>
            <p:cNvSpPr/>
            <p:nvPr/>
          </p:nvSpPr>
          <p:spPr>
            <a:xfrm>
              <a:off x="3462141" y="3063916"/>
              <a:ext cx="44666" cy="58608"/>
            </a:xfrm>
            <a:custGeom>
              <a:rect b="b" l="l" r="r" t="t"/>
              <a:pathLst>
                <a:path extrusionOk="0" h="1547" w="1179">
                  <a:moveTo>
                    <a:pt x="596" y="0"/>
                  </a:moveTo>
                  <a:cubicBezTo>
                    <a:pt x="539" y="0"/>
                    <a:pt x="479" y="8"/>
                    <a:pt x="417" y="27"/>
                  </a:cubicBezTo>
                  <a:cubicBezTo>
                    <a:pt x="240" y="80"/>
                    <a:pt x="116" y="219"/>
                    <a:pt x="92" y="392"/>
                  </a:cubicBezTo>
                  <a:cubicBezTo>
                    <a:pt x="68" y="554"/>
                    <a:pt x="139" y="710"/>
                    <a:pt x="275" y="799"/>
                  </a:cubicBezTo>
                  <a:cubicBezTo>
                    <a:pt x="385" y="871"/>
                    <a:pt x="532" y="912"/>
                    <a:pt x="654" y="957"/>
                  </a:cubicBezTo>
                  <a:cubicBezTo>
                    <a:pt x="723" y="981"/>
                    <a:pt x="795" y="1027"/>
                    <a:pt x="785" y="1075"/>
                  </a:cubicBezTo>
                  <a:cubicBezTo>
                    <a:pt x="778" y="1117"/>
                    <a:pt x="718" y="1179"/>
                    <a:pt x="616" y="1179"/>
                  </a:cubicBezTo>
                  <a:cubicBezTo>
                    <a:pt x="509" y="1179"/>
                    <a:pt x="407" y="1136"/>
                    <a:pt x="343" y="1064"/>
                  </a:cubicBezTo>
                  <a:cubicBezTo>
                    <a:pt x="307" y="1024"/>
                    <a:pt x="257" y="1004"/>
                    <a:pt x="207" y="1004"/>
                  </a:cubicBezTo>
                  <a:cubicBezTo>
                    <a:pt x="162" y="1004"/>
                    <a:pt x="118" y="1020"/>
                    <a:pt x="82" y="1052"/>
                  </a:cubicBezTo>
                  <a:cubicBezTo>
                    <a:pt x="6" y="1120"/>
                    <a:pt x="1" y="1236"/>
                    <a:pt x="69" y="1313"/>
                  </a:cubicBezTo>
                  <a:cubicBezTo>
                    <a:pt x="205" y="1461"/>
                    <a:pt x="404" y="1546"/>
                    <a:pt x="616" y="1546"/>
                  </a:cubicBezTo>
                  <a:cubicBezTo>
                    <a:pt x="883" y="1546"/>
                    <a:pt x="1106" y="1376"/>
                    <a:pt x="1147" y="1140"/>
                  </a:cubicBezTo>
                  <a:cubicBezTo>
                    <a:pt x="1179" y="960"/>
                    <a:pt x="1100" y="727"/>
                    <a:pt x="781" y="609"/>
                  </a:cubicBezTo>
                  <a:cubicBezTo>
                    <a:pt x="644" y="559"/>
                    <a:pt x="514" y="503"/>
                    <a:pt x="469" y="482"/>
                  </a:cubicBezTo>
                  <a:cubicBezTo>
                    <a:pt x="424" y="440"/>
                    <a:pt x="486" y="389"/>
                    <a:pt x="523" y="378"/>
                  </a:cubicBezTo>
                  <a:cubicBezTo>
                    <a:pt x="548" y="371"/>
                    <a:pt x="573" y="368"/>
                    <a:pt x="596" y="368"/>
                  </a:cubicBezTo>
                  <a:cubicBezTo>
                    <a:pt x="713" y="368"/>
                    <a:pt x="810" y="443"/>
                    <a:pt x="814" y="447"/>
                  </a:cubicBezTo>
                  <a:cubicBezTo>
                    <a:pt x="849" y="475"/>
                    <a:pt x="891" y="489"/>
                    <a:pt x="932" y="489"/>
                  </a:cubicBezTo>
                  <a:cubicBezTo>
                    <a:pt x="985" y="489"/>
                    <a:pt x="1036" y="467"/>
                    <a:pt x="1072" y="423"/>
                  </a:cubicBezTo>
                  <a:cubicBezTo>
                    <a:pt x="1137" y="345"/>
                    <a:pt x="1127" y="230"/>
                    <a:pt x="1050" y="164"/>
                  </a:cubicBezTo>
                  <a:cubicBezTo>
                    <a:pt x="966" y="94"/>
                    <a:pt x="796"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9" name="Google Shape;15559;p31"/>
            <p:cNvSpPr/>
            <p:nvPr/>
          </p:nvSpPr>
          <p:spPr>
            <a:xfrm>
              <a:off x="3354017" y="3138474"/>
              <a:ext cx="223143" cy="13714"/>
            </a:xfrm>
            <a:custGeom>
              <a:rect b="b" l="l" r="r" t="t"/>
              <a:pathLst>
                <a:path extrusionOk="0" h="362" w="5890">
                  <a:moveTo>
                    <a:pt x="210" y="0"/>
                  </a:moveTo>
                  <a:cubicBezTo>
                    <a:pt x="123" y="0"/>
                    <a:pt x="41" y="58"/>
                    <a:pt x="25" y="144"/>
                  </a:cubicBezTo>
                  <a:cubicBezTo>
                    <a:pt x="1" y="259"/>
                    <a:pt x="92" y="362"/>
                    <a:pt x="205" y="362"/>
                  </a:cubicBezTo>
                  <a:lnTo>
                    <a:pt x="5680" y="362"/>
                  </a:lnTo>
                  <a:cubicBezTo>
                    <a:pt x="5768" y="362"/>
                    <a:pt x="5849" y="304"/>
                    <a:pt x="5866" y="217"/>
                  </a:cubicBezTo>
                  <a:cubicBezTo>
                    <a:pt x="5890" y="101"/>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0" name="Google Shape;15560;p31"/>
            <p:cNvSpPr/>
            <p:nvPr/>
          </p:nvSpPr>
          <p:spPr>
            <a:xfrm>
              <a:off x="3354017" y="3167001"/>
              <a:ext cx="223143" cy="13639"/>
            </a:xfrm>
            <a:custGeom>
              <a:rect b="b" l="l" r="r" t="t"/>
              <a:pathLst>
                <a:path extrusionOk="0" h="360" w="5890">
                  <a:moveTo>
                    <a:pt x="210" y="0"/>
                  </a:moveTo>
                  <a:cubicBezTo>
                    <a:pt x="123" y="0"/>
                    <a:pt x="41" y="58"/>
                    <a:pt x="25" y="144"/>
                  </a:cubicBezTo>
                  <a:cubicBezTo>
                    <a:pt x="1" y="259"/>
                    <a:pt x="92" y="360"/>
                    <a:pt x="205" y="360"/>
                  </a:cubicBezTo>
                  <a:lnTo>
                    <a:pt x="5680" y="360"/>
                  </a:lnTo>
                  <a:cubicBezTo>
                    <a:pt x="5768" y="360"/>
                    <a:pt x="5849" y="302"/>
                    <a:pt x="5866" y="216"/>
                  </a:cubicBezTo>
                  <a:cubicBezTo>
                    <a:pt x="5890" y="101"/>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1" name="Google Shape;15561;p31"/>
            <p:cNvSpPr/>
            <p:nvPr/>
          </p:nvSpPr>
          <p:spPr>
            <a:xfrm>
              <a:off x="3354017" y="3195528"/>
              <a:ext cx="223143" cy="13752"/>
            </a:xfrm>
            <a:custGeom>
              <a:rect b="b" l="l" r="r" t="t"/>
              <a:pathLst>
                <a:path extrusionOk="0" h="363" w="5890">
                  <a:moveTo>
                    <a:pt x="210" y="0"/>
                  </a:moveTo>
                  <a:cubicBezTo>
                    <a:pt x="123" y="0"/>
                    <a:pt x="41" y="58"/>
                    <a:pt x="25" y="145"/>
                  </a:cubicBezTo>
                  <a:cubicBezTo>
                    <a:pt x="1" y="260"/>
                    <a:pt x="92" y="363"/>
                    <a:pt x="205" y="363"/>
                  </a:cubicBezTo>
                  <a:lnTo>
                    <a:pt x="5680" y="363"/>
                  </a:lnTo>
                  <a:cubicBezTo>
                    <a:pt x="5768" y="363"/>
                    <a:pt x="5849" y="305"/>
                    <a:pt x="5866" y="218"/>
                  </a:cubicBezTo>
                  <a:cubicBezTo>
                    <a:pt x="5890" y="102"/>
                    <a:pt x="5800" y="0"/>
                    <a:pt x="56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2" name="Google Shape;15562;p31"/>
            <p:cNvSpPr/>
            <p:nvPr/>
          </p:nvSpPr>
          <p:spPr>
            <a:xfrm>
              <a:off x="3354017" y="3224132"/>
              <a:ext cx="223143" cy="13639"/>
            </a:xfrm>
            <a:custGeom>
              <a:rect b="b" l="l" r="r" t="t"/>
              <a:pathLst>
                <a:path extrusionOk="0" h="360" w="5890">
                  <a:moveTo>
                    <a:pt x="210" y="1"/>
                  </a:moveTo>
                  <a:cubicBezTo>
                    <a:pt x="123" y="1"/>
                    <a:pt x="41" y="57"/>
                    <a:pt x="25" y="144"/>
                  </a:cubicBezTo>
                  <a:cubicBezTo>
                    <a:pt x="1" y="259"/>
                    <a:pt x="92" y="360"/>
                    <a:pt x="205" y="360"/>
                  </a:cubicBezTo>
                  <a:lnTo>
                    <a:pt x="5680" y="360"/>
                  </a:lnTo>
                  <a:cubicBezTo>
                    <a:pt x="5768" y="360"/>
                    <a:pt x="5849" y="302"/>
                    <a:pt x="5866" y="216"/>
                  </a:cubicBezTo>
                  <a:cubicBezTo>
                    <a:pt x="5890" y="101"/>
                    <a:pt x="5800" y="1"/>
                    <a:pt x="568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63" name="Google Shape;15563;p31"/>
          <p:cNvGrpSpPr/>
          <p:nvPr/>
        </p:nvGrpSpPr>
        <p:grpSpPr>
          <a:xfrm>
            <a:off x="1729838" y="3464019"/>
            <a:ext cx="449547" cy="373479"/>
            <a:chOff x="1558268" y="2993147"/>
            <a:chExt cx="476669" cy="396012"/>
          </a:xfrm>
        </p:grpSpPr>
        <p:sp>
          <p:nvSpPr>
            <p:cNvPr id="15564" name="Google Shape;15564;p31"/>
            <p:cNvSpPr/>
            <p:nvPr/>
          </p:nvSpPr>
          <p:spPr>
            <a:xfrm>
              <a:off x="1819220" y="3109908"/>
              <a:ext cx="25345" cy="13676"/>
            </a:xfrm>
            <a:custGeom>
              <a:rect b="b" l="l" r="r" t="t"/>
              <a:pathLst>
                <a:path extrusionOk="0" h="361" w="669">
                  <a:moveTo>
                    <a:pt x="199" y="0"/>
                  </a:moveTo>
                  <a:cubicBezTo>
                    <a:pt x="104" y="0"/>
                    <a:pt x="19" y="69"/>
                    <a:pt x="11" y="164"/>
                  </a:cubicBezTo>
                  <a:cubicBezTo>
                    <a:pt x="0" y="270"/>
                    <a:pt x="84" y="361"/>
                    <a:pt x="190" y="361"/>
                  </a:cubicBezTo>
                  <a:lnTo>
                    <a:pt x="470" y="361"/>
                  </a:lnTo>
                  <a:cubicBezTo>
                    <a:pt x="566" y="361"/>
                    <a:pt x="651" y="290"/>
                    <a:pt x="659" y="196"/>
                  </a:cubicBezTo>
                  <a:cubicBezTo>
                    <a:pt x="668" y="89"/>
                    <a:pt x="585"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5" name="Google Shape;15565;p31"/>
            <p:cNvSpPr/>
            <p:nvPr/>
          </p:nvSpPr>
          <p:spPr>
            <a:xfrm>
              <a:off x="1859870" y="3109908"/>
              <a:ext cx="54403" cy="13676"/>
            </a:xfrm>
            <a:custGeom>
              <a:rect b="b" l="l" r="r" t="t"/>
              <a:pathLst>
                <a:path extrusionOk="0" h="361" w="1436">
                  <a:moveTo>
                    <a:pt x="199" y="0"/>
                  </a:moveTo>
                  <a:cubicBezTo>
                    <a:pt x="103" y="0"/>
                    <a:pt x="17" y="69"/>
                    <a:pt x="10" y="164"/>
                  </a:cubicBezTo>
                  <a:cubicBezTo>
                    <a:pt x="1" y="270"/>
                    <a:pt x="84" y="361"/>
                    <a:pt x="189" y="361"/>
                  </a:cubicBezTo>
                  <a:lnTo>
                    <a:pt x="1238" y="361"/>
                  </a:lnTo>
                  <a:cubicBezTo>
                    <a:pt x="1334" y="361"/>
                    <a:pt x="1419" y="290"/>
                    <a:pt x="1426" y="196"/>
                  </a:cubicBezTo>
                  <a:cubicBezTo>
                    <a:pt x="1436" y="89"/>
                    <a:pt x="1352"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6" name="Google Shape;15566;p31"/>
            <p:cNvSpPr/>
            <p:nvPr/>
          </p:nvSpPr>
          <p:spPr>
            <a:xfrm>
              <a:off x="1819220" y="3139686"/>
              <a:ext cx="25345" cy="13714"/>
            </a:xfrm>
            <a:custGeom>
              <a:rect b="b" l="l" r="r" t="t"/>
              <a:pathLst>
                <a:path extrusionOk="0" h="362" w="669">
                  <a:moveTo>
                    <a:pt x="198" y="1"/>
                  </a:moveTo>
                  <a:cubicBezTo>
                    <a:pt x="103" y="1"/>
                    <a:pt x="17" y="70"/>
                    <a:pt x="10" y="164"/>
                  </a:cubicBezTo>
                  <a:cubicBezTo>
                    <a:pt x="0" y="272"/>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7" name="Google Shape;15567;p31"/>
            <p:cNvSpPr/>
            <p:nvPr/>
          </p:nvSpPr>
          <p:spPr>
            <a:xfrm>
              <a:off x="1859870" y="3139686"/>
              <a:ext cx="54403" cy="13714"/>
            </a:xfrm>
            <a:custGeom>
              <a:rect b="b" l="l" r="r" t="t"/>
              <a:pathLst>
                <a:path extrusionOk="0" h="362" w="1436">
                  <a:moveTo>
                    <a:pt x="199" y="1"/>
                  </a:moveTo>
                  <a:cubicBezTo>
                    <a:pt x="103" y="1"/>
                    <a:pt x="17" y="70"/>
                    <a:pt x="10" y="164"/>
                  </a:cubicBezTo>
                  <a:cubicBezTo>
                    <a:pt x="1" y="272"/>
                    <a:pt x="84" y="361"/>
                    <a:pt x="189" y="361"/>
                  </a:cubicBezTo>
                  <a:lnTo>
                    <a:pt x="1238" y="361"/>
                  </a:lnTo>
                  <a:cubicBezTo>
                    <a:pt x="1334" y="361"/>
                    <a:pt x="1419" y="292"/>
                    <a:pt x="1426" y="198"/>
                  </a:cubicBezTo>
                  <a:cubicBezTo>
                    <a:pt x="1436" y="90"/>
                    <a:pt x="1352"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8" name="Google Shape;15568;p31"/>
            <p:cNvSpPr/>
            <p:nvPr/>
          </p:nvSpPr>
          <p:spPr>
            <a:xfrm>
              <a:off x="1819220" y="3170714"/>
              <a:ext cx="25345" cy="13714"/>
            </a:xfrm>
            <a:custGeom>
              <a:rect b="b" l="l" r="r" t="t"/>
              <a:pathLst>
                <a:path extrusionOk="0" h="362" w="669">
                  <a:moveTo>
                    <a:pt x="199" y="1"/>
                  </a:moveTo>
                  <a:cubicBezTo>
                    <a:pt x="104" y="1"/>
                    <a:pt x="19" y="71"/>
                    <a:pt x="11" y="165"/>
                  </a:cubicBezTo>
                  <a:cubicBezTo>
                    <a:pt x="0" y="271"/>
                    <a:pt x="84" y="361"/>
                    <a:pt x="190" y="361"/>
                  </a:cubicBezTo>
                  <a:lnTo>
                    <a:pt x="470" y="361"/>
                  </a:lnTo>
                  <a:cubicBezTo>
                    <a:pt x="566" y="361"/>
                    <a:pt x="651" y="292"/>
                    <a:pt x="659" y="198"/>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9" name="Google Shape;15569;p31"/>
            <p:cNvSpPr/>
            <p:nvPr/>
          </p:nvSpPr>
          <p:spPr>
            <a:xfrm>
              <a:off x="1881124" y="3170714"/>
              <a:ext cx="91606" cy="13714"/>
            </a:xfrm>
            <a:custGeom>
              <a:rect b="b" l="l" r="r" t="t"/>
              <a:pathLst>
                <a:path extrusionOk="0" h="362" w="2418">
                  <a:moveTo>
                    <a:pt x="179" y="1"/>
                  </a:moveTo>
                  <a:cubicBezTo>
                    <a:pt x="81" y="1"/>
                    <a:pt x="0" y="82"/>
                    <a:pt x="0" y="181"/>
                  </a:cubicBezTo>
                  <a:cubicBezTo>
                    <a:pt x="0" y="280"/>
                    <a:pt x="82" y="361"/>
                    <a:pt x="181" y="361"/>
                  </a:cubicBezTo>
                  <a:lnTo>
                    <a:pt x="2219" y="361"/>
                  </a:lnTo>
                  <a:cubicBezTo>
                    <a:pt x="2315" y="361"/>
                    <a:pt x="2400" y="292"/>
                    <a:pt x="2408" y="198"/>
                  </a:cubicBezTo>
                  <a:cubicBezTo>
                    <a:pt x="2417" y="90"/>
                    <a:pt x="2334" y="1"/>
                    <a:pt x="2229" y="1"/>
                  </a:cubicBezTo>
                  <a:lnTo>
                    <a:pt x="181" y="1"/>
                  </a:lnTo>
                  <a:cubicBezTo>
                    <a:pt x="181" y="1"/>
                    <a:pt x="180"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0" name="Google Shape;15570;p31"/>
            <p:cNvSpPr/>
            <p:nvPr/>
          </p:nvSpPr>
          <p:spPr>
            <a:xfrm>
              <a:off x="1819220" y="3201742"/>
              <a:ext cx="25345" cy="13676"/>
            </a:xfrm>
            <a:custGeom>
              <a:rect b="b" l="l" r="r" t="t"/>
              <a:pathLst>
                <a:path extrusionOk="0" h="361" w="669">
                  <a:moveTo>
                    <a:pt x="199" y="1"/>
                  </a:moveTo>
                  <a:cubicBezTo>
                    <a:pt x="104" y="1"/>
                    <a:pt x="19" y="70"/>
                    <a:pt x="11" y="164"/>
                  </a:cubicBezTo>
                  <a:cubicBezTo>
                    <a:pt x="0" y="272"/>
                    <a:pt x="84" y="360"/>
                    <a:pt x="190" y="360"/>
                  </a:cubicBezTo>
                  <a:lnTo>
                    <a:pt x="470" y="360"/>
                  </a:lnTo>
                  <a:cubicBezTo>
                    <a:pt x="566" y="360"/>
                    <a:pt x="651" y="291"/>
                    <a:pt x="659" y="197"/>
                  </a:cubicBezTo>
                  <a:cubicBezTo>
                    <a:pt x="668" y="90"/>
                    <a:pt x="585"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1" name="Google Shape;15571;p31"/>
            <p:cNvSpPr/>
            <p:nvPr/>
          </p:nvSpPr>
          <p:spPr>
            <a:xfrm>
              <a:off x="1877108" y="3201742"/>
              <a:ext cx="56032" cy="13714"/>
            </a:xfrm>
            <a:custGeom>
              <a:rect b="b" l="l" r="r" t="t"/>
              <a:pathLst>
                <a:path extrusionOk="0" h="362" w="1479">
                  <a:moveTo>
                    <a:pt x="198" y="1"/>
                  </a:moveTo>
                  <a:cubicBezTo>
                    <a:pt x="102" y="1"/>
                    <a:pt x="17" y="70"/>
                    <a:pt x="9" y="164"/>
                  </a:cubicBezTo>
                  <a:cubicBezTo>
                    <a:pt x="0" y="272"/>
                    <a:pt x="84" y="361"/>
                    <a:pt x="189" y="361"/>
                  </a:cubicBezTo>
                  <a:lnTo>
                    <a:pt x="1297" y="361"/>
                  </a:lnTo>
                  <a:cubicBezTo>
                    <a:pt x="1397" y="360"/>
                    <a:pt x="1478" y="280"/>
                    <a:pt x="1478" y="181"/>
                  </a:cubicBezTo>
                  <a:cubicBezTo>
                    <a:pt x="1478" y="81"/>
                    <a:pt x="1397"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2" name="Google Shape;15572;p31"/>
            <p:cNvSpPr/>
            <p:nvPr/>
          </p:nvSpPr>
          <p:spPr>
            <a:xfrm>
              <a:off x="1819220" y="3231519"/>
              <a:ext cx="25383" cy="13714"/>
            </a:xfrm>
            <a:custGeom>
              <a:rect b="b" l="l" r="r" t="t"/>
              <a:pathLst>
                <a:path extrusionOk="0" h="362" w="670">
                  <a:moveTo>
                    <a:pt x="200" y="0"/>
                  </a:moveTo>
                  <a:cubicBezTo>
                    <a:pt x="105" y="0"/>
                    <a:pt x="20" y="69"/>
                    <a:pt x="12" y="164"/>
                  </a:cubicBezTo>
                  <a:cubicBezTo>
                    <a:pt x="0" y="273"/>
                    <a:pt x="84" y="362"/>
                    <a:pt x="190" y="362"/>
                  </a:cubicBezTo>
                  <a:lnTo>
                    <a:pt x="471" y="362"/>
                  </a:lnTo>
                  <a:cubicBezTo>
                    <a:pt x="567" y="362"/>
                    <a:pt x="653" y="293"/>
                    <a:pt x="660" y="196"/>
                  </a:cubicBezTo>
                  <a:cubicBezTo>
                    <a:pt x="669" y="89"/>
                    <a:pt x="586" y="0"/>
                    <a:pt x="48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3" name="Google Shape;15573;p31"/>
            <p:cNvSpPr/>
            <p:nvPr/>
          </p:nvSpPr>
          <p:spPr>
            <a:xfrm>
              <a:off x="1859605" y="3231519"/>
              <a:ext cx="26633" cy="13714"/>
            </a:xfrm>
            <a:custGeom>
              <a:rect b="b" l="l" r="r" t="t"/>
              <a:pathLst>
                <a:path extrusionOk="0" h="362" w="703">
                  <a:moveTo>
                    <a:pt x="197" y="0"/>
                  </a:moveTo>
                  <a:cubicBezTo>
                    <a:pt x="102" y="0"/>
                    <a:pt x="17" y="69"/>
                    <a:pt x="9" y="164"/>
                  </a:cubicBezTo>
                  <a:cubicBezTo>
                    <a:pt x="0" y="273"/>
                    <a:pt x="84" y="362"/>
                    <a:pt x="189" y="362"/>
                  </a:cubicBezTo>
                  <a:lnTo>
                    <a:pt x="504" y="362"/>
                  </a:lnTo>
                  <a:cubicBezTo>
                    <a:pt x="599" y="362"/>
                    <a:pt x="684" y="293"/>
                    <a:pt x="693" y="196"/>
                  </a:cubicBezTo>
                  <a:cubicBezTo>
                    <a:pt x="702" y="89"/>
                    <a:pt x="618" y="0"/>
                    <a:pt x="51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4" name="Google Shape;15574;p31"/>
            <p:cNvSpPr/>
            <p:nvPr/>
          </p:nvSpPr>
          <p:spPr>
            <a:xfrm>
              <a:off x="1901089" y="3231557"/>
              <a:ext cx="71868" cy="13676"/>
            </a:xfrm>
            <a:custGeom>
              <a:rect b="b" l="l" r="r" t="t"/>
              <a:pathLst>
                <a:path extrusionOk="0" h="361" w="1897">
                  <a:moveTo>
                    <a:pt x="199" y="0"/>
                  </a:moveTo>
                  <a:cubicBezTo>
                    <a:pt x="102" y="0"/>
                    <a:pt x="18" y="70"/>
                    <a:pt x="10" y="164"/>
                  </a:cubicBezTo>
                  <a:cubicBezTo>
                    <a:pt x="1" y="272"/>
                    <a:pt x="85" y="361"/>
                    <a:pt x="189" y="361"/>
                  </a:cubicBezTo>
                  <a:lnTo>
                    <a:pt x="1699" y="361"/>
                  </a:lnTo>
                  <a:cubicBezTo>
                    <a:pt x="1794" y="361"/>
                    <a:pt x="1880" y="292"/>
                    <a:pt x="1887" y="195"/>
                  </a:cubicBezTo>
                  <a:cubicBezTo>
                    <a:pt x="1897" y="89"/>
                    <a:pt x="1813" y="0"/>
                    <a:pt x="17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5" name="Google Shape;15575;p31"/>
            <p:cNvSpPr/>
            <p:nvPr/>
          </p:nvSpPr>
          <p:spPr>
            <a:xfrm>
              <a:off x="1558268" y="2993147"/>
              <a:ext cx="476669" cy="396012"/>
            </a:xfrm>
            <a:custGeom>
              <a:rect b="b" l="l" r="r" t="t"/>
              <a:pathLst>
                <a:path extrusionOk="0" h="10453" w="12582">
                  <a:moveTo>
                    <a:pt x="11306" y="1214"/>
                  </a:moveTo>
                  <a:cubicBezTo>
                    <a:pt x="11338" y="1214"/>
                    <a:pt x="11370" y="1245"/>
                    <a:pt x="11370" y="1280"/>
                  </a:cubicBezTo>
                  <a:lnTo>
                    <a:pt x="11370" y="2262"/>
                  </a:lnTo>
                  <a:lnTo>
                    <a:pt x="1180" y="2262"/>
                  </a:lnTo>
                  <a:lnTo>
                    <a:pt x="1180" y="1278"/>
                  </a:lnTo>
                  <a:cubicBezTo>
                    <a:pt x="1180" y="1242"/>
                    <a:pt x="1208" y="1214"/>
                    <a:pt x="1244" y="1214"/>
                  </a:cubicBezTo>
                  <a:close/>
                  <a:moveTo>
                    <a:pt x="6093" y="2622"/>
                  </a:moveTo>
                  <a:lnTo>
                    <a:pt x="6093" y="7111"/>
                  </a:lnTo>
                  <a:lnTo>
                    <a:pt x="1179" y="7111"/>
                  </a:lnTo>
                  <a:lnTo>
                    <a:pt x="1179" y="2622"/>
                  </a:lnTo>
                  <a:close/>
                  <a:moveTo>
                    <a:pt x="11370" y="2622"/>
                  </a:moveTo>
                  <a:lnTo>
                    <a:pt x="11370" y="7111"/>
                  </a:lnTo>
                  <a:lnTo>
                    <a:pt x="6455" y="7111"/>
                  </a:lnTo>
                  <a:lnTo>
                    <a:pt x="6455" y="2622"/>
                  </a:lnTo>
                  <a:close/>
                  <a:moveTo>
                    <a:pt x="7021" y="8686"/>
                  </a:moveTo>
                  <a:cubicBezTo>
                    <a:pt x="7071" y="8976"/>
                    <a:pt x="7192" y="9604"/>
                    <a:pt x="7405" y="10094"/>
                  </a:cubicBezTo>
                  <a:lnTo>
                    <a:pt x="5166" y="10094"/>
                  </a:lnTo>
                  <a:cubicBezTo>
                    <a:pt x="5378" y="9604"/>
                    <a:pt x="5499" y="8976"/>
                    <a:pt x="5548" y="8686"/>
                  </a:cubicBezTo>
                  <a:close/>
                  <a:moveTo>
                    <a:pt x="650" y="1"/>
                  </a:moveTo>
                  <a:cubicBezTo>
                    <a:pt x="289" y="1"/>
                    <a:pt x="1" y="656"/>
                    <a:pt x="1" y="656"/>
                  </a:cubicBezTo>
                  <a:lnTo>
                    <a:pt x="1" y="8493"/>
                  </a:lnTo>
                  <a:cubicBezTo>
                    <a:pt x="1" y="8598"/>
                    <a:pt x="86" y="8685"/>
                    <a:pt x="191" y="8685"/>
                  </a:cubicBezTo>
                  <a:lnTo>
                    <a:pt x="2005" y="8685"/>
                  </a:lnTo>
                  <a:cubicBezTo>
                    <a:pt x="2019" y="8685"/>
                    <a:pt x="2034" y="8679"/>
                    <a:pt x="2044" y="8668"/>
                  </a:cubicBezTo>
                  <a:cubicBezTo>
                    <a:pt x="2201" y="8513"/>
                    <a:pt x="2094" y="8323"/>
                    <a:pt x="1941" y="8323"/>
                  </a:cubicBezTo>
                  <a:lnTo>
                    <a:pt x="647" y="8323"/>
                  </a:lnTo>
                  <a:cubicBezTo>
                    <a:pt x="489" y="8323"/>
                    <a:pt x="360" y="8194"/>
                    <a:pt x="360" y="8036"/>
                  </a:cubicBezTo>
                  <a:lnTo>
                    <a:pt x="360" y="7471"/>
                  </a:lnTo>
                  <a:lnTo>
                    <a:pt x="12221" y="7471"/>
                  </a:lnTo>
                  <a:lnTo>
                    <a:pt x="12221" y="8132"/>
                  </a:lnTo>
                  <a:cubicBezTo>
                    <a:pt x="12221" y="8237"/>
                    <a:pt x="12136" y="8323"/>
                    <a:pt x="12031" y="8323"/>
                  </a:cubicBezTo>
                  <a:lnTo>
                    <a:pt x="2806" y="8323"/>
                  </a:lnTo>
                  <a:cubicBezTo>
                    <a:pt x="2767" y="8323"/>
                    <a:pt x="2730" y="8340"/>
                    <a:pt x="2705" y="8371"/>
                  </a:cubicBezTo>
                  <a:cubicBezTo>
                    <a:pt x="2590" y="8520"/>
                    <a:pt x="2695" y="8685"/>
                    <a:pt x="2840" y="8685"/>
                  </a:cubicBezTo>
                  <a:lnTo>
                    <a:pt x="5174" y="8685"/>
                  </a:lnTo>
                  <a:cubicBezTo>
                    <a:pt x="5114" y="9017"/>
                    <a:pt x="4979" y="9670"/>
                    <a:pt x="4758" y="10093"/>
                  </a:cubicBezTo>
                  <a:lnTo>
                    <a:pt x="3739" y="10093"/>
                  </a:lnTo>
                  <a:cubicBezTo>
                    <a:pt x="3651" y="10093"/>
                    <a:pt x="3569" y="10151"/>
                    <a:pt x="3552" y="10237"/>
                  </a:cubicBezTo>
                  <a:cubicBezTo>
                    <a:pt x="3529" y="10352"/>
                    <a:pt x="3619" y="10452"/>
                    <a:pt x="3734" y="10452"/>
                  </a:cubicBezTo>
                  <a:lnTo>
                    <a:pt x="8831" y="10452"/>
                  </a:lnTo>
                  <a:cubicBezTo>
                    <a:pt x="8919" y="10452"/>
                    <a:pt x="9000" y="10395"/>
                    <a:pt x="9017" y="10309"/>
                  </a:cubicBezTo>
                  <a:cubicBezTo>
                    <a:pt x="9040" y="10194"/>
                    <a:pt x="8950" y="10093"/>
                    <a:pt x="8836" y="10093"/>
                  </a:cubicBezTo>
                  <a:lnTo>
                    <a:pt x="7825" y="10093"/>
                  </a:lnTo>
                  <a:cubicBezTo>
                    <a:pt x="7605" y="9670"/>
                    <a:pt x="7468" y="9017"/>
                    <a:pt x="7411" y="8685"/>
                  </a:cubicBezTo>
                  <a:lnTo>
                    <a:pt x="11927" y="8685"/>
                  </a:lnTo>
                  <a:cubicBezTo>
                    <a:pt x="12288" y="8685"/>
                    <a:pt x="12582" y="8391"/>
                    <a:pt x="12582" y="8030"/>
                  </a:cubicBezTo>
                  <a:lnTo>
                    <a:pt x="12582" y="642"/>
                  </a:lnTo>
                  <a:cubicBezTo>
                    <a:pt x="12582" y="289"/>
                    <a:pt x="12294" y="3"/>
                    <a:pt x="11942" y="3"/>
                  </a:cubicBezTo>
                  <a:lnTo>
                    <a:pt x="9072" y="3"/>
                  </a:lnTo>
                  <a:cubicBezTo>
                    <a:pt x="8977" y="3"/>
                    <a:pt x="8892" y="72"/>
                    <a:pt x="8883" y="166"/>
                  </a:cubicBezTo>
                  <a:cubicBezTo>
                    <a:pt x="8874" y="274"/>
                    <a:pt x="8958" y="363"/>
                    <a:pt x="9062" y="363"/>
                  </a:cubicBezTo>
                  <a:lnTo>
                    <a:pt x="11935" y="363"/>
                  </a:lnTo>
                  <a:cubicBezTo>
                    <a:pt x="12093" y="363"/>
                    <a:pt x="12222" y="491"/>
                    <a:pt x="12222" y="649"/>
                  </a:cubicBezTo>
                  <a:lnTo>
                    <a:pt x="12222" y="7113"/>
                  </a:lnTo>
                  <a:lnTo>
                    <a:pt x="11764" y="7113"/>
                  </a:lnTo>
                  <a:lnTo>
                    <a:pt x="11764" y="1287"/>
                  </a:lnTo>
                  <a:cubicBezTo>
                    <a:pt x="11764" y="1047"/>
                    <a:pt x="11570" y="853"/>
                    <a:pt x="11330" y="853"/>
                  </a:cubicBezTo>
                  <a:lnTo>
                    <a:pt x="1252" y="853"/>
                  </a:lnTo>
                  <a:cubicBezTo>
                    <a:pt x="1013" y="853"/>
                    <a:pt x="819" y="1047"/>
                    <a:pt x="819" y="1287"/>
                  </a:cubicBezTo>
                  <a:lnTo>
                    <a:pt x="819" y="7113"/>
                  </a:lnTo>
                  <a:lnTo>
                    <a:pt x="361" y="7113"/>
                  </a:lnTo>
                  <a:lnTo>
                    <a:pt x="361" y="658"/>
                  </a:lnTo>
                  <a:cubicBezTo>
                    <a:pt x="361" y="658"/>
                    <a:pt x="492" y="371"/>
                    <a:pt x="650" y="363"/>
                  </a:cubicBezTo>
                  <a:lnTo>
                    <a:pt x="8127" y="363"/>
                  </a:lnTo>
                  <a:cubicBezTo>
                    <a:pt x="8131" y="364"/>
                    <a:pt x="8136" y="364"/>
                    <a:pt x="8140" y="364"/>
                  </a:cubicBezTo>
                  <a:cubicBezTo>
                    <a:pt x="8235" y="364"/>
                    <a:pt x="8312" y="284"/>
                    <a:pt x="8312" y="186"/>
                  </a:cubicBezTo>
                  <a:cubicBezTo>
                    <a:pt x="8312" y="84"/>
                    <a:pt x="8229" y="1"/>
                    <a:pt x="81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6" name="Google Shape;15576;p31"/>
            <p:cNvSpPr/>
            <p:nvPr/>
          </p:nvSpPr>
          <p:spPr>
            <a:xfrm>
              <a:off x="1636425" y="3185527"/>
              <a:ext cx="50614" cy="58078"/>
            </a:xfrm>
            <a:custGeom>
              <a:rect b="b" l="l" r="r" t="t"/>
              <a:pathLst>
                <a:path extrusionOk="0" h="1533" w="1336">
                  <a:moveTo>
                    <a:pt x="668" y="671"/>
                  </a:moveTo>
                  <a:lnTo>
                    <a:pt x="750" y="887"/>
                  </a:lnTo>
                  <a:lnTo>
                    <a:pt x="586" y="887"/>
                  </a:lnTo>
                  <a:lnTo>
                    <a:pt x="668" y="671"/>
                  </a:lnTo>
                  <a:close/>
                  <a:moveTo>
                    <a:pt x="668" y="0"/>
                  </a:moveTo>
                  <a:cubicBezTo>
                    <a:pt x="582" y="0"/>
                    <a:pt x="506" y="52"/>
                    <a:pt x="473" y="131"/>
                  </a:cubicBezTo>
                  <a:cubicBezTo>
                    <a:pt x="473" y="132"/>
                    <a:pt x="472" y="135"/>
                    <a:pt x="472" y="136"/>
                  </a:cubicBezTo>
                  <a:lnTo>
                    <a:pt x="36" y="1279"/>
                  </a:lnTo>
                  <a:cubicBezTo>
                    <a:pt x="0" y="1378"/>
                    <a:pt x="48" y="1484"/>
                    <a:pt x="144" y="1520"/>
                  </a:cubicBezTo>
                  <a:cubicBezTo>
                    <a:pt x="165" y="1529"/>
                    <a:pt x="188" y="1532"/>
                    <a:pt x="209" y="1532"/>
                  </a:cubicBezTo>
                  <a:cubicBezTo>
                    <a:pt x="284" y="1532"/>
                    <a:pt x="354" y="1487"/>
                    <a:pt x="382" y="1413"/>
                  </a:cubicBezTo>
                  <a:lnTo>
                    <a:pt x="445" y="1247"/>
                  </a:lnTo>
                  <a:lnTo>
                    <a:pt x="890" y="1247"/>
                  </a:lnTo>
                  <a:lnTo>
                    <a:pt x="953" y="1412"/>
                  </a:lnTo>
                  <a:cubicBezTo>
                    <a:pt x="980" y="1487"/>
                    <a:pt x="1051" y="1531"/>
                    <a:pt x="1126" y="1531"/>
                  </a:cubicBezTo>
                  <a:cubicBezTo>
                    <a:pt x="1148" y="1531"/>
                    <a:pt x="1169" y="1528"/>
                    <a:pt x="1191" y="1519"/>
                  </a:cubicBezTo>
                  <a:cubicBezTo>
                    <a:pt x="1286" y="1482"/>
                    <a:pt x="1335" y="1377"/>
                    <a:pt x="1299" y="1281"/>
                  </a:cubicBezTo>
                  <a:lnTo>
                    <a:pt x="866" y="137"/>
                  </a:lnTo>
                  <a:cubicBezTo>
                    <a:pt x="866" y="136"/>
                    <a:pt x="865" y="133"/>
                    <a:pt x="865" y="132"/>
                  </a:cubicBezTo>
                  <a:cubicBezTo>
                    <a:pt x="834" y="53"/>
                    <a:pt x="757"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7" name="Google Shape;15577;p31"/>
            <p:cNvSpPr/>
            <p:nvPr/>
          </p:nvSpPr>
          <p:spPr>
            <a:xfrm>
              <a:off x="1740684" y="3186701"/>
              <a:ext cx="13714" cy="56600"/>
            </a:xfrm>
            <a:custGeom>
              <a:rect b="b" l="l" r="r" t="t"/>
              <a:pathLst>
                <a:path extrusionOk="0" h="1494" w="362">
                  <a:moveTo>
                    <a:pt x="182" y="1"/>
                  </a:moveTo>
                  <a:cubicBezTo>
                    <a:pt x="82" y="1"/>
                    <a:pt x="0" y="83"/>
                    <a:pt x="0" y="181"/>
                  </a:cubicBezTo>
                  <a:lnTo>
                    <a:pt x="0" y="1304"/>
                  </a:lnTo>
                  <a:cubicBezTo>
                    <a:pt x="0" y="1399"/>
                    <a:pt x="71" y="1484"/>
                    <a:pt x="164" y="1492"/>
                  </a:cubicBezTo>
                  <a:cubicBezTo>
                    <a:pt x="169" y="1493"/>
                    <a:pt x="175" y="1493"/>
                    <a:pt x="180" y="1493"/>
                  </a:cubicBezTo>
                  <a:cubicBezTo>
                    <a:pt x="281" y="1493"/>
                    <a:pt x="361" y="1412"/>
                    <a:pt x="361" y="1312"/>
                  </a:cubicBezTo>
                  <a:lnTo>
                    <a:pt x="361" y="181"/>
                  </a:lnTo>
                  <a:cubicBezTo>
                    <a:pt x="362" y="83"/>
                    <a:pt x="281"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8" name="Google Shape;15578;p31"/>
            <p:cNvSpPr/>
            <p:nvPr/>
          </p:nvSpPr>
          <p:spPr>
            <a:xfrm>
              <a:off x="1694768" y="3185603"/>
              <a:ext cx="37961" cy="57888"/>
            </a:xfrm>
            <a:custGeom>
              <a:rect b="b" l="l" r="r" t="t"/>
              <a:pathLst>
                <a:path extrusionOk="0" h="1528" w="1002">
                  <a:moveTo>
                    <a:pt x="508" y="395"/>
                  </a:moveTo>
                  <a:cubicBezTo>
                    <a:pt x="586" y="395"/>
                    <a:pt x="652" y="461"/>
                    <a:pt x="652" y="537"/>
                  </a:cubicBezTo>
                  <a:cubicBezTo>
                    <a:pt x="652" y="614"/>
                    <a:pt x="584" y="679"/>
                    <a:pt x="504" y="679"/>
                  </a:cubicBezTo>
                  <a:lnTo>
                    <a:pt x="368" y="679"/>
                  </a:lnTo>
                  <a:cubicBezTo>
                    <a:pt x="368" y="625"/>
                    <a:pt x="367" y="452"/>
                    <a:pt x="367" y="395"/>
                  </a:cubicBezTo>
                  <a:lnTo>
                    <a:pt x="504" y="395"/>
                  </a:lnTo>
                  <a:cubicBezTo>
                    <a:pt x="506" y="395"/>
                    <a:pt x="507" y="395"/>
                    <a:pt x="508" y="395"/>
                  </a:cubicBezTo>
                  <a:close/>
                  <a:moveTo>
                    <a:pt x="181" y="1"/>
                  </a:moveTo>
                  <a:cubicBezTo>
                    <a:pt x="84" y="1"/>
                    <a:pt x="1" y="86"/>
                    <a:pt x="1" y="186"/>
                  </a:cubicBezTo>
                  <a:lnTo>
                    <a:pt x="1" y="1338"/>
                  </a:lnTo>
                  <a:cubicBezTo>
                    <a:pt x="1" y="1426"/>
                    <a:pt x="58" y="1507"/>
                    <a:pt x="144" y="1523"/>
                  </a:cubicBezTo>
                  <a:cubicBezTo>
                    <a:pt x="157" y="1526"/>
                    <a:pt x="169" y="1527"/>
                    <a:pt x="182" y="1527"/>
                  </a:cubicBezTo>
                  <a:cubicBezTo>
                    <a:pt x="281" y="1527"/>
                    <a:pt x="362" y="1445"/>
                    <a:pt x="362" y="1343"/>
                  </a:cubicBezTo>
                  <a:lnTo>
                    <a:pt x="362" y="1024"/>
                  </a:lnTo>
                  <a:lnTo>
                    <a:pt x="497" y="1024"/>
                  </a:lnTo>
                  <a:cubicBezTo>
                    <a:pt x="776" y="1024"/>
                    <a:pt x="1002" y="794"/>
                    <a:pt x="1002" y="513"/>
                  </a:cubicBezTo>
                  <a:cubicBezTo>
                    <a:pt x="1002" y="232"/>
                    <a:pt x="776" y="3"/>
                    <a:pt x="497" y="3"/>
                  </a:cubicBezTo>
                  <a:cubicBezTo>
                    <a:pt x="497" y="1"/>
                    <a:pt x="1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9" name="Google Shape;15579;p31"/>
            <p:cNvSpPr/>
            <p:nvPr/>
          </p:nvSpPr>
          <p:spPr>
            <a:xfrm>
              <a:off x="1684387" y="3110931"/>
              <a:ext cx="36332" cy="65352"/>
            </a:xfrm>
            <a:custGeom>
              <a:rect b="b" l="l" r="r" t="t"/>
              <a:pathLst>
                <a:path extrusionOk="0" h="1725" w="959">
                  <a:moveTo>
                    <a:pt x="749" y="0"/>
                  </a:moveTo>
                  <a:cubicBezTo>
                    <a:pt x="676" y="0"/>
                    <a:pt x="607" y="45"/>
                    <a:pt x="578" y="117"/>
                  </a:cubicBezTo>
                  <a:lnTo>
                    <a:pt x="39" y="1472"/>
                  </a:lnTo>
                  <a:cubicBezTo>
                    <a:pt x="0" y="1566"/>
                    <a:pt x="48" y="1674"/>
                    <a:pt x="143" y="1712"/>
                  </a:cubicBezTo>
                  <a:cubicBezTo>
                    <a:pt x="165" y="1721"/>
                    <a:pt x="188" y="1724"/>
                    <a:pt x="210" y="1724"/>
                  </a:cubicBezTo>
                  <a:cubicBezTo>
                    <a:pt x="283" y="1724"/>
                    <a:pt x="353" y="1680"/>
                    <a:pt x="382" y="1608"/>
                  </a:cubicBezTo>
                  <a:lnTo>
                    <a:pt x="921" y="253"/>
                  </a:lnTo>
                  <a:cubicBezTo>
                    <a:pt x="959" y="159"/>
                    <a:pt x="911" y="52"/>
                    <a:pt x="817" y="14"/>
                  </a:cubicBezTo>
                  <a:cubicBezTo>
                    <a:pt x="795" y="5"/>
                    <a:pt x="772"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0" name="Google Shape;15580;p31"/>
            <p:cNvSpPr/>
            <p:nvPr/>
          </p:nvSpPr>
          <p:spPr>
            <a:xfrm>
              <a:off x="1726742" y="3113470"/>
              <a:ext cx="29020" cy="60351"/>
            </a:xfrm>
            <a:custGeom>
              <a:rect b="b" l="l" r="r" t="t"/>
              <a:pathLst>
                <a:path extrusionOk="0" h="1593" w="766">
                  <a:moveTo>
                    <a:pt x="211" y="0"/>
                  </a:moveTo>
                  <a:cubicBezTo>
                    <a:pt x="179" y="0"/>
                    <a:pt x="146" y="9"/>
                    <a:pt x="116" y="27"/>
                  </a:cubicBezTo>
                  <a:cubicBezTo>
                    <a:pt x="28" y="79"/>
                    <a:pt x="1" y="193"/>
                    <a:pt x="53" y="279"/>
                  </a:cubicBezTo>
                  <a:lnTo>
                    <a:pt x="358" y="786"/>
                  </a:lnTo>
                  <a:lnTo>
                    <a:pt x="50" y="1316"/>
                  </a:lnTo>
                  <a:cubicBezTo>
                    <a:pt x="1" y="1404"/>
                    <a:pt x="31" y="1516"/>
                    <a:pt x="119" y="1567"/>
                  </a:cubicBezTo>
                  <a:cubicBezTo>
                    <a:pt x="147" y="1584"/>
                    <a:pt x="179" y="1592"/>
                    <a:pt x="210" y="1592"/>
                  </a:cubicBezTo>
                  <a:cubicBezTo>
                    <a:pt x="274" y="1592"/>
                    <a:pt x="336" y="1560"/>
                    <a:pt x="370" y="1500"/>
                  </a:cubicBezTo>
                  <a:lnTo>
                    <a:pt x="731" y="876"/>
                  </a:lnTo>
                  <a:cubicBezTo>
                    <a:pt x="765" y="818"/>
                    <a:pt x="764" y="746"/>
                    <a:pt x="730" y="689"/>
                  </a:cubicBezTo>
                  <a:lnTo>
                    <a:pt x="368" y="90"/>
                  </a:lnTo>
                  <a:cubicBezTo>
                    <a:pt x="334" y="32"/>
                    <a:pt x="273" y="0"/>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1" name="Google Shape;15581;p31"/>
            <p:cNvSpPr/>
            <p:nvPr/>
          </p:nvSpPr>
          <p:spPr>
            <a:xfrm>
              <a:off x="1647449" y="3113470"/>
              <a:ext cx="29020" cy="60351"/>
            </a:xfrm>
            <a:custGeom>
              <a:rect b="b" l="l" r="r" t="t"/>
              <a:pathLst>
                <a:path extrusionOk="0" h="1593" w="766">
                  <a:moveTo>
                    <a:pt x="554" y="0"/>
                  </a:moveTo>
                  <a:cubicBezTo>
                    <a:pt x="492" y="0"/>
                    <a:pt x="432" y="32"/>
                    <a:pt x="397" y="90"/>
                  </a:cubicBezTo>
                  <a:lnTo>
                    <a:pt x="36" y="689"/>
                  </a:lnTo>
                  <a:cubicBezTo>
                    <a:pt x="0" y="746"/>
                    <a:pt x="0" y="818"/>
                    <a:pt x="35" y="876"/>
                  </a:cubicBezTo>
                  <a:lnTo>
                    <a:pt x="397" y="1500"/>
                  </a:lnTo>
                  <a:cubicBezTo>
                    <a:pt x="432" y="1560"/>
                    <a:pt x="492" y="1592"/>
                    <a:pt x="556" y="1592"/>
                  </a:cubicBezTo>
                  <a:cubicBezTo>
                    <a:pt x="589" y="1592"/>
                    <a:pt x="620" y="1584"/>
                    <a:pt x="649" y="1567"/>
                  </a:cubicBezTo>
                  <a:cubicBezTo>
                    <a:pt x="736" y="1516"/>
                    <a:pt x="766" y="1404"/>
                    <a:pt x="716" y="1316"/>
                  </a:cubicBezTo>
                  <a:lnTo>
                    <a:pt x="408" y="786"/>
                  </a:lnTo>
                  <a:lnTo>
                    <a:pt x="712" y="279"/>
                  </a:lnTo>
                  <a:cubicBezTo>
                    <a:pt x="765" y="191"/>
                    <a:pt x="738" y="79"/>
                    <a:pt x="650" y="27"/>
                  </a:cubicBezTo>
                  <a:cubicBezTo>
                    <a:pt x="620" y="9"/>
                    <a:pt x="587" y="0"/>
                    <a:pt x="55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82" name="Google Shape;15582;p31"/>
          <p:cNvGrpSpPr/>
          <p:nvPr/>
        </p:nvGrpSpPr>
        <p:grpSpPr>
          <a:xfrm>
            <a:off x="7760505" y="2705592"/>
            <a:ext cx="449725" cy="443580"/>
            <a:chOff x="7952763" y="2188962"/>
            <a:chExt cx="476858" cy="470342"/>
          </a:xfrm>
        </p:grpSpPr>
        <p:sp>
          <p:nvSpPr>
            <p:cNvPr id="15583" name="Google Shape;15583;p31"/>
            <p:cNvSpPr/>
            <p:nvPr/>
          </p:nvSpPr>
          <p:spPr>
            <a:xfrm>
              <a:off x="8005764" y="2378804"/>
              <a:ext cx="42696" cy="91341"/>
            </a:xfrm>
            <a:custGeom>
              <a:rect b="b" l="l" r="r" t="t"/>
              <a:pathLst>
                <a:path extrusionOk="0" h="2411" w="1127">
                  <a:moveTo>
                    <a:pt x="922" y="1"/>
                  </a:moveTo>
                  <a:cubicBezTo>
                    <a:pt x="563" y="1"/>
                    <a:pt x="271" y="262"/>
                    <a:pt x="271" y="581"/>
                  </a:cubicBezTo>
                  <a:lnTo>
                    <a:pt x="271" y="882"/>
                  </a:lnTo>
                  <a:cubicBezTo>
                    <a:pt x="252" y="965"/>
                    <a:pt x="217" y="1007"/>
                    <a:pt x="144" y="1033"/>
                  </a:cubicBezTo>
                  <a:cubicBezTo>
                    <a:pt x="84" y="1054"/>
                    <a:pt x="37" y="1102"/>
                    <a:pt x="23" y="1163"/>
                  </a:cubicBezTo>
                  <a:cubicBezTo>
                    <a:pt x="0" y="1257"/>
                    <a:pt x="55" y="1347"/>
                    <a:pt x="140" y="1377"/>
                  </a:cubicBezTo>
                  <a:cubicBezTo>
                    <a:pt x="215" y="1403"/>
                    <a:pt x="252" y="1445"/>
                    <a:pt x="271" y="1530"/>
                  </a:cubicBezTo>
                  <a:lnTo>
                    <a:pt x="271" y="1830"/>
                  </a:lnTo>
                  <a:cubicBezTo>
                    <a:pt x="271" y="2148"/>
                    <a:pt x="558" y="2405"/>
                    <a:pt x="914" y="2411"/>
                  </a:cubicBezTo>
                  <a:cubicBezTo>
                    <a:pt x="914" y="2411"/>
                    <a:pt x="915" y="2411"/>
                    <a:pt x="916" y="2411"/>
                  </a:cubicBezTo>
                  <a:cubicBezTo>
                    <a:pt x="1011" y="2411"/>
                    <a:pt x="1095" y="2338"/>
                    <a:pt x="1102" y="2243"/>
                  </a:cubicBezTo>
                  <a:cubicBezTo>
                    <a:pt x="1108" y="2138"/>
                    <a:pt x="1026" y="2050"/>
                    <a:pt x="922" y="2050"/>
                  </a:cubicBezTo>
                  <a:cubicBezTo>
                    <a:pt x="764" y="2050"/>
                    <a:pt x="631" y="1950"/>
                    <a:pt x="631" y="1833"/>
                  </a:cubicBezTo>
                  <a:lnTo>
                    <a:pt x="631" y="1514"/>
                  </a:lnTo>
                  <a:cubicBezTo>
                    <a:pt x="631" y="1504"/>
                    <a:pt x="629" y="1493"/>
                    <a:pt x="628" y="1484"/>
                  </a:cubicBezTo>
                  <a:cubicBezTo>
                    <a:pt x="608" y="1374"/>
                    <a:pt x="567" y="1281"/>
                    <a:pt x="508" y="1207"/>
                  </a:cubicBezTo>
                  <a:cubicBezTo>
                    <a:pt x="567" y="1134"/>
                    <a:pt x="608" y="1043"/>
                    <a:pt x="628" y="933"/>
                  </a:cubicBezTo>
                  <a:cubicBezTo>
                    <a:pt x="631" y="918"/>
                    <a:pt x="632" y="908"/>
                    <a:pt x="632" y="897"/>
                  </a:cubicBezTo>
                  <a:lnTo>
                    <a:pt x="632" y="579"/>
                  </a:lnTo>
                  <a:cubicBezTo>
                    <a:pt x="632" y="462"/>
                    <a:pt x="762" y="363"/>
                    <a:pt x="916" y="361"/>
                  </a:cubicBezTo>
                  <a:cubicBezTo>
                    <a:pt x="1000" y="359"/>
                    <a:pt x="1076" y="309"/>
                    <a:pt x="1097" y="228"/>
                  </a:cubicBezTo>
                  <a:cubicBezTo>
                    <a:pt x="1126" y="108"/>
                    <a:pt x="1037"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4" name="Google Shape;15584;p31"/>
            <p:cNvSpPr/>
            <p:nvPr/>
          </p:nvSpPr>
          <p:spPr>
            <a:xfrm>
              <a:off x="8067631" y="2393768"/>
              <a:ext cx="36067" cy="13676"/>
            </a:xfrm>
            <a:custGeom>
              <a:rect b="b" l="l" r="r" t="t"/>
              <a:pathLst>
                <a:path extrusionOk="0" h="361" w="952">
                  <a:moveTo>
                    <a:pt x="198" y="1"/>
                  </a:moveTo>
                  <a:cubicBezTo>
                    <a:pt x="103" y="1"/>
                    <a:pt x="17" y="71"/>
                    <a:pt x="10" y="165"/>
                  </a:cubicBezTo>
                  <a:cubicBezTo>
                    <a:pt x="0" y="271"/>
                    <a:pt x="84" y="361"/>
                    <a:pt x="189" y="361"/>
                  </a:cubicBezTo>
                  <a:lnTo>
                    <a:pt x="753" y="361"/>
                  </a:lnTo>
                  <a:cubicBezTo>
                    <a:pt x="849" y="361"/>
                    <a:pt x="933" y="292"/>
                    <a:pt x="942" y="198"/>
                  </a:cubicBezTo>
                  <a:cubicBezTo>
                    <a:pt x="951" y="90"/>
                    <a:pt x="86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5" name="Google Shape;15585;p31"/>
            <p:cNvSpPr/>
            <p:nvPr/>
          </p:nvSpPr>
          <p:spPr>
            <a:xfrm>
              <a:off x="8066797" y="2541482"/>
              <a:ext cx="182378" cy="13714"/>
            </a:xfrm>
            <a:custGeom>
              <a:rect b="b" l="l" r="r" t="t"/>
              <a:pathLst>
                <a:path extrusionOk="0" h="362" w="4814">
                  <a:moveTo>
                    <a:pt x="210" y="1"/>
                  </a:moveTo>
                  <a:cubicBezTo>
                    <a:pt x="122" y="1"/>
                    <a:pt x="42" y="59"/>
                    <a:pt x="23" y="144"/>
                  </a:cubicBezTo>
                  <a:cubicBezTo>
                    <a:pt x="0" y="259"/>
                    <a:pt x="90" y="361"/>
                    <a:pt x="204" y="361"/>
                  </a:cubicBezTo>
                  <a:lnTo>
                    <a:pt x="4615" y="361"/>
                  </a:lnTo>
                  <a:cubicBezTo>
                    <a:pt x="4710" y="361"/>
                    <a:pt x="4795" y="291"/>
                    <a:pt x="4804" y="197"/>
                  </a:cubicBezTo>
                  <a:cubicBezTo>
                    <a:pt x="4814" y="90"/>
                    <a:pt x="4729"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6" name="Google Shape;15586;p31"/>
            <p:cNvSpPr/>
            <p:nvPr/>
          </p:nvSpPr>
          <p:spPr>
            <a:xfrm>
              <a:off x="8067631" y="2453361"/>
              <a:ext cx="36067" cy="13639"/>
            </a:xfrm>
            <a:custGeom>
              <a:rect b="b" l="l" r="r" t="t"/>
              <a:pathLst>
                <a:path extrusionOk="0" h="360" w="952">
                  <a:moveTo>
                    <a:pt x="198" y="1"/>
                  </a:moveTo>
                  <a:cubicBezTo>
                    <a:pt x="103" y="1"/>
                    <a:pt x="17" y="70"/>
                    <a:pt x="10" y="164"/>
                  </a:cubicBezTo>
                  <a:cubicBezTo>
                    <a:pt x="0" y="270"/>
                    <a:pt x="84" y="360"/>
                    <a:pt x="189" y="360"/>
                  </a:cubicBezTo>
                  <a:lnTo>
                    <a:pt x="753" y="360"/>
                  </a:lnTo>
                  <a:cubicBezTo>
                    <a:pt x="849" y="360"/>
                    <a:pt x="933" y="291"/>
                    <a:pt x="942" y="197"/>
                  </a:cubicBezTo>
                  <a:cubicBezTo>
                    <a:pt x="951" y="90"/>
                    <a:pt x="86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7" name="Google Shape;15587;p31"/>
            <p:cNvSpPr/>
            <p:nvPr/>
          </p:nvSpPr>
          <p:spPr>
            <a:xfrm>
              <a:off x="8067631" y="2483139"/>
              <a:ext cx="36067" cy="13639"/>
            </a:xfrm>
            <a:custGeom>
              <a:rect b="b" l="l" r="r" t="t"/>
              <a:pathLst>
                <a:path extrusionOk="0" h="360" w="952">
                  <a:moveTo>
                    <a:pt x="198" y="0"/>
                  </a:moveTo>
                  <a:cubicBezTo>
                    <a:pt x="103" y="0"/>
                    <a:pt x="17" y="69"/>
                    <a:pt x="10" y="165"/>
                  </a:cubicBezTo>
                  <a:cubicBezTo>
                    <a:pt x="0" y="270"/>
                    <a:pt x="84" y="359"/>
                    <a:pt x="189" y="359"/>
                  </a:cubicBezTo>
                  <a:lnTo>
                    <a:pt x="753" y="359"/>
                  </a:lnTo>
                  <a:cubicBezTo>
                    <a:pt x="849" y="359"/>
                    <a:pt x="933"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8" name="Google Shape;15588;p31"/>
            <p:cNvSpPr/>
            <p:nvPr/>
          </p:nvSpPr>
          <p:spPr>
            <a:xfrm>
              <a:off x="8068047" y="2511704"/>
              <a:ext cx="78952" cy="13639"/>
            </a:xfrm>
            <a:custGeom>
              <a:rect b="b" l="l" r="r" t="t"/>
              <a:pathLst>
                <a:path extrusionOk="0" h="360" w="2084">
                  <a:moveTo>
                    <a:pt x="200" y="0"/>
                  </a:moveTo>
                  <a:cubicBezTo>
                    <a:pt x="104" y="0"/>
                    <a:pt x="20" y="69"/>
                    <a:pt x="11" y="164"/>
                  </a:cubicBezTo>
                  <a:cubicBezTo>
                    <a:pt x="1" y="271"/>
                    <a:pt x="85" y="360"/>
                    <a:pt x="191" y="360"/>
                  </a:cubicBezTo>
                  <a:lnTo>
                    <a:pt x="1886" y="360"/>
                  </a:lnTo>
                  <a:cubicBezTo>
                    <a:pt x="1982" y="360"/>
                    <a:pt x="2067" y="290"/>
                    <a:pt x="2074" y="196"/>
                  </a:cubicBezTo>
                  <a:cubicBezTo>
                    <a:pt x="2084" y="89"/>
                    <a:pt x="2000" y="0"/>
                    <a:pt x="189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9" name="Google Shape;15589;p31"/>
            <p:cNvSpPr/>
            <p:nvPr/>
          </p:nvSpPr>
          <p:spPr>
            <a:xfrm>
              <a:off x="8066797" y="2423546"/>
              <a:ext cx="182378" cy="13676"/>
            </a:xfrm>
            <a:custGeom>
              <a:rect b="b" l="l" r="r" t="t"/>
              <a:pathLst>
                <a:path extrusionOk="0" h="361" w="4814">
                  <a:moveTo>
                    <a:pt x="210" y="0"/>
                  </a:moveTo>
                  <a:cubicBezTo>
                    <a:pt x="122" y="0"/>
                    <a:pt x="41" y="58"/>
                    <a:pt x="23" y="145"/>
                  </a:cubicBezTo>
                  <a:cubicBezTo>
                    <a:pt x="0" y="260"/>
                    <a:pt x="90" y="360"/>
                    <a:pt x="204" y="360"/>
                  </a:cubicBezTo>
                  <a:lnTo>
                    <a:pt x="4615" y="360"/>
                  </a:lnTo>
                  <a:cubicBezTo>
                    <a:pt x="4710" y="360"/>
                    <a:pt x="4795" y="291"/>
                    <a:pt x="4804" y="197"/>
                  </a:cubicBezTo>
                  <a:cubicBezTo>
                    <a:pt x="4814" y="89"/>
                    <a:pt x="4729" y="0"/>
                    <a:pt x="462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0" name="Google Shape;15590;p31"/>
            <p:cNvSpPr/>
            <p:nvPr/>
          </p:nvSpPr>
          <p:spPr>
            <a:xfrm>
              <a:off x="8006068" y="2602855"/>
              <a:ext cx="13752" cy="32467"/>
            </a:xfrm>
            <a:custGeom>
              <a:rect b="b" l="l" r="r" t="t"/>
              <a:pathLst>
                <a:path extrusionOk="0" h="857" w="363">
                  <a:moveTo>
                    <a:pt x="184" y="1"/>
                  </a:moveTo>
                  <a:cubicBezTo>
                    <a:pt x="83" y="1"/>
                    <a:pt x="2" y="81"/>
                    <a:pt x="2" y="181"/>
                  </a:cubicBezTo>
                  <a:lnTo>
                    <a:pt x="2" y="676"/>
                  </a:lnTo>
                  <a:cubicBezTo>
                    <a:pt x="1" y="776"/>
                    <a:pt x="81" y="857"/>
                    <a:pt x="181" y="857"/>
                  </a:cubicBezTo>
                  <a:cubicBezTo>
                    <a:pt x="280" y="857"/>
                    <a:pt x="362" y="775"/>
                    <a:pt x="362" y="676"/>
                  </a:cubicBezTo>
                  <a:lnTo>
                    <a:pt x="362" y="190"/>
                  </a:lnTo>
                  <a:cubicBezTo>
                    <a:pt x="362" y="94"/>
                    <a:pt x="293" y="10"/>
                    <a:pt x="199" y="1"/>
                  </a:cubicBezTo>
                  <a:cubicBezTo>
                    <a:pt x="194" y="1"/>
                    <a:pt x="189"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1" name="Google Shape;15591;p31"/>
            <p:cNvSpPr/>
            <p:nvPr/>
          </p:nvSpPr>
          <p:spPr>
            <a:xfrm>
              <a:off x="7952763" y="2188962"/>
              <a:ext cx="476858" cy="470342"/>
            </a:xfrm>
            <a:custGeom>
              <a:rect b="b" l="l" r="r" t="t"/>
              <a:pathLst>
                <a:path extrusionOk="0" h="12415" w="12587">
                  <a:moveTo>
                    <a:pt x="7457" y="2981"/>
                  </a:moveTo>
                  <a:cubicBezTo>
                    <a:pt x="7508" y="3078"/>
                    <a:pt x="7613" y="3144"/>
                    <a:pt x="7736" y="3144"/>
                  </a:cubicBezTo>
                  <a:lnTo>
                    <a:pt x="8065" y="3144"/>
                  </a:lnTo>
                  <a:cubicBezTo>
                    <a:pt x="8102" y="3274"/>
                    <a:pt x="8154" y="3399"/>
                    <a:pt x="8217" y="3518"/>
                  </a:cubicBezTo>
                  <a:lnTo>
                    <a:pt x="7984" y="3755"/>
                  </a:lnTo>
                  <a:cubicBezTo>
                    <a:pt x="7924" y="3814"/>
                    <a:pt x="7893" y="3893"/>
                    <a:pt x="7893" y="3977"/>
                  </a:cubicBezTo>
                  <a:cubicBezTo>
                    <a:pt x="7893" y="3984"/>
                    <a:pt x="7893" y="3991"/>
                    <a:pt x="7895" y="3997"/>
                  </a:cubicBezTo>
                  <a:lnTo>
                    <a:pt x="360" y="3997"/>
                  </a:lnTo>
                  <a:lnTo>
                    <a:pt x="360" y="3179"/>
                  </a:lnTo>
                  <a:cubicBezTo>
                    <a:pt x="360" y="3069"/>
                    <a:pt x="449" y="2981"/>
                    <a:pt x="558" y="2981"/>
                  </a:cubicBezTo>
                  <a:close/>
                  <a:moveTo>
                    <a:pt x="10222" y="362"/>
                  </a:moveTo>
                  <a:lnTo>
                    <a:pt x="10222" y="821"/>
                  </a:lnTo>
                  <a:cubicBezTo>
                    <a:pt x="10222" y="907"/>
                    <a:pt x="10282" y="982"/>
                    <a:pt x="10368" y="1000"/>
                  </a:cubicBezTo>
                  <a:cubicBezTo>
                    <a:pt x="10556" y="1041"/>
                    <a:pt x="10734" y="1112"/>
                    <a:pt x="10897" y="1214"/>
                  </a:cubicBezTo>
                  <a:cubicBezTo>
                    <a:pt x="10926" y="1232"/>
                    <a:pt x="10959" y="1241"/>
                    <a:pt x="10992" y="1241"/>
                  </a:cubicBezTo>
                  <a:cubicBezTo>
                    <a:pt x="11039" y="1241"/>
                    <a:pt x="11085" y="1223"/>
                    <a:pt x="11120" y="1189"/>
                  </a:cubicBezTo>
                  <a:lnTo>
                    <a:pt x="11416" y="902"/>
                  </a:lnTo>
                  <a:lnTo>
                    <a:pt x="11727" y="1204"/>
                  </a:lnTo>
                  <a:lnTo>
                    <a:pt x="11434" y="1487"/>
                  </a:lnTo>
                  <a:cubicBezTo>
                    <a:pt x="11373" y="1546"/>
                    <a:pt x="11363" y="1639"/>
                    <a:pt x="11410" y="1709"/>
                  </a:cubicBezTo>
                  <a:cubicBezTo>
                    <a:pt x="11512" y="1866"/>
                    <a:pt x="11585" y="2036"/>
                    <a:pt x="11627" y="2215"/>
                  </a:cubicBezTo>
                  <a:cubicBezTo>
                    <a:pt x="11647" y="2299"/>
                    <a:pt x="11721" y="2358"/>
                    <a:pt x="11806" y="2358"/>
                  </a:cubicBezTo>
                  <a:lnTo>
                    <a:pt x="12223" y="2358"/>
                  </a:lnTo>
                  <a:lnTo>
                    <a:pt x="12221" y="2785"/>
                  </a:lnTo>
                  <a:lnTo>
                    <a:pt x="11761" y="2785"/>
                  </a:lnTo>
                  <a:cubicBezTo>
                    <a:pt x="11674" y="2785"/>
                    <a:pt x="11598" y="2845"/>
                    <a:pt x="11580" y="2930"/>
                  </a:cubicBezTo>
                  <a:cubicBezTo>
                    <a:pt x="11540" y="3116"/>
                    <a:pt x="11469" y="3293"/>
                    <a:pt x="11369" y="3455"/>
                  </a:cubicBezTo>
                  <a:cubicBezTo>
                    <a:pt x="11325" y="3529"/>
                    <a:pt x="11333" y="3624"/>
                    <a:pt x="11394" y="3686"/>
                  </a:cubicBezTo>
                  <a:lnTo>
                    <a:pt x="11678" y="3979"/>
                  </a:lnTo>
                  <a:lnTo>
                    <a:pt x="11377" y="4289"/>
                  </a:lnTo>
                  <a:lnTo>
                    <a:pt x="11093" y="3996"/>
                  </a:lnTo>
                  <a:cubicBezTo>
                    <a:pt x="11058" y="3960"/>
                    <a:pt x="11013" y="3941"/>
                    <a:pt x="10967" y="3941"/>
                  </a:cubicBezTo>
                  <a:cubicBezTo>
                    <a:pt x="10933" y="3941"/>
                    <a:pt x="10900" y="3951"/>
                    <a:pt x="10871" y="3971"/>
                  </a:cubicBezTo>
                  <a:cubicBezTo>
                    <a:pt x="10713" y="4073"/>
                    <a:pt x="10543" y="4147"/>
                    <a:pt x="10363" y="4189"/>
                  </a:cubicBezTo>
                  <a:cubicBezTo>
                    <a:pt x="10280" y="4207"/>
                    <a:pt x="10222" y="4283"/>
                    <a:pt x="10222" y="4369"/>
                  </a:cubicBezTo>
                  <a:lnTo>
                    <a:pt x="10222" y="4783"/>
                  </a:lnTo>
                  <a:lnTo>
                    <a:pt x="9797" y="4783"/>
                  </a:lnTo>
                  <a:lnTo>
                    <a:pt x="9797" y="4325"/>
                  </a:lnTo>
                  <a:cubicBezTo>
                    <a:pt x="9797" y="4238"/>
                    <a:pt x="9736" y="4162"/>
                    <a:pt x="9651" y="4144"/>
                  </a:cubicBezTo>
                  <a:cubicBezTo>
                    <a:pt x="9465" y="4103"/>
                    <a:pt x="9289" y="4032"/>
                    <a:pt x="9127" y="3933"/>
                  </a:cubicBezTo>
                  <a:cubicBezTo>
                    <a:pt x="9096" y="3914"/>
                    <a:pt x="9061" y="3905"/>
                    <a:pt x="9027" y="3905"/>
                  </a:cubicBezTo>
                  <a:cubicBezTo>
                    <a:pt x="8979" y="3905"/>
                    <a:pt x="8932" y="3923"/>
                    <a:pt x="8896" y="3958"/>
                  </a:cubicBezTo>
                  <a:lnTo>
                    <a:pt x="8603" y="4242"/>
                  </a:lnTo>
                  <a:lnTo>
                    <a:pt x="8291" y="3940"/>
                  </a:lnTo>
                  <a:lnTo>
                    <a:pt x="8584" y="3656"/>
                  </a:lnTo>
                  <a:cubicBezTo>
                    <a:pt x="8646" y="3598"/>
                    <a:pt x="8656" y="3505"/>
                    <a:pt x="8609" y="3432"/>
                  </a:cubicBezTo>
                  <a:cubicBezTo>
                    <a:pt x="8508" y="3277"/>
                    <a:pt x="8433" y="3107"/>
                    <a:pt x="8391" y="2928"/>
                  </a:cubicBezTo>
                  <a:cubicBezTo>
                    <a:pt x="8373" y="2844"/>
                    <a:pt x="8297" y="2785"/>
                    <a:pt x="8212" y="2785"/>
                  </a:cubicBezTo>
                  <a:lnTo>
                    <a:pt x="7797" y="2785"/>
                  </a:lnTo>
                  <a:lnTo>
                    <a:pt x="7797" y="2359"/>
                  </a:lnTo>
                  <a:lnTo>
                    <a:pt x="8255" y="2359"/>
                  </a:lnTo>
                  <a:cubicBezTo>
                    <a:pt x="8342" y="2359"/>
                    <a:pt x="8418" y="2299"/>
                    <a:pt x="8437" y="2214"/>
                  </a:cubicBezTo>
                  <a:cubicBezTo>
                    <a:pt x="8477" y="2028"/>
                    <a:pt x="8548" y="1851"/>
                    <a:pt x="8647" y="1689"/>
                  </a:cubicBezTo>
                  <a:cubicBezTo>
                    <a:pt x="8692" y="1615"/>
                    <a:pt x="8683" y="1520"/>
                    <a:pt x="8622" y="1458"/>
                  </a:cubicBezTo>
                  <a:lnTo>
                    <a:pt x="8338" y="1165"/>
                  </a:lnTo>
                  <a:lnTo>
                    <a:pt x="8640" y="855"/>
                  </a:lnTo>
                  <a:lnTo>
                    <a:pt x="8919" y="1144"/>
                  </a:lnTo>
                  <a:cubicBezTo>
                    <a:pt x="8956" y="1181"/>
                    <a:pt x="9004" y="1200"/>
                    <a:pt x="9052" y="1200"/>
                  </a:cubicBezTo>
                  <a:cubicBezTo>
                    <a:pt x="9087" y="1200"/>
                    <a:pt x="9122" y="1190"/>
                    <a:pt x="9153" y="1170"/>
                  </a:cubicBezTo>
                  <a:cubicBezTo>
                    <a:pt x="9307" y="1070"/>
                    <a:pt x="9475" y="997"/>
                    <a:pt x="9654" y="957"/>
                  </a:cubicBezTo>
                  <a:cubicBezTo>
                    <a:pt x="9737" y="938"/>
                    <a:pt x="9797" y="863"/>
                    <a:pt x="9797" y="777"/>
                  </a:cubicBezTo>
                  <a:lnTo>
                    <a:pt x="9797" y="362"/>
                  </a:lnTo>
                  <a:close/>
                  <a:moveTo>
                    <a:pt x="10681" y="10648"/>
                  </a:moveTo>
                  <a:lnTo>
                    <a:pt x="10681" y="11858"/>
                  </a:lnTo>
                  <a:cubicBezTo>
                    <a:pt x="10681" y="11968"/>
                    <a:pt x="10592" y="12056"/>
                    <a:pt x="10483" y="12056"/>
                  </a:cubicBezTo>
                  <a:lnTo>
                    <a:pt x="558" y="12056"/>
                  </a:lnTo>
                  <a:cubicBezTo>
                    <a:pt x="449" y="12056"/>
                    <a:pt x="360" y="11967"/>
                    <a:pt x="360" y="11857"/>
                  </a:cubicBezTo>
                  <a:lnTo>
                    <a:pt x="360" y="10648"/>
                  </a:lnTo>
                  <a:close/>
                  <a:moveTo>
                    <a:pt x="9747" y="0"/>
                  </a:moveTo>
                  <a:cubicBezTo>
                    <a:pt x="9576" y="0"/>
                    <a:pt x="9437" y="138"/>
                    <a:pt x="9437" y="310"/>
                  </a:cubicBezTo>
                  <a:lnTo>
                    <a:pt x="9437" y="669"/>
                  </a:lnTo>
                  <a:cubicBezTo>
                    <a:pt x="9310" y="707"/>
                    <a:pt x="9186" y="756"/>
                    <a:pt x="9069" y="818"/>
                  </a:cubicBezTo>
                  <a:lnTo>
                    <a:pt x="8840" y="593"/>
                  </a:lnTo>
                  <a:cubicBezTo>
                    <a:pt x="8798" y="551"/>
                    <a:pt x="8745" y="520"/>
                    <a:pt x="8688" y="506"/>
                  </a:cubicBezTo>
                  <a:cubicBezTo>
                    <a:pt x="8663" y="501"/>
                    <a:pt x="8639" y="498"/>
                    <a:pt x="8615" y="498"/>
                  </a:cubicBezTo>
                  <a:cubicBezTo>
                    <a:pt x="8531" y="498"/>
                    <a:pt x="8452" y="530"/>
                    <a:pt x="8394" y="588"/>
                  </a:cubicBezTo>
                  <a:lnTo>
                    <a:pt x="8000" y="974"/>
                  </a:lnTo>
                  <a:cubicBezTo>
                    <a:pt x="7877" y="1093"/>
                    <a:pt x="7877" y="1286"/>
                    <a:pt x="8000" y="1406"/>
                  </a:cubicBezTo>
                  <a:lnTo>
                    <a:pt x="8233" y="1635"/>
                  </a:lnTo>
                  <a:cubicBezTo>
                    <a:pt x="8170" y="1750"/>
                    <a:pt x="8119" y="1871"/>
                    <a:pt x="8080" y="1996"/>
                  </a:cubicBezTo>
                  <a:lnTo>
                    <a:pt x="7748" y="1996"/>
                  </a:lnTo>
                  <a:cubicBezTo>
                    <a:pt x="7577" y="1996"/>
                    <a:pt x="7437" y="2136"/>
                    <a:pt x="7437" y="2306"/>
                  </a:cubicBezTo>
                  <a:lnTo>
                    <a:pt x="7437" y="2620"/>
                  </a:lnTo>
                  <a:lnTo>
                    <a:pt x="191" y="2620"/>
                  </a:lnTo>
                  <a:cubicBezTo>
                    <a:pt x="85" y="2620"/>
                    <a:pt x="0" y="2704"/>
                    <a:pt x="0" y="2810"/>
                  </a:cubicBezTo>
                  <a:lnTo>
                    <a:pt x="0" y="7651"/>
                  </a:lnTo>
                  <a:cubicBezTo>
                    <a:pt x="0" y="7669"/>
                    <a:pt x="7" y="7686"/>
                    <a:pt x="21" y="7698"/>
                  </a:cubicBezTo>
                  <a:cubicBezTo>
                    <a:pt x="74" y="7750"/>
                    <a:pt x="130" y="7772"/>
                    <a:pt x="181" y="7772"/>
                  </a:cubicBezTo>
                  <a:cubicBezTo>
                    <a:pt x="281" y="7772"/>
                    <a:pt x="361" y="7689"/>
                    <a:pt x="361" y="7588"/>
                  </a:cubicBezTo>
                  <a:lnTo>
                    <a:pt x="361" y="4357"/>
                  </a:lnTo>
                  <a:lnTo>
                    <a:pt x="8150" y="4357"/>
                  </a:lnTo>
                  <a:lnTo>
                    <a:pt x="8368" y="4578"/>
                  </a:lnTo>
                  <a:cubicBezTo>
                    <a:pt x="8429" y="4639"/>
                    <a:pt x="8508" y="4669"/>
                    <a:pt x="8587" y="4669"/>
                  </a:cubicBezTo>
                  <a:cubicBezTo>
                    <a:pt x="8666" y="4669"/>
                    <a:pt x="8745" y="4639"/>
                    <a:pt x="8805" y="4578"/>
                  </a:cubicBezTo>
                  <a:lnTo>
                    <a:pt x="9038" y="4343"/>
                  </a:lnTo>
                  <a:cubicBezTo>
                    <a:pt x="9154" y="4405"/>
                    <a:pt x="9276" y="4458"/>
                    <a:pt x="9402" y="4495"/>
                  </a:cubicBezTo>
                  <a:lnTo>
                    <a:pt x="9402" y="4832"/>
                  </a:lnTo>
                  <a:cubicBezTo>
                    <a:pt x="9402" y="5003"/>
                    <a:pt x="9541" y="5143"/>
                    <a:pt x="9713" y="5143"/>
                  </a:cubicBezTo>
                  <a:lnTo>
                    <a:pt x="10274" y="5143"/>
                  </a:lnTo>
                  <a:cubicBezTo>
                    <a:pt x="10445" y="5143"/>
                    <a:pt x="10584" y="5003"/>
                    <a:pt x="10584" y="4832"/>
                  </a:cubicBezTo>
                  <a:lnTo>
                    <a:pt x="10584" y="4502"/>
                  </a:lnTo>
                  <a:cubicBezTo>
                    <a:pt x="10616" y="4491"/>
                    <a:pt x="10650" y="4479"/>
                    <a:pt x="10682" y="4465"/>
                  </a:cubicBezTo>
                  <a:lnTo>
                    <a:pt x="10682" y="10285"/>
                  </a:lnTo>
                  <a:lnTo>
                    <a:pt x="361" y="10285"/>
                  </a:lnTo>
                  <a:lnTo>
                    <a:pt x="361" y="8443"/>
                  </a:lnTo>
                  <a:cubicBezTo>
                    <a:pt x="361" y="8348"/>
                    <a:pt x="292" y="8262"/>
                    <a:pt x="198" y="8253"/>
                  </a:cubicBezTo>
                  <a:cubicBezTo>
                    <a:pt x="193" y="8253"/>
                    <a:pt x="187" y="8253"/>
                    <a:pt x="182" y="8253"/>
                  </a:cubicBezTo>
                  <a:cubicBezTo>
                    <a:pt x="81" y="8253"/>
                    <a:pt x="1" y="8334"/>
                    <a:pt x="1" y="8437"/>
                  </a:cubicBezTo>
                  <a:lnTo>
                    <a:pt x="1" y="11848"/>
                  </a:lnTo>
                  <a:cubicBezTo>
                    <a:pt x="1" y="12161"/>
                    <a:pt x="256" y="12414"/>
                    <a:pt x="569" y="12414"/>
                  </a:cubicBezTo>
                  <a:lnTo>
                    <a:pt x="10510" y="12414"/>
                  </a:lnTo>
                  <a:cubicBezTo>
                    <a:pt x="10823" y="12414"/>
                    <a:pt x="11077" y="12161"/>
                    <a:pt x="11077" y="11848"/>
                  </a:cubicBezTo>
                  <a:lnTo>
                    <a:pt x="11077" y="4486"/>
                  </a:lnTo>
                  <a:lnTo>
                    <a:pt x="11200" y="4610"/>
                  </a:lnTo>
                  <a:cubicBezTo>
                    <a:pt x="11261" y="4670"/>
                    <a:pt x="11340" y="4701"/>
                    <a:pt x="11419" y="4701"/>
                  </a:cubicBezTo>
                  <a:cubicBezTo>
                    <a:pt x="11498" y="4701"/>
                    <a:pt x="11577" y="4670"/>
                    <a:pt x="11637" y="4610"/>
                  </a:cubicBezTo>
                  <a:lnTo>
                    <a:pt x="12029" y="4216"/>
                  </a:lnTo>
                  <a:cubicBezTo>
                    <a:pt x="12149" y="4093"/>
                    <a:pt x="12149" y="3896"/>
                    <a:pt x="12029" y="3776"/>
                  </a:cubicBezTo>
                  <a:lnTo>
                    <a:pt x="11797" y="3541"/>
                  </a:lnTo>
                  <a:cubicBezTo>
                    <a:pt x="11860" y="3423"/>
                    <a:pt x="11910" y="3300"/>
                    <a:pt x="11949" y="3174"/>
                  </a:cubicBezTo>
                  <a:lnTo>
                    <a:pt x="12276" y="3174"/>
                  </a:lnTo>
                  <a:cubicBezTo>
                    <a:pt x="12448" y="3174"/>
                    <a:pt x="12586" y="3034"/>
                    <a:pt x="12586" y="2863"/>
                  </a:cubicBezTo>
                  <a:lnTo>
                    <a:pt x="12586" y="2305"/>
                  </a:lnTo>
                  <a:cubicBezTo>
                    <a:pt x="12582" y="2138"/>
                    <a:pt x="12443" y="1997"/>
                    <a:pt x="12271" y="1997"/>
                  </a:cubicBezTo>
                  <a:lnTo>
                    <a:pt x="11898" y="1997"/>
                  </a:lnTo>
                  <a:cubicBezTo>
                    <a:pt x="11860" y="1871"/>
                    <a:pt x="11812" y="1746"/>
                    <a:pt x="11750" y="1630"/>
                  </a:cubicBezTo>
                  <a:lnTo>
                    <a:pt x="11978" y="1395"/>
                  </a:lnTo>
                  <a:cubicBezTo>
                    <a:pt x="12096" y="1274"/>
                    <a:pt x="12096" y="1076"/>
                    <a:pt x="11978" y="954"/>
                  </a:cubicBezTo>
                  <a:lnTo>
                    <a:pt x="11595" y="561"/>
                  </a:lnTo>
                  <a:cubicBezTo>
                    <a:pt x="11538" y="502"/>
                    <a:pt x="11462" y="468"/>
                    <a:pt x="11383" y="468"/>
                  </a:cubicBezTo>
                  <a:cubicBezTo>
                    <a:pt x="11301" y="468"/>
                    <a:pt x="11226" y="502"/>
                    <a:pt x="11169" y="561"/>
                  </a:cubicBezTo>
                  <a:lnTo>
                    <a:pt x="10941" y="794"/>
                  </a:lnTo>
                  <a:cubicBezTo>
                    <a:pt x="10828" y="731"/>
                    <a:pt x="10708" y="681"/>
                    <a:pt x="10584" y="641"/>
                  </a:cubicBezTo>
                  <a:lnTo>
                    <a:pt x="10584" y="310"/>
                  </a:lnTo>
                  <a:cubicBezTo>
                    <a:pt x="10584" y="138"/>
                    <a:pt x="10445" y="0"/>
                    <a:pt x="1027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592" name="Google Shape;15592;p31"/>
            <p:cNvGrpSpPr/>
            <p:nvPr/>
          </p:nvGrpSpPr>
          <p:grpSpPr>
            <a:xfrm>
              <a:off x="8122678" y="2237985"/>
              <a:ext cx="259550" cy="316340"/>
              <a:chOff x="8122678" y="2237985"/>
              <a:chExt cx="259550" cy="316340"/>
            </a:xfrm>
          </p:grpSpPr>
          <p:sp>
            <p:nvSpPr>
              <p:cNvPr id="15593" name="Google Shape;15593;p31"/>
              <p:cNvSpPr/>
              <p:nvPr/>
            </p:nvSpPr>
            <p:spPr>
              <a:xfrm>
                <a:off x="8276529" y="2462908"/>
                <a:ext cx="42696" cy="91417"/>
              </a:xfrm>
              <a:custGeom>
                <a:rect b="b" l="l" r="r" t="t"/>
                <a:pathLst>
                  <a:path extrusionOk="0" h="2413" w="1127">
                    <a:moveTo>
                      <a:pt x="205" y="0"/>
                    </a:moveTo>
                    <a:cubicBezTo>
                      <a:pt x="90" y="0"/>
                      <a:pt x="0" y="107"/>
                      <a:pt x="31" y="227"/>
                    </a:cubicBezTo>
                    <a:cubicBezTo>
                      <a:pt x="52" y="309"/>
                      <a:pt x="129" y="358"/>
                      <a:pt x="211" y="361"/>
                    </a:cubicBezTo>
                    <a:cubicBezTo>
                      <a:pt x="366" y="364"/>
                      <a:pt x="496" y="463"/>
                      <a:pt x="496" y="579"/>
                    </a:cubicBezTo>
                    <a:lnTo>
                      <a:pt x="496" y="899"/>
                    </a:lnTo>
                    <a:cubicBezTo>
                      <a:pt x="496" y="909"/>
                      <a:pt x="497" y="920"/>
                      <a:pt x="498" y="930"/>
                    </a:cubicBezTo>
                    <a:cubicBezTo>
                      <a:pt x="518" y="1040"/>
                      <a:pt x="559" y="1132"/>
                      <a:pt x="617" y="1206"/>
                    </a:cubicBezTo>
                    <a:cubicBezTo>
                      <a:pt x="559" y="1279"/>
                      <a:pt x="518" y="1370"/>
                      <a:pt x="498" y="1480"/>
                    </a:cubicBezTo>
                    <a:cubicBezTo>
                      <a:pt x="496" y="1490"/>
                      <a:pt x="496" y="1501"/>
                      <a:pt x="496" y="1512"/>
                    </a:cubicBezTo>
                    <a:lnTo>
                      <a:pt x="496" y="1832"/>
                    </a:lnTo>
                    <a:cubicBezTo>
                      <a:pt x="496" y="1949"/>
                      <a:pt x="366" y="2049"/>
                      <a:pt x="211" y="2051"/>
                    </a:cubicBezTo>
                    <a:cubicBezTo>
                      <a:pt x="127" y="2053"/>
                      <a:pt x="51" y="2103"/>
                      <a:pt x="31" y="2185"/>
                    </a:cubicBezTo>
                    <a:cubicBezTo>
                      <a:pt x="0" y="2305"/>
                      <a:pt x="90" y="2412"/>
                      <a:pt x="205" y="2412"/>
                    </a:cubicBezTo>
                    <a:cubicBezTo>
                      <a:pt x="565" y="2412"/>
                      <a:pt x="856" y="2152"/>
                      <a:pt x="856" y="1833"/>
                    </a:cubicBezTo>
                    <a:lnTo>
                      <a:pt x="856" y="1531"/>
                    </a:lnTo>
                    <a:cubicBezTo>
                      <a:pt x="875" y="1448"/>
                      <a:pt x="911" y="1406"/>
                      <a:pt x="984" y="1379"/>
                    </a:cubicBezTo>
                    <a:cubicBezTo>
                      <a:pt x="1043" y="1359"/>
                      <a:pt x="1090" y="1311"/>
                      <a:pt x="1104" y="1250"/>
                    </a:cubicBezTo>
                    <a:cubicBezTo>
                      <a:pt x="1126" y="1157"/>
                      <a:pt x="1074" y="1066"/>
                      <a:pt x="988" y="1037"/>
                    </a:cubicBezTo>
                    <a:cubicBezTo>
                      <a:pt x="912" y="1011"/>
                      <a:pt x="875" y="969"/>
                      <a:pt x="857" y="883"/>
                    </a:cubicBezTo>
                    <a:lnTo>
                      <a:pt x="857" y="582"/>
                    </a:lnTo>
                    <a:cubicBezTo>
                      <a:pt x="857" y="260"/>
                      <a:pt x="565"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4" name="Google Shape;15594;p31"/>
              <p:cNvSpPr/>
              <p:nvPr/>
            </p:nvSpPr>
            <p:spPr>
              <a:xfrm>
                <a:off x="8166397" y="2511704"/>
                <a:ext cx="35991" cy="13639"/>
              </a:xfrm>
              <a:custGeom>
                <a:rect b="b" l="l" r="r" t="t"/>
                <a:pathLst>
                  <a:path extrusionOk="0" h="360" w="950">
                    <a:moveTo>
                      <a:pt x="189" y="0"/>
                    </a:moveTo>
                    <a:cubicBezTo>
                      <a:pt x="84" y="0"/>
                      <a:pt x="0" y="89"/>
                      <a:pt x="9" y="196"/>
                    </a:cubicBezTo>
                    <a:cubicBezTo>
                      <a:pt x="17" y="290"/>
                      <a:pt x="104" y="360"/>
                      <a:pt x="198" y="360"/>
                    </a:cubicBezTo>
                    <a:lnTo>
                      <a:pt x="752" y="360"/>
                    </a:lnTo>
                    <a:cubicBezTo>
                      <a:pt x="848" y="360"/>
                      <a:pt x="933" y="290"/>
                      <a:pt x="941" y="196"/>
                    </a:cubicBezTo>
                    <a:cubicBezTo>
                      <a:pt x="950" y="89"/>
                      <a:pt x="866" y="0"/>
                      <a:pt x="7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5" name="Google Shape;15595;p31"/>
              <p:cNvSpPr/>
              <p:nvPr/>
            </p:nvSpPr>
            <p:spPr>
              <a:xfrm>
                <a:off x="8122678" y="2453361"/>
                <a:ext cx="36067" cy="13639"/>
              </a:xfrm>
              <a:custGeom>
                <a:rect b="b" l="l" r="r" t="t"/>
                <a:pathLst>
                  <a:path extrusionOk="0" h="360" w="952">
                    <a:moveTo>
                      <a:pt x="189" y="1"/>
                    </a:moveTo>
                    <a:cubicBezTo>
                      <a:pt x="85" y="1"/>
                      <a:pt x="1" y="90"/>
                      <a:pt x="9" y="197"/>
                    </a:cubicBezTo>
                    <a:cubicBezTo>
                      <a:pt x="18" y="291"/>
                      <a:pt x="104" y="360"/>
                      <a:pt x="198" y="360"/>
                    </a:cubicBezTo>
                    <a:lnTo>
                      <a:pt x="754" y="360"/>
                    </a:lnTo>
                    <a:cubicBezTo>
                      <a:pt x="850" y="360"/>
                      <a:pt x="935" y="291"/>
                      <a:pt x="942" y="197"/>
                    </a:cubicBezTo>
                    <a:cubicBezTo>
                      <a:pt x="952" y="90"/>
                      <a:pt x="86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6" name="Google Shape;15596;p31"/>
              <p:cNvSpPr/>
              <p:nvPr/>
            </p:nvSpPr>
            <p:spPr>
              <a:xfrm>
                <a:off x="8172496" y="2453285"/>
                <a:ext cx="75505" cy="13676"/>
              </a:xfrm>
              <a:custGeom>
                <a:rect b="b" l="l" r="r" t="t"/>
                <a:pathLst>
                  <a:path extrusionOk="0" h="361" w="1993">
                    <a:moveTo>
                      <a:pt x="197" y="1"/>
                    </a:moveTo>
                    <a:cubicBezTo>
                      <a:pt x="102" y="1"/>
                      <a:pt x="17" y="71"/>
                      <a:pt x="9" y="165"/>
                    </a:cubicBezTo>
                    <a:cubicBezTo>
                      <a:pt x="0" y="272"/>
                      <a:pt x="84" y="361"/>
                      <a:pt x="189" y="361"/>
                    </a:cubicBezTo>
                    <a:lnTo>
                      <a:pt x="1812" y="361"/>
                    </a:lnTo>
                    <a:cubicBezTo>
                      <a:pt x="1813" y="361"/>
                      <a:pt x="1814" y="361"/>
                      <a:pt x="1814" y="361"/>
                    </a:cubicBezTo>
                    <a:cubicBezTo>
                      <a:pt x="1914" y="361"/>
                      <a:pt x="1992" y="281"/>
                      <a:pt x="1992" y="182"/>
                    </a:cubicBezTo>
                    <a:cubicBezTo>
                      <a:pt x="1992" y="82"/>
                      <a:pt x="1912" y="1"/>
                      <a:pt x="181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7" name="Google Shape;15597;p31"/>
              <p:cNvSpPr/>
              <p:nvPr/>
            </p:nvSpPr>
            <p:spPr>
              <a:xfrm>
                <a:off x="8124155" y="2393730"/>
                <a:ext cx="164459" cy="13676"/>
              </a:xfrm>
              <a:custGeom>
                <a:rect b="b" l="l" r="r" t="t"/>
                <a:pathLst>
                  <a:path extrusionOk="0" h="361" w="4341">
                    <a:moveTo>
                      <a:pt x="199" y="1"/>
                    </a:moveTo>
                    <a:cubicBezTo>
                      <a:pt x="103" y="1"/>
                      <a:pt x="17" y="70"/>
                      <a:pt x="10" y="164"/>
                    </a:cubicBezTo>
                    <a:cubicBezTo>
                      <a:pt x="1" y="272"/>
                      <a:pt x="84" y="361"/>
                      <a:pt x="189" y="361"/>
                    </a:cubicBezTo>
                    <a:lnTo>
                      <a:pt x="4143" y="361"/>
                    </a:lnTo>
                    <a:cubicBezTo>
                      <a:pt x="4238" y="361"/>
                      <a:pt x="4324" y="292"/>
                      <a:pt x="4331" y="197"/>
                    </a:cubicBezTo>
                    <a:cubicBezTo>
                      <a:pt x="4341" y="91"/>
                      <a:pt x="4257" y="1"/>
                      <a:pt x="415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8" name="Google Shape;15598;p31"/>
              <p:cNvSpPr/>
              <p:nvPr/>
            </p:nvSpPr>
            <p:spPr>
              <a:xfrm>
                <a:off x="8282325" y="2237985"/>
                <a:ext cx="99903" cy="97289"/>
              </a:xfrm>
              <a:custGeom>
                <a:rect b="b" l="l" r="r" t="t"/>
                <a:pathLst>
                  <a:path extrusionOk="0" h="2568" w="2637">
                    <a:moveTo>
                      <a:pt x="1801" y="1687"/>
                    </a:moveTo>
                    <a:cubicBezTo>
                      <a:pt x="1901" y="1687"/>
                      <a:pt x="1985" y="1763"/>
                      <a:pt x="1998" y="1861"/>
                    </a:cubicBezTo>
                    <a:cubicBezTo>
                      <a:pt x="1836" y="2059"/>
                      <a:pt x="1608" y="2177"/>
                      <a:pt x="1350" y="2189"/>
                    </a:cubicBezTo>
                    <a:cubicBezTo>
                      <a:pt x="1335" y="2189"/>
                      <a:pt x="1319" y="2190"/>
                      <a:pt x="1304" y="2190"/>
                    </a:cubicBezTo>
                    <a:cubicBezTo>
                      <a:pt x="1059" y="2190"/>
                      <a:pt x="831" y="2096"/>
                      <a:pt x="657" y="1922"/>
                    </a:cubicBezTo>
                    <a:cubicBezTo>
                      <a:pt x="586" y="1850"/>
                      <a:pt x="529" y="1772"/>
                      <a:pt x="486" y="1687"/>
                    </a:cubicBezTo>
                    <a:close/>
                    <a:moveTo>
                      <a:pt x="1296" y="0"/>
                    </a:moveTo>
                    <a:cubicBezTo>
                      <a:pt x="1275" y="0"/>
                      <a:pt x="1255" y="1"/>
                      <a:pt x="1234" y="2"/>
                    </a:cubicBezTo>
                    <a:cubicBezTo>
                      <a:pt x="586" y="36"/>
                      <a:pt x="52" y="570"/>
                      <a:pt x="19" y="1218"/>
                    </a:cubicBezTo>
                    <a:cubicBezTo>
                      <a:pt x="0" y="1581"/>
                      <a:pt x="137" y="1935"/>
                      <a:pt x="393" y="2192"/>
                    </a:cubicBezTo>
                    <a:cubicBezTo>
                      <a:pt x="634" y="2433"/>
                      <a:pt x="963" y="2568"/>
                      <a:pt x="1303" y="2568"/>
                    </a:cubicBezTo>
                    <a:cubicBezTo>
                      <a:pt x="1758" y="2568"/>
                      <a:pt x="2173" y="2323"/>
                      <a:pt x="2399" y="1932"/>
                    </a:cubicBezTo>
                    <a:cubicBezTo>
                      <a:pt x="2621" y="1547"/>
                      <a:pt x="2637" y="1073"/>
                      <a:pt x="2441" y="692"/>
                    </a:cubicBezTo>
                    <a:cubicBezTo>
                      <a:pt x="2409" y="628"/>
                      <a:pt x="2344" y="591"/>
                      <a:pt x="2277" y="591"/>
                    </a:cubicBezTo>
                    <a:cubicBezTo>
                      <a:pt x="2249" y="591"/>
                      <a:pt x="2220" y="597"/>
                      <a:pt x="2194" y="611"/>
                    </a:cubicBezTo>
                    <a:cubicBezTo>
                      <a:pt x="2103" y="658"/>
                      <a:pt x="2068" y="768"/>
                      <a:pt x="2114" y="860"/>
                    </a:cubicBezTo>
                    <a:cubicBezTo>
                      <a:pt x="2210" y="1048"/>
                      <a:pt x="2233" y="1269"/>
                      <a:pt x="2184" y="1481"/>
                    </a:cubicBezTo>
                    <a:cubicBezTo>
                      <a:pt x="2084" y="1386"/>
                      <a:pt x="1947" y="1329"/>
                      <a:pt x="1799" y="1329"/>
                    </a:cubicBezTo>
                    <a:lnTo>
                      <a:pt x="388" y="1329"/>
                    </a:lnTo>
                    <a:cubicBezTo>
                      <a:pt x="387" y="1298"/>
                      <a:pt x="387" y="1268"/>
                      <a:pt x="388" y="1237"/>
                    </a:cubicBezTo>
                    <a:cubicBezTo>
                      <a:pt x="412" y="775"/>
                      <a:pt x="791" y="393"/>
                      <a:pt x="1253" y="370"/>
                    </a:cubicBezTo>
                    <a:cubicBezTo>
                      <a:pt x="1268" y="370"/>
                      <a:pt x="1284" y="369"/>
                      <a:pt x="1299" y="369"/>
                    </a:cubicBezTo>
                    <a:cubicBezTo>
                      <a:pt x="1396" y="369"/>
                      <a:pt x="1491" y="384"/>
                      <a:pt x="1584" y="414"/>
                    </a:cubicBezTo>
                    <a:cubicBezTo>
                      <a:pt x="1605" y="421"/>
                      <a:pt x="1626" y="425"/>
                      <a:pt x="1647" y="425"/>
                    </a:cubicBezTo>
                    <a:cubicBezTo>
                      <a:pt x="1703" y="425"/>
                      <a:pt x="1757" y="401"/>
                      <a:pt x="1791" y="354"/>
                    </a:cubicBezTo>
                    <a:cubicBezTo>
                      <a:pt x="1872" y="246"/>
                      <a:pt x="1820" y="104"/>
                      <a:pt x="1703" y="66"/>
                    </a:cubicBezTo>
                    <a:cubicBezTo>
                      <a:pt x="1570" y="22"/>
                      <a:pt x="1434" y="0"/>
                      <a:pt x="129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5599" name="Google Shape;15599;p31"/>
          <p:cNvGrpSpPr/>
          <p:nvPr/>
        </p:nvGrpSpPr>
        <p:grpSpPr>
          <a:xfrm>
            <a:off x="7016227" y="2702591"/>
            <a:ext cx="448796" cy="449654"/>
            <a:chOff x="7163581" y="2185780"/>
            <a:chExt cx="475873" cy="476783"/>
          </a:xfrm>
        </p:grpSpPr>
        <p:sp>
          <p:nvSpPr>
            <p:cNvPr id="15600" name="Google Shape;15600;p31"/>
            <p:cNvSpPr/>
            <p:nvPr/>
          </p:nvSpPr>
          <p:spPr>
            <a:xfrm>
              <a:off x="7163581" y="2185780"/>
              <a:ext cx="475873" cy="476783"/>
            </a:xfrm>
            <a:custGeom>
              <a:rect b="b" l="l" r="r" t="t"/>
              <a:pathLst>
                <a:path extrusionOk="0" h="12585" w="12561">
                  <a:moveTo>
                    <a:pt x="6268" y="385"/>
                  </a:moveTo>
                  <a:lnTo>
                    <a:pt x="6268" y="385"/>
                  </a:lnTo>
                  <a:cubicBezTo>
                    <a:pt x="6865" y="482"/>
                    <a:pt x="7431" y="1044"/>
                    <a:pt x="7876" y="1991"/>
                  </a:cubicBezTo>
                  <a:cubicBezTo>
                    <a:pt x="8067" y="2394"/>
                    <a:pt x="8224" y="2846"/>
                    <a:pt x="8348" y="3333"/>
                  </a:cubicBezTo>
                  <a:cubicBezTo>
                    <a:pt x="7693" y="3207"/>
                    <a:pt x="6990" y="3137"/>
                    <a:pt x="6268" y="3127"/>
                  </a:cubicBezTo>
                  <a:lnTo>
                    <a:pt x="6268" y="385"/>
                  </a:lnTo>
                  <a:close/>
                  <a:moveTo>
                    <a:pt x="5906" y="387"/>
                  </a:moveTo>
                  <a:lnTo>
                    <a:pt x="5906" y="3129"/>
                  </a:lnTo>
                  <a:cubicBezTo>
                    <a:pt x="5183" y="3139"/>
                    <a:pt x="4481" y="3211"/>
                    <a:pt x="3826" y="3336"/>
                  </a:cubicBezTo>
                  <a:cubicBezTo>
                    <a:pt x="3949" y="2846"/>
                    <a:pt x="4108" y="2395"/>
                    <a:pt x="4297" y="1992"/>
                  </a:cubicBezTo>
                  <a:cubicBezTo>
                    <a:pt x="4743" y="1044"/>
                    <a:pt x="5308" y="482"/>
                    <a:pt x="5906" y="387"/>
                  </a:cubicBezTo>
                  <a:close/>
                  <a:moveTo>
                    <a:pt x="7268" y="493"/>
                  </a:moveTo>
                  <a:lnTo>
                    <a:pt x="7268" y="493"/>
                  </a:lnTo>
                  <a:cubicBezTo>
                    <a:pt x="8345" y="718"/>
                    <a:pt x="9332" y="1249"/>
                    <a:pt x="10127" y="2044"/>
                  </a:cubicBezTo>
                  <a:cubicBezTo>
                    <a:pt x="10922" y="2839"/>
                    <a:pt x="11455" y="3828"/>
                    <a:pt x="11678" y="4903"/>
                  </a:cubicBezTo>
                  <a:cubicBezTo>
                    <a:pt x="11368" y="4550"/>
                    <a:pt x="10917" y="4229"/>
                    <a:pt x="10336" y="3956"/>
                  </a:cubicBezTo>
                  <a:cubicBezTo>
                    <a:pt x="9864" y="3735"/>
                    <a:pt x="9330" y="3555"/>
                    <a:pt x="8751" y="3420"/>
                  </a:cubicBezTo>
                  <a:cubicBezTo>
                    <a:pt x="8617" y="2841"/>
                    <a:pt x="8436" y="2307"/>
                    <a:pt x="8215" y="1835"/>
                  </a:cubicBezTo>
                  <a:cubicBezTo>
                    <a:pt x="7941" y="1255"/>
                    <a:pt x="7620" y="803"/>
                    <a:pt x="7268" y="493"/>
                  </a:cubicBezTo>
                  <a:close/>
                  <a:moveTo>
                    <a:pt x="6268" y="3498"/>
                  </a:moveTo>
                  <a:lnTo>
                    <a:pt x="6268" y="3498"/>
                  </a:lnTo>
                  <a:cubicBezTo>
                    <a:pt x="7028" y="3508"/>
                    <a:pt x="7762" y="3588"/>
                    <a:pt x="8439" y="3729"/>
                  </a:cubicBezTo>
                  <a:cubicBezTo>
                    <a:pt x="8529" y="4163"/>
                    <a:pt x="8594" y="4619"/>
                    <a:pt x="8632" y="5092"/>
                  </a:cubicBezTo>
                  <a:cubicBezTo>
                    <a:pt x="8264" y="4904"/>
                    <a:pt x="7856" y="4807"/>
                    <a:pt x="7431" y="4807"/>
                  </a:cubicBezTo>
                  <a:cubicBezTo>
                    <a:pt x="7022" y="4807"/>
                    <a:pt x="6625" y="4899"/>
                    <a:pt x="6268" y="5074"/>
                  </a:cubicBezTo>
                  <a:lnTo>
                    <a:pt x="6268" y="3498"/>
                  </a:lnTo>
                  <a:close/>
                  <a:moveTo>
                    <a:pt x="3336" y="3818"/>
                  </a:moveTo>
                  <a:lnTo>
                    <a:pt x="3336" y="3818"/>
                  </a:lnTo>
                  <a:cubicBezTo>
                    <a:pt x="3211" y="4473"/>
                    <a:pt x="3140" y="5175"/>
                    <a:pt x="3130" y="5899"/>
                  </a:cubicBezTo>
                  <a:lnTo>
                    <a:pt x="387" y="5899"/>
                  </a:lnTo>
                  <a:cubicBezTo>
                    <a:pt x="482" y="5301"/>
                    <a:pt x="1046" y="4735"/>
                    <a:pt x="1995" y="4289"/>
                  </a:cubicBezTo>
                  <a:cubicBezTo>
                    <a:pt x="2397" y="4101"/>
                    <a:pt x="2849" y="3943"/>
                    <a:pt x="3336" y="3818"/>
                  </a:cubicBezTo>
                  <a:close/>
                  <a:moveTo>
                    <a:pt x="5906" y="3495"/>
                  </a:moveTo>
                  <a:lnTo>
                    <a:pt x="5906" y="5292"/>
                  </a:lnTo>
                  <a:cubicBezTo>
                    <a:pt x="5785" y="5379"/>
                    <a:pt x="5671" y="5475"/>
                    <a:pt x="5564" y="5583"/>
                  </a:cubicBezTo>
                  <a:cubicBezTo>
                    <a:pt x="5463" y="5682"/>
                    <a:pt x="5373" y="5789"/>
                    <a:pt x="5293" y="5899"/>
                  </a:cubicBezTo>
                  <a:lnTo>
                    <a:pt x="3504" y="5899"/>
                  </a:lnTo>
                  <a:cubicBezTo>
                    <a:pt x="3513" y="5139"/>
                    <a:pt x="3593" y="4405"/>
                    <a:pt x="3734" y="3728"/>
                  </a:cubicBezTo>
                  <a:cubicBezTo>
                    <a:pt x="4412" y="3587"/>
                    <a:pt x="5146" y="3508"/>
                    <a:pt x="5906" y="3495"/>
                  </a:cubicBezTo>
                  <a:close/>
                  <a:moveTo>
                    <a:pt x="8837" y="3819"/>
                  </a:moveTo>
                  <a:lnTo>
                    <a:pt x="8837" y="3819"/>
                  </a:lnTo>
                  <a:cubicBezTo>
                    <a:pt x="9325" y="3944"/>
                    <a:pt x="9776" y="4101"/>
                    <a:pt x="10179" y="4290"/>
                  </a:cubicBezTo>
                  <a:cubicBezTo>
                    <a:pt x="11127" y="4737"/>
                    <a:pt x="11689" y="5302"/>
                    <a:pt x="11786" y="5901"/>
                  </a:cubicBezTo>
                  <a:lnTo>
                    <a:pt x="9583" y="5901"/>
                  </a:lnTo>
                  <a:lnTo>
                    <a:pt x="9583" y="5899"/>
                  </a:lnTo>
                  <a:cubicBezTo>
                    <a:pt x="9502" y="5788"/>
                    <a:pt x="9411" y="5682"/>
                    <a:pt x="9311" y="5583"/>
                  </a:cubicBezTo>
                  <a:cubicBezTo>
                    <a:pt x="9220" y="5491"/>
                    <a:pt x="9125" y="5409"/>
                    <a:pt x="9022" y="5332"/>
                  </a:cubicBezTo>
                  <a:cubicBezTo>
                    <a:pt x="8992" y="4810"/>
                    <a:pt x="8929" y="4302"/>
                    <a:pt x="8837" y="3819"/>
                  </a:cubicBezTo>
                  <a:close/>
                  <a:moveTo>
                    <a:pt x="11786" y="6259"/>
                  </a:moveTo>
                  <a:cubicBezTo>
                    <a:pt x="11691" y="6857"/>
                    <a:pt x="11127" y="7423"/>
                    <a:pt x="10179" y="7870"/>
                  </a:cubicBezTo>
                  <a:cubicBezTo>
                    <a:pt x="10134" y="7891"/>
                    <a:pt x="10090" y="7910"/>
                    <a:pt x="10045" y="7930"/>
                  </a:cubicBezTo>
                  <a:cubicBezTo>
                    <a:pt x="10074" y="7773"/>
                    <a:pt x="10088" y="7611"/>
                    <a:pt x="10088" y="7449"/>
                  </a:cubicBezTo>
                  <a:cubicBezTo>
                    <a:pt x="10090" y="7030"/>
                    <a:pt x="9991" y="6625"/>
                    <a:pt x="9808" y="6259"/>
                  </a:cubicBezTo>
                  <a:close/>
                  <a:moveTo>
                    <a:pt x="3130" y="6259"/>
                  </a:moveTo>
                  <a:cubicBezTo>
                    <a:pt x="3140" y="6983"/>
                    <a:pt x="3211" y="7685"/>
                    <a:pt x="3336" y="8342"/>
                  </a:cubicBezTo>
                  <a:cubicBezTo>
                    <a:pt x="2848" y="8217"/>
                    <a:pt x="2397" y="8060"/>
                    <a:pt x="1995" y="7870"/>
                  </a:cubicBezTo>
                  <a:cubicBezTo>
                    <a:pt x="1046" y="7423"/>
                    <a:pt x="484" y="6857"/>
                    <a:pt x="387" y="6259"/>
                  </a:cubicBezTo>
                  <a:close/>
                  <a:moveTo>
                    <a:pt x="5054" y="6259"/>
                  </a:moveTo>
                  <a:cubicBezTo>
                    <a:pt x="4684" y="7001"/>
                    <a:pt x="4680" y="7879"/>
                    <a:pt x="5044" y="8621"/>
                  </a:cubicBezTo>
                  <a:cubicBezTo>
                    <a:pt x="4587" y="8583"/>
                    <a:pt x="4143" y="8520"/>
                    <a:pt x="3722" y="8432"/>
                  </a:cubicBezTo>
                  <a:cubicBezTo>
                    <a:pt x="3580" y="7755"/>
                    <a:pt x="3502" y="7020"/>
                    <a:pt x="3489" y="6259"/>
                  </a:cubicBezTo>
                  <a:close/>
                  <a:moveTo>
                    <a:pt x="11680" y="7266"/>
                  </a:moveTo>
                  <a:lnTo>
                    <a:pt x="11680" y="7266"/>
                  </a:lnTo>
                  <a:cubicBezTo>
                    <a:pt x="11506" y="8101"/>
                    <a:pt x="11147" y="8882"/>
                    <a:pt x="10625" y="9562"/>
                  </a:cubicBezTo>
                  <a:lnTo>
                    <a:pt x="10497" y="9433"/>
                  </a:lnTo>
                  <a:cubicBezTo>
                    <a:pt x="10461" y="9397"/>
                    <a:pt x="10414" y="9379"/>
                    <a:pt x="10367" y="9379"/>
                  </a:cubicBezTo>
                  <a:cubicBezTo>
                    <a:pt x="10319" y="9379"/>
                    <a:pt x="10272" y="9397"/>
                    <a:pt x="10236" y="9433"/>
                  </a:cubicBezTo>
                  <a:lnTo>
                    <a:pt x="9953" y="9716"/>
                  </a:lnTo>
                  <a:lnTo>
                    <a:pt x="9437" y="9201"/>
                  </a:lnTo>
                  <a:cubicBezTo>
                    <a:pt x="9649" y="8959"/>
                    <a:pt x="9811" y="8685"/>
                    <a:pt x="9922" y="8391"/>
                  </a:cubicBezTo>
                  <a:cubicBezTo>
                    <a:pt x="10064" y="8334"/>
                    <a:pt x="10204" y="8276"/>
                    <a:pt x="10337" y="8213"/>
                  </a:cubicBezTo>
                  <a:cubicBezTo>
                    <a:pt x="10917" y="7939"/>
                    <a:pt x="11369" y="7619"/>
                    <a:pt x="11680" y="7266"/>
                  </a:cubicBezTo>
                  <a:close/>
                  <a:moveTo>
                    <a:pt x="7436" y="5175"/>
                  </a:moveTo>
                  <a:cubicBezTo>
                    <a:pt x="8046" y="5175"/>
                    <a:pt x="8619" y="5414"/>
                    <a:pt x="9051" y="5845"/>
                  </a:cubicBezTo>
                  <a:cubicBezTo>
                    <a:pt x="9483" y="6276"/>
                    <a:pt x="9720" y="6850"/>
                    <a:pt x="9720" y="7460"/>
                  </a:cubicBezTo>
                  <a:cubicBezTo>
                    <a:pt x="9720" y="8070"/>
                    <a:pt x="9482" y="8643"/>
                    <a:pt x="9051" y="9076"/>
                  </a:cubicBezTo>
                  <a:cubicBezTo>
                    <a:pt x="8619" y="9507"/>
                    <a:pt x="8046" y="9745"/>
                    <a:pt x="7436" y="9745"/>
                  </a:cubicBezTo>
                  <a:cubicBezTo>
                    <a:pt x="6824" y="9745"/>
                    <a:pt x="6251" y="9507"/>
                    <a:pt x="5821" y="9076"/>
                  </a:cubicBezTo>
                  <a:cubicBezTo>
                    <a:pt x="4928" y="8184"/>
                    <a:pt x="4928" y="6735"/>
                    <a:pt x="5821" y="5845"/>
                  </a:cubicBezTo>
                  <a:cubicBezTo>
                    <a:pt x="6252" y="5412"/>
                    <a:pt x="6825" y="5175"/>
                    <a:pt x="7436" y="5175"/>
                  </a:cubicBezTo>
                  <a:close/>
                  <a:moveTo>
                    <a:pt x="9175" y="9461"/>
                  </a:moveTo>
                  <a:lnTo>
                    <a:pt x="9689" y="9976"/>
                  </a:lnTo>
                  <a:lnTo>
                    <a:pt x="9407" y="10259"/>
                  </a:lnTo>
                  <a:cubicBezTo>
                    <a:pt x="9335" y="10331"/>
                    <a:pt x="9335" y="10448"/>
                    <a:pt x="9408" y="10520"/>
                  </a:cubicBezTo>
                  <a:lnTo>
                    <a:pt x="9531" y="10644"/>
                  </a:lnTo>
                  <a:cubicBezTo>
                    <a:pt x="8859" y="11155"/>
                    <a:pt x="8089" y="11506"/>
                    <a:pt x="7267" y="11676"/>
                  </a:cubicBezTo>
                  <a:cubicBezTo>
                    <a:pt x="7620" y="11366"/>
                    <a:pt x="7941" y="10915"/>
                    <a:pt x="8213" y="10334"/>
                  </a:cubicBezTo>
                  <a:cubicBezTo>
                    <a:pt x="8273" y="10207"/>
                    <a:pt x="8330" y="10075"/>
                    <a:pt x="8383" y="9938"/>
                  </a:cubicBezTo>
                  <a:cubicBezTo>
                    <a:pt x="8671" y="9828"/>
                    <a:pt x="8939" y="9667"/>
                    <a:pt x="9175" y="9461"/>
                  </a:cubicBezTo>
                  <a:close/>
                  <a:moveTo>
                    <a:pt x="495" y="7266"/>
                  </a:moveTo>
                  <a:lnTo>
                    <a:pt x="495" y="7266"/>
                  </a:lnTo>
                  <a:cubicBezTo>
                    <a:pt x="805" y="7620"/>
                    <a:pt x="1256" y="7940"/>
                    <a:pt x="1837" y="8213"/>
                  </a:cubicBezTo>
                  <a:cubicBezTo>
                    <a:pt x="2309" y="8434"/>
                    <a:pt x="2843" y="8615"/>
                    <a:pt x="3422" y="8750"/>
                  </a:cubicBezTo>
                  <a:cubicBezTo>
                    <a:pt x="3556" y="9328"/>
                    <a:pt x="3737" y="9862"/>
                    <a:pt x="3958" y="10334"/>
                  </a:cubicBezTo>
                  <a:cubicBezTo>
                    <a:pt x="4232" y="10914"/>
                    <a:pt x="4553" y="11366"/>
                    <a:pt x="4905" y="11677"/>
                  </a:cubicBezTo>
                  <a:cubicBezTo>
                    <a:pt x="3831" y="11453"/>
                    <a:pt x="2842" y="10921"/>
                    <a:pt x="2046" y="10125"/>
                  </a:cubicBezTo>
                  <a:cubicBezTo>
                    <a:pt x="1251" y="9330"/>
                    <a:pt x="720" y="8340"/>
                    <a:pt x="495" y="7266"/>
                  </a:cubicBezTo>
                  <a:close/>
                  <a:moveTo>
                    <a:pt x="3825" y="8837"/>
                  </a:moveTo>
                  <a:cubicBezTo>
                    <a:pt x="4292" y="8927"/>
                    <a:pt x="4785" y="8988"/>
                    <a:pt x="5290" y="9020"/>
                  </a:cubicBezTo>
                  <a:cubicBezTo>
                    <a:pt x="5371" y="9132"/>
                    <a:pt x="5461" y="9238"/>
                    <a:pt x="5561" y="9339"/>
                  </a:cubicBezTo>
                  <a:cubicBezTo>
                    <a:pt x="5669" y="9446"/>
                    <a:pt x="5784" y="9543"/>
                    <a:pt x="5904" y="9630"/>
                  </a:cubicBezTo>
                  <a:lnTo>
                    <a:pt x="5904" y="11785"/>
                  </a:lnTo>
                  <a:lnTo>
                    <a:pt x="5904" y="11785"/>
                  </a:lnTo>
                  <a:cubicBezTo>
                    <a:pt x="5307" y="11689"/>
                    <a:pt x="4742" y="11126"/>
                    <a:pt x="4297" y="10180"/>
                  </a:cubicBezTo>
                  <a:cubicBezTo>
                    <a:pt x="4108" y="9777"/>
                    <a:pt x="3949" y="9324"/>
                    <a:pt x="3825" y="8837"/>
                  </a:cubicBezTo>
                  <a:close/>
                  <a:moveTo>
                    <a:pt x="6267" y="9847"/>
                  </a:moveTo>
                  <a:cubicBezTo>
                    <a:pt x="6624" y="10023"/>
                    <a:pt x="7021" y="10114"/>
                    <a:pt x="7430" y="10114"/>
                  </a:cubicBezTo>
                  <a:cubicBezTo>
                    <a:pt x="7599" y="10114"/>
                    <a:pt x="7764" y="10098"/>
                    <a:pt x="7927" y="10068"/>
                  </a:cubicBezTo>
                  <a:lnTo>
                    <a:pt x="7927" y="10068"/>
                  </a:lnTo>
                  <a:cubicBezTo>
                    <a:pt x="7910" y="10104"/>
                    <a:pt x="7894" y="10143"/>
                    <a:pt x="7876" y="10178"/>
                  </a:cubicBezTo>
                  <a:cubicBezTo>
                    <a:pt x="7430" y="11126"/>
                    <a:pt x="6865" y="11689"/>
                    <a:pt x="6267" y="11785"/>
                  </a:cubicBezTo>
                  <a:lnTo>
                    <a:pt x="6267" y="9847"/>
                  </a:lnTo>
                  <a:close/>
                  <a:moveTo>
                    <a:pt x="6084" y="0"/>
                  </a:moveTo>
                  <a:cubicBezTo>
                    <a:pt x="4787" y="0"/>
                    <a:pt x="3548" y="404"/>
                    <a:pt x="2503" y="1166"/>
                  </a:cubicBezTo>
                  <a:cubicBezTo>
                    <a:pt x="2420" y="1227"/>
                    <a:pt x="2402" y="1342"/>
                    <a:pt x="2462" y="1425"/>
                  </a:cubicBezTo>
                  <a:cubicBezTo>
                    <a:pt x="2498" y="1474"/>
                    <a:pt x="2555" y="1500"/>
                    <a:pt x="2611" y="1500"/>
                  </a:cubicBezTo>
                  <a:cubicBezTo>
                    <a:pt x="2649" y="1500"/>
                    <a:pt x="2687" y="1489"/>
                    <a:pt x="2719" y="1465"/>
                  </a:cubicBezTo>
                  <a:cubicBezTo>
                    <a:pt x="3378" y="985"/>
                    <a:pt x="4120" y="656"/>
                    <a:pt x="4903" y="493"/>
                  </a:cubicBezTo>
                  <a:lnTo>
                    <a:pt x="4903" y="493"/>
                  </a:lnTo>
                  <a:cubicBezTo>
                    <a:pt x="4550" y="803"/>
                    <a:pt x="4230" y="1254"/>
                    <a:pt x="3955" y="1835"/>
                  </a:cubicBezTo>
                  <a:cubicBezTo>
                    <a:pt x="3734" y="2307"/>
                    <a:pt x="3554" y="2841"/>
                    <a:pt x="3419" y="3420"/>
                  </a:cubicBezTo>
                  <a:cubicBezTo>
                    <a:pt x="2840" y="3554"/>
                    <a:pt x="2306" y="3735"/>
                    <a:pt x="1834" y="3956"/>
                  </a:cubicBezTo>
                  <a:cubicBezTo>
                    <a:pt x="1253" y="4230"/>
                    <a:pt x="802" y="4551"/>
                    <a:pt x="492" y="4904"/>
                  </a:cubicBezTo>
                  <a:cubicBezTo>
                    <a:pt x="721" y="3805"/>
                    <a:pt x="1269" y="2799"/>
                    <a:pt x="2093" y="1996"/>
                  </a:cubicBezTo>
                  <a:cubicBezTo>
                    <a:pt x="2166" y="1924"/>
                    <a:pt x="2167" y="1807"/>
                    <a:pt x="2095" y="1735"/>
                  </a:cubicBezTo>
                  <a:cubicBezTo>
                    <a:pt x="2060" y="1698"/>
                    <a:pt x="2012" y="1679"/>
                    <a:pt x="1963" y="1679"/>
                  </a:cubicBezTo>
                  <a:cubicBezTo>
                    <a:pt x="1917" y="1679"/>
                    <a:pt x="1870" y="1697"/>
                    <a:pt x="1834" y="1732"/>
                  </a:cubicBezTo>
                  <a:cubicBezTo>
                    <a:pt x="1260" y="2292"/>
                    <a:pt x="810" y="2950"/>
                    <a:pt x="493" y="3683"/>
                  </a:cubicBezTo>
                  <a:cubicBezTo>
                    <a:pt x="166" y="4443"/>
                    <a:pt x="0" y="5251"/>
                    <a:pt x="0" y="6086"/>
                  </a:cubicBezTo>
                  <a:cubicBezTo>
                    <a:pt x="0" y="7710"/>
                    <a:pt x="633" y="9238"/>
                    <a:pt x="1782" y="10387"/>
                  </a:cubicBezTo>
                  <a:cubicBezTo>
                    <a:pt x="2932" y="11537"/>
                    <a:pt x="4460" y="12170"/>
                    <a:pt x="6084" y="12170"/>
                  </a:cubicBezTo>
                  <a:cubicBezTo>
                    <a:pt x="7443" y="12170"/>
                    <a:pt x="8734" y="11725"/>
                    <a:pt x="9793" y="10909"/>
                  </a:cubicBezTo>
                  <a:lnTo>
                    <a:pt x="11244" y="12359"/>
                  </a:lnTo>
                  <a:cubicBezTo>
                    <a:pt x="11393" y="12508"/>
                    <a:pt x="11590" y="12584"/>
                    <a:pt x="11787" y="12584"/>
                  </a:cubicBezTo>
                  <a:cubicBezTo>
                    <a:pt x="11983" y="12584"/>
                    <a:pt x="12181" y="12510"/>
                    <a:pt x="12331" y="12359"/>
                  </a:cubicBezTo>
                  <a:cubicBezTo>
                    <a:pt x="12475" y="12214"/>
                    <a:pt x="12556" y="12021"/>
                    <a:pt x="12556" y="11816"/>
                  </a:cubicBezTo>
                  <a:cubicBezTo>
                    <a:pt x="12560" y="11610"/>
                    <a:pt x="12479" y="11417"/>
                    <a:pt x="12333" y="11271"/>
                  </a:cubicBezTo>
                  <a:lnTo>
                    <a:pt x="11993" y="10931"/>
                  </a:lnTo>
                  <a:cubicBezTo>
                    <a:pt x="11957" y="10894"/>
                    <a:pt x="11910" y="10876"/>
                    <a:pt x="11863" y="10876"/>
                  </a:cubicBezTo>
                  <a:cubicBezTo>
                    <a:pt x="11816" y="10876"/>
                    <a:pt x="11768" y="10894"/>
                    <a:pt x="11733" y="10931"/>
                  </a:cubicBezTo>
                  <a:cubicBezTo>
                    <a:pt x="11661" y="11003"/>
                    <a:pt x="11661" y="11119"/>
                    <a:pt x="11733" y="11191"/>
                  </a:cubicBezTo>
                  <a:lnTo>
                    <a:pt x="12073" y="11532"/>
                  </a:lnTo>
                  <a:cubicBezTo>
                    <a:pt x="12227" y="11687"/>
                    <a:pt x="12227" y="11942"/>
                    <a:pt x="12073" y="12097"/>
                  </a:cubicBezTo>
                  <a:cubicBezTo>
                    <a:pt x="11995" y="12175"/>
                    <a:pt x="11893" y="12214"/>
                    <a:pt x="11790" y="12214"/>
                  </a:cubicBezTo>
                  <a:cubicBezTo>
                    <a:pt x="11688" y="12214"/>
                    <a:pt x="11585" y="12175"/>
                    <a:pt x="11508" y="12097"/>
                  </a:cubicBezTo>
                  <a:lnTo>
                    <a:pt x="9798" y="10389"/>
                  </a:lnTo>
                  <a:lnTo>
                    <a:pt x="10364" y="9822"/>
                  </a:lnTo>
                  <a:lnTo>
                    <a:pt x="11134" y="10592"/>
                  </a:lnTo>
                  <a:cubicBezTo>
                    <a:pt x="11170" y="10628"/>
                    <a:pt x="11217" y="10646"/>
                    <a:pt x="11264" y="10646"/>
                  </a:cubicBezTo>
                  <a:cubicBezTo>
                    <a:pt x="11311" y="10646"/>
                    <a:pt x="11358" y="10628"/>
                    <a:pt x="11395" y="10592"/>
                  </a:cubicBezTo>
                  <a:cubicBezTo>
                    <a:pt x="11467" y="10521"/>
                    <a:pt x="11467" y="10404"/>
                    <a:pt x="11395" y="10333"/>
                  </a:cubicBezTo>
                  <a:lnTo>
                    <a:pt x="10886" y="9822"/>
                  </a:lnTo>
                  <a:cubicBezTo>
                    <a:pt x="11718" y="8758"/>
                    <a:pt x="12169" y="7455"/>
                    <a:pt x="12169" y="6083"/>
                  </a:cubicBezTo>
                  <a:cubicBezTo>
                    <a:pt x="12169" y="4459"/>
                    <a:pt x="11536" y="2931"/>
                    <a:pt x="10386" y="1782"/>
                  </a:cubicBezTo>
                  <a:cubicBezTo>
                    <a:pt x="9237" y="632"/>
                    <a:pt x="7709" y="0"/>
                    <a:pt x="608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1" name="Google Shape;15601;p31"/>
            <p:cNvSpPr/>
            <p:nvPr/>
          </p:nvSpPr>
          <p:spPr>
            <a:xfrm>
              <a:off x="7368690" y="2397216"/>
              <a:ext cx="154571" cy="142485"/>
            </a:xfrm>
            <a:custGeom>
              <a:rect b="b" l="l" r="r" t="t"/>
              <a:pathLst>
                <a:path extrusionOk="0" h="3761" w="4080">
                  <a:moveTo>
                    <a:pt x="2022" y="368"/>
                  </a:moveTo>
                  <a:cubicBezTo>
                    <a:pt x="3339" y="368"/>
                    <a:pt x="4021" y="2018"/>
                    <a:pt x="3090" y="2947"/>
                  </a:cubicBezTo>
                  <a:cubicBezTo>
                    <a:pt x="2796" y="3242"/>
                    <a:pt x="2408" y="3389"/>
                    <a:pt x="2021" y="3389"/>
                  </a:cubicBezTo>
                  <a:cubicBezTo>
                    <a:pt x="1634" y="3389"/>
                    <a:pt x="1247" y="3242"/>
                    <a:pt x="952" y="2947"/>
                  </a:cubicBezTo>
                  <a:cubicBezTo>
                    <a:pt x="663" y="2658"/>
                    <a:pt x="504" y="2271"/>
                    <a:pt x="509" y="1861"/>
                  </a:cubicBezTo>
                  <a:cubicBezTo>
                    <a:pt x="513" y="1491"/>
                    <a:pt x="655" y="1133"/>
                    <a:pt x="905" y="861"/>
                  </a:cubicBezTo>
                  <a:cubicBezTo>
                    <a:pt x="1205" y="532"/>
                    <a:pt x="1613" y="368"/>
                    <a:pt x="2022" y="368"/>
                  </a:cubicBezTo>
                  <a:close/>
                  <a:moveTo>
                    <a:pt x="2021" y="1"/>
                  </a:moveTo>
                  <a:cubicBezTo>
                    <a:pt x="1540" y="1"/>
                    <a:pt x="1058" y="184"/>
                    <a:pt x="691" y="551"/>
                  </a:cubicBezTo>
                  <a:cubicBezTo>
                    <a:pt x="506" y="736"/>
                    <a:pt x="359" y="960"/>
                    <a:pt x="265" y="1206"/>
                  </a:cubicBezTo>
                  <a:cubicBezTo>
                    <a:pt x="0" y="1894"/>
                    <a:pt x="164" y="2683"/>
                    <a:pt x="691" y="3211"/>
                  </a:cubicBezTo>
                  <a:cubicBezTo>
                    <a:pt x="1059" y="3577"/>
                    <a:pt x="1540" y="3761"/>
                    <a:pt x="2021" y="3761"/>
                  </a:cubicBezTo>
                  <a:cubicBezTo>
                    <a:pt x="2506" y="3761"/>
                    <a:pt x="2991" y="3574"/>
                    <a:pt x="3362" y="3197"/>
                  </a:cubicBezTo>
                  <a:cubicBezTo>
                    <a:pt x="4080" y="2468"/>
                    <a:pt x="4074" y="1274"/>
                    <a:pt x="3351" y="551"/>
                  </a:cubicBezTo>
                  <a:cubicBezTo>
                    <a:pt x="2984" y="184"/>
                    <a:pt x="2503" y="1"/>
                    <a:pt x="202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02" name="Google Shape;15602;p31"/>
          <p:cNvGrpSpPr/>
          <p:nvPr/>
        </p:nvGrpSpPr>
        <p:grpSpPr>
          <a:xfrm>
            <a:off x="6262910" y="2728423"/>
            <a:ext cx="449618" cy="398025"/>
            <a:chOff x="6364814" y="2213170"/>
            <a:chExt cx="476745" cy="422039"/>
          </a:xfrm>
        </p:grpSpPr>
        <p:sp>
          <p:nvSpPr>
            <p:cNvPr id="15603" name="Google Shape;15603;p31"/>
            <p:cNvSpPr/>
            <p:nvPr/>
          </p:nvSpPr>
          <p:spPr>
            <a:xfrm>
              <a:off x="6398380" y="2574404"/>
              <a:ext cx="185106" cy="13639"/>
            </a:xfrm>
            <a:custGeom>
              <a:rect b="b" l="l" r="r" t="t"/>
              <a:pathLst>
                <a:path extrusionOk="0" h="360" w="4886">
                  <a:moveTo>
                    <a:pt x="201" y="0"/>
                  </a:moveTo>
                  <a:cubicBezTo>
                    <a:pt x="105" y="0"/>
                    <a:pt x="20" y="69"/>
                    <a:pt x="11" y="164"/>
                  </a:cubicBezTo>
                  <a:cubicBezTo>
                    <a:pt x="0" y="269"/>
                    <a:pt x="87" y="359"/>
                    <a:pt x="194" y="359"/>
                  </a:cubicBezTo>
                  <a:lnTo>
                    <a:pt x="4686" y="359"/>
                  </a:lnTo>
                  <a:cubicBezTo>
                    <a:pt x="4781" y="359"/>
                    <a:pt x="4867" y="290"/>
                    <a:pt x="4876" y="196"/>
                  </a:cubicBezTo>
                  <a:cubicBezTo>
                    <a:pt x="4885" y="88"/>
                    <a:pt x="4800"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4" name="Google Shape;15604;p31"/>
            <p:cNvSpPr/>
            <p:nvPr/>
          </p:nvSpPr>
          <p:spPr>
            <a:xfrm>
              <a:off x="6398380" y="2482457"/>
              <a:ext cx="185523" cy="13714"/>
            </a:xfrm>
            <a:custGeom>
              <a:rect b="b" l="l" r="r" t="t"/>
              <a:pathLst>
                <a:path extrusionOk="0" h="362" w="4897">
                  <a:moveTo>
                    <a:pt x="201" y="0"/>
                  </a:moveTo>
                  <a:cubicBezTo>
                    <a:pt x="105" y="0"/>
                    <a:pt x="20" y="71"/>
                    <a:pt x="11" y="165"/>
                  </a:cubicBezTo>
                  <a:cubicBezTo>
                    <a:pt x="0" y="273"/>
                    <a:pt x="87" y="362"/>
                    <a:pt x="194" y="362"/>
                  </a:cubicBezTo>
                  <a:lnTo>
                    <a:pt x="4687" y="362"/>
                  </a:lnTo>
                  <a:cubicBezTo>
                    <a:pt x="4775" y="362"/>
                    <a:pt x="4855" y="304"/>
                    <a:pt x="4874" y="218"/>
                  </a:cubicBezTo>
                  <a:cubicBezTo>
                    <a:pt x="4897" y="103"/>
                    <a:pt x="4807"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5" name="Google Shape;15605;p31"/>
            <p:cNvSpPr/>
            <p:nvPr/>
          </p:nvSpPr>
          <p:spPr>
            <a:xfrm>
              <a:off x="6512224" y="2513523"/>
              <a:ext cx="75543" cy="13714"/>
            </a:xfrm>
            <a:custGeom>
              <a:rect b="b" l="l" r="r" t="t"/>
              <a:pathLst>
                <a:path extrusionOk="0" h="362" w="1994">
                  <a:moveTo>
                    <a:pt x="189" y="1"/>
                  </a:moveTo>
                  <a:cubicBezTo>
                    <a:pt x="84" y="1"/>
                    <a:pt x="0" y="90"/>
                    <a:pt x="10" y="196"/>
                  </a:cubicBezTo>
                  <a:cubicBezTo>
                    <a:pt x="17" y="291"/>
                    <a:pt x="104" y="362"/>
                    <a:pt x="198" y="362"/>
                  </a:cubicBezTo>
                  <a:lnTo>
                    <a:pt x="1795" y="362"/>
                  </a:lnTo>
                  <a:cubicBezTo>
                    <a:pt x="1891" y="362"/>
                    <a:pt x="1975" y="293"/>
                    <a:pt x="1984" y="196"/>
                  </a:cubicBezTo>
                  <a:cubicBezTo>
                    <a:pt x="1993" y="90"/>
                    <a:pt x="1908" y="1"/>
                    <a:pt x="18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6" name="Google Shape;15606;p31"/>
            <p:cNvSpPr/>
            <p:nvPr/>
          </p:nvSpPr>
          <p:spPr>
            <a:xfrm>
              <a:off x="6399478" y="2513523"/>
              <a:ext cx="94637" cy="13714"/>
            </a:xfrm>
            <a:custGeom>
              <a:rect b="b" l="l" r="r" t="t"/>
              <a:pathLst>
                <a:path extrusionOk="0" h="362" w="2498">
                  <a:moveTo>
                    <a:pt x="199" y="1"/>
                  </a:moveTo>
                  <a:cubicBezTo>
                    <a:pt x="102" y="1"/>
                    <a:pt x="17" y="70"/>
                    <a:pt x="10" y="164"/>
                  </a:cubicBezTo>
                  <a:cubicBezTo>
                    <a:pt x="1" y="272"/>
                    <a:pt x="84" y="362"/>
                    <a:pt x="189" y="362"/>
                  </a:cubicBezTo>
                  <a:lnTo>
                    <a:pt x="2300" y="362"/>
                  </a:lnTo>
                  <a:cubicBezTo>
                    <a:pt x="2395" y="362"/>
                    <a:pt x="2480" y="293"/>
                    <a:pt x="2488" y="196"/>
                  </a:cubicBezTo>
                  <a:cubicBezTo>
                    <a:pt x="2498" y="90"/>
                    <a:pt x="2414" y="1"/>
                    <a:pt x="23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7" name="Google Shape;15607;p31"/>
            <p:cNvSpPr/>
            <p:nvPr/>
          </p:nvSpPr>
          <p:spPr>
            <a:xfrm>
              <a:off x="6398380" y="2543338"/>
              <a:ext cx="185106" cy="13676"/>
            </a:xfrm>
            <a:custGeom>
              <a:rect b="b" l="l" r="r" t="t"/>
              <a:pathLst>
                <a:path extrusionOk="0" h="361" w="4886">
                  <a:moveTo>
                    <a:pt x="201" y="0"/>
                  </a:moveTo>
                  <a:cubicBezTo>
                    <a:pt x="105" y="0"/>
                    <a:pt x="20" y="69"/>
                    <a:pt x="11" y="163"/>
                  </a:cubicBezTo>
                  <a:cubicBezTo>
                    <a:pt x="0" y="271"/>
                    <a:pt x="87" y="360"/>
                    <a:pt x="194" y="360"/>
                  </a:cubicBezTo>
                  <a:lnTo>
                    <a:pt x="4686" y="360"/>
                  </a:lnTo>
                  <a:cubicBezTo>
                    <a:pt x="4781" y="360"/>
                    <a:pt x="4867" y="291"/>
                    <a:pt x="4876" y="196"/>
                  </a:cubicBezTo>
                  <a:cubicBezTo>
                    <a:pt x="4885" y="89"/>
                    <a:pt x="4800" y="0"/>
                    <a:pt x="469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8" name="Google Shape;15608;p31"/>
            <p:cNvSpPr/>
            <p:nvPr/>
          </p:nvSpPr>
          <p:spPr>
            <a:xfrm>
              <a:off x="6616787" y="2482533"/>
              <a:ext cx="190675" cy="13639"/>
            </a:xfrm>
            <a:custGeom>
              <a:rect b="b" l="l" r="r" t="t"/>
              <a:pathLst>
                <a:path extrusionOk="0" h="360" w="5033">
                  <a:moveTo>
                    <a:pt x="210" y="1"/>
                  </a:moveTo>
                  <a:cubicBezTo>
                    <a:pt x="124" y="1"/>
                    <a:pt x="42" y="58"/>
                    <a:pt x="25" y="144"/>
                  </a:cubicBezTo>
                  <a:cubicBezTo>
                    <a:pt x="1" y="259"/>
                    <a:pt x="92" y="360"/>
                    <a:pt x="205" y="360"/>
                  </a:cubicBezTo>
                  <a:lnTo>
                    <a:pt x="4833" y="360"/>
                  </a:lnTo>
                  <a:cubicBezTo>
                    <a:pt x="4929" y="360"/>
                    <a:pt x="5014" y="291"/>
                    <a:pt x="5023" y="196"/>
                  </a:cubicBezTo>
                  <a:cubicBezTo>
                    <a:pt x="5032" y="90"/>
                    <a:pt x="4947" y="1"/>
                    <a:pt x="483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9" name="Google Shape;15609;p31"/>
            <p:cNvSpPr/>
            <p:nvPr/>
          </p:nvSpPr>
          <p:spPr>
            <a:xfrm>
              <a:off x="6616787" y="2513523"/>
              <a:ext cx="190675" cy="13676"/>
            </a:xfrm>
            <a:custGeom>
              <a:rect b="b" l="l" r="r" t="t"/>
              <a:pathLst>
                <a:path extrusionOk="0" h="361" w="5033">
                  <a:moveTo>
                    <a:pt x="210" y="1"/>
                  </a:moveTo>
                  <a:cubicBezTo>
                    <a:pt x="124" y="1"/>
                    <a:pt x="42" y="58"/>
                    <a:pt x="25" y="144"/>
                  </a:cubicBezTo>
                  <a:cubicBezTo>
                    <a:pt x="1" y="259"/>
                    <a:pt x="92" y="361"/>
                    <a:pt x="205" y="361"/>
                  </a:cubicBezTo>
                  <a:lnTo>
                    <a:pt x="4833" y="361"/>
                  </a:lnTo>
                  <a:cubicBezTo>
                    <a:pt x="4929" y="361"/>
                    <a:pt x="5014" y="291"/>
                    <a:pt x="5023" y="195"/>
                  </a:cubicBezTo>
                  <a:cubicBezTo>
                    <a:pt x="5032" y="91"/>
                    <a:pt x="4947" y="1"/>
                    <a:pt x="483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0" name="Google Shape;15610;p31"/>
            <p:cNvSpPr/>
            <p:nvPr/>
          </p:nvSpPr>
          <p:spPr>
            <a:xfrm>
              <a:off x="6616787" y="2543338"/>
              <a:ext cx="191054" cy="13676"/>
            </a:xfrm>
            <a:custGeom>
              <a:rect b="b" l="l" r="r" t="t"/>
              <a:pathLst>
                <a:path extrusionOk="0" h="361" w="5043">
                  <a:moveTo>
                    <a:pt x="210" y="0"/>
                  </a:moveTo>
                  <a:cubicBezTo>
                    <a:pt x="124" y="0"/>
                    <a:pt x="42" y="58"/>
                    <a:pt x="25" y="144"/>
                  </a:cubicBezTo>
                  <a:cubicBezTo>
                    <a:pt x="1" y="259"/>
                    <a:pt x="92" y="360"/>
                    <a:pt x="205" y="360"/>
                  </a:cubicBezTo>
                  <a:lnTo>
                    <a:pt x="4833" y="360"/>
                  </a:lnTo>
                  <a:cubicBezTo>
                    <a:pt x="4921" y="360"/>
                    <a:pt x="5002" y="303"/>
                    <a:pt x="5020" y="216"/>
                  </a:cubicBezTo>
                  <a:cubicBezTo>
                    <a:pt x="5043" y="101"/>
                    <a:pt x="4953" y="0"/>
                    <a:pt x="48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1" name="Google Shape;15611;p31"/>
            <p:cNvSpPr/>
            <p:nvPr/>
          </p:nvSpPr>
          <p:spPr>
            <a:xfrm>
              <a:off x="6684866" y="2574404"/>
              <a:ext cx="121194" cy="13639"/>
            </a:xfrm>
            <a:custGeom>
              <a:rect b="b" l="l" r="r" t="t"/>
              <a:pathLst>
                <a:path extrusionOk="0" h="360" w="3199">
                  <a:moveTo>
                    <a:pt x="198" y="0"/>
                  </a:moveTo>
                  <a:cubicBezTo>
                    <a:pt x="103" y="0"/>
                    <a:pt x="18" y="69"/>
                    <a:pt x="10" y="164"/>
                  </a:cubicBezTo>
                  <a:cubicBezTo>
                    <a:pt x="0" y="270"/>
                    <a:pt x="84" y="359"/>
                    <a:pt x="189" y="359"/>
                  </a:cubicBezTo>
                  <a:lnTo>
                    <a:pt x="3001" y="359"/>
                  </a:lnTo>
                  <a:cubicBezTo>
                    <a:pt x="3097" y="359"/>
                    <a:pt x="3182" y="290"/>
                    <a:pt x="3189" y="196"/>
                  </a:cubicBezTo>
                  <a:cubicBezTo>
                    <a:pt x="3199" y="89"/>
                    <a:pt x="3115" y="0"/>
                    <a:pt x="30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2" name="Google Shape;15612;p31"/>
            <p:cNvSpPr/>
            <p:nvPr/>
          </p:nvSpPr>
          <p:spPr>
            <a:xfrm>
              <a:off x="6617810" y="2574404"/>
              <a:ext cx="48644" cy="13639"/>
            </a:xfrm>
            <a:custGeom>
              <a:rect b="b" l="l" r="r" t="t"/>
              <a:pathLst>
                <a:path extrusionOk="0" h="360" w="1284">
                  <a:moveTo>
                    <a:pt x="189" y="0"/>
                  </a:moveTo>
                  <a:cubicBezTo>
                    <a:pt x="84" y="0"/>
                    <a:pt x="0" y="88"/>
                    <a:pt x="10" y="196"/>
                  </a:cubicBezTo>
                  <a:cubicBezTo>
                    <a:pt x="18" y="290"/>
                    <a:pt x="104" y="359"/>
                    <a:pt x="198" y="359"/>
                  </a:cubicBezTo>
                  <a:lnTo>
                    <a:pt x="1085" y="359"/>
                  </a:lnTo>
                  <a:cubicBezTo>
                    <a:pt x="1182" y="359"/>
                    <a:pt x="1266" y="290"/>
                    <a:pt x="1274" y="196"/>
                  </a:cubicBezTo>
                  <a:cubicBezTo>
                    <a:pt x="1283" y="88"/>
                    <a:pt x="1199"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3" name="Google Shape;15613;p31"/>
            <p:cNvSpPr/>
            <p:nvPr/>
          </p:nvSpPr>
          <p:spPr>
            <a:xfrm>
              <a:off x="6466421" y="2350655"/>
              <a:ext cx="85090" cy="78422"/>
            </a:xfrm>
            <a:custGeom>
              <a:rect b="b" l="l" r="r" t="t"/>
              <a:pathLst>
                <a:path extrusionOk="0" h="2070" w="2246">
                  <a:moveTo>
                    <a:pt x="202" y="1"/>
                  </a:moveTo>
                  <a:cubicBezTo>
                    <a:pt x="190" y="1"/>
                    <a:pt x="178" y="2"/>
                    <a:pt x="166" y="4"/>
                  </a:cubicBezTo>
                  <a:cubicBezTo>
                    <a:pt x="67" y="23"/>
                    <a:pt x="1" y="121"/>
                    <a:pt x="20" y="220"/>
                  </a:cubicBezTo>
                  <a:cubicBezTo>
                    <a:pt x="20" y="220"/>
                    <a:pt x="356" y="1914"/>
                    <a:pt x="360" y="1922"/>
                  </a:cubicBezTo>
                  <a:cubicBezTo>
                    <a:pt x="391" y="2011"/>
                    <a:pt x="475" y="2070"/>
                    <a:pt x="569" y="2070"/>
                  </a:cubicBezTo>
                  <a:lnTo>
                    <a:pt x="570" y="2070"/>
                  </a:lnTo>
                  <a:cubicBezTo>
                    <a:pt x="665" y="2070"/>
                    <a:pt x="749" y="2008"/>
                    <a:pt x="780" y="1919"/>
                  </a:cubicBezTo>
                  <a:cubicBezTo>
                    <a:pt x="781" y="1918"/>
                    <a:pt x="1122" y="811"/>
                    <a:pt x="1122" y="811"/>
                  </a:cubicBezTo>
                  <a:cubicBezTo>
                    <a:pt x="1122" y="811"/>
                    <a:pt x="1465"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5" y="123"/>
                    <a:pt x="2181" y="26"/>
                    <a:pt x="2080" y="5"/>
                  </a:cubicBezTo>
                  <a:cubicBezTo>
                    <a:pt x="2069" y="4"/>
                    <a:pt x="2058" y="3"/>
                    <a:pt x="2048" y="3"/>
                  </a:cubicBezTo>
                  <a:cubicBezTo>
                    <a:pt x="1960" y="3"/>
                    <a:pt x="1882" y="63"/>
                    <a:pt x="1864" y="153"/>
                  </a:cubicBezTo>
                  <a:lnTo>
                    <a:pt x="1645" y="1254"/>
                  </a:lnTo>
                  <a:lnTo>
                    <a:pt x="1299" y="131"/>
                  </a:lnTo>
                  <a:cubicBezTo>
                    <a:pt x="1275" y="52"/>
                    <a:pt x="1203" y="1"/>
                    <a:pt x="1124" y="1"/>
                  </a:cubicBezTo>
                  <a:cubicBezTo>
                    <a:pt x="1106" y="1"/>
                    <a:pt x="1087" y="4"/>
                    <a:pt x="1069" y="10"/>
                  </a:cubicBezTo>
                  <a:cubicBezTo>
                    <a:pt x="1003" y="31"/>
                    <a:pt x="955" y="85"/>
                    <a:pt x="942" y="149"/>
                  </a:cubicBezTo>
                  <a:lnTo>
                    <a:pt x="601" y="1254"/>
                  </a:lnTo>
                  <a:lnTo>
                    <a:pt x="382" y="149"/>
                  </a:lnTo>
                  <a:cubicBezTo>
                    <a:pt x="364" y="61"/>
                    <a:pt x="28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4" name="Google Shape;15614;p31"/>
            <p:cNvSpPr/>
            <p:nvPr/>
          </p:nvSpPr>
          <p:spPr>
            <a:xfrm>
              <a:off x="6560414" y="2350655"/>
              <a:ext cx="85052" cy="78422"/>
            </a:xfrm>
            <a:custGeom>
              <a:rect b="b" l="l" r="r" t="t"/>
              <a:pathLst>
                <a:path extrusionOk="0" h="2070" w="2245">
                  <a:moveTo>
                    <a:pt x="201" y="1"/>
                  </a:moveTo>
                  <a:cubicBezTo>
                    <a:pt x="189" y="1"/>
                    <a:pt x="177" y="2"/>
                    <a:pt x="165" y="4"/>
                  </a:cubicBezTo>
                  <a:cubicBezTo>
                    <a:pt x="66" y="23"/>
                    <a:pt x="1" y="121"/>
                    <a:pt x="21" y="220"/>
                  </a:cubicBezTo>
                  <a:cubicBezTo>
                    <a:pt x="21" y="220"/>
                    <a:pt x="356" y="1914"/>
                    <a:pt x="359" y="1922"/>
                  </a:cubicBezTo>
                  <a:cubicBezTo>
                    <a:pt x="390" y="2011"/>
                    <a:pt x="474" y="2070"/>
                    <a:pt x="568" y="2070"/>
                  </a:cubicBezTo>
                  <a:lnTo>
                    <a:pt x="570" y="2070"/>
                  </a:lnTo>
                  <a:cubicBezTo>
                    <a:pt x="665" y="2070"/>
                    <a:pt x="750" y="2008"/>
                    <a:pt x="780" y="1919"/>
                  </a:cubicBezTo>
                  <a:cubicBezTo>
                    <a:pt x="780" y="1918"/>
                    <a:pt x="1122" y="811"/>
                    <a:pt x="1122" y="811"/>
                  </a:cubicBezTo>
                  <a:cubicBezTo>
                    <a:pt x="1122" y="811"/>
                    <a:pt x="1464" y="1919"/>
                    <a:pt x="1466" y="1922"/>
                  </a:cubicBezTo>
                  <a:cubicBezTo>
                    <a:pt x="1497" y="2011"/>
                    <a:pt x="1581" y="2070"/>
                    <a:pt x="1675" y="2070"/>
                  </a:cubicBezTo>
                  <a:lnTo>
                    <a:pt x="1676" y="2070"/>
                  </a:lnTo>
                  <a:cubicBezTo>
                    <a:pt x="1771" y="2070"/>
                    <a:pt x="1856" y="2008"/>
                    <a:pt x="1886" y="1919"/>
                  </a:cubicBezTo>
                  <a:cubicBezTo>
                    <a:pt x="1889" y="1912"/>
                    <a:pt x="2225" y="222"/>
                    <a:pt x="2225" y="222"/>
                  </a:cubicBezTo>
                  <a:cubicBezTo>
                    <a:pt x="2244" y="123"/>
                    <a:pt x="2180" y="26"/>
                    <a:pt x="2080" y="5"/>
                  </a:cubicBezTo>
                  <a:cubicBezTo>
                    <a:pt x="2069" y="4"/>
                    <a:pt x="2058" y="3"/>
                    <a:pt x="2048" y="3"/>
                  </a:cubicBezTo>
                  <a:cubicBezTo>
                    <a:pt x="1960" y="3"/>
                    <a:pt x="1882" y="63"/>
                    <a:pt x="1864" y="153"/>
                  </a:cubicBezTo>
                  <a:lnTo>
                    <a:pt x="1645" y="1254"/>
                  </a:lnTo>
                  <a:lnTo>
                    <a:pt x="1299" y="131"/>
                  </a:lnTo>
                  <a:cubicBezTo>
                    <a:pt x="1275" y="52"/>
                    <a:pt x="1202" y="1"/>
                    <a:pt x="1124" y="1"/>
                  </a:cubicBezTo>
                  <a:cubicBezTo>
                    <a:pt x="1106" y="1"/>
                    <a:pt x="1087" y="4"/>
                    <a:pt x="1069" y="10"/>
                  </a:cubicBezTo>
                  <a:cubicBezTo>
                    <a:pt x="1002" y="31"/>
                    <a:pt x="955" y="85"/>
                    <a:pt x="942" y="149"/>
                  </a:cubicBezTo>
                  <a:lnTo>
                    <a:pt x="600" y="1254"/>
                  </a:lnTo>
                  <a:lnTo>
                    <a:pt x="382" y="149"/>
                  </a:lnTo>
                  <a:cubicBezTo>
                    <a:pt x="364" y="61"/>
                    <a:pt x="28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5" name="Google Shape;15615;p31"/>
            <p:cNvSpPr/>
            <p:nvPr/>
          </p:nvSpPr>
          <p:spPr>
            <a:xfrm>
              <a:off x="6654331" y="2350655"/>
              <a:ext cx="85090" cy="78422"/>
            </a:xfrm>
            <a:custGeom>
              <a:rect b="b" l="l" r="r" t="t"/>
              <a:pathLst>
                <a:path extrusionOk="0" h="2070" w="2246">
                  <a:moveTo>
                    <a:pt x="202" y="1"/>
                  </a:moveTo>
                  <a:cubicBezTo>
                    <a:pt x="190" y="1"/>
                    <a:pt x="178" y="2"/>
                    <a:pt x="166" y="4"/>
                  </a:cubicBezTo>
                  <a:cubicBezTo>
                    <a:pt x="67" y="23"/>
                    <a:pt x="1" y="121"/>
                    <a:pt x="21" y="220"/>
                  </a:cubicBezTo>
                  <a:cubicBezTo>
                    <a:pt x="21" y="220"/>
                    <a:pt x="356" y="1914"/>
                    <a:pt x="360" y="1922"/>
                  </a:cubicBezTo>
                  <a:cubicBezTo>
                    <a:pt x="391" y="2011"/>
                    <a:pt x="475" y="2070"/>
                    <a:pt x="569" y="2070"/>
                  </a:cubicBezTo>
                  <a:lnTo>
                    <a:pt x="571" y="2070"/>
                  </a:lnTo>
                  <a:cubicBezTo>
                    <a:pt x="665" y="2070"/>
                    <a:pt x="750" y="2008"/>
                    <a:pt x="780" y="1919"/>
                  </a:cubicBezTo>
                  <a:cubicBezTo>
                    <a:pt x="780" y="1918"/>
                    <a:pt x="1124" y="811"/>
                    <a:pt x="1124" y="811"/>
                  </a:cubicBezTo>
                  <a:cubicBezTo>
                    <a:pt x="1124" y="811"/>
                    <a:pt x="1465" y="1919"/>
                    <a:pt x="1466" y="1922"/>
                  </a:cubicBezTo>
                  <a:cubicBezTo>
                    <a:pt x="1497" y="2011"/>
                    <a:pt x="1581" y="2070"/>
                    <a:pt x="1675" y="2070"/>
                  </a:cubicBezTo>
                  <a:lnTo>
                    <a:pt x="1677" y="2070"/>
                  </a:lnTo>
                  <a:cubicBezTo>
                    <a:pt x="1772" y="2070"/>
                    <a:pt x="1857" y="2008"/>
                    <a:pt x="1886" y="1919"/>
                  </a:cubicBezTo>
                  <a:cubicBezTo>
                    <a:pt x="1889" y="1912"/>
                    <a:pt x="2225" y="222"/>
                    <a:pt x="2225" y="222"/>
                  </a:cubicBezTo>
                  <a:cubicBezTo>
                    <a:pt x="2245" y="125"/>
                    <a:pt x="2181" y="27"/>
                    <a:pt x="2082" y="7"/>
                  </a:cubicBezTo>
                  <a:cubicBezTo>
                    <a:pt x="2070" y="5"/>
                    <a:pt x="2058" y="4"/>
                    <a:pt x="2047" y="4"/>
                  </a:cubicBezTo>
                  <a:cubicBezTo>
                    <a:pt x="1960" y="4"/>
                    <a:pt x="1883" y="64"/>
                    <a:pt x="1864" y="153"/>
                  </a:cubicBezTo>
                  <a:lnTo>
                    <a:pt x="1646" y="1254"/>
                  </a:lnTo>
                  <a:lnTo>
                    <a:pt x="1301" y="131"/>
                  </a:lnTo>
                  <a:cubicBezTo>
                    <a:pt x="1276" y="52"/>
                    <a:pt x="1203" y="1"/>
                    <a:pt x="1125" y="1"/>
                  </a:cubicBezTo>
                  <a:cubicBezTo>
                    <a:pt x="1107" y="1"/>
                    <a:pt x="1088" y="4"/>
                    <a:pt x="1070" y="10"/>
                  </a:cubicBezTo>
                  <a:cubicBezTo>
                    <a:pt x="1003" y="31"/>
                    <a:pt x="956" y="85"/>
                    <a:pt x="942" y="149"/>
                  </a:cubicBezTo>
                  <a:lnTo>
                    <a:pt x="601" y="1254"/>
                  </a:lnTo>
                  <a:lnTo>
                    <a:pt x="382" y="149"/>
                  </a:lnTo>
                  <a:cubicBezTo>
                    <a:pt x="365" y="61"/>
                    <a:pt x="288"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6" name="Google Shape;15616;p31"/>
            <p:cNvSpPr/>
            <p:nvPr/>
          </p:nvSpPr>
          <p:spPr>
            <a:xfrm>
              <a:off x="6398304" y="2321105"/>
              <a:ext cx="408438" cy="137901"/>
            </a:xfrm>
            <a:custGeom>
              <a:rect b="b" l="l" r="r" t="t"/>
              <a:pathLst>
                <a:path extrusionOk="0" h="3640" w="10781">
                  <a:moveTo>
                    <a:pt x="185" y="1"/>
                  </a:moveTo>
                  <a:cubicBezTo>
                    <a:pt x="83" y="1"/>
                    <a:pt x="0" y="84"/>
                    <a:pt x="0" y="185"/>
                  </a:cubicBezTo>
                  <a:lnTo>
                    <a:pt x="0" y="3456"/>
                  </a:lnTo>
                  <a:cubicBezTo>
                    <a:pt x="0" y="3557"/>
                    <a:pt x="81" y="3639"/>
                    <a:pt x="184" y="3639"/>
                  </a:cubicBezTo>
                  <a:lnTo>
                    <a:pt x="8684" y="3639"/>
                  </a:lnTo>
                  <a:cubicBezTo>
                    <a:pt x="8779" y="3639"/>
                    <a:pt x="8864" y="3570"/>
                    <a:pt x="8873" y="3476"/>
                  </a:cubicBezTo>
                  <a:cubicBezTo>
                    <a:pt x="8883" y="3368"/>
                    <a:pt x="8798" y="3279"/>
                    <a:pt x="8690" y="3279"/>
                  </a:cubicBezTo>
                  <a:lnTo>
                    <a:pt x="394" y="3279"/>
                  </a:lnTo>
                  <a:lnTo>
                    <a:pt x="394" y="363"/>
                  </a:lnTo>
                  <a:lnTo>
                    <a:pt x="10419" y="363"/>
                  </a:lnTo>
                  <a:lnTo>
                    <a:pt x="10419" y="3279"/>
                  </a:lnTo>
                  <a:lnTo>
                    <a:pt x="9560" y="3279"/>
                  </a:lnTo>
                  <a:cubicBezTo>
                    <a:pt x="9465" y="3279"/>
                    <a:pt x="9380" y="3348"/>
                    <a:pt x="9372" y="3443"/>
                  </a:cubicBezTo>
                  <a:cubicBezTo>
                    <a:pt x="9364" y="3550"/>
                    <a:pt x="9447" y="3639"/>
                    <a:pt x="9552" y="3639"/>
                  </a:cubicBezTo>
                  <a:lnTo>
                    <a:pt x="10596" y="3639"/>
                  </a:lnTo>
                  <a:cubicBezTo>
                    <a:pt x="10699" y="3639"/>
                    <a:pt x="10781" y="3557"/>
                    <a:pt x="10781" y="3455"/>
                  </a:cubicBezTo>
                  <a:lnTo>
                    <a:pt x="10781" y="185"/>
                  </a:lnTo>
                  <a:lnTo>
                    <a:pt x="10780" y="185"/>
                  </a:lnTo>
                  <a:cubicBezTo>
                    <a:pt x="10780" y="84"/>
                    <a:pt x="10698" y="1"/>
                    <a:pt x="1059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7" name="Google Shape;15617;p31"/>
            <p:cNvSpPr/>
            <p:nvPr/>
          </p:nvSpPr>
          <p:spPr>
            <a:xfrm>
              <a:off x="6364814" y="2213170"/>
              <a:ext cx="476745" cy="422039"/>
            </a:xfrm>
            <a:custGeom>
              <a:rect b="b" l="l" r="r" t="t"/>
              <a:pathLst>
                <a:path extrusionOk="0" h="11140" w="12584">
                  <a:moveTo>
                    <a:pt x="11967" y="360"/>
                  </a:moveTo>
                  <a:cubicBezTo>
                    <a:pt x="12107" y="360"/>
                    <a:pt x="12219" y="472"/>
                    <a:pt x="12219" y="612"/>
                  </a:cubicBezTo>
                  <a:lnTo>
                    <a:pt x="12219" y="1572"/>
                  </a:lnTo>
                  <a:lnTo>
                    <a:pt x="360" y="1572"/>
                  </a:lnTo>
                  <a:lnTo>
                    <a:pt x="360" y="612"/>
                  </a:lnTo>
                  <a:cubicBezTo>
                    <a:pt x="360" y="472"/>
                    <a:pt x="472" y="360"/>
                    <a:pt x="611" y="360"/>
                  </a:cubicBezTo>
                  <a:close/>
                  <a:moveTo>
                    <a:pt x="621" y="0"/>
                  </a:moveTo>
                  <a:cubicBezTo>
                    <a:pt x="278" y="0"/>
                    <a:pt x="0" y="278"/>
                    <a:pt x="0" y="620"/>
                  </a:cubicBezTo>
                  <a:lnTo>
                    <a:pt x="0" y="10949"/>
                  </a:lnTo>
                  <a:cubicBezTo>
                    <a:pt x="0" y="11054"/>
                    <a:pt x="85" y="11140"/>
                    <a:pt x="192" y="11140"/>
                  </a:cubicBezTo>
                  <a:lnTo>
                    <a:pt x="1222" y="11140"/>
                  </a:lnTo>
                  <a:cubicBezTo>
                    <a:pt x="1237" y="11140"/>
                    <a:pt x="1252" y="11134"/>
                    <a:pt x="1262" y="11124"/>
                  </a:cubicBezTo>
                  <a:cubicBezTo>
                    <a:pt x="1418" y="10968"/>
                    <a:pt x="1311" y="10779"/>
                    <a:pt x="1159" y="10779"/>
                  </a:cubicBezTo>
                  <a:lnTo>
                    <a:pt x="613" y="10779"/>
                  </a:lnTo>
                  <a:cubicBezTo>
                    <a:pt x="475" y="10779"/>
                    <a:pt x="362" y="10667"/>
                    <a:pt x="362" y="10527"/>
                  </a:cubicBezTo>
                  <a:lnTo>
                    <a:pt x="362" y="1965"/>
                  </a:lnTo>
                  <a:lnTo>
                    <a:pt x="12223" y="1965"/>
                  </a:lnTo>
                  <a:lnTo>
                    <a:pt x="12223" y="10588"/>
                  </a:lnTo>
                  <a:cubicBezTo>
                    <a:pt x="12223" y="10694"/>
                    <a:pt x="12138" y="10778"/>
                    <a:pt x="12032" y="10778"/>
                  </a:cubicBezTo>
                  <a:lnTo>
                    <a:pt x="2027" y="10778"/>
                  </a:lnTo>
                  <a:cubicBezTo>
                    <a:pt x="1979" y="10778"/>
                    <a:pt x="1933" y="10802"/>
                    <a:pt x="1906" y="10841"/>
                  </a:cubicBezTo>
                  <a:cubicBezTo>
                    <a:pt x="1808" y="10986"/>
                    <a:pt x="1912" y="11139"/>
                    <a:pt x="2052" y="11139"/>
                  </a:cubicBezTo>
                  <a:lnTo>
                    <a:pt x="11962" y="11139"/>
                  </a:lnTo>
                  <a:cubicBezTo>
                    <a:pt x="12306" y="11139"/>
                    <a:pt x="12583" y="10861"/>
                    <a:pt x="12583" y="10518"/>
                  </a:cubicBezTo>
                  <a:lnTo>
                    <a:pt x="12583" y="619"/>
                  </a:lnTo>
                  <a:cubicBezTo>
                    <a:pt x="12582" y="278"/>
                    <a:pt x="12302" y="0"/>
                    <a:pt x="1196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8" name="Google Shape;15618;p31"/>
            <p:cNvSpPr/>
            <p:nvPr/>
          </p:nvSpPr>
          <p:spPr>
            <a:xfrm>
              <a:off x="6413761" y="2240713"/>
              <a:ext cx="18677" cy="18715"/>
            </a:xfrm>
            <a:custGeom>
              <a:rect b="b" l="l" r="r" t="t"/>
              <a:pathLst>
                <a:path extrusionOk="0" h="494" w="493">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9" name="Google Shape;15619;p31"/>
            <p:cNvSpPr/>
            <p:nvPr/>
          </p:nvSpPr>
          <p:spPr>
            <a:xfrm>
              <a:off x="6448388" y="2240675"/>
              <a:ext cx="20913" cy="18753"/>
            </a:xfrm>
            <a:custGeom>
              <a:rect b="b" l="l" r="r" t="t"/>
              <a:pathLst>
                <a:path extrusionOk="0" h="495" w="552">
                  <a:moveTo>
                    <a:pt x="276" y="1"/>
                  </a:moveTo>
                  <a:cubicBezTo>
                    <a:pt x="252" y="1"/>
                    <a:pt x="228" y="4"/>
                    <a:pt x="204" y="11"/>
                  </a:cubicBezTo>
                  <a:cubicBezTo>
                    <a:pt x="73" y="50"/>
                    <a:pt x="0" y="187"/>
                    <a:pt x="40" y="318"/>
                  </a:cubicBezTo>
                  <a:cubicBezTo>
                    <a:pt x="72" y="426"/>
                    <a:pt x="170" y="494"/>
                    <a:pt x="277" y="494"/>
                  </a:cubicBezTo>
                  <a:cubicBezTo>
                    <a:pt x="300" y="494"/>
                    <a:pt x="324" y="491"/>
                    <a:pt x="348" y="484"/>
                  </a:cubicBezTo>
                  <a:cubicBezTo>
                    <a:pt x="479" y="444"/>
                    <a:pt x="552" y="307"/>
                    <a:pt x="512" y="176"/>
                  </a:cubicBezTo>
                  <a:cubicBezTo>
                    <a:pt x="481" y="69"/>
                    <a:pt x="382" y="1"/>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0" name="Google Shape;15620;p31"/>
            <p:cNvSpPr/>
            <p:nvPr/>
          </p:nvSpPr>
          <p:spPr>
            <a:xfrm>
              <a:off x="6485212" y="2240713"/>
              <a:ext cx="18715" cy="18715"/>
            </a:xfrm>
            <a:custGeom>
              <a:rect b="b" l="l" r="r" t="t"/>
              <a:pathLst>
                <a:path extrusionOk="0" h="494" w="494">
                  <a:moveTo>
                    <a:pt x="247" y="1"/>
                  </a:moveTo>
                  <a:cubicBezTo>
                    <a:pt x="111" y="1"/>
                    <a:pt x="1" y="111"/>
                    <a:pt x="1" y="247"/>
                  </a:cubicBezTo>
                  <a:cubicBezTo>
                    <a:pt x="1" y="383"/>
                    <a:pt x="111" y="493"/>
                    <a:pt x="247" y="493"/>
                  </a:cubicBezTo>
                  <a:cubicBezTo>
                    <a:pt x="383" y="493"/>
                    <a:pt x="493" y="383"/>
                    <a:pt x="493" y="247"/>
                  </a:cubicBezTo>
                  <a:cubicBezTo>
                    <a:pt x="493" y="111"/>
                    <a:pt x="383" y="1"/>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21" name="Google Shape;15621;p31"/>
          <p:cNvGrpSpPr/>
          <p:nvPr/>
        </p:nvGrpSpPr>
        <p:grpSpPr>
          <a:xfrm>
            <a:off x="5492013" y="2748289"/>
            <a:ext cx="462159" cy="358258"/>
            <a:chOff x="5547407" y="2234234"/>
            <a:chExt cx="490042" cy="379873"/>
          </a:xfrm>
        </p:grpSpPr>
        <p:sp>
          <p:nvSpPr>
            <p:cNvPr id="15622" name="Google Shape;15622;p31"/>
            <p:cNvSpPr/>
            <p:nvPr/>
          </p:nvSpPr>
          <p:spPr>
            <a:xfrm>
              <a:off x="5837379" y="2258860"/>
              <a:ext cx="56828" cy="65503"/>
            </a:xfrm>
            <a:custGeom>
              <a:rect b="b" l="l" r="r" t="t"/>
              <a:pathLst>
                <a:path extrusionOk="0" h="1729" w="1500">
                  <a:moveTo>
                    <a:pt x="865" y="1"/>
                  </a:moveTo>
                  <a:cubicBezTo>
                    <a:pt x="388" y="1"/>
                    <a:pt x="1" y="388"/>
                    <a:pt x="1" y="865"/>
                  </a:cubicBezTo>
                  <a:cubicBezTo>
                    <a:pt x="1" y="1341"/>
                    <a:pt x="388" y="1729"/>
                    <a:pt x="865" y="1729"/>
                  </a:cubicBezTo>
                  <a:cubicBezTo>
                    <a:pt x="1083" y="1729"/>
                    <a:pt x="1292" y="1640"/>
                    <a:pt x="1434" y="1471"/>
                  </a:cubicBezTo>
                  <a:cubicBezTo>
                    <a:pt x="1500" y="1393"/>
                    <a:pt x="1489" y="1277"/>
                    <a:pt x="1412" y="1211"/>
                  </a:cubicBezTo>
                  <a:cubicBezTo>
                    <a:pt x="1378" y="1184"/>
                    <a:pt x="1339" y="1171"/>
                    <a:pt x="1299" y="1171"/>
                  </a:cubicBezTo>
                  <a:cubicBezTo>
                    <a:pt x="1246" y="1171"/>
                    <a:pt x="1192" y="1194"/>
                    <a:pt x="1151" y="1233"/>
                  </a:cubicBezTo>
                  <a:cubicBezTo>
                    <a:pt x="1066" y="1313"/>
                    <a:pt x="992" y="1361"/>
                    <a:pt x="866" y="1361"/>
                  </a:cubicBezTo>
                  <a:cubicBezTo>
                    <a:pt x="593" y="1361"/>
                    <a:pt x="370" y="1139"/>
                    <a:pt x="370" y="865"/>
                  </a:cubicBezTo>
                  <a:cubicBezTo>
                    <a:pt x="369" y="591"/>
                    <a:pt x="591" y="369"/>
                    <a:pt x="865" y="369"/>
                  </a:cubicBezTo>
                  <a:cubicBezTo>
                    <a:pt x="965" y="369"/>
                    <a:pt x="1060" y="398"/>
                    <a:pt x="1143" y="454"/>
                  </a:cubicBezTo>
                  <a:cubicBezTo>
                    <a:pt x="1174" y="475"/>
                    <a:pt x="1210" y="486"/>
                    <a:pt x="1246" y="486"/>
                  </a:cubicBezTo>
                  <a:cubicBezTo>
                    <a:pt x="1305" y="486"/>
                    <a:pt x="1362" y="457"/>
                    <a:pt x="1397" y="404"/>
                  </a:cubicBezTo>
                  <a:cubicBezTo>
                    <a:pt x="1454" y="320"/>
                    <a:pt x="1432" y="205"/>
                    <a:pt x="1348" y="149"/>
                  </a:cubicBezTo>
                  <a:cubicBezTo>
                    <a:pt x="1205" y="52"/>
                    <a:pt x="1038"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3" name="Google Shape;15623;p31"/>
            <p:cNvSpPr/>
            <p:nvPr/>
          </p:nvSpPr>
          <p:spPr>
            <a:xfrm>
              <a:off x="5899889" y="2258860"/>
              <a:ext cx="49288" cy="65465"/>
            </a:xfrm>
            <a:custGeom>
              <a:rect b="b" l="l" r="r" t="t"/>
              <a:pathLst>
                <a:path extrusionOk="0" h="1728" w="1301">
                  <a:moveTo>
                    <a:pt x="657" y="1"/>
                  </a:moveTo>
                  <a:cubicBezTo>
                    <a:pt x="595" y="1"/>
                    <a:pt x="528" y="9"/>
                    <a:pt x="459" y="30"/>
                  </a:cubicBezTo>
                  <a:cubicBezTo>
                    <a:pt x="268" y="88"/>
                    <a:pt x="129" y="240"/>
                    <a:pt x="103" y="428"/>
                  </a:cubicBezTo>
                  <a:cubicBezTo>
                    <a:pt x="79" y="603"/>
                    <a:pt x="154" y="774"/>
                    <a:pt x="302" y="869"/>
                  </a:cubicBezTo>
                  <a:cubicBezTo>
                    <a:pt x="311" y="874"/>
                    <a:pt x="320" y="879"/>
                    <a:pt x="327" y="884"/>
                  </a:cubicBezTo>
                  <a:cubicBezTo>
                    <a:pt x="336" y="888"/>
                    <a:pt x="522" y="969"/>
                    <a:pt x="735" y="1048"/>
                  </a:cubicBezTo>
                  <a:cubicBezTo>
                    <a:pt x="779" y="1064"/>
                    <a:pt x="920" y="1124"/>
                    <a:pt x="903" y="1218"/>
                  </a:cubicBezTo>
                  <a:cubicBezTo>
                    <a:pt x="891" y="1288"/>
                    <a:pt x="804" y="1360"/>
                    <a:pt x="679" y="1360"/>
                  </a:cubicBezTo>
                  <a:cubicBezTo>
                    <a:pt x="548" y="1360"/>
                    <a:pt x="423" y="1308"/>
                    <a:pt x="342" y="1219"/>
                  </a:cubicBezTo>
                  <a:cubicBezTo>
                    <a:pt x="306" y="1178"/>
                    <a:pt x="256" y="1157"/>
                    <a:pt x="205" y="1157"/>
                  </a:cubicBezTo>
                  <a:cubicBezTo>
                    <a:pt x="161" y="1157"/>
                    <a:pt x="117" y="1173"/>
                    <a:pt x="81" y="1205"/>
                  </a:cubicBezTo>
                  <a:cubicBezTo>
                    <a:pt x="6" y="1273"/>
                    <a:pt x="1" y="1390"/>
                    <a:pt x="69" y="1466"/>
                  </a:cubicBezTo>
                  <a:cubicBezTo>
                    <a:pt x="218" y="1632"/>
                    <a:pt x="441" y="1728"/>
                    <a:pt x="678" y="1728"/>
                  </a:cubicBezTo>
                  <a:cubicBezTo>
                    <a:pt x="971" y="1728"/>
                    <a:pt x="1219" y="1540"/>
                    <a:pt x="1265" y="1282"/>
                  </a:cubicBezTo>
                  <a:cubicBezTo>
                    <a:pt x="1300" y="1086"/>
                    <a:pt x="1211" y="831"/>
                    <a:pt x="860" y="701"/>
                  </a:cubicBezTo>
                  <a:cubicBezTo>
                    <a:pt x="695" y="641"/>
                    <a:pt x="542" y="575"/>
                    <a:pt x="493" y="554"/>
                  </a:cubicBezTo>
                  <a:cubicBezTo>
                    <a:pt x="462" y="528"/>
                    <a:pt x="463" y="493"/>
                    <a:pt x="465" y="478"/>
                  </a:cubicBezTo>
                  <a:cubicBezTo>
                    <a:pt x="468" y="457"/>
                    <a:pt x="483" y="405"/>
                    <a:pt x="563" y="382"/>
                  </a:cubicBezTo>
                  <a:cubicBezTo>
                    <a:pt x="594" y="372"/>
                    <a:pt x="625" y="368"/>
                    <a:pt x="655" y="368"/>
                  </a:cubicBezTo>
                  <a:cubicBezTo>
                    <a:pt x="800" y="368"/>
                    <a:pt x="919" y="462"/>
                    <a:pt x="924" y="466"/>
                  </a:cubicBezTo>
                  <a:cubicBezTo>
                    <a:pt x="959" y="494"/>
                    <a:pt x="1000" y="507"/>
                    <a:pt x="1042" y="507"/>
                  </a:cubicBezTo>
                  <a:cubicBezTo>
                    <a:pt x="1094" y="507"/>
                    <a:pt x="1146" y="485"/>
                    <a:pt x="1182" y="442"/>
                  </a:cubicBezTo>
                  <a:cubicBezTo>
                    <a:pt x="1248" y="363"/>
                    <a:pt x="1237" y="248"/>
                    <a:pt x="1160" y="183"/>
                  </a:cubicBezTo>
                  <a:cubicBezTo>
                    <a:pt x="1151" y="174"/>
                    <a:pt x="941" y="1"/>
                    <a:pt x="65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4" name="Google Shape;15624;p31"/>
            <p:cNvSpPr/>
            <p:nvPr/>
          </p:nvSpPr>
          <p:spPr>
            <a:xfrm>
              <a:off x="5955656" y="2258822"/>
              <a:ext cx="49250" cy="65503"/>
            </a:xfrm>
            <a:custGeom>
              <a:rect b="b" l="l" r="r" t="t"/>
              <a:pathLst>
                <a:path extrusionOk="0" h="1729" w="1300">
                  <a:moveTo>
                    <a:pt x="653" y="0"/>
                  </a:moveTo>
                  <a:cubicBezTo>
                    <a:pt x="591" y="0"/>
                    <a:pt x="526" y="9"/>
                    <a:pt x="458" y="29"/>
                  </a:cubicBezTo>
                  <a:cubicBezTo>
                    <a:pt x="264" y="86"/>
                    <a:pt x="128" y="240"/>
                    <a:pt x="102" y="427"/>
                  </a:cubicBezTo>
                  <a:cubicBezTo>
                    <a:pt x="77" y="603"/>
                    <a:pt x="153" y="772"/>
                    <a:pt x="301" y="869"/>
                  </a:cubicBezTo>
                  <a:cubicBezTo>
                    <a:pt x="309" y="874"/>
                    <a:pt x="317" y="879"/>
                    <a:pt x="327" y="882"/>
                  </a:cubicBezTo>
                  <a:cubicBezTo>
                    <a:pt x="335" y="887"/>
                    <a:pt x="522" y="969"/>
                    <a:pt x="734" y="1048"/>
                  </a:cubicBezTo>
                  <a:cubicBezTo>
                    <a:pt x="778" y="1064"/>
                    <a:pt x="920" y="1123"/>
                    <a:pt x="903" y="1217"/>
                  </a:cubicBezTo>
                  <a:cubicBezTo>
                    <a:pt x="891" y="1289"/>
                    <a:pt x="803" y="1361"/>
                    <a:pt x="679" y="1361"/>
                  </a:cubicBezTo>
                  <a:cubicBezTo>
                    <a:pt x="548" y="1361"/>
                    <a:pt x="422" y="1309"/>
                    <a:pt x="341" y="1220"/>
                  </a:cubicBezTo>
                  <a:cubicBezTo>
                    <a:pt x="305" y="1179"/>
                    <a:pt x="255" y="1158"/>
                    <a:pt x="205" y="1158"/>
                  </a:cubicBezTo>
                  <a:cubicBezTo>
                    <a:pt x="161" y="1158"/>
                    <a:pt x="116" y="1174"/>
                    <a:pt x="81" y="1206"/>
                  </a:cubicBezTo>
                  <a:cubicBezTo>
                    <a:pt x="5" y="1274"/>
                    <a:pt x="0" y="1391"/>
                    <a:pt x="68" y="1467"/>
                  </a:cubicBezTo>
                  <a:cubicBezTo>
                    <a:pt x="218" y="1633"/>
                    <a:pt x="441" y="1729"/>
                    <a:pt x="678" y="1729"/>
                  </a:cubicBezTo>
                  <a:cubicBezTo>
                    <a:pt x="971" y="1729"/>
                    <a:pt x="1218" y="1541"/>
                    <a:pt x="1264" y="1283"/>
                  </a:cubicBezTo>
                  <a:cubicBezTo>
                    <a:pt x="1300" y="1088"/>
                    <a:pt x="1211" y="832"/>
                    <a:pt x="860" y="702"/>
                  </a:cubicBezTo>
                  <a:cubicBezTo>
                    <a:pt x="694" y="642"/>
                    <a:pt x="542" y="576"/>
                    <a:pt x="492" y="555"/>
                  </a:cubicBezTo>
                  <a:cubicBezTo>
                    <a:pt x="462" y="529"/>
                    <a:pt x="463" y="494"/>
                    <a:pt x="466" y="479"/>
                  </a:cubicBezTo>
                  <a:cubicBezTo>
                    <a:pt x="468" y="458"/>
                    <a:pt x="484" y="406"/>
                    <a:pt x="564" y="383"/>
                  </a:cubicBezTo>
                  <a:cubicBezTo>
                    <a:pt x="594" y="374"/>
                    <a:pt x="625" y="370"/>
                    <a:pt x="654" y="370"/>
                  </a:cubicBezTo>
                  <a:cubicBezTo>
                    <a:pt x="800" y="370"/>
                    <a:pt x="921" y="463"/>
                    <a:pt x="925" y="467"/>
                  </a:cubicBezTo>
                  <a:cubicBezTo>
                    <a:pt x="959" y="495"/>
                    <a:pt x="1000" y="508"/>
                    <a:pt x="1042" y="508"/>
                  </a:cubicBezTo>
                  <a:cubicBezTo>
                    <a:pt x="1095" y="508"/>
                    <a:pt x="1147" y="486"/>
                    <a:pt x="1184" y="443"/>
                  </a:cubicBezTo>
                  <a:cubicBezTo>
                    <a:pt x="1248" y="366"/>
                    <a:pt x="1238" y="249"/>
                    <a:pt x="1161" y="184"/>
                  </a:cubicBezTo>
                  <a:cubicBezTo>
                    <a:pt x="1150" y="175"/>
                    <a:pt x="938" y="0"/>
                    <a:pt x="65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5" name="Google Shape;15625;p31"/>
            <p:cNvSpPr/>
            <p:nvPr/>
          </p:nvSpPr>
          <p:spPr>
            <a:xfrm>
              <a:off x="5547407" y="2234234"/>
              <a:ext cx="490042" cy="379873"/>
            </a:xfrm>
            <a:custGeom>
              <a:rect b="b" l="l" r="r" t="t"/>
              <a:pathLst>
                <a:path extrusionOk="0" h="10027" w="12935">
                  <a:moveTo>
                    <a:pt x="6964" y="2262"/>
                  </a:moveTo>
                  <a:lnTo>
                    <a:pt x="6964" y="2831"/>
                  </a:lnTo>
                  <a:cubicBezTo>
                    <a:pt x="6965" y="2932"/>
                    <a:pt x="7047" y="3016"/>
                    <a:pt x="7148" y="3016"/>
                  </a:cubicBezTo>
                  <a:lnTo>
                    <a:pt x="10929" y="3016"/>
                  </a:lnTo>
                  <a:lnTo>
                    <a:pt x="10929" y="7455"/>
                  </a:lnTo>
                  <a:cubicBezTo>
                    <a:pt x="10929" y="7518"/>
                    <a:pt x="10878" y="7568"/>
                    <a:pt x="10814" y="7568"/>
                  </a:cubicBezTo>
                  <a:lnTo>
                    <a:pt x="3163" y="7568"/>
                  </a:lnTo>
                  <a:lnTo>
                    <a:pt x="3163" y="5923"/>
                  </a:lnTo>
                  <a:cubicBezTo>
                    <a:pt x="3163" y="5828"/>
                    <a:pt x="3094" y="5743"/>
                    <a:pt x="2999" y="5733"/>
                  </a:cubicBezTo>
                  <a:cubicBezTo>
                    <a:pt x="2994" y="5733"/>
                    <a:pt x="2989" y="5733"/>
                    <a:pt x="2983" y="5733"/>
                  </a:cubicBezTo>
                  <a:cubicBezTo>
                    <a:pt x="2883" y="5733"/>
                    <a:pt x="2803" y="5814"/>
                    <a:pt x="2803" y="5917"/>
                  </a:cubicBezTo>
                  <a:lnTo>
                    <a:pt x="2803" y="7600"/>
                  </a:lnTo>
                  <a:lnTo>
                    <a:pt x="2033" y="7600"/>
                  </a:lnTo>
                  <a:cubicBezTo>
                    <a:pt x="1970" y="7600"/>
                    <a:pt x="1919" y="7550"/>
                    <a:pt x="1919" y="7487"/>
                  </a:cubicBezTo>
                  <a:lnTo>
                    <a:pt x="1919" y="2408"/>
                  </a:lnTo>
                  <a:cubicBezTo>
                    <a:pt x="1919" y="2345"/>
                    <a:pt x="1970" y="2294"/>
                    <a:pt x="2033" y="2294"/>
                  </a:cubicBezTo>
                  <a:lnTo>
                    <a:pt x="2803" y="2294"/>
                  </a:lnTo>
                  <a:lnTo>
                    <a:pt x="2803" y="5105"/>
                  </a:lnTo>
                  <a:cubicBezTo>
                    <a:pt x="2803" y="5200"/>
                    <a:pt x="2872" y="5285"/>
                    <a:pt x="2966" y="5295"/>
                  </a:cubicBezTo>
                  <a:cubicBezTo>
                    <a:pt x="2971" y="5295"/>
                    <a:pt x="2977" y="5295"/>
                    <a:pt x="2982" y="5295"/>
                  </a:cubicBezTo>
                  <a:cubicBezTo>
                    <a:pt x="3083" y="5295"/>
                    <a:pt x="3163" y="5214"/>
                    <a:pt x="3163" y="5111"/>
                  </a:cubicBezTo>
                  <a:lnTo>
                    <a:pt x="3163" y="2262"/>
                  </a:lnTo>
                  <a:close/>
                  <a:moveTo>
                    <a:pt x="6964" y="1410"/>
                  </a:moveTo>
                  <a:lnTo>
                    <a:pt x="6964" y="1901"/>
                  </a:lnTo>
                  <a:lnTo>
                    <a:pt x="2041" y="1901"/>
                  </a:lnTo>
                  <a:cubicBezTo>
                    <a:pt x="1774" y="1901"/>
                    <a:pt x="1557" y="2117"/>
                    <a:pt x="1557" y="2384"/>
                  </a:cubicBezTo>
                  <a:lnTo>
                    <a:pt x="1557" y="7479"/>
                  </a:lnTo>
                  <a:cubicBezTo>
                    <a:pt x="1557" y="7746"/>
                    <a:pt x="1774" y="7962"/>
                    <a:pt x="2041" y="7962"/>
                  </a:cubicBezTo>
                  <a:lnTo>
                    <a:pt x="10805" y="7962"/>
                  </a:lnTo>
                  <a:cubicBezTo>
                    <a:pt x="11072" y="7962"/>
                    <a:pt x="11289" y="7746"/>
                    <a:pt x="11289" y="7479"/>
                  </a:cubicBezTo>
                  <a:lnTo>
                    <a:pt x="11289" y="3048"/>
                  </a:lnTo>
                  <a:lnTo>
                    <a:pt x="11714" y="3048"/>
                  </a:lnTo>
                  <a:lnTo>
                    <a:pt x="11714" y="7985"/>
                  </a:lnTo>
                  <a:cubicBezTo>
                    <a:pt x="11714" y="8244"/>
                    <a:pt x="11505" y="8453"/>
                    <a:pt x="11245" y="8453"/>
                  </a:cubicBezTo>
                  <a:lnTo>
                    <a:pt x="1601" y="8453"/>
                  </a:lnTo>
                  <a:cubicBezTo>
                    <a:pt x="1342" y="8453"/>
                    <a:pt x="1132" y="8244"/>
                    <a:pt x="1132" y="7985"/>
                  </a:cubicBezTo>
                  <a:lnTo>
                    <a:pt x="1132" y="1879"/>
                  </a:lnTo>
                  <a:cubicBezTo>
                    <a:pt x="1132" y="1619"/>
                    <a:pt x="1342" y="1410"/>
                    <a:pt x="1601" y="1410"/>
                  </a:cubicBezTo>
                  <a:close/>
                  <a:moveTo>
                    <a:pt x="7553" y="8815"/>
                  </a:moveTo>
                  <a:lnTo>
                    <a:pt x="7553" y="8862"/>
                  </a:lnTo>
                  <a:cubicBezTo>
                    <a:pt x="7553" y="8963"/>
                    <a:pt x="7473" y="9044"/>
                    <a:pt x="7372" y="9044"/>
                  </a:cubicBezTo>
                  <a:lnTo>
                    <a:pt x="5508" y="9044"/>
                  </a:lnTo>
                  <a:cubicBezTo>
                    <a:pt x="5406" y="9044"/>
                    <a:pt x="5326" y="8962"/>
                    <a:pt x="5326" y="8862"/>
                  </a:cubicBezTo>
                  <a:lnTo>
                    <a:pt x="5326" y="8815"/>
                  </a:lnTo>
                  <a:close/>
                  <a:moveTo>
                    <a:pt x="12209" y="8848"/>
                  </a:moveTo>
                  <a:cubicBezTo>
                    <a:pt x="12275" y="8848"/>
                    <a:pt x="12329" y="8901"/>
                    <a:pt x="12329" y="8964"/>
                  </a:cubicBezTo>
                  <a:cubicBezTo>
                    <a:pt x="12331" y="9352"/>
                    <a:pt x="12017" y="9666"/>
                    <a:pt x="11630" y="9666"/>
                  </a:cubicBezTo>
                  <a:lnTo>
                    <a:pt x="1263" y="9666"/>
                  </a:lnTo>
                  <a:cubicBezTo>
                    <a:pt x="877" y="9666"/>
                    <a:pt x="561" y="9350"/>
                    <a:pt x="562" y="8964"/>
                  </a:cubicBezTo>
                  <a:cubicBezTo>
                    <a:pt x="562" y="8899"/>
                    <a:pt x="618" y="8848"/>
                    <a:pt x="683" y="8848"/>
                  </a:cubicBezTo>
                  <a:lnTo>
                    <a:pt x="4966" y="8848"/>
                  </a:lnTo>
                  <a:lnTo>
                    <a:pt x="4966" y="8887"/>
                  </a:lnTo>
                  <a:cubicBezTo>
                    <a:pt x="4966" y="9191"/>
                    <a:pt x="5213" y="9437"/>
                    <a:pt x="5516" y="9437"/>
                  </a:cubicBezTo>
                  <a:lnTo>
                    <a:pt x="7365" y="9437"/>
                  </a:lnTo>
                  <a:cubicBezTo>
                    <a:pt x="7669" y="9437"/>
                    <a:pt x="7915" y="9191"/>
                    <a:pt x="7915" y="8887"/>
                  </a:cubicBezTo>
                  <a:lnTo>
                    <a:pt x="7915" y="8848"/>
                  </a:lnTo>
                  <a:close/>
                  <a:moveTo>
                    <a:pt x="7150" y="0"/>
                  </a:moveTo>
                  <a:cubicBezTo>
                    <a:pt x="7049" y="0"/>
                    <a:pt x="6966" y="83"/>
                    <a:pt x="6966" y="185"/>
                  </a:cubicBezTo>
                  <a:lnTo>
                    <a:pt x="6966" y="1049"/>
                  </a:lnTo>
                  <a:lnTo>
                    <a:pt x="1612" y="1049"/>
                  </a:lnTo>
                  <a:cubicBezTo>
                    <a:pt x="1149" y="1049"/>
                    <a:pt x="774" y="1424"/>
                    <a:pt x="774" y="1886"/>
                  </a:cubicBezTo>
                  <a:lnTo>
                    <a:pt x="774" y="7981"/>
                  </a:lnTo>
                  <a:cubicBezTo>
                    <a:pt x="774" y="8157"/>
                    <a:pt x="827" y="8319"/>
                    <a:pt x="918" y="8453"/>
                  </a:cubicBezTo>
                  <a:lnTo>
                    <a:pt x="468" y="8453"/>
                  </a:lnTo>
                  <a:cubicBezTo>
                    <a:pt x="324" y="8453"/>
                    <a:pt x="194" y="8553"/>
                    <a:pt x="161" y="8694"/>
                  </a:cubicBezTo>
                  <a:cubicBezTo>
                    <a:pt x="1" y="9399"/>
                    <a:pt x="535" y="10027"/>
                    <a:pt x="1214" y="10027"/>
                  </a:cubicBezTo>
                  <a:lnTo>
                    <a:pt x="11724" y="10027"/>
                  </a:lnTo>
                  <a:cubicBezTo>
                    <a:pt x="12402" y="10027"/>
                    <a:pt x="12935" y="9399"/>
                    <a:pt x="12776" y="8694"/>
                  </a:cubicBezTo>
                  <a:cubicBezTo>
                    <a:pt x="12743" y="8552"/>
                    <a:pt x="12615" y="8453"/>
                    <a:pt x="12469" y="8453"/>
                  </a:cubicBezTo>
                  <a:lnTo>
                    <a:pt x="11970" y="8453"/>
                  </a:lnTo>
                  <a:cubicBezTo>
                    <a:pt x="12059" y="8320"/>
                    <a:pt x="12111" y="8158"/>
                    <a:pt x="12111" y="7984"/>
                  </a:cubicBezTo>
                  <a:lnTo>
                    <a:pt x="12111" y="3016"/>
                  </a:lnTo>
                  <a:lnTo>
                    <a:pt x="12547" y="3016"/>
                  </a:lnTo>
                  <a:cubicBezTo>
                    <a:pt x="12649" y="3016"/>
                    <a:pt x="12731" y="2933"/>
                    <a:pt x="12731" y="2830"/>
                  </a:cubicBezTo>
                  <a:lnTo>
                    <a:pt x="12731" y="182"/>
                  </a:lnTo>
                  <a:cubicBezTo>
                    <a:pt x="12731" y="81"/>
                    <a:pt x="12651" y="0"/>
                    <a:pt x="12549" y="0"/>
                  </a:cubicBezTo>
                  <a:lnTo>
                    <a:pt x="10737" y="0"/>
                  </a:lnTo>
                  <a:cubicBezTo>
                    <a:pt x="10642" y="0"/>
                    <a:pt x="10557" y="69"/>
                    <a:pt x="10549" y="164"/>
                  </a:cubicBezTo>
                  <a:cubicBezTo>
                    <a:pt x="10540" y="271"/>
                    <a:pt x="10624" y="360"/>
                    <a:pt x="10729" y="360"/>
                  </a:cubicBezTo>
                  <a:lnTo>
                    <a:pt x="12371" y="360"/>
                  </a:lnTo>
                  <a:lnTo>
                    <a:pt x="12371" y="2654"/>
                  </a:lnTo>
                  <a:lnTo>
                    <a:pt x="7359" y="2654"/>
                  </a:lnTo>
                  <a:lnTo>
                    <a:pt x="7359" y="360"/>
                  </a:lnTo>
                  <a:lnTo>
                    <a:pt x="9769" y="360"/>
                  </a:lnTo>
                  <a:cubicBezTo>
                    <a:pt x="9865" y="360"/>
                    <a:pt x="9950" y="290"/>
                    <a:pt x="9957" y="197"/>
                  </a:cubicBezTo>
                  <a:cubicBezTo>
                    <a:pt x="9966" y="89"/>
                    <a:pt x="9883" y="0"/>
                    <a:pt x="97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6" name="Google Shape;15626;p31"/>
            <p:cNvSpPr/>
            <p:nvPr/>
          </p:nvSpPr>
          <p:spPr>
            <a:xfrm>
              <a:off x="5847001" y="2368347"/>
              <a:ext cx="35915" cy="13676"/>
            </a:xfrm>
            <a:custGeom>
              <a:rect b="b" l="l" r="r" t="t"/>
              <a:pathLst>
                <a:path extrusionOk="0" h="361" w="948">
                  <a:moveTo>
                    <a:pt x="199" y="0"/>
                  </a:moveTo>
                  <a:cubicBezTo>
                    <a:pt x="104" y="0"/>
                    <a:pt x="19" y="69"/>
                    <a:pt x="11" y="164"/>
                  </a:cubicBezTo>
                  <a:cubicBezTo>
                    <a:pt x="0" y="270"/>
                    <a:pt x="85" y="361"/>
                    <a:pt x="190" y="361"/>
                  </a:cubicBezTo>
                  <a:lnTo>
                    <a:pt x="749" y="361"/>
                  </a:lnTo>
                  <a:cubicBezTo>
                    <a:pt x="845" y="361"/>
                    <a:pt x="930" y="291"/>
                    <a:pt x="938" y="197"/>
                  </a:cubicBezTo>
                  <a:cubicBezTo>
                    <a:pt x="947" y="89"/>
                    <a:pt x="863"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7" name="Google Shape;15627;p31"/>
            <p:cNvSpPr/>
            <p:nvPr/>
          </p:nvSpPr>
          <p:spPr>
            <a:xfrm>
              <a:off x="5847039" y="2426614"/>
              <a:ext cx="35877" cy="13714"/>
            </a:xfrm>
            <a:custGeom>
              <a:rect b="b" l="l" r="r" t="t"/>
              <a:pathLst>
                <a:path extrusionOk="0" h="362" w="947">
                  <a:moveTo>
                    <a:pt x="198" y="1"/>
                  </a:moveTo>
                  <a:cubicBezTo>
                    <a:pt x="103" y="1"/>
                    <a:pt x="18" y="70"/>
                    <a:pt x="10" y="164"/>
                  </a:cubicBezTo>
                  <a:cubicBezTo>
                    <a:pt x="0" y="272"/>
                    <a:pt x="84" y="361"/>
                    <a:pt x="189" y="361"/>
                  </a:cubicBezTo>
                  <a:lnTo>
                    <a:pt x="748" y="361"/>
                  </a:lnTo>
                  <a:cubicBezTo>
                    <a:pt x="844" y="361"/>
                    <a:pt x="929" y="291"/>
                    <a:pt x="937" y="197"/>
                  </a:cubicBezTo>
                  <a:cubicBezTo>
                    <a:pt x="946" y="91"/>
                    <a:pt x="862"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8" name="Google Shape;15628;p31"/>
            <p:cNvSpPr/>
            <p:nvPr/>
          </p:nvSpPr>
          <p:spPr>
            <a:xfrm>
              <a:off x="5847039" y="2456430"/>
              <a:ext cx="35877" cy="13676"/>
            </a:xfrm>
            <a:custGeom>
              <a:rect b="b" l="l" r="r" t="t"/>
              <a:pathLst>
                <a:path extrusionOk="0" h="361" w="947">
                  <a:moveTo>
                    <a:pt x="198" y="0"/>
                  </a:moveTo>
                  <a:cubicBezTo>
                    <a:pt x="103" y="0"/>
                    <a:pt x="18" y="70"/>
                    <a:pt x="10" y="164"/>
                  </a:cubicBezTo>
                  <a:cubicBezTo>
                    <a:pt x="0" y="272"/>
                    <a:pt x="84" y="361"/>
                    <a:pt x="189" y="361"/>
                  </a:cubicBezTo>
                  <a:lnTo>
                    <a:pt x="748" y="361"/>
                  </a:lnTo>
                  <a:cubicBezTo>
                    <a:pt x="844" y="361"/>
                    <a:pt x="929" y="292"/>
                    <a:pt x="937" y="197"/>
                  </a:cubicBezTo>
                  <a:cubicBezTo>
                    <a:pt x="946" y="89"/>
                    <a:pt x="862"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9" name="Google Shape;15629;p31"/>
            <p:cNvSpPr/>
            <p:nvPr/>
          </p:nvSpPr>
          <p:spPr>
            <a:xfrm>
              <a:off x="5749258" y="2484995"/>
              <a:ext cx="35877" cy="13676"/>
            </a:xfrm>
            <a:custGeom>
              <a:rect b="b" l="l" r="r" t="t"/>
              <a:pathLst>
                <a:path extrusionOk="0" h="361" w="947">
                  <a:moveTo>
                    <a:pt x="199" y="0"/>
                  </a:moveTo>
                  <a:cubicBezTo>
                    <a:pt x="103" y="0"/>
                    <a:pt x="19" y="70"/>
                    <a:pt x="10" y="164"/>
                  </a:cubicBezTo>
                  <a:cubicBezTo>
                    <a:pt x="1" y="272"/>
                    <a:pt x="86" y="361"/>
                    <a:pt x="190" y="361"/>
                  </a:cubicBezTo>
                  <a:lnTo>
                    <a:pt x="749" y="361"/>
                  </a:lnTo>
                  <a:cubicBezTo>
                    <a:pt x="845" y="361"/>
                    <a:pt x="930" y="292"/>
                    <a:pt x="937" y="197"/>
                  </a:cubicBezTo>
                  <a:cubicBezTo>
                    <a:pt x="947"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0" name="Google Shape;15630;p31"/>
            <p:cNvSpPr/>
            <p:nvPr/>
          </p:nvSpPr>
          <p:spPr>
            <a:xfrm>
              <a:off x="5804153" y="2484995"/>
              <a:ext cx="78308" cy="13676"/>
            </a:xfrm>
            <a:custGeom>
              <a:rect b="b" l="l" r="r" t="t"/>
              <a:pathLst>
                <a:path extrusionOk="0" h="361" w="2067">
                  <a:moveTo>
                    <a:pt x="198" y="0"/>
                  </a:moveTo>
                  <a:cubicBezTo>
                    <a:pt x="103" y="0"/>
                    <a:pt x="17" y="70"/>
                    <a:pt x="10" y="164"/>
                  </a:cubicBezTo>
                  <a:cubicBezTo>
                    <a:pt x="0" y="272"/>
                    <a:pt x="84" y="361"/>
                    <a:pt x="189" y="361"/>
                  </a:cubicBezTo>
                  <a:lnTo>
                    <a:pt x="1868" y="361"/>
                  </a:lnTo>
                  <a:cubicBezTo>
                    <a:pt x="1963" y="361"/>
                    <a:pt x="2048" y="292"/>
                    <a:pt x="2056" y="197"/>
                  </a:cubicBezTo>
                  <a:cubicBezTo>
                    <a:pt x="2067" y="89"/>
                    <a:pt x="1983"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1" name="Google Shape;15631;p31"/>
            <p:cNvSpPr/>
            <p:nvPr/>
          </p:nvSpPr>
          <p:spPr>
            <a:xfrm>
              <a:off x="5792485" y="2426614"/>
              <a:ext cx="35536" cy="13714"/>
            </a:xfrm>
            <a:custGeom>
              <a:rect b="b" l="l" r="r" t="t"/>
              <a:pathLst>
                <a:path extrusionOk="0" h="362" w="938">
                  <a:moveTo>
                    <a:pt x="198" y="1"/>
                  </a:moveTo>
                  <a:cubicBezTo>
                    <a:pt x="103" y="1"/>
                    <a:pt x="18" y="70"/>
                    <a:pt x="10" y="164"/>
                  </a:cubicBezTo>
                  <a:cubicBezTo>
                    <a:pt x="0" y="272"/>
                    <a:pt x="84" y="361"/>
                    <a:pt x="189" y="361"/>
                  </a:cubicBezTo>
                  <a:lnTo>
                    <a:pt x="758" y="361"/>
                  </a:lnTo>
                  <a:cubicBezTo>
                    <a:pt x="758" y="361"/>
                    <a:pt x="759" y="361"/>
                    <a:pt x="760" y="361"/>
                  </a:cubicBezTo>
                  <a:cubicBezTo>
                    <a:pt x="859" y="361"/>
                    <a:pt x="938" y="280"/>
                    <a:pt x="938" y="181"/>
                  </a:cubicBezTo>
                  <a:cubicBezTo>
                    <a:pt x="938" y="81"/>
                    <a:pt x="857"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2" name="Google Shape;15632;p31"/>
            <p:cNvSpPr/>
            <p:nvPr/>
          </p:nvSpPr>
          <p:spPr>
            <a:xfrm>
              <a:off x="5703758" y="2426614"/>
              <a:ext cx="74974" cy="13714"/>
            </a:xfrm>
            <a:custGeom>
              <a:rect b="b" l="l" r="r" t="t"/>
              <a:pathLst>
                <a:path extrusionOk="0" h="362" w="1979">
                  <a:moveTo>
                    <a:pt x="198" y="1"/>
                  </a:moveTo>
                  <a:cubicBezTo>
                    <a:pt x="103" y="1"/>
                    <a:pt x="17" y="70"/>
                    <a:pt x="10" y="164"/>
                  </a:cubicBezTo>
                  <a:cubicBezTo>
                    <a:pt x="0" y="272"/>
                    <a:pt x="84" y="361"/>
                    <a:pt x="189" y="361"/>
                  </a:cubicBezTo>
                  <a:lnTo>
                    <a:pt x="1798" y="361"/>
                  </a:lnTo>
                  <a:cubicBezTo>
                    <a:pt x="1798" y="361"/>
                    <a:pt x="1799" y="361"/>
                    <a:pt x="1800" y="361"/>
                  </a:cubicBezTo>
                  <a:cubicBezTo>
                    <a:pt x="1898" y="361"/>
                    <a:pt x="1979" y="280"/>
                    <a:pt x="1979" y="181"/>
                  </a:cubicBezTo>
                  <a:cubicBezTo>
                    <a:pt x="1979" y="81"/>
                    <a:pt x="1897"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3" name="Google Shape;15633;p31"/>
            <p:cNvSpPr/>
            <p:nvPr/>
          </p:nvSpPr>
          <p:spPr>
            <a:xfrm>
              <a:off x="5704630" y="2368347"/>
              <a:ext cx="122747" cy="13676"/>
            </a:xfrm>
            <a:custGeom>
              <a:rect b="b" l="l" r="r" t="t"/>
              <a:pathLst>
                <a:path extrusionOk="0" h="361" w="3240">
                  <a:moveTo>
                    <a:pt x="180" y="0"/>
                  </a:moveTo>
                  <a:cubicBezTo>
                    <a:pt x="81" y="0"/>
                    <a:pt x="1" y="80"/>
                    <a:pt x="1" y="179"/>
                  </a:cubicBezTo>
                  <a:cubicBezTo>
                    <a:pt x="1" y="279"/>
                    <a:pt x="82" y="361"/>
                    <a:pt x="182" y="361"/>
                  </a:cubicBezTo>
                  <a:lnTo>
                    <a:pt x="3042" y="361"/>
                  </a:lnTo>
                  <a:cubicBezTo>
                    <a:pt x="3137" y="361"/>
                    <a:pt x="3223" y="291"/>
                    <a:pt x="3231" y="197"/>
                  </a:cubicBezTo>
                  <a:cubicBezTo>
                    <a:pt x="3240" y="89"/>
                    <a:pt x="3156" y="0"/>
                    <a:pt x="3051" y="0"/>
                  </a:cubicBezTo>
                  <a:lnTo>
                    <a:pt x="182" y="0"/>
                  </a:lnTo>
                  <a:cubicBezTo>
                    <a:pt x="181" y="0"/>
                    <a:pt x="180"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4" name="Google Shape;15634;p31"/>
            <p:cNvSpPr/>
            <p:nvPr/>
          </p:nvSpPr>
          <p:spPr>
            <a:xfrm>
              <a:off x="5702963" y="2398087"/>
              <a:ext cx="180787" cy="13714"/>
            </a:xfrm>
            <a:custGeom>
              <a:rect b="b" l="l" r="r" t="t"/>
              <a:pathLst>
                <a:path extrusionOk="0" h="362" w="4772">
                  <a:moveTo>
                    <a:pt x="200" y="1"/>
                  </a:moveTo>
                  <a:cubicBezTo>
                    <a:pt x="104" y="1"/>
                    <a:pt x="19" y="70"/>
                    <a:pt x="10" y="164"/>
                  </a:cubicBezTo>
                  <a:cubicBezTo>
                    <a:pt x="1" y="272"/>
                    <a:pt x="85" y="361"/>
                    <a:pt x="193" y="361"/>
                  </a:cubicBezTo>
                  <a:lnTo>
                    <a:pt x="4562" y="361"/>
                  </a:lnTo>
                  <a:cubicBezTo>
                    <a:pt x="4650" y="361"/>
                    <a:pt x="4729" y="303"/>
                    <a:pt x="4748" y="217"/>
                  </a:cubicBezTo>
                  <a:cubicBezTo>
                    <a:pt x="4771" y="101"/>
                    <a:pt x="4681"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5" name="Google Shape;15635;p31"/>
            <p:cNvSpPr/>
            <p:nvPr/>
          </p:nvSpPr>
          <p:spPr>
            <a:xfrm>
              <a:off x="5898411" y="2368347"/>
              <a:ext cx="27618" cy="13676"/>
            </a:xfrm>
            <a:custGeom>
              <a:rect b="b" l="l" r="r" t="t"/>
              <a:pathLst>
                <a:path extrusionOk="0" h="361" w="729">
                  <a:moveTo>
                    <a:pt x="199" y="0"/>
                  </a:moveTo>
                  <a:cubicBezTo>
                    <a:pt x="103" y="0"/>
                    <a:pt x="19" y="69"/>
                    <a:pt x="10" y="164"/>
                  </a:cubicBezTo>
                  <a:cubicBezTo>
                    <a:pt x="1" y="270"/>
                    <a:pt x="85" y="361"/>
                    <a:pt x="189" y="361"/>
                  </a:cubicBezTo>
                  <a:lnTo>
                    <a:pt x="532" y="361"/>
                  </a:lnTo>
                  <a:cubicBezTo>
                    <a:pt x="627" y="361"/>
                    <a:pt x="712" y="291"/>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6" name="Google Shape;15636;p31"/>
            <p:cNvSpPr/>
            <p:nvPr/>
          </p:nvSpPr>
          <p:spPr>
            <a:xfrm>
              <a:off x="5898411" y="2398087"/>
              <a:ext cx="27618" cy="13714"/>
            </a:xfrm>
            <a:custGeom>
              <a:rect b="b" l="l" r="r" t="t"/>
              <a:pathLst>
                <a:path extrusionOk="0" h="362" w="729">
                  <a:moveTo>
                    <a:pt x="199" y="1"/>
                  </a:moveTo>
                  <a:cubicBezTo>
                    <a:pt x="103" y="1"/>
                    <a:pt x="19" y="70"/>
                    <a:pt x="10" y="164"/>
                  </a:cubicBezTo>
                  <a:cubicBezTo>
                    <a:pt x="1" y="272"/>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7" name="Google Shape;15637;p31"/>
            <p:cNvSpPr/>
            <p:nvPr/>
          </p:nvSpPr>
          <p:spPr>
            <a:xfrm>
              <a:off x="5898411" y="2426652"/>
              <a:ext cx="27618" cy="13714"/>
            </a:xfrm>
            <a:custGeom>
              <a:rect b="b" l="l" r="r" t="t"/>
              <a:pathLst>
                <a:path extrusionOk="0" h="362" w="729">
                  <a:moveTo>
                    <a:pt x="199" y="1"/>
                  </a:moveTo>
                  <a:cubicBezTo>
                    <a:pt x="103" y="1"/>
                    <a:pt x="19" y="70"/>
                    <a:pt x="10" y="164"/>
                  </a:cubicBezTo>
                  <a:cubicBezTo>
                    <a:pt x="1" y="271"/>
                    <a:pt x="85" y="361"/>
                    <a:pt x="189" y="361"/>
                  </a:cubicBezTo>
                  <a:lnTo>
                    <a:pt x="532" y="361"/>
                  </a:lnTo>
                  <a:cubicBezTo>
                    <a:pt x="627" y="361"/>
                    <a:pt x="712" y="292"/>
                    <a:pt x="720" y="198"/>
                  </a:cubicBezTo>
                  <a:cubicBezTo>
                    <a:pt x="729" y="90"/>
                    <a:pt x="645"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8" name="Google Shape;15638;p31"/>
            <p:cNvSpPr/>
            <p:nvPr/>
          </p:nvSpPr>
          <p:spPr>
            <a:xfrm>
              <a:off x="5898411" y="2456430"/>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9" name="Google Shape;15639;p31"/>
            <p:cNvSpPr/>
            <p:nvPr/>
          </p:nvSpPr>
          <p:spPr>
            <a:xfrm>
              <a:off x="5898411" y="2484995"/>
              <a:ext cx="27618" cy="13676"/>
            </a:xfrm>
            <a:custGeom>
              <a:rect b="b" l="l" r="r" t="t"/>
              <a:pathLst>
                <a:path extrusionOk="0" h="361" w="729">
                  <a:moveTo>
                    <a:pt x="199" y="0"/>
                  </a:moveTo>
                  <a:cubicBezTo>
                    <a:pt x="103" y="0"/>
                    <a:pt x="19" y="70"/>
                    <a:pt x="10" y="164"/>
                  </a:cubicBezTo>
                  <a:cubicBezTo>
                    <a:pt x="1" y="272"/>
                    <a:pt x="85" y="361"/>
                    <a:pt x="189" y="361"/>
                  </a:cubicBezTo>
                  <a:lnTo>
                    <a:pt x="532" y="361"/>
                  </a:lnTo>
                  <a:cubicBezTo>
                    <a:pt x="627" y="361"/>
                    <a:pt x="712" y="292"/>
                    <a:pt x="720" y="197"/>
                  </a:cubicBezTo>
                  <a:cubicBezTo>
                    <a:pt x="729" y="89"/>
                    <a:pt x="645"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40" name="Google Shape;15640;p31"/>
          <p:cNvGrpSpPr/>
          <p:nvPr/>
        </p:nvGrpSpPr>
        <p:grpSpPr>
          <a:xfrm>
            <a:off x="4739267" y="2728423"/>
            <a:ext cx="449547" cy="398061"/>
            <a:chOff x="4749246" y="2213170"/>
            <a:chExt cx="476669" cy="422077"/>
          </a:xfrm>
        </p:grpSpPr>
        <p:sp>
          <p:nvSpPr>
            <p:cNvPr id="15641" name="Google Shape;15641;p31"/>
            <p:cNvSpPr/>
            <p:nvPr/>
          </p:nvSpPr>
          <p:spPr>
            <a:xfrm>
              <a:off x="4797208" y="2239841"/>
              <a:ext cx="20572" cy="18753"/>
            </a:xfrm>
            <a:custGeom>
              <a:rect b="b" l="l" r="r" t="t"/>
              <a:pathLst>
                <a:path extrusionOk="0" h="495" w="543">
                  <a:moveTo>
                    <a:pt x="272" y="1"/>
                  </a:moveTo>
                  <a:cubicBezTo>
                    <a:pt x="209" y="1"/>
                    <a:pt x="146" y="25"/>
                    <a:pt x="97" y="73"/>
                  </a:cubicBezTo>
                  <a:cubicBezTo>
                    <a:pt x="1" y="170"/>
                    <a:pt x="1" y="325"/>
                    <a:pt x="97" y="422"/>
                  </a:cubicBezTo>
                  <a:cubicBezTo>
                    <a:pt x="145" y="470"/>
                    <a:pt x="208" y="494"/>
                    <a:pt x="271" y="494"/>
                  </a:cubicBezTo>
                  <a:cubicBezTo>
                    <a:pt x="334" y="494"/>
                    <a:pt x="397" y="470"/>
                    <a:pt x="446" y="422"/>
                  </a:cubicBezTo>
                  <a:cubicBezTo>
                    <a:pt x="542" y="327"/>
                    <a:pt x="542" y="171"/>
                    <a:pt x="446" y="73"/>
                  </a:cubicBezTo>
                  <a:cubicBezTo>
                    <a:pt x="398" y="25"/>
                    <a:pt x="335"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2" name="Google Shape;15642;p31"/>
            <p:cNvSpPr/>
            <p:nvPr/>
          </p:nvSpPr>
          <p:spPr>
            <a:xfrm>
              <a:off x="4832668" y="2239841"/>
              <a:ext cx="21253" cy="18753"/>
            </a:xfrm>
            <a:custGeom>
              <a:rect b="b" l="l" r="r" t="t"/>
              <a:pathLst>
                <a:path extrusionOk="0" h="495" w="561">
                  <a:moveTo>
                    <a:pt x="281" y="1"/>
                  </a:moveTo>
                  <a:cubicBezTo>
                    <a:pt x="184" y="1"/>
                    <a:pt x="92" y="59"/>
                    <a:pt x="52" y="154"/>
                  </a:cubicBezTo>
                  <a:cubicBezTo>
                    <a:pt x="0" y="280"/>
                    <a:pt x="61" y="423"/>
                    <a:pt x="186" y="475"/>
                  </a:cubicBezTo>
                  <a:cubicBezTo>
                    <a:pt x="217" y="488"/>
                    <a:pt x="249" y="494"/>
                    <a:pt x="281" y="494"/>
                  </a:cubicBezTo>
                  <a:cubicBezTo>
                    <a:pt x="377" y="494"/>
                    <a:pt x="469" y="437"/>
                    <a:pt x="508" y="342"/>
                  </a:cubicBezTo>
                  <a:cubicBezTo>
                    <a:pt x="560" y="217"/>
                    <a:pt x="501" y="72"/>
                    <a:pt x="375" y="20"/>
                  </a:cubicBezTo>
                  <a:cubicBezTo>
                    <a:pt x="344" y="7"/>
                    <a:pt x="31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3" name="Google Shape;15643;p31"/>
            <p:cNvSpPr/>
            <p:nvPr/>
          </p:nvSpPr>
          <p:spPr>
            <a:xfrm>
              <a:off x="4869682" y="2239879"/>
              <a:ext cx="18677" cy="18715"/>
            </a:xfrm>
            <a:custGeom>
              <a:rect b="b" l="l" r="r" t="t"/>
              <a:pathLst>
                <a:path extrusionOk="0" h="494" w="493">
                  <a:moveTo>
                    <a:pt x="246" y="1"/>
                  </a:moveTo>
                  <a:cubicBezTo>
                    <a:pt x="110" y="1"/>
                    <a:pt x="0" y="111"/>
                    <a:pt x="0" y="247"/>
                  </a:cubicBezTo>
                  <a:cubicBezTo>
                    <a:pt x="0" y="383"/>
                    <a:pt x="110" y="493"/>
                    <a:pt x="246" y="493"/>
                  </a:cubicBezTo>
                  <a:cubicBezTo>
                    <a:pt x="382" y="493"/>
                    <a:pt x="492" y="383"/>
                    <a:pt x="492" y="247"/>
                  </a:cubicBezTo>
                  <a:cubicBezTo>
                    <a:pt x="492" y="111"/>
                    <a:pt x="382"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4" name="Google Shape;15644;p31"/>
            <p:cNvSpPr/>
            <p:nvPr/>
          </p:nvSpPr>
          <p:spPr>
            <a:xfrm>
              <a:off x="4749246" y="2213170"/>
              <a:ext cx="476669" cy="422077"/>
            </a:xfrm>
            <a:custGeom>
              <a:rect b="b" l="l" r="r" t="t"/>
              <a:pathLst>
                <a:path extrusionOk="0" h="11141" w="12582">
                  <a:moveTo>
                    <a:pt x="4466" y="0"/>
                  </a:moveTo>
                  <a:cubicBezTo>
                    <a:pt x="4364" y="0"/>
                    <a:pt x="4281" y="83"/>
                    <a:pt x="4281" y="184"/>
                  </a:cubicBezTo>
                  <a:cubicBezTo>
                    <a:pt x="4281" y="287"/>
                    <a:pt x="4466" y="361"/>
                    <a:pt x="4466" y="361"/>
                  </a:cubicBezTo>
                  <a:lnTo>
                    <a:pt x="11969" y="361"/>
                  </a:lnTo>
                  <a:cubicBezTo>
                    <a:pt x="12108" y="361"/>
                    <a:pt x="12220" y="473"/>
                    <a:pt x="12220" y="613"/>
                  </a:cubicBezTo>
                  <a:lnTo>
                    <a:pt x="12220" y="1573"/>
                  </a:lnTo>
                  <a:lnTo>
                    <a:pt x="359" y="1573"/>
                  </a:lnTo>
                  <a:lnTo>
                    <a:pt x="359" y="552"/>
                  </a:lnTo>
                  <a:cubicBezTo>
                    <a:pt x="359" y="447"/>
                    <a:pt x="445" y="361"/>
                    <a:pt x="550" y="361"/>
                  </a:cubicBezTo>
                  <a:lnTo>
                    <a:pt x="3556" y="361"/>
                  </a:lnTo>
                  <a:cubicBezTo>
                    <a:pt x="3604" y="361"/>
                    <a:pt x="3651" y="337"/>
                    <a:pt x="3678" y="296"/>
                  </a:cubicBezTo>
                  <a:cubicBezTo>
                    <a:pt x="3772" y="153"/>
                    <a:pt x="3671" y="1"/>
                    <a:pt x="3535" y="1"/>
                  </a:cubicBezTo>
                  <a:lnTo>
                    <a:pt x="621" y="1"/>
                  </a:lnTo>
                  <a:cubicBezTo>
                    <a:pt x="278" y="1"/>
                    <a:pt x="1" y="279"/>
                    <a:pt x="1" y="621"/>
                  </a:cubicBezTo>
                  <a:lnTo>
                    <a:pt x="1" y="10521"/>
                  </a:lnTo>
                  <a:cubicBezTo>
                    <a:pt x="1" y="10863"/>
                    <a:pt x="278" y="11141"/>
                    <a:pt x="621" y="11141"/>
                  </a:cubicBezTo>
                  <a:lnTo>
                    <a:pt x="12391" y="11141"/>
                  </a:lnTo>
                  <a:cubicBezTo>
                    <a:pt x="12496" y="11141"/>
                    <a:pt x="12581" y="11056"/>
                    <a:pt x="12581" y="10950"/>
                  </a:cubicBezTo>
                  <a:lnTo>
                    <a:pt x="12581" y="9763"/>
                  </a:lnTo>
                  <a:cubicBezTo>
                    <a:pt x="12581" y="9749"/>
                    <a:pt x="12576" y="9733"/>
                    <a:pt x="12566" y="9723"/>
                  </a:cubicBezTo>
                  <a:cubicBezTo>
                    <a:pt x="12512" y="9667"/>
                    <a:pt x="12455" y="9644"/>
                    <a:pt x="12402" y="9644"/>
                  </a:cubicBezTo>
                  <a:cubicBezTo>
                    <a:pt x="12303" y="9644"/>
                    <a:pt x="12222" y="9727"/>
                    <a:pt x="12222" y="9829"/>
                  </a:cubicBezTo>
                  <a:lnTo>
                    <a:pt x="12222" y="10529"/>
                  </a:lnTo>
                  <a:cubicBezTo>
                    <a:pt x="12222" y="10668"/>
                    <a:pt x="12109" y="10780"/>
                    <a:pt x="11971" y="10780"/>
                  </a:cubicBezTo>
                  <a:lnTo>
                    <a:pt x="613" y="10780"/>
                  </a:lnTo>
                  <a:cubicBezTo>
                    <a:pt x="474" y="10780"/>
                    <a:pt x="362" y="10668"/>
                    <a:pt x="362" y="10529"/>
                  </a:cubicBezTo>
                  <a:lnTo>
                    <a:pt x="362" y="1967"/>
                  </a:lnTo>
                  <a:lnTo>
                    <a:pt x="12223" y="1967"/>
                  </a:lnTo>
                  <a:lnTo>
                    <a:pt x="12223" y="8983"/>
                  </a:lnTo>
                  <a:cubicBezTo>
                    <a:pt x="12223" y="8983"/>
                    <a:pt x="12223" y="8983"/>
                    <a:pt x="12223" y="8983"/>
                  </a:cubicBezTo>
                  <a:lnTo>
                    <a:pt x="12223" y="8983"/>
                  </a:lnTo>
                  <a:cubicBezTo>
                    <a:pt x="12220" y="8983"/>
                    <a:pt x="12290" y="9166"/>
                    <a:pt x="12392" y="9166"/>
                  </a:cubicBezTo>
                  <a:cubicBezTo>
                    <a:pt x="12493" y="9166"/>
                    <a:pt x="12576" y="9085"/>
                    <a:pt x="12581" y="8982"/>
                  </a:cubicBezTo>
                  <a:lnTo>
                    <a:pt x="12581" y="620"/>
                  </a:lnTo>
                  <a:cubicBezTo>
                    <a:pt x="12576" y="279"/>
                    <a:pt x="12297" y="0"/>
                    <a:pt x="1195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5" name="Google Shape;15645;p31"/>
            <p:cNvSpPr/>
            <p:nvPr/>
          </p:nvSpPr>
          <p:spPr>
            <a:xfrm>
              <a:off x="4791866" y="2317392"/>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6" name="Google Shape;15646;p31"/>
            <p:cNvSpPr/>
            <p:nvPr/>
          </p:nvSpPr>
          <p:spPr>
            <a:xfrm>
              <a:off x="4835586" y="2317392"/>
              <a:ext cx="57509" cy="13676"/>
            </a:xfrm>
            <a:custGeom>
              <a:rect b="b" l="l" r="r" t="t"/>
              <a:pathLst>
                <a:path extrusionOk="0" h="361" w="1518">
                  <a:moveTo>
                    <a:pt x="198" y="0"/>
                  </a:moveTo>
                  <a:cubicBezTo>
                    <a:pt x="103" y="0"/>
                    <a:pt x="17" y="71"/>
                    <a:pt x="10" y="166"/>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7" name="Google Shape;15647;p31"/>
            <p:cNvSpPr/>
            <p:nvPr/>
          </p:nvSpPr>
          <p:spPr>
            <a:xfrm>
              <a:off x="4791866" y="2350920"/>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8" name="Google Shape;15648;p31"/>
            <p:cNvSpPr/>
            <p:nvPr/>
          </p:nvSpPr>
          <p:spPr>
            <a:xfrm>
              <a:off x="4835586" y="2350920"/>
              <a:ext cx="57509" cy="13676"/>
            </a:xfrm>
            <a:custGeom>
              <a:rect b="b" l="l" r="r" t="t"/>
              <a:pathLst>
                <a:path extrusionOk="0" h="361" w="1518">
                  <a:moveTo>
                    <a:pt x="198" y="0"/>
                  </a:moveTo>
                  <a:cubicBezTo>
                    <a:pt x="103" y="0"/>
                    <a:pt x="17" y="71"/>
                    <a:pt x="10" y="165"/>
                  </a:cubicBezTo>
                  <a:cubicBezTo>
                    <a:pt x="1" y="272"/>
                    <a:pt x="84" y="361"/>
                    <a:pt x="189" y="361"/>
                  </a:cubicBezTo>
                  <a:lnTo>
                    <a:pt x="1319" y="361"/>
                  </a:lnTo>
                  <a:cubicBezTo>
                    <a:pt x="1414" y="361"/>
                    <a:pt x="1499" y="292"/>
                    <a:pt x="1508" y="197"/>
                  </a:cubicBezTo>
                  <a:cubicBezTo>
                    <a:pt x="1517" y="89"/>
                    <a:pt x="1432" y="0"/>
                    <a:pt x="13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9" name="Google Shape;15649;p31"/>
            <p:cNvSpPr/>
            <p:nvPr/>
          </p:nvSpPr>
          <p:spPr>
            <a:xfrm>
              <a:off x="4791791" y="2384448"/>
              <a:ext cx="26179" cy="13676"/>
            </a:xfrm>
            <a:custGeom>
              <a:rect b="b" l="l" r="r" t="t"/>
              <a:pathLst>
                <a:path extrusionOk="0" h="361" w="691">
                  <a:moveTo>
                    <a:pt x="198" y="0"/>
                  </a:moveTo>
                  <a:cubicBezTo>
                    <a:pt x="103" y="0"/>
                    <a:pt x="18" y="71"/>
                    <a:pt x="10" y="165"/>
                  </a:cubicBezTo>
                  <a:cubicBezTo>
                    <a:pt x="0" y="272"/>
                    <a:pt x="84" y="361"/>
                    <a:pt x="189" y="361"/>
                  </a:cubicBezTo>
                  <a:lnTo>
                    <a:pt x="491" y="361"/>
                  </a:lnTo>
                  <a:cubicBezTo>
                    <a:pt x="587" y="361"/>
                    <a:pt x="673" y="292"/>
                    <a:pt x="680" y="197"/>
                  </a:cubicBezTo>
                  <a:cubicBezTo>
                    <a:pt x="690" y="90"/>
                    <a:pt x="607" y="0"/>
                    <a:pt x="50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0" name="Google Shape;15650;p31"/>
            <p:cNvSpPr/>
            <p:nvPr/>
          </p:nvSpPr>
          <p:spPr>
            <a:xfrm>
              <a:off x="4858241" y="2384411"/>
              <a:ext cx="113996" cy="13676"/>
            </a:xfrm>
            <a:custGeom>
              <a:rect b="b" l="l" r="r" t="t"/>
              <a:pathLst>
                <a:path extrusionOk="0" h="361" w="3009">
                  <a:moveTo>
                    <a:pt x="199" y="0"/>
                  </a:moveTo>
                  <a:cubicBezTo>
                    <a:pt x="103" y="0"/>
                    <a:pt x="18" y="70"/>
                    <a:pt x="10" y="164"/>
                  </a:cubicBezTo>
                  <a:cubicBezTo>
                    <a:pt x="1" y="272"/>
                    <a:pt x="84" y="361"/>
                    <a:pt x="189" y="361"/>
                  </a:cubicBezTo>
                  <a:lnTo>
                    <a:pt x="2827" y="361"/>
                  </a:lnTo>
                  <a:cubicBezTo>
                    <a:pt x="2828" y="361"/>
                    <a:pt x="2829" y="361"/>
                    <a:pt x="2829" y="361"/>
                  </a:cubicBezTo>
                  <a:cubicBezTo>
                    <a:pt x="2928" y="361"/>
                    <a:pt x="3009" y="280"/>
                    <a:pt x="3009" y="182"/>
                  </a:cubicBezTo>
                  <a:cubicBezTo>
                    <a:pt x="3009" y="82"/>
                    <a:pt x="2927" y="0"/>
                    <a:pt x="282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1" name="Google Shape;15651;p31"/>
            <p:cNvSpPr/>
            <p:nvPr/>
          </p:nvSpPr>
          <p:spPr>
            <a:xfrm>
              <a:off x="4791866" y="2417939"/>
              <a:ext cx="26103" cy="13676"/>
            </a:xfrm>
            <a:custGeom>
              <a:rect b="b" l="l" r="r" t="t"/>
              <a:pathLst>
                <a:path extrusionOk="0" h="361" w="689">
                  <a:moveTo>
                    <a:pt x="197" y="0"/>
                  </a:moveTo>
                  <a:cubicBezTo>
                    <a:pt x="102" y="0"/>
                    <a:pt x="17" y="70"/>
                    <a:pt x="9" y="164"/>
                  </a:cubicBezTo>
                  <a:cubicBezTo>
                    <a:pt x="0" y="272"/>
                    <a:pt x="84" y="361"/>
                    <a:pt x="189" y="361"/>
                  </a:cubicBezTo>
                  <a:lnTo>
                    <a:pt x="491" y="361"/>
                  </a:lnTo>
                  <a:cubicBezTo>
                    <a:pt x="587" y="361"/>
                    <a:pt x="672" y="292"/>
                    <a:pt x="679" y="197"/>
                  </a:cubicBezTo>
                  <a:cubicBezTo>
                    <a:pt x="688" y="91"/>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2" name="Google Shape;15652;p31"/>
            <p:cNvSpPr/>
            <p:nvPr/>
          </p:nvSpPr>
          <p:spPr>
            <a:xfrm>
              <a:off x="4854073" y="2417939"/>
              <a:ext cx="59290" cy="13676"/>
            </a:xfrm>
            <a:custGeom>
              <a:rect b="b" l="l" r="r" t="t"/>
              <a:pathLst>
                <a:path extrusionOk="0" h="361" w="1565">
                  <a:moveTo>
                    <a:pt x="199" y="0"/>
                  </a:moveTo>
                  <a:cubicBezTo>
                    <a:pt x="103" y="0"/>
                    <a:pt x="18" y="70"/>
                    <a:pt x="10" y="164"/>
                  </a:cubicBezTo>
                  <a:cubicBezTo>
                    <a:pt x="1" y="272"/>
                    <a:pt x="84" y="361"/>
                    <a:pt x="189" y="361"/>
                  </a:cubicBezTo>
                  <a:lnTo>
                    <a:pt x="1383" y="361"/>
                  </a:lnTo>
                  <a:cubicBezTo>
                    <a:pt x="1384" y="361"/>
                    <a:pt x="1384" y="361"/>
                    <a:pt x="1385" y="361"/>
                  </a:cubicBezTo>
                  <a:cubicBezTo>
                    <a:pt x="1486" y="361"/>
                    <a:pt x="1564" y="280"/>
                    <a:pt x="1564" y="182"/>
                  </a:cubicBezTo>
                  <a:cubicBezTo>
                    <a:pt x="1564" y="82"/>
                    <a:pt x="1483" y="0"/>
                    <a:pt x="13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3" name="Google Shape;15653;p31"/>
            <p:cNvSpPr/>
            <p:nvPr/>
          </p:nvSpPr>
          <p:spPr>
            <a:xfrm>
              <a:off x="4791866" y="2451467"/>
              <a:ext cx="26103" cy="13676"/>
            </a:xfrm>
            <a:custGeom>
              <a:rect b="b" l="l" r="r" t="t"/>
              <a:pathLst>
                <a:path extrusionOk="0" h="361" w="689">
                  <a:moveTo>
                    <a:pt x="197" y="0"/>
                  </a:moveTo>
                  <a:cubicBezTo>
                    <a:pt x="102" y="0"/>
                    <a:pt x="17" y="70"/>
                    <a:pt x="9" y="164"/>
                  </a:cubicBezTo>
                  <a:cubicBezTo>
                    <a:pt x="0" y="272"/>
                    <a:pt x="84" y="361"/>
                    <a:pt x="189" y="361"/>
                  </a:cubicBezTo>
                  <a:lnTo>
                    <a:pt x="493" y="361"/>
                  </a:lnTo>
                  <a:cubicBezTo>
                    <a:pt x="588" y="361"/>
                    <a:pt x="673" y="292"/>
                    <a:pt x="681" y="197"/>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4" name="Google Shape;15654;p31"/>
            <p:cNvSpPr/>
            <p:nvPr/>
          </p:nvSpPr>
          <p:spPr>
            <a:xfrm>
              <a:off x="4835245" y="2451467"/>
              <a:ext cx="27505" cy="13676"/>
            </a:xfrm>
            <a:custGeom>
              <a:rect b="b" l="l" r="r" t="t"/>
              <a:pathLst>
                <a:path extrusionOk="0" h="361" w="726">
                  <a:moveTo>
                    <a:pt x="198" y="0"/>
                  </a:moveTo>
                  <a:cubicBezTo>
                    <a:pt x="103" y="0"/>
                    <a:pt x="18" y="70"/>
                    <a:pt x="10" y="164"/>
                  </a:cubicBezTo>
                  <a:cubicBezTo>
                    <a:pt x="0" y="272"/>
                    <a:pt x="84" y="361"/>
                    <a:pt x="189" y="361"/>
                  </a:cubicBezTo>
                  <a:lnTo>
                    <a:pt x="528" y="361"/>
                  </a:lnTo>
                  <a:cubicBezTo>
                    <a:pt x="623" y="361"/>
                    <a:pt x="708" y="292"/>
                    <a:pt x="716" y="197"/>
                  </a:cubicBezTo>
                  <a:cubicBezTo>
                    <a:pt x="726" y="89"/>
                    <a:pt x="642"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5" name="Google Shape;15655;p31"/>
            <p:cNvSpPr/>
            <p:nvPr/>
          </p:nvSpPr>
          <p:spPr>
            <a:xfrm>
              <a:off x="4879797" y="2451467"/>
              <a:ext cx="60768" cy="13676"/>
            </a:xfrm>
            <a:custGeom>
              <a:rect b="b" l="l" r="r" t="t"/>
              <a:pathLst>
                <a:path extrusionOk="0" h="361" w="1604">
                  <a:moveTo>
                    <a:pt x="198" y="0"/>
                  </a:moveTo>
                  <a:cubicBezTo>
                    <a:pt x="102" y="0"/>
                    <a:pt x="17" y="70"/>
                    <a:pt x="10" y="164"/>
                  </a:cubicBezTo>
                  <a:cubicBezTo>
                    <a:pt x="0" y="272"/>
                    <a:pt x="84" y="361"/>
                    <a:pt x="189" y="361"/>
                  </a:cubicBezTo>
                  <a:lnTo>
                    <a:pt x="1425" y="361"/>
                  </a:lnTo>
                  <a:cubicBezTo>
                    <a:pt x="1523" y="361"/>
                    <a:pt x="1604" y="281"/>
                    <a:pt x="1604" y="182"/>
                  </a:cubicBezTo>
                  <a:cubicBezTo>
                    <a:pt x="1604" y="81"/>
                    <a:pt x="1523"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6" name="Google Shape;15656;p31"/>
            <p:cNvSpPr/>
            <p:nvPr/>
          </p:nvSpPr>
          <p:spPr>
            <a:xfrm>
              <a:off x="4791791" y="2482533"/>
              <a:ext cx="26179" cy="13639"/>
            </a:xfrm>
            <a:custGeom>
              <a:rect b="b" l="l" r="r" t="t"/>
              <a:pathLst>
                <a:path extrusionOk="0" h="360" w="691">
                  <a:moveTo>
                    <a:pt x="198" y="1"/>
                  </a:moveTo>
                  <a:cubicBezTo>
                    <a:pt x="103" y="1"/>
                    <a:pt x="18" y="70"/>
                    <a:pt x="10" y="164"/>
                  </a:cubicBezTo>
                  <a:cubicBezTo>
                    <a:pt x="0" y="271"/>
                    <a:pt x="84" y="360"/>
                    <a:pt x="189" y="360"/>
                  </a:cubicBezTo>
                  <a:lnTo>
                    <a:pt x="491" y="360"/>
                  </a:lnTo>
                  <a:cubicBezTo>
                    <a:pt x="587" y="360"/>
                    <a:pt x="673" y="291"/>
                    <a:pt x="680" y="196"/>
                  </a:cubicBezTo>
                  <a:cubicBezTo>
                    <a:pt x="690" y="90"/>
                    <a:pt x="607" y="1"/>
                    <a:pt x="5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7" name="Google Shape;15657;p31"/>
            <p:cNvSpPr/>
            <p:nvPr/>
          </p:nvSpPr>
          <p:spPr>
            <a:xfrm>
              <a:off x="4857407" y="2482533"/>
              <a:ext cx="35915" cy="13639"/>
            </a:xfrm>
            <a:custGeom>
              <a:rect b="b" l="l" r="r" t="t"/>
              <a:pathLst>
                <a:path extrusionOk="0" h="360" w="948">
                  <a:moveTo>
                    <a:pt x="189" y="1"/>
                  </a:moveTo>
                  <a:cubicBezTo>
                    <a:pt x="84" y="1"/>
                    <a:pt x="1" y="90"/>
                    <a:pt x="10" y="196"/>
                  </a:cubicBezTo>
                  <a:cubicBezTo>
                    <a:pt x="17" y="291"/>
                    <a:pt x="104" y="360"/>
                    <a:pt x="199" y="360"/>
                  </a:cubicBezTo>
                  <a:lnTo>
                    <a:pt x="749" y="360"/>
                  </a:lnTo>
                  <a:cubicBezTo>
                    <a:pt x="845" y="360"/>
                    <a:pt x="930" y="291"/>
                    <a:pt x="938" y="196"/>
                  </a:cubicBezTo>
                  <a:cubicBezTo>
                    <a:pt x="947" y="90"/>
                    <a:pt x="864" y="1"/>
                    <a:pt x="75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8" name="Google Shape;15658;p31"/>
            <p:cNvSpPr/>
            <p:nvPr/>
          </p:nvSpPr>
          <p:spPr>
            <a:xfrm>
              <a:off x="4791866" y="2515985"/>
              <a:ext cx="26103" cy="13676"/>
            </a:xfrm>
            <a:custGeom>
              <a:rect b="b" l="l" r="r" t="t"/>
              <a:pathLst>
                <a:path extrusionOk="0" h="361" w="689">
                  <a:moveTo>
                    <a:pt x="197" y="0"/>
                  </a:moveTo>
                  <a:cubicBezTo>
                    <a:pt x="102" y="0"/>
                    <a:pt x="17" y="71"/>
                    <a:pt x="9" y="165"/>
                  </a:cubicBezTo>
                  <a:cubicBezTo>
                    <a:pt x="0" y="272"/>
                    <a:pt x="84" y="361"/>
                    <a:pt x="189" y="361"/>
                  </a:cubicBezTo>
                  <a:lnTo>
                    <a:pt x="491" y="361"/>
                  </a:lnTo>
                  <a:cubicBezTo>
                    <a:pt x="587" y="361"/>
                    <a:pt x="672" y="292"/>
                    <a:pt x="679" y="197"/>
                  </a:cubicBezTo>
                  <a:cubicBezTo>
                    <a:pt x="688" y="92"/>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9" name="Google Shape;15659;p31"/>
            <p:cNvSpPr/>
            <p:nvPr/>
          </p:nvSpPr>
          <p:spPr>
            <a:xfrm>
              <a:off x="4836192" y="2516023"/>
              <a:ext cx="110889" cy="13676"/>
            </a:xfrm>
            <a:custGeom>
              <a:rect b="b" l="l" r="r" t="t"/>
              <a:pathLst>
                <a:path extrusionOk="0" h="361" w="2927">
                  <a:moveTo>
                    <a:pt x="198" y="1"/>
                  </a:moveTo>
                  <a:cubicBezTo>
                    <a:pt x="103" y="1"/>
                    <a:pt x="17" y="71"/>
                    <a:pt x="10" y="165"/>
                  </a:cubicBezTo>
                  <a:cubicBezTo>
                    <a:pt x="0" y="271"/>
                    <a:pt x="84" y="361"/>
                    <a:pt x="189" y="361"/>
                  </a:cubicBezTo>
                  <a:lnTo>
                    <a:pt x="2729" y="361"/>
                  </a:lnTo>
                  <a:cubicBezTo>
                    <a:pt x="2824" y="361"/>
                    <a:pt x="2910" y="292"/>
                    <a:pt x="2917" y="197"/>
                  </a:cubicBezTo>
                  <a:cubicBezTo>
                    <a:pt x="2927" y="91"/>
                    <a:pt x="2843" y="1"/>
                    <a:pt x="273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0" name="Google Shape;15660;p31"/>
            <p:cNvSpPr/>
            <p:nvPr/>
          </p:nvSpPr>
          <p:spPr>
            <a:xfrm>
              <a:off x="4791866" y="2549513"/>
              <a:ext cx="26103" cy="13676"/>
            </a:xfrm>
            <a:custGeom>
              <a:rect b="b" l="l" r="r" t="t"/>
              <a:pathLst>
                <a:path extrusionOk="0" h="361" w="689">
                  <a:moveTo>
                    <a:pt x="197" y="0"/>
                  </a:moveTo>
                  <a:cubicBezTo>
                    <a:pt x="102" y="0"/>
                    <a:pt x="17" y="70"/>
                    <a:pt x="9" y="164"/>
                  </a:cubicBezTo>
                  <a:cubicBezTo>
                    <a:pt x="0" y="272"/>
                    <a:pt x="84" y="361"/>
                    <a:pt x="189" y="361"/>
                  </a:cubicBezTo>
                  <a:lnTo>
                    <a:pt x="493" y="361"/>
                  </a:lnTo>
                  <a:cubicBezTo>
                    <a:pt x="588" y="361"/>
                    <a:pt x="673" y="292"/>
                    <a:pt x="681" y="195"/>
                  </a:cubicBezTo>
                  <a:cubicBezTo>
                    <a:pt x="688" y="89"/>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1" name="Google Shape;15661;p31"/>
            <p:cNvSpPr/>
            <p:nvPr/>
          </p:nvSpPr>
          <p:spPr>
            <a:xfrm>
              <a:off x="4858317" y="2549513"/>
              <a:ext cx="113920" cy="13676"/>
            </a:xfrm>
            <a:custGeom>
              <a:rect b="b" l="l" r="r" t="t"/>
              <a:pathLst>
                <a:path extrusionOk="0" h="361" w="3007">
                  <a:moveTo>
                    <a:pt x="198" y="0"/>
                  </a:moveTo>
                  <a:cubicBezTo>
                    <a:pt x="102" y="0"/>
                    <a:pt x="17" y="71"/>
                    <a:pt x="9" y="165"/>
                  </a:cubicBezTo>
                  <a:cubicBezTo>
                    <a:pt x="1" y="272"/>
                    <a:pt x="84" y="361"/>
                    <a:pt x="189" y="361"/>
                  </a:cubicBezTo>
                  <a:lnTo>
                    <a:pt x="2826" y="361"/>
                  </a:lnTo>
                  <a:cubicBezTo>
                    <a:pt x="2827" y="361"/>
                    <a:pt x="2828" y="361"/>
                    <a:pt x="2828" y="361"/>
                  </a:cubicBezTo>
                  <a:cubicBezTo>
                    <a:pt x="2926" y="361"/>
                    <a:pt x="3007" y="281"/>
                    <a:pt x="3007" y="182"/>
                  </a:cubicBezTo>
                  <a:cubicBezTo>
                    <a:pt x="3007" y="82"/>
                    <a:pt x="2925" y="0"/>
                    <a:pt x="282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2" name="Google Shape;15662;p31"/>
            <p:cNvSpPr/>
            <p:nvPr/>
          </p:nvSpPr>
          <p:spPr>
            <a:xfrm>
              <a:off x="4791866" y="2583042"/>
              <a:ext cx="26103" cy="13676"/>
            </a:xfrm>
            <a:custGeom>
              <a:rect b="b" l="l" r="r" t="t"/>
              <a:pathLst>
                <a:path extrusionOk="0" h="361" w="689">
                  <a:moveTo>
                    <a:pt x="197" y="0"/>
                  </a:moveTo>
                  <a:cubicBezTo>
                    <a:pt x="102" y="0"/>
                    <a:pt x="17" y="70"/>
                    <a:pt x="9" y="165"/>
                  </a:cubicBezTo>
                  <a:cubicBezTo>
                    <a:pt x="0" y="272"/>
                    <a:pt x="84" y="361"/>
                    <a:pt x="189" y="361"/>
                  </a:cubicBezTo>
                  <a:lnTo>
                    <a:pt x="491" y="361"/>
                  </a:lnTo>
                  <a:cubicBezTo>
                    <a:pt x="587" y="361"/>
                    <a:pt x="672" y="292"/>
                    <a:pt x="679" y="197"/>
                  </a:cubicBezTo>
                  <a:cubicBezTo>
                    <a:pt x="688" y="90"/>
                    <a:pt x="605"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3" name="Google Shape;15663;p31"/>
            <p:cNvSpPr/>
            <p:nvPr/>
          </p:nvSpPr>
          <p:spPr>
            <a:xfrm>
              <a:off x="4854073" y="2583042"/>
              <a:ext cx="59555" cy="13676"/>
            </a:xfrm>
            <a:custGeom>
              <a:rect b="b" l="l" r="r" t="t"/>
              <a:pathLst>
                <a:path extrusionOk="0" h="361" w="1572">
                  <a:moveTo>
                    <a:pt x="199" y="0"/>
                  </a:moveTo>
                  <a:cubicBezTo>
                    <a:pt x="103" y="0"/>
                    <a:pt x="17" y="70"/>
                    <a:pt x="10" y="165"/>
                  </a:cubicBezTo>
                  <a:cubicBezTo>
                    <a:pt x="1" y="272"/>
                    <a:pt x="84" y="361"/>
                    <a:pt x="189" y="361"/>
                  </a:cubicBezTo>
                  <a:lnTo>
                    <a:pt x="1374" y="361"/>
                  </a:lnTo>
                  <a:cubicBezTo>
                    <a:pt x="1470" y="361"/>
                    <a:pt x="1555" y="292"/>
                    <a:pt x="1562" y="197"/>
                  </a:cubicBezTo>
                  <a:cubicBezTo>
                    <a:pt x="1572" y="90"/>
                    <a:pt x="1488" y="0"/>
                    <a:pt x="13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4" name="Google Shape;15664;p31"/>
            <p:cNvSpPr/>
            <p:nvPr/>
          </p:nvSpPr>
          <p:spPr>
            <a:xfrm>
              <a:off x="4957424" y="2376190"/>
              <a:ext cx="226173" cy="218407"/>
            </a:xfrm>
            <a:custGeom>
              <a:rect b="b" l="l" r="r" t="t"/>
              <a:pathLst>
                <a:path extrusionOk="0" h="5765" w="5970">
                  <a:moveTo>
                    <a:pt x="2977" y="690"/>
                  </a:moveTo>
                  <a:cubicBezTo>
                    <a:pt x="3232" y="690"/>
                    <a:pt x="3439" y="897"/>
                    <a:pt x="3439" y="1153"/>
                  </a:cubicBezTo>
                  <a:cubicBezTo>
                    <a:pt x="3439" y="1187"/>
                    <a:pt x="3435" y="1223"/>
                    <a:pt x="3428" y="1255"/>
                  </a:cubicBezTo>
                  <a:cubicBezTo>
                    <a:pt x="3282" y="1227"/>
                    <a:pt x="3131" y="1211"/>
                    <a:pt x="2977" y="1211"/>
                  </a:cubicBezTo>
                  <a:cubicBezTo>
                    <a:pt x="2822" y="1211"/>
                    <a:pt x="2672" y="1227"/>
                    <a:pt x="2527" y="1255"/>
                  </a:cubicBezTo>
                  <a:cubicBezTo>
                    <a:pt x="2519" y="1222"/>
                    <a:pt x="2515" y="1187"/>
                    <a:pt x="2515" y="1153"/>
                  </a:cubicBezTo>
                  <a:cubicBezTo>
                    <a:pt x="2515" y="897"/>
                    <a:pt x="2722" y="690"/>
                    <a:pt x="2977" y="690"/>
                  </a:cubicBezTo>
                  <a:close/>
                  <a:moveTo>
                    <a:pt x="2794" y="1589"/>
                  </a:moveTo>
                  <a:lnTo>
                    <a:pt x="2794" y="5444"/>
                  </a:lnTo>
                  <a:cubicBezTo>
                    <a:pt x="1812" y="5351"/>
                    <a:pt x="1042" y="4522"/>
                    <a:pt x="1042" y="3517"/>
                  </a:cubicBezTo>
                  <a:cubicBezTo>
                    <a:pt x="1042" y="2511"/>
                    <a:pt x="1812" y="1683"/>
                    <a:pt x="2794" y="1589"/>
                  </a:cubicBezTo>
                  <a:close/>
                  <a:moveTo>
                    <a:pt x="3153" y="1589"/>
                  </a:moveTo>
                  <a:cubicBezTo>
                    <a:pt x="4136" y="1683"/>
                    <a:pt x="4906" y="2511"/>
                    <a:pt x="4906" y="3517"/>
                  </a:cubicBezTo>
                  <a:cubicBezTo>
                    <a:pt x="4906" y="4522"/>
                    <a:pt x="4136" y="5351"/>
                    <a:pt x="3153" y="5444"/>
                  </a:cubicBezTo>
                  <a:lnTo>
                    <a:pt x="3153" y="1589"/>
                  </a:lnTo>
                  <a:close/>
                  <a:moveTo>
                    <a:pt x="2226" y="1"/>
                  </a:moveTo>
                  <a:cubicBezTo>
                    <a:pt x="2156" y="1"/>
                    <a:pt x="2088" y="42"/>
                    <a:pt x="2058" y="111"/>
                  </a:cubicBezTo>
                  <a:cubicBezTo>
                    <a:pt x="1973" y="302"/>
                    <a:pt x="2007" y="451"/>
                    <a:pt x="2048" y="542"/>
                  </a:cubicBezTo>
                  <a:cubicBezTo>
                    <a:pt x="2095" y="640"/>
                    <a:pt x="2168" y="711"/>
                    <a:pt x="2240" y="761"/>
                  </a:cubicBezTo>
                  <a:cubicBezTo>
                    <a:pt x="2178" y="877"/>
                    <a:pt x="2143" y="1008"/>
                    <a:pt x="2143" y="1150"/>
                  </a:cubicBezTo>
                  <a:cubicBezTo>
                    <a:pt x="2143" y="1220"/>
                    <a:pt x="2152" y="1289"/>
                    <a:pt x="2169" y="1355"/>
                  </a:cubicBezTo>
                  <a:cubicBezTo>
                    <a:pt x="1897" y="1457"/>
                    <a:pt x="1648" y="1609"/>
                    <a:pt x="1435" y="1802"/>
                  </a:cubicBezTo>
                  <a:lnTo>
                    <a:pt x="1083" y="1439"/>
                  </a:lnTo>
                  <a:cubicBezTo>
                    <a:pt x="1047" y="1401"/>
                    <a:pt x="999" y="1383"/>
                    <a:pt x="951" y="1383"/>
                  </a:cubicBezTo>
                  <a:cubicBezTo>
                    <a:pt x="905" y="1383"/>
                    <a:pt x="858" y="1400"/>
                    <a:pt x="822" y="1436"/>
                  </a:cubicBezTo>
                  <a:cubicBezTo>
                    <a:pt x="749" y="1506"/>
                    <a:pt x="748" y="1622"/>
                    <a:pt x="818" y="1695"/>
                  </a:cubicBezTo>
                  <a:lnTo>
                    <a:pt x="1181" y="2070"/>
                  </a:lnTo>
                  <a:cubicBezTo>
                    <a:pt x="899" y="2421"/>
                    <a:pt x="676" y="3363"/>
                    <a:pt x="676" y="3363"/>
                  </a:cubicBezTo>
                  <a:lnTo>
                    <a:pt x="186" y="3363"/>
                  </a:lnTo>
                  <a:cubicBezTo>
                    <a:pt x="186" y="3363"/>
                    <a:pt x="1" y="3413"/>
                    <a:pt x="1" y="3516"/>
                  </a:cubicBezTo>
                  <a:cubicBezTo>
                    <a:pt x="1" y="3617"/>
                    <a:pt x="186" y="3690"/>
                    <a:pt x="186" y="3690"/>
                  </a:cubicBezTo>
                  <a:lnTo>
                    <a:pt x="676" y="3690"/>
                  </a:lnTo>
                  <a:cubicBezTo>
                    <a:pt x="716" y="4171"/>
                    <a:pt x="910" y="4608"/>
                    <a:pt x="1209" y="4957"/>
                  </a:cubicBezTo>
                  <a:lnTo>
                    <a:pt x="818" y="5351"/>
                  </a:lnTo>
                  <a:cubicBezTo>
                    <a:pt x="748" y="5423"/>
                    <a:pt x="749" y="5537"/>
                    <a:pt x="822" y="5606"/>
                  </a:cubicBezTo>
                  <a:cubicBezTo>
                    <a:pt x="858" y="5641"/>
                    <a:pt x="905" y="5657"/>
                    <a:pt x="951" y="5657"/>
                  </a:cubicBezTo>
                  <a:cubicBezTo>
                    <a:pt x="999" y="5657"/>
                    <a:pt x="1047" y="5639"/>
                    <a:pt x="1083" y="5602"/>
                  </a:cubicBezTo>
                  <a:lnTo>
                    <a:pt x="1466" y="5214"/>
                  </a:lnTo>
                  <a:cubicBezTo>
                    <a:pt x="1870" y="5558"/>
                    <a:pt x="2397" y="5764"/>
                    <a:pt x="2973" y="5764"/>
                  </a:cubicBezTo>
                  <a:cubicBezTo>
                    <a:pt x="3549" y="5764"/>
                    <a:pt x="4075" y="5558"/>
                    <a:pt x="4480" y="5214"/>
                  </a:cubicBezTo>
                  <a:lnTo>
                    <a:pt x="4864" y="5602"/>
                  </a:lnTo>
                  <a:cubicBezTo>
                    <a:pt x="4900" y="5639"/>
                    <a:pt x="4948" y="5657"/>
                    <a:pt x="4996" y="5657"/>
                  </a:cubicBezTo>
                  <a:cubicBezTo>
                    <a:pt x="5041" y="5657"/>
                    <a:pt x="5085" y="5642"/>
                    <a:pt x="5120" y="5610"/>
                  </a:cubicBezTo>
                  <a:cubicBezTo>
                    <a:pt x="5198" y="5542"/>
                    <a:pt x="5195" y="5418"/>
                    <a:pt x="5121" y="5344"/>
                  </a:cubicBezTo>
                  <a:lnTo>
                    <a:pt x="4738" y="4958"/>
                  </a:lnTo>
                  <a:cubicBezTo>
                    <a:pt x="5037" y="4610"/>
                    <a:pt x="5230" y="4171"/>
                    <a:pt x="5269" y="3693"/>
                  </a:cubicBezTo>
                  <a:lnTo>
                    <a:pt x="5760" y="3693"/>
                  </a:lnTo>
                  <a:lnTo>
                    <a:pt x="5760" y="3690"/>
                  </a:lnTo>
                  <a:cubicBezTo>
                    <a:pt x="5848" y="3690"/>
                    <a:pt x="5929" y="3633"/>
                    <a:pt x="5947" y="3547"/>
                  </a:cubicBezTo>
                  <a:cubicBezTo>
                    <a:pt x="5970" y="3432"/>
                    <a:pt x="5880" y="3329"/>
                    <a:pt x="5766" y="3329"/>
                  </a:cubicBezTo>
                  <a:lnTo>
                    <a:pt x="5274" y="3329"/>
                  </a:lnTo>
                  <a:cubicBezTo>
                    <a:pt x="5274" y="3329"/>
                    <a:pt x="5053" y="2420"/>
                    <a:pt x="4771" y="2070"/>
                  </a:cubicBezTo>
                  <a:lnTo>
                    <a:pt x="5133" y="1695"/>
                  </a:lnTo>
                  <a:cubicBezTo>
                    <a:pt x="5204" y="1622"/>
                    <a:pt x="5203" y="1506"/>
                    <a:pt x="5130" y="1436"/>
                  </a:cubicBezTo>
                  <a:cubicBezTo>
                    <a:pt x="5094" y="1400"/>
                    <a:pt x="5047" y="1383"/>
                    <a:pt x="5000" y="1383"/>
                  </a:cubicBezTo>
                  <a:cubicBezTo>
                    <a:pt x="4952" y="1383"/>
                    <a:pt x="4905" y="1401"/>
                    <a:pt x="4869" y="1439"/>
                  </a:cubicBezTo>
                  <a:lnTo>
                    <a:pt x="4517" y="1802"/>
                  </a:lnTo>
                  <a:cubicBezTo>
                    <a:pt x="4304" y="1610"/>
                    <a:pt x="4056" y="1457"/>
                    <a:pt x="3782" y="1355"/>
                  </a:cubicBezTo>
                  <a:cubicBezTo>
                    <a:pt x="3800" y="1290"/>
                    <a:pt x="3808" y="1222"/>
                    <a:pt x="3808" y="1150"/>
                  </a:cubicBezTo>
                  <a:cubicBezTo>
                    <a:pt x="3808" y="1009"/>
                    <a:pt x="3773" y="877"/>
                    <a:pt x="3712" y="761"/>
                  </a:cubicBezTo>
                  <a:cubicBezTo>
                    <a:pt x="3784" y="711"/>
                    <a:pt x="3858" y="641"/>
                    <a:pt x="3902" y="542"/>
                  </a:cubicBezTo>
                  <a:cubicBezTo>
                    <a:pt x="3946" y="451"/>
                    <a:pt x="3979" y="302"/>
                    <a:pt x="3895" y="111"/>
                  </a:cubicBezTo>
                  <a:cubicBezTo>
                    <a:pt x="3865" y="42"/>
                    <a:pt x="3797" y="1"/>
                    <a:pt x="3726" y="1"/>
                  </a:cubicBezTo>
                  <a:cubicBezTo>
                    <a:pt x="3701" y="1"/>
                    <a:pt x="3675" y="6"/>
                    <a:pt x="3651" y="16"/>
                  </a:cubicBezTo>
                  <a:cubicBezTo>
                    <a:pt x="3559" y="56"/>
                    <a:pt x="3517" y="165"/>
                    <a:pt x="3557" y="259"/>
                  </a:cubicBezTo>
                  <a:cubicBezTo>
                    <a:pt x="3591" y="338"/>
                    <a:pt x="3576" y="373"/>
                    <a:pt x="3569" y="386"/>
                  </a:cubicBezTo>
                  <a:cubicBezTo>
                    <a:pt x="3551" y="425"/>
                    <a:pt x="3508" y="457"/>
                    <a:pt x="3467" y="479"/>
                  </a:cubicBezTo>
                  <a:cubicBezTo>
                    <a:pt x="3329" y="379"/>
                    <a:pt x="3159" y="318"/>
                    <a:pt x="2975" y="318"/>
                  </a:cubicBezTo>
                  <a:cubicBezTo>
                    <a:pt x="2792" y="318"/>
                    <a:pt x="2622" y="379"/>
                    <a:pt x="2485" y="479"/>
                  </a:cubicBezTo>
                  <a:cubicBezTo>
                    <a:pt x="2444" y="457"/>
                    <a:pt x="2399" y="425"/>
                    <a:pt x="2383" y="386"/>
                  </a:cubicBezTo>
                  <a:cubicBezTo>
                    <a:pt x="2377" y="375"/>
                    <a:pt x="2361" y="338"/>
                    <a:pt x="2394" y="259"/>
                  </a:cubicBezTo>
                  <a:cubicBezTo>
                    <a:pt x="2435" y="166"/>
                    <a:pt x="2393" y="58"/>
                    <a:pt x="2300" y="16"/>
                  </a:cubicBezTo>
                  <a:cubicBezTo>
                    <a:pt x="2276" y="6"/>
                    <a:pt x="2251" y="1"/>
                    <a:pt x="222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5" name="Google Shape;15665;p31"/>
            <p:cNvSpPr/>
            <p:nvPr/>
          </p:nvSpPr>
          <p:spPr>
            <a:xfrm>
              <a:off x="5100174" y="2478858"/>
              <a:ext cx="18677" cy="18715"/>
            </a:xfrm>
            <a:custGeom>
              <a:rect b="b" l="l" r="r" t="t"/>
              <a:pathLst>
                <a:path extrusionOk="0" h="494" w="493">
                  <a:moveTo>
                    <a:pt x="246" y="0"/>
                  </a:moveTo>
                  <a:cubicBezTo>
                    <a:pt x="110" y="0"/>
                    <a:pt x="0" y="110"/>
                    <a:pt x="0" y="246"/>
                  </a:cubicBezTo>
                  <a:cubicBezTo>
                    <a:pt x="0" y="383"/>
                    <a:pt x="110" y="493"/>
                    <a:pt x="246" y="493"/>
                  </a:cubicBezTo>
                  <a:cubicBezTo>
                    <a:pt x="383" y="493"/>
                    <a:pt x="492" y="382"/>
                    <a:pt x="492" y="246"/>
                  </a:cubicBezTo>
                  <a:cubicBezTo>
                    <a:pt x="492" y="110"/>
                    <a:pt x="383"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6" name="Google Shape;15666;p31"/>
            <p:cNvSpPr/>
            <p:nvPr/>
          </p:nvSpPr>
          <p:spPr>
            <a:xfrm>
              <a:off x="5086346" y="2528411"/>
              <a:ext cx="21291" cy="18677"/>
            </a:xfrm>
            <a:custGeom>
              <a:rect b="b" l="l" r="r" t="t"/>
              <a:pathLst>
                <a:path extrusionOk="0" h="493" w="562">
                  <a:moveTo>
                    <a:pt x="282" y="0"/>
                  </a:moveTo>
                  <a:cubicBezTo>
                    <a:pt x="185" y="0"/>
                    <a:pt x="92" y="57"/>
                    <a:pt x="53" y="152"/>
                  </a:cubicBezTo>
                  <a:cubicBezTo>
                    <a:pt x="1" y="278"/>
                    <a:pt x="60" y="421"/>
                    <a:pt x="187" y="474"/>
                  </a:cubicBezTo>
                  <a:cubicBezTo>
                    <a:pt x="218" y="487"/>
                    <a:pt x="250" y="493"/>
                    <a:pt x="282" y="493"/>
                  </a:cubicBezTo>
                  <a:cubicBezTo>
                    <a:pt x="378" y="493"/>
                    <a:pt x="469" y="435"/>
                    <a:pt x="509" y="341"/>
                  </a:cubicBezTo>
                  <a:cubicBezTo>
                    <a:pt x="561" y="215"/>
                    <a:pt x="501" y="70"/>
                    <a:pt x="375" y="18"/>
                  </a:cubicBezTo>
                  <a:cubicBezTo>
                    <a:pt x="345" y="6"/>
                    <a:pt x="313" y="0"/>
                    <a:pt x="2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7" name="Google Shape;15667;p31"/>
            <p:cNvSpPr/>
            <p:nvPr/>
          </p:nvSpPr>
          <p:spPr>
            <a:xfrm>
              <a:off x="5020464" y="2478896"/>
              <a:ext cx="21253" cy="18715"/>
            </a:xfrm>
            <a:custGeom>
              <a:rect b="b" l="l" r="r" t="t"/>
              <a:pathLst>
                <a:path extrusionOk="0" h="494" w="561">
                  <a:moveTo>
                    <a:pt x="279" y="0"/>
                  </a:moveTo>
                  <a:cubicBezTo>
                    <a:pt x="183" y="0"/>
                    <a:pt x="91" y="57"/>
                    <a:pt x="52" y="152"/>
                  </a:cubicBezTo>
                  <a:cubicBezTo>
                    <a:pt x="0" y="278"/>
                    <a:pt x="60" y="422"/>
                    <a:pt x="186" y="475"/>
                  </a:cubicBezTo>
                  <a:cubicBezTo>
                    <a:pt x="216" y="487"/>
                    <a:pt x="248" y="493"/>
                    <a:pt x="279" y="493"/>
                  </a:cubicBezTo>
                  <a:cubicBezTo>
                    <a:pt x="376" y="493"/>
                    <a:pt x="469" y="436"/>
                    <a:pt x="508" y="341"/>
                  </a:cubicBezTo>
                  <a:cubicBezTo>
                    <a:pt x="560" y="215"/>
                    <a:pt x="500" y="71"/>
                    <a:pt x="374" y="19"/>
                  </a:cubicBezTo>
                  <a:cubicBezTo>
                    <a:pt x="343" y="6"/>
                    <a:pt x="311" y="0"/>
                    <a:pt x="2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8" name="Google Shape;15668;p31"/>
            <p:cNvSpPr/>
            <p:nvPr/>
          </p:nvSpPr>
          <p:spPr>
            <a:xfrm>
              <a:off x="5034292" y="2528374"/>
              <a:ext cx="18639" cy="18639"/>
            </a:xfrm>
            <a:custGeom>
              <a:rect b="b" l="l" r="r" t="t"/>
              <a:pathLst>
                <a:path extrusionOk="0" h="492" w="492">
                  <a:moveTo>
                    <a:pt x="247" y="0"/>
                  </a:moveTo>
                  <a:cubicBezTo>
                    <a:pt x="111" y="0"/>
                    <a:pt x="1" y="110"/>
                    <a:pt x="1" y="246"/>
                  </a:cubicBezTo>
                  <a:cubicBezTo>
                    <a:pt x="1" y="381"/>
                    <a:pt x="111" y="491"/>
                    <a:pt x="247" y="491"/>
                  </a:cubicBezTo>
                  <a:cubicBezTo>
                    <a:pt x="383" y="491"/>
                    <a:pt x="492" y="381"/>
                    <a:pt x="492" y="246"/>
                  </a:cubicBezTo>
                  <a:cubicBezTo>
                    <a:pt x="492" y="110"/>
                    <a:pt x="381"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69" name="Google Shape;15669;p31"/>
          <p:cNvGrpSpPr/>
          <p:nvPr/>
        </p:nvGrpSpPr>
        <p:grpSpPr>
          <a:xfrm>
            <a:off x="3941110" y="2767011"/>
            <a:ext cx="450511" cy="320850"/>
            <a:chOff x="3902933" y="2254086"/>
            <a:chExt cx="477692" cy="340207"/>
          </a:xfrm>
        </p:grpSpPr>
        <p:sp>
          <p:nvSpPr>
            <p:cNvPr id="15670" name="Google Shape;15670;p31"/>
            <p:cNvSpPr/>
            <p:nvPr/>
          </p:nvSpPr>
          <p:spPr>
            <a:xfrm>
              <a:off x="3902933" y="2254086"/>
              <a:ext cx="477692" cy="340207"/>
            </a:xfrm>
            <a:custGeom>
              <a:rect b="b" l="l" r="r" t="t"/>
              <a:pathLst>
                <a:path extrusionOk="0" h="8980" w="12609">
                  <a:moveTo>
                    <a:pt x="11125" y="361"/>
                  </a:moveTo>
                  <a:cubicBezTo>
                    <a:pt x="11384" y="361"/>
                    <a:pt x="11594" y="571"/>
                    <a:pt x="11594" y="830"/>
                  </a:cubicBezTo>
                  <a:lnTo>
                    <a:pt x="11594" y="6936"/>
                  </a:lnTo>
                  <a:cubicBezTo>
                    <a:pt x="11594" y="7195"/>
                    <a:pt x="11384" y="7406"/>
                    <a:pt x="11125" y="7406"/>
                  </a:cubicBezTo>
                  <a:lnTo>
                    <a:pt x="1481" y="7406"/>
                  </a:lnTo>
                  <a:cubicBezTo>
                    <a:pt x="1221" y="7406"/>
                    <a:pt x="1011" y="7196"/>
                    <a:pt x="1011" y="6938"/>
                  </a:cubicBezTo>
                  <a:lnTo>
                    <a:pt x="1011" y="830"/>
                  </a:lnTo>
                  <a:cubicBezTo>
                    <a:pt x="1011" y="571"/>
                    <a:pt x="1221" y="361"/>
                    <a:pt x="1481" y="361"/>
                  </a:cubicBezTo>
                  <a:close/>
                  <a:moveTo>
                    <a:pt x="7433" y="7798"/>
                  </a:moveTo>
                  <a:lnTo>
                    <a:pt x="7433" y="7846"/>
                  </a:lnTo>
                  <a:cubicBezTo>
                    <a:pt x="7433" y="7947"/>
                    <a:pt x="7352" y="8028"/>
                    <a:pt x="7251" y="8028"/>
                  </a:cubicBezTo>
                  <a:lnTo>
                    <a:pt x="5387" y="8028"/>
                  </a:lnTo>
                  <a:cubicBezTo>
                    <a:pt x="5286" y="8028"/>
                    <a:pt x="5205" y="7946"/>
                    <a:pt x="5205" y="7846"/>
                  </a:cubicBezTo>
                  <a:lnTo>
                    <a:pt x="5205" y="7798"/>
                  </a:lnTo>
                  <a:close/>
                  <a:moveTo>
                    <a:pt x="1487" y="1"/>
                  </a:moveTo>
                  <a:cubicBezTo>
                    <a:pt x="1025" y="1"/>
                    <a:pt x="649" y="376"/>
                    <a:pt x="649" y="839"/>
                  </a:cubicBezTo>
                  <a:lnTo>
                    <a:pt x="649" y="6933"/>
                  </a:lnTo>
                  <a:cubicBezTo>
                    <a:pt x="649" y="7109"/>
                    <a:pt x="702" y="7272"/>
                    <a:pt x="795" y="7406"/>
                  </a:cubicBezTo>
                  <a:lnTo>
                    <a:pt x="497" y="7406"/>
                  </a:lnTo>
                  <a:cubicBezTo>
                    <a:pt x="232" y="7406"/>
                    <a:pt x="12" y="7617"/>
                    <a:pt x="9" y="7882"/>
                  </a:cubicBezTo>
                  <a:cubicBezTo>
                    <a:pt x="1" y="8486"/>
                    <a:pt x="488" y="8980"/>
                    <a:pt x="1089" y="8980"/>
                  </a:cubicBezTo>
                  <a:lnTo>
                    <a:pt x="8220" y="8980"/>
                  </a:lnTo>
                  <a:cubicBezTo>
                    <a:pt x="8316" y="8980"/>
                    <a:pt x="8400" y="8910"/>
                    <a:pt x="8409" y="8815"/>
                  </a:cubicBezTo>
                  <a:cubicBezTo>
                    <a:pt x="8417" y="8709"/>
                    <a:pt x="8333" y="8620"/>
                    <a:pt x="8229" y="8620"/>
                  </a:cubicBezTo>
                  <a:lnTo>
                    <a:pt x="1093" y="8620"/>
                  </a:lnTo>
                  <a:cubicBezTo>
                    <a:pt x="707" y="8620"/>
                    <a:pt x="390" y="8304"/>
                    <a:pt x="392" y="7918"/>
                  </a:cubicBezTo>
                  <a:cubicBezTo>
                    <a:pt x="392" y="7852"/>
                    <a:pt x="447" y="7802"/>
                    <a:pt x="513" y="7802"/>
                  </a:cubicBezTo>
                  <a:lnTo>
                    <a:pt x="4844" y="7802"/>
                  </a:lnTo>
                  <a:lnTo>
                    <a:pt x="4844" y="7840"/>
                  </a:lnTo>
                  <a:cubicBezTo>
                    <a:pt x="4844" y="8144"/>
                    <a:pt x="5090" y="8390"/>
                    <a:pt x="5393" y="8390"/>
                  </a:cubicBezTo>
                  <a:lnTo>
                    <a:pt x="7242" y="8390"/>
                  </a:lnTo>
                  <a:cubicBezTo>
                    <a:pt x="7546" y="8390"/>
                    <a:pt x="7792" y="8144"/>
                    <a:pt x="7792" y="7840"/>
                  </a:cubicBezTo>
                  <a:lnTo>
                    <a:pt x="7792" y="7802"/>
                  </a:lnTo>
                  <a:lnTo>
                    <a:pt x="12086" y="7802"/>
                  </a:lnTo>
                  <a:cubicBezTo>
                    <a:pt x="12151" y="7802"/>
                    <a:pt x="12205" y="7854"/>
                    <a:pt x="12206" y="7918"/>
                  </a:cubicBezTo>
                  <a:cubicBezTo>
                    <a:pt x="12207" y="8305"/>
                    <a:pt x="11893" y="8620"/>
                    <a:pt x="11506" y="8620"/>
                  </a:cubicBezTo>
                  <a:lnTo>
                    <a:pt x="9071" y="8620"/>
                  </a:lnTo>
                  <a:cubicBezTo>
                    <a:pt x="8975" y="8620"/>
                    <a:pt x="8889" y="8689"/>
                    <a:pt x="8882" y="8783"/>
                  </a:cubicBezTo>
                  <a:cubicBezTo>
                    <a:pt x="8873" y="8891"/>
                    <a:pt x="8956" y="8980"/>
                    <a:pt x="9061" y="8980"/>
                  </a:cubicBezTo>
                  <a:lnTo>
                    <a:pt x="11527" y="8980"/>
                  </a:lnTo>
                  <a:cubicBezTo>
                    <a:pt x="12123" y="8980"/>
                    <a:pt x="12609" y="8495"/>
                    <a:pt x="12609" y="7898"/>
                  </a:cubicBezTo>
                  <a:cubicBezTo>
                    <a:pt x="12609" y="7626"/>
                    <a:pt x="12387" y="7406"/>
                    <a:pt x="12116" y="7406"/>
                  </a:cubicBezTo>
                  <a:lnTo>
                    <a:pt x="11809" y="7406"/>
                  </a:lnTo>
                  <a:cubicBezTo>
                    <a:pt x="11900" y="7273"/>
                    <a:pt x="11954" y="7111"/>
                    <a:pt x="11954" y="6939"/>
                  </a:cubicBezTo>
                  <a:lnTo>
                    <a:pt x="11954" y="839"/>
                  </a:lnTo>
                  <a:cubicBezTo>
                    <a:pt x="11954" y="377"/>
                    <a:pt x="11579" y="1"/>
                    <a:pt x="1111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1" name="Google Shape;15671;p31"/>
            <p:cNvSpPr/>
            <p:nvPr/>
          </p:nvSpPr>
          <p:spPr>
            <a:xfrm>
              <a:off x="3992644" y="2322431"/>
              <a:ext cx="25610" cy="13639"/>
            </a:xfrm>
            <a:custGeom>
              <a:rect b="b" l="l" r="r" t="t"/>
              <a:pathLst>
                <a:path extrusionOk="0" h="360" w="676">
                  <a:moveTo>
                    <a:pt x="198" y="0"/>
                  </a:moveTo>
                  <a:cubicBezTo>
                    <a:pt x="101" y="0"/>
                    <a:pt x="16" y="70"/>
                    <a:pt x="9" y="164"/>
                  </a:cubicBezTo>
                  <a:cubicBezTo>
                    <a:pt x="1" y="270"/>
                    <a:pt x="84" y="360"/>
                    <a:pt x="189" y="360"/>
                  </a:cubicBezTo>
                  <a:lnTo>
                    <a:pt x="477" y="360"/>
                  </a:lnTo>
                  <a:cubicBezTo>
                    <a:pt x="574" y="360"/>
                    <a:pt x="658" y="291"/>
                    <a:pt x="666" y="196"/>
                  </a:cubicBezTo>
                  <a:cubicBezTo>
                    <a:pt x="675" y="89"/>
                    <a:pt x="591" y="0"/>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2" name="Google Shape;15672;p31"/>
            <p:cNvSpPr/>
            <p:nvPr/>
          </p:nvSpPr>
          <p:spPr>
            <a:xfrm>
              <a:off x="3992947" y="2350920"/>
              <a:ext cx="25307" cy="13676"/>
            </a:xfrm>
            <a:custGeom>
              <a:rect b="b" l="l" r="r" t="t"/>
              <a:pathLst>
                <a:path extrusionOk="0" h="361" w="668">
                  <a:moveTo>
                    <a:pt x="180" y="0"/>
                  </a:moveTo>
                  <a:cubicBezTo>
                    <a:pt x="81" y="0"/>
                    <a:pt x="0" y="82"/>
                    <a:pt x="0" y="182"/>
                  </a:cubicBezTo>
                  <a:cubicBezTo>
                    <a:pt x="1" y="281"/>
                    <a:pt x="82" y="361"/>
                    <a:pt x="181" y="361"/>
                  </a:cubicBezTo>
                  <a:lnTo>
                    <a:pt x="469" y="361"/>
                  </a:lnTo>
                  <a:cubicBezTo>
                    <a:pt x="566" y="361"/>
                    <a:pt x="650" y="292"/>
                    <a:pt x="658" y="197"/>
                  </a:cubicBezTo>
                  <a:cubicBezTo>
                    <a:pt x="667" y="89"/>
                    <a:pt x="583"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3" name="Google Shape;15673;p31"/>
            <p:cNvSpPr/>
            <p:nvPr/>
          </p:nvSpPr>
          <p:spPr>
            <a:xfrm>
              <a:off x="3992644" y="2380774"/>
              <a:ext cx="25610" cy="13639"/>
            </a:xfrm>
            <a:custGeom>
              <a:rect b="b" l="l" r="r" t="t"/>
              <a:pathLst>
                <a:path extrusionOk="0" h="360" w="676">
                  <a:moveTo>
                    <a:pt x="199" y="0"/>
                  </a:moveTo>
                  <a:cubicBezTo>
                    <a:pt x="103" y="0"/>
                    <a:pt x="18" y="69"/>
                    <a:pt x="10" y="163"/>
                  </a:cubicBezTo>
                  <a:cubicBezTo>
                    <a:pt x="1" y="269"/>
                    <a:pt x="84" y="359"/>
                    <a:pt x="189" y="359"/>
                  </a:cubicBezTo>
                  <a:lnTo>
                    <a:pt x="477" y="359"/>
                  </a:lnTo>
                  <a:cubicBezTo>
                    <a:pt x="574" y="359"/>
                    <a:pt x="658" y="290"/>
                    <a:pt x="666" y="196"/>
                  </a:cubicBezTo>
                  <a:cubicBezTo>
                    <a:pt x="675" y="89"/>
                    <a:pt x="591" y="0"/>
                    <a:pt x="48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4" name="Google Shape;15674;p31"/>
            <p:cNvSpPr/>
            <p:nvPr/>
          </p:nvSpPr>
          <p:spPr>
            <a:xfrm>
              <a:off x="3992985" y="2409263"/>
              <a:ext cx="25269" cy="13676"/>
            </a:xfrm>
            <a:custGeom>
              <a:rect b="b" l="l" r="r" t="t"/>
              <a:pathLst>
                <a:path extrusionOk="0" h="361" w="667">
                  <a:moveTo>
                    <a:pt x="180" y="0"/>
                  </a:moveTo>
                  <a:cubicBezTo>
                    <a:pt x="81" y="0"/>
                    <a:pt x="0" y="82"/>
                    <a:pt x="0" y="181"/>
                  </a:cubicBezTo>
                  <a:cubicBezTo>
                    <a:pt x="0" y="281"/>
                    <a:pt x="81" y="360"/>
                    <a:pt x="180" y="360"/>
                  </a:cubicBezTo>
                  <a:lnTo>
                    <a:pt x="468" y="360"/>
                  </a:lnTo>
                  <a:cubicBezTo>
                    <a:pt x="565" y="360"/>
                    <a:pt x="649" y="291"/>
                    <a:pt x="657" y="197"/>
                  </a:cubicBezTo>
                  <a:cubicBezTo>
                    <a:pt x="666" y="89"/>
                    <a:pt x="582"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5" name="Google Shape;15675;p31"/>
            <p:cNvSpPr/>
            <p:nvPr/>
          </p:nvSpPr>
          <p:spPr>
            <a:xfrm>
              <a:off x="3992644" y="2439079"/>
              <a:ext cx="25610" cy="13639"/>
            </a:xfrm>
            <a:custGeom>
              <a:rect b="b" l="l" r="r" t="t"/>
              <a:pathLst>
                <a:path extrusionOk="0" h="360" w="676">
                  <a:moveTo>
                    <a:pt x="198" y="1"/>
                  </a:moveTo>
                  <a:cubicBezTo>
                    <a:pt x="101" y="1"/>
                    <a:pt x="16" y="70"/>
                    <a:pt x="9" y="164"/>
                  </a:cubicBezTo>
                  <a:cubicBezTo>
                    <a:pt x="1" y="271"/>
                    <a:pt x="84" y="360"/>
                    <a:pt x="189" y="360"/>
                  </a:cubicBezTo>
                  <a:lnTo>
                    <a:pt x="477" y="360"/>
                  </a:lnTo>
                  <a:cubicBezTo>
                    <a:pt x="574" y="360"/>
                    <a:pt x="658" y="291"/>
                    <a:pt x="666" y="197"/>
                  </a:cubicBezTo>
                  <a:cubicBezTo>
                    <a:pt x="675" y="90"/>
                    <a:pt x="591" y="1"/>
                    <a:pt x="48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6" name="Google Shape;15676;p31"/>
            <p:cNvSpPr/>
            <p:nvPr/>
          </p:nvSpPr>
          <p:spPr>
            <a:xfrm>
              <a:off x="3992985" y="2467644"/>
              <a:ext cx="25269" cy="13676"/>
            </a:xfrm>
            <a:custGeom>
              <a:rect b="b" l="l" r="r" t="t"/>
              <a:pathLst>
                <a:path extrusionOk="0" h="361" w="667">
                  <a:moveTo>
                    <a:pt x="180" y="1"/>
                  </a:moveTo>
                  <a:cubicBezTo>
                    <a:pt x="81" y="1"/>
                    <a:pt x="0" y="81"/>
                    <a:pt x="0" y="181"/>
                  </a:cubicBezTo>
                  <a:cubicBezTo>
                    <a:pt x="0" y="279"/>
                    <a:pt x="81" y="360"/>
                    <a:pt x="180" y="360"/>
                  </a:cubicBezTo>
                  <a:lnTo>
                    <a:pt x="468" y="360"/>
                  </a:lnTo>
                  <a:cubicBezTo>
                    <a:pt x="565" y="360"/>
                    <a:pt x="649" y="291"/>
                    <a:pt x="657" y="197"/>
                  </a:cubicBezTo>
                  <a:cubicBezTo>
                    <a:pt x="666" y="90"/>
                    <a:pt x="582"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7" name="Google Shape;15677;p31"/>
            <p:cNvSpPr/>
            <p:nvPr/>
          </p:nvSpPr>
          <p:spPr>
            <a:xfrm>
              <a:off x="4069778" y="2322431"/>
              <a:ext cx="35839" cy="13639"/>
            </a:xfrm>
            <a:custGeom>
              <a:rect b="b" l="l" r="r" t="t"/>
              <a:pathLst>
                <a:path extrusionOk="0" h="360" w="946">
                  <a:moveTo>
                    <a:pt x="199" y="0"/>
                  </a:moveTo>
                  <a:cubicBezTo>
                    <a:pt x="103" y="0"/>
                    <a:pt x="17" y="70"/>
                    <a:pt x="10" y="164"/>
                  </a:cubicBezTo>
                  <a:cubicBezTo>
                    <a:pt x="1" y="270"/>
                    <a:pt x="85" y="360"/>
                    <a:pt x="189" y="360"/>
                  </a:cubicBezTo>
                  <a:lnTo>
                    <a:pt x="749" y="360"/>
                  </a:lnTo>
                  <a:cubicBezTo>
                    <a:pt x="844" y="360"/>
                    <a:pt x="929" y="291"/>
                    <a:pt x="937" y="196"/>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8" name="Google Shape;15678;p31"/>
            <p:cNvSpPr/>
            <p:nvPr/>
          </p:nvSpPr>
          <p:spPr>
            <a:xfrm>
              <a:off x="4069399" y="2467568"/>
              <a:ext cx="180370" cy="13676"/>
            </a:xfrm>
            <a:custGeom>
              <a:rect b="b" l="l" r="r" t="t"/>
              <a:pathLst>
                <a:path extrusionOk="0" h="361" w="4761">
                  <a:moveTo>
                    <a:pt x="199" y="1"/>
                  </a:moveTo>
                  <a:cubicBezTo>
                    <a:pt x="104" y="1"/>
                    <a:pt x="19" y="71"/>
                    <a:pt x="10" y="165"/>
                  </a:cubicBezTo>
                  <a:cubicBezTo>
                    <a:pt x="0" y="272"/>
                    <a:pt x="85" y="361"/>
                    <a:pt x="193" y="361"/>
                  </a:cubicBezTo>
                  <a:lnTo>
                    <a:pt x="4560" y="361"/>
                  </a:lnTo>
                  <a:cubicBezTo>
                    <a:pt x="4656" y="361"/>
                    <a:pt x="4741" y="292"/>
                    <a:pt x="4750" y="198"/>
                  </a:cubicBezTo>
                  <a:cubicBezTo>
                    <a:pt x="4760" y="92"/>
                    <a:pt x="4675" y="1"/>
                    <a:pt x="456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9" name="Google Shape;15679;p31"/>
            <p:cNvSpPr/>
            <p:nvPr/>
          </p:nvSpPr>
          <p:spPr>
            <a:xfrm>
              <a:off x="4069778" y="2380774"/>
              <a:ext cx="35839" cy="13639"/>
            </a:xfrm>
            <a:custGeom>
              <a:rect b="b" l="l" r="r" t="t"/>
              <a:pathLst>
                <a:path extrusionOk="0" h="360" w="946">
                  <a:moveTo>
                    <a:pt x="199" y="0"/>
                  </a:moveTo>
                  <a:cubicBezTo>
                    <a:pt x="103" y="0"/>
                    <a:pt x="17" y="69"/>
                    <a:pt x="10" y="163"/>
                  </a:cubicBezTo>
                  <a:cubicBezTo>
                    <a:pt x="1" y="269"/>
                    <a:pt x="85" y="359"/>
                    <a:pt x="189" y="359"/>
                  </a:cubicBezTo>
                  <a:lnTo>
                    <a:pt x="749" y="359"/>
                  </a:lnTo>
                  <a:cubicBezTo>
                    <a:pt x="844" y="359"/>
                    <a:pt x="929" y="290"/>
                    <a:pt x="937" y="196"/>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0" name="Google Shape;15680;p31"/>
            <p:cNvSpPr/>
            <p:nvPr/>
          </p:nvSpPr>
          <p:spPr>
            <a:xfrm>
              <a:off x="4069778" y="2409263"/>
              <a:ext cx="35839" cy="13676"/>
            </a:xfrm>
            <a:custGeom>
              <a:rect b="b" l="l" r="r" t="t"/>
              <a:pathLst>
                <a:path extrusionOk="0" h="361" w="946">
                  <a:moveTo>
                    <a:pt x="199" y="0"/>
                  </a:moveTo>
                  <a:cubicBezTo>
                    <a:pt x="103" y="0"/>
                    <a:pt x="17" y="70"/>
                    <a:pt x="10" y="165"/>
                  </a:cubicBezTo>
                  <a:cubicBezTo>
                    <a:pt x="1" y="271"/>
                    <a:pt x="85" y="360"/>
                    <a:pt x="189" y="360"/>
                  </a:cubicBezTo>
                  <a:lnTo>
                    <a:pt x="749" y="360"/>
                  </a:lnTo>
                  <a:cubicBezTo>
                    <a:pt x="844" y="360"/>
                    <a:pt x="929" y="291"/>
                    <a:pt x="937" y="197"/>
                  </a:cubicBezTo>
                  <a:cubicBezTo>
                    <a:pt x="945" y="89"/>
                    <a:pt x="86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1" name="Google Shape;15681;p31"/>
            <p:cNvSpPr/>
            <p:nvPr/>
          </p:nvSpPr>
          <p:spPr>
            <a:xfrm>
              <a:off x="4167597" y="2439079"/>
              <a:ext cx="35877" cy="13639"/>
            </a:xfrm>
            <a:custGeom>
              <a:rect b="b" l="l" r="r" t="t"/>
              <a:pathLst>
                <a:path extrusionOk="0" h="360" w="947">
                  <a:moveTo>
                    <a:pt x="198" y="1"/>
                  </a:moveTo>
                  <a:cubicBezTo>
                    <a:pt x="103" y="1"/>
                    <a:pt x="17" y="70"/>
                    <a:pt x="10" y="164"/>
                  </a:cubicBezTo>
                  <a:cubicBezTo>
                    <a:pt x="0" y="271"/>
                    <a:pt x="84" y="360"/>
                    <a:pt x="189" y="360"/>
                  </a:cubicBezTo>
                  <a:lnTo>
                    <a:pt x="758" y="360"/>
                  </a:lnTo>
                  <a:cubicBezTo>
                    <a:pt x="862" y="360"/>
                    <a:pt x="946" y="271"/>
                    <a:pt x="937" y="164"/>
                  </a:cubicBezTo>
                  <a:cubicBezTo>
                    <a:pt x="928" y="70"/>
                    <a:pt x="843" y="1"/>
                    <a:pt x="74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2" name="Google Shape;15682;p31"/>
            <p:cNvSpPr/>
            <p:nvPr/>
          </p:nvSpPr>
          <p:spPr>
            <a:xfrm>
              <a:off x="4070309" y="2439079"/>
              <a:ext cx="78270" cy="13639"/>
            </a:xfrm>
            <a:custGeom>
              <a:rect b="b" l="l" r="r" t="t"/>
              <a:pathLst>
                <a:path extrusionOk="0" h="360" w="2066">
                  <a:moveTo>
                    <a:pt x="197" y="1"/>
                  </a:moveTo>
                  <a:cubicBezTo>
                    <a:pt x="102" y="1"/>
                    <a:pt x="17" y="70"/>
                    <a:pt x="9" y="164"/>
                  </a:cubicBezTo>
                  <a:cubicBezTo>
                    <a:pt x="0" y="271"/>
                    <a:pt x="84" y="360"/>
                    <a:pt x="189" y="360"/>
                  </a:cubicBezTo>
                  <a:lnTo>
                    <a:pt x="1868" y="360"/>
                  </a:lnTo>
                  <a:cubicBezTo>
                    <a:pt x="1964" y="360"/>
                    <a:pt x="2049" y="291"/>
                    <a:pt x="2056" y="197"/>
                  </a:cubicBezTo>
                  <a:cubicBezTo>
                    <a:pt x="2066" y="90"/>
                    <a:pt x="1982" y="1"/>
                    <a:pt x="187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3" name="Google Shape;15683;p31"/>
            <p:cNvSpPr/>
            <p:nvPr/>
          </p:nvSpPr>
          <p:spPr>
            <a:xfrm>
              <a:off x="4124333" y="2380774"/>
              <a:ext cx="35839" cy="13639"/>
            </a:xfrm>
            <a:custGeom>
              <a:rect b="b" l="l" r="r" t="t"/>
              <a:pathLst>
                <a:path extrusionOk="0" h="360" w="946">
                  <a:moveTo>
                    <a:pt x="199" y="0"/>
                  </a:moveTo>
                  <a:cubicBezTo>
                    <a:pt x="103" y="0"/>
                    <a:pt x="18" y="69"/>
                    <a:pt x="10" y="163"/>
                  </a:cubicBezTo>
                  <a:cubicBezTo>
                    <a:pt x="1" y="270"/>
                    <a:pt x="85" y="359"/>
                    <a:pt x="189" y="359"/>
                  </a:cubicBezTo>
                  <a:lnTo>
                    <a:pt x="758" y="359"/>
                  </a:lnTo>
                  <a:cubicBezTo>
                    <a:pt x="863" y="359"/>
                    <a:pt x="946" y="270"/>
                    <a:pt x="937" y="163"/>
                  </a:cubicBezTo>
                  <a:cubicBezTo>
                    <a:pt x="929" y="69"/>
                    <a:pt x="843"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4" name="Google Shape;15684;p31"/>
            <p:cNvSpPr/>
            <p:nvPr/>
          </p:nvSpPr>
          <p:spPr>
            <a:xfrm>
              <a:off x="4173697" y="2380660"/>
              <a:ext cx="75240" cy="13714"/>
            </a:xfrm>
            <a:custGeom>
              <a:rect b="b" l="l" r="r" t="t"/>
              <a:pathLst>
                <a:path extrusionOk="0" h="362" w="1986">
                  <a:moveTo>
                    <a:pt x="199" y="1"/>
                  </a:moveTo>
                  <a:cubicBezTo>
                    <a:pt x="102" y="1"/>
                    <a:pt x="17" y="71"/>
                    <a:pt x="10" y="165"/>
                  </a:cubicBezTo>
                  <a:cubicBezTo>
                    <a:pt x="1" y="272"/>
                    <a:pt x="85" y="361"/>
                    <a:pt x="189" y="361"/>
                  </a:cubicBezTo>
                  <a:lnTo>
                    <a:pt x="1788" y="361"/>
                  </a:lnTo>
                  <a:cubicBezTo>
                    <a:pt x="1883" y="361"/>
                    <a:pt x="1969" y="292"/>
                    <a:pt x="1976" y="198"/>
                  </a:cubicBezTo>
                  <a:cubicBezTo>
                    <a:pt x="1985" y="92"/>
                    <a:pt x="1902" y="1"/>
                    <a:pt x="179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5" name="Google Shape;15685;p31"/>
            <p:cNvSpPr/>
            <p:nvPr/>
          </p:nvSpPr>
          <p:spPr>
            <a:xfrm>
              <a:off x="4125734" y="2322355"/>
              <a:ext cx="163133" cy="13676"/>
            </a:xfrm>
            <a:custGeom>
              <a:rect b="b" l="l" r="r" t="t"/>
              <a:pathLst>
                <a:path extrusionOk="0" h="361" w="4306">
                  <a:moveTo>
                    <a:pt x="198" y="0"/>
                  </a:moveTo>
                  <a:cubicBezTo>
                    <a:pt x="103" y="0"/>
                    <a:pt x="17" y="71"/>
                    <a:pt x="10" y="165"/>
                  </a:cubicBezTo>
                  <a:cubicBezTo>
                    <a:pt x="0" y="272"/>
                    <a:pt x="84" y="361"/>
                    <a:pt x="189" y="361"/>
                  </a:cubicBezTo>
                  <a:lnTo>
                    <a:pt x="4106" y="361"/>
                  </a:lnTo>
                  <a:cubicBezTo>
                    <a:pt x="4201" y="361"/>
                    <a:pt x="4287" y="292"/>
                    <a:pt x="4295" y="197"/>
                  </a:cubicBezTo>
                  <a:cubicBezTo>
                    <a:pt x="4305" y="91"/>
                    <a:pt x="4221" y="0"/>
                    <a:pt x="41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6" name="Google Shape;15686;p31"/>
            <p:cNvSpPr/>
            <p:nvPr/>
          </p:nvSpPr>
          <p:spPr>
            <a:xfrm>
              <a:off x="4069399" y="2350920"/>
              <a:ext cx="180370" cy="13676"/>
            </a:xfrm>
            <a:custGeom>
              <a:rect b="b" l="l" r="r" t="t"/>
              <a:pathLst>
                <a:path extrusionOk="0" h="361" w="4761">
                  <a:moveTo>
                    <a:pt x="199" y="0"/>
                  </a:moveTo>
                  <a:cubicBezTo>
                    <a:pt x="104" y="0"/>
                    <a:pt x="19" y="71"/>
                    <a:pt x="10" y="165"/>
                  </a:cubicBezTo>
                  <a:cubicBezTo>
                    <a:pt x="0" y="272"/>
                    <a:pt x="85" y="361"/>
                    <a:pt x="193" y="361"/>
                  </a:cubicBezTo>
                  <a:lnTo>
                    <a:pt x="4560" y="361"/>
                  </a:lnTo>
                  <a:cubicBezTo>
                    <a:pt x="4656" y="361"/>
                    <a:pt x="4741" y="292"/>
                    <a:pt x="4750" y="197"/>
                  </a:cubicBezTo>
                  <a:cubicBezTo>
                    <a:pt x="4760" y="89"/>
                    <a:pt x="4675" y="0"/>
                    <a:pt x="45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7" name="Google Shape;15687;p31"/>
            <p:cNvSpPr/>
            <p:nvPr/>
          </p:nvSpPr>
          <p:spPr>
            <a:xfrm>
              <a:off x="3957335" y="2286364"/>
              <a:ext cx="368735" cy="229621"/>
            </a:xfrm>
            <a:custGeom>
              <a:rect b="b" l="l" r="r" t="t"/>
              <a:pathLst>
                <a:path extrusionOk="0" h="6061" w="9733">
                  <a:moveTo>
                    <a:pt x="9256" y="394"/>
                  </a:moveTo>
                  <a:cubicBezTo>
                    <a:pt x="9319" y="394"/>
                    <a:pt x="9369" y="446"/>
                    <a:pt x="9369" y="508"/>
                  </a:cubicBezTo>
                  <a:lnTo>
                    <a:pt x="9369" y="5604"/>
                  </a:lnTo>
                  <a:lnTo>
                    <a:pt x="9378" y="5604"/>
                  </a:lnTo>
                  <a:cubicBezTo>
                    <a:pt x="9378" y="5648"/>
                    <a:pt x="9263" y="5702"/>
                    <a:pt x="9263" y="5702"/>
                  </a:cubicBezTo>
                  <a:lnTo>
                    <a:pt x="2523" y="5702"/>
                  </a:lnTo>
                  <a:lnTo>
                    <a:pt x="2523" y="394"/>
                  </a:lnTo>
                  <a:close/>
                  <a:moveTo>
                    <a:pt x="192" y="0"/>
                  </a:moveTo>
                  <a:cubicBezTo>
                    <a:pt x="86" y="0"/>
                    <a:pt x="1" y="85"/>
                    <a:pt x="1" y="191"/>
                  </a:cubicBezTo>
                  <a:lnTo>
                    <a:pt x="1" y="1073"/>
                  </a:lnTo>
                  <a:cubicBezTo>
                    <a:pt x="1" y="1094"/>
                    <a:pt x="10" y="1115"/>
                    <a:pt x="25" y="1128"/>
                  </a:cubicBezTo>
                  <a:cubicBezTo>
                    <a:pt x="76" y="1178"/>
                    <a:pt x="131" y="1199"/>
                    <a:pt x="181" y="1199"/>
                  </a:cubicBezTo>
                  <a:cubicBezTo>
                    <a:pt x="280" y="1199"/>
                    <a:pt x="361" y="1117"/>
                    <a:pt x="361" y="1015"/>
                  </a:cubicBezTo>
                  <a:lnTo>
                    <a:pt x="361" y="508"/>
                  </a:lnTo>
                  <a:cubicBezTo>
                    <a:pt x="361" y="446"/>
                    <a:pt x="412" y="393"/>
                    <a:pt x="476" y="393"/>
                  </a:cubicBezTo>
                  <a:lnTo>
                    <a:pt x="2163" y="393"/>
                  </a:lnTo>
                  <a:lnTo>
                    <a:pt x="2163" y="5700"/>
                  </a:lnTo>
                  <a:lnTo>
                    <a:pt x="475" y="5700"/>
                  </a:lnTo>
                  <a:cubicBezTo>
                    <a:pt x="412" y="5700"/>
                    <a:pt x="361" y="5650"/>
                    <a:pt x="361" y="5587"/>
                  </a:cubicBezTo>
                  <a:lnTo>
                    <a:pt x="361" y="1897"/>
                  </a:lnTo>
                  <a:cubicBezTo>
                    <a:pt x="361" y="1802"/>
                    <a:pt x="292" y="1717"/>
                    <a:pt x="197" y="1708"/>
                  </a:cubicBezTo>
                  <a:cubicBezTo>
                    <a:pt x="192" y="1707"/>
                    <a:pt x="186" y="1707"/>
                    <a:pt x="181" y="1707"/>
                  </a:cubicBezTo>
                  <a:cubicBezTo>
                    <a:pt x="81" y="1707"/>
                    <a:pt x="1" y="1789"/>
                    <a:pt x="1" y="1891"/>
                  </a:cubicBezTo>
                  <a:lnTo>
                    <a:pt x="1" y="5578"/>
                  </a:lnTo>
                  <a:cubicBezTo>
                    <a:pt x="1" y="5845"/>
                    <a:pt x="217" y="6060"/>
                    <a:pt x="483" y="6060"/>
                  </a:cubicBezTo>
                  <a:lnTo>
                    <a:pt x="9249" y="6060"/>
                  </a:lnTo>
                  <a:cubicBezTo>
                    <a:pt x="9516" y="6060"/>
                    <a:pt x="9731" y="5845"/>
                    <a:pt x="9731" y="5578"/>
                  </a:cubicBezTo>
                  <a:lnTo>
                    <a:pt x="9731" y="483"/>
                  </a:lnTo>
                  <a:cubicBezTo>
                    <a:pt x="9732" y="217"/>
                    <a:pt x="9515" y="0"/>
                    <a:pt x="92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88" name="Google Shape;15688;p31"/>
          <p:cNvGrpSpPr/>
          <p:nvPr/>
        </p:nvGrpSpPr>
        <p:grpSpPr>
          <a:xfrm>
            <a:off x="3239207" y="2740643"/>
            <a:ext cx="449618" cy="373479"/>
            <a:chOff x="3158720" y="2226127"/>
            <a:chExt cx="476745" cy="396012"/>
          </a:xfrm>
        </p:grpSpPr>
        <p:sp>
          <p:nvSpPr>
            <p:cNvPr id="15689" name="Google Shape;15689;p31"/>
            <p:cNvSpPr/>
            <p:nvPr/>
          </p:nvSpPr>
          <p:spPr>
            <a:xfrm>
              <a:off x="3158720" y="2226127"/>
              <a:ext cx="476745" cy="396012"/>
            </a:xfrm>
            <a:custGeom>
              <a:rect b="b" l="l" r="r" t="t"/>
              <a:pathLst>
                <a:path extrusionOk="0" h="10453" w="12584">
                  <a:moveTo>
                    <a:pt x="11306" y="1214"/>
                  </a:moveTo>
                  <a:cubicBezTo>
                    <a:pt x="11340" y="1214"/>
                    <a:pt x="11370" y="1244"/>
                    <a:pt x="11370" y="1278"/>
                  </a:cubicBezTo>
                  <a:lnTo>
                    <a:pt x="11370" y="7112"/>
                  </a:lnTo>
                  <a:lnTo>
                    <a:pt x="1180" y="7112"/>
                  </a:lnTo>
                  <a:lnTo>
                    <a:pt x="1180" y="1278"/>
                  </a:lnTo>
                  <a:cubicBezTo>
                    <a:pt x="1180" y="1244"/>
                    <a:pt x="1209" y="1214"/>
                    <a:pt x="1244" y="1214"/>
                  </a:cubicBezTo>
                  <a:close/>
                  <a:moveTo>
                    <a:pt x="12222" y="7472"/>
                  </a:moveTo>
                  <a:lnTo>
                    <a:pt x="12222" y="8038"/>
                  </a:lnTo>
                  <a:cubicBezTo>
                    <a:pt x="12222" y="8196"/>
                    <a:pt x="12093" y="8324"/>
                    <a:pt x="11935" y="8324"/>
                  </a:cubicBezTo>
                  <a:lnTo>
                    <a:pt x="647" y="8324"/>
                  </a:lnTo>
                  <a:cubicBezTo>
                    <a:pt x="489" y="8324"/>
                    <a:pt x="361" y="8195"/>
                    <a:pt x="361" y="8037"/>
                  </a:cubicBezTo>
                  <a:lnTo>
                    <a:pt x="361" y="7472"/>
                  </a:lnTo>
                  <a:close/>
                  <a:moveTo>
                    <a:pt x="7022" y="8685"/>
                  </a:moveTo>
                  <a:cubicBezTo>
                    <a:pt x="7071" y="8975"/>
                    <a:pt x="7193" y="9604"/>
                    <a:pt x="7404" y="10094"/>
                  </a:cubicBezTo>
                  <a:lnTo>
                    <a:pt x="5166" y="10094"/>
                  </a:lnTo>
                  <a:cubicBezTo>
                    <a:pt x="5378" y="9604"/>
                    <a:pt x="5499" y="8975"/>
                    <a:pt x="5547" y="8685"/>
                  </a:cubicBezTo>
                  <a:close/>
                  <a:moveTo>
                    <a:pt x="650" y="1"/>
                  </a:moveTo>
                  <a:cubicBezTo>
                    <a:pt x="289" y="1"/>
                    <a:pt x="1" y="655"/>
                    <a:pt x="1" y="655"/>
                  </a:cubicBezTo>
                  <a:lnTo>
                    <a:pt x="1" y="8029"/>
                  </a:lnTo>
                  <a:cubicBezTo>
                    <a:pt x="1" y="8390"/>
                    <a:pt x="294" y="8683"/>
                    <a:pt x="655" y="8683"/>
                  </a:cubicBezTo>
                  <a:lnTo>
                    <a:pt x="5171" y="8683"/>
                  </a:lnTo>
                  <a:cubicBezTo>
                    <a:pt x="5113" y="9016"/>
                    <a:pt x="4978" y="9669"/>
                    <a:pt x="4757" y="10092"/>
                  </a:cubicBezTo>
                  <a:lnTo>
                    <a:pt x="3740" y="10092"/>
                  </a:lnTo>
                  <a:cubicBezTo>
                    <a:pt x="3652" y="10092"/>
                    <a:pt x="3571" y="10149"/>
                    <a:pt x="3553" y="10236"/>
                  </a:cubicBezTo>
                  <a:cubicBezTo>
                    <a:pt x="3530" y="10352"/>
                    <a:pt x="3620" y="10452"/>
                    <a:pt x="3734" y="10452"/>
                  </a:cubicBezTo>
                  <a:lnTo>
                    <a:pt x="8831" y="10452"/>
                  </a:lnTo>
                  <a:cubicBezTo>
                    <a:pt x="8926" y="10452"/>
                    <a:pt x="9012" y="10383"/>
                    <a:pt x="9020" y="10289"/>
                  </a:cubicBezTo>
                  <a:cubicBezTo>
                    <a:pt x="9030" y="10181"/>
                    <a:pt x="8945" y="10092"/>
                    <a:pt x="8837" y="10092"/>
                  </a:cubicBezTo>
                  <a:lnTo>
                    <a:pt x="7825" y="10092"/>
                  </a:lnTo>
                  <a:cubicBezTo>
                    <a:pt x="7605" y="9669"/>
                    <a:pt x="7469" y="9014"/>
                    <a:pt x="7412" y="8683"/>
                  </a:cubicBezTo>
                  <a:lnTo>
                    <a:pt x="11929" y="8683"/>
                  </a:lnTo>
                  <a:cubicBezTo>
                    <a:pt x="12290" y="8683"/>
                    <a:pt x="12583" y="8390"/>
                    <a:pt x="12583" y="8029"/>
                  </a:cubicBezTo>
                  <a:lnTo>
                    <a:pt x="12583" y="640"/>
                  </a:lnTo>
                  <a:cubicBezTo>
                    <a:pt x="12581" y="289"/>
                    <a:pt x="12295" y="3"/>
                    <a:pt x="11941" y="3"/>
                  </a:cubicBezTo>
                  <a:lnTo>
                    <a:pt x="10424" y="3"/>
                  </a:lnTo>
                  <a:cubicBezTo>
                    <a:pt x="10328" y="3"/>
                    <a:pt x="10244" y="72"/>
                    <a:pt x="10235" y="166"/>
                  </a:cubicBezTo>
                  <a:cubicBezTo>
                    <a:pt x="10227" y="273"/>
                    <a:pt x="10311" y="362"/>
                    <a:pt x="10415" y="362"/>
                  </a:cubicBezTo>
                  <a:lnTo>
                    <a:pt x="11935" y="362"/>
                  </a:lnTo>
                  <a:cubicBezTo>
                    <a:pt x="12093" y="362"/>
                    <a:pt x="12222" y="491"/>
                    <a:pt x="12222" y="649"/>
                  </a:cubicBezTo>
                  <a:lnTo>
                    <a:pt x="12222" y="7112"/>
                  </a:lnTo>
                  <a:lnTo>
                    <a:pt x="11763" y="7112"/>
                  </a:lnTo>
                  <a:lnTo>
                    <a:pt x="11763" y="1287"/>
                  </a:lnTo>
                  <a:cubicBezTo>
                    <a:pt x="11763" y="1047"/>
                    <a:pt x="11570" y="853"/>
                    <a:pt x="11330" y="853"/>
                  </a:cubicBezTo>
                  <a:lnTo>
                    <a:pt x="1252" y="853"/>
                  </a:lnTo>
                  <a:cubicBezTo>
                    <a:pt x="1012" y="853"/>
                    <a:pt x="819" y="1047"/>
                    <a:pt x="819" y="1287"/>
                  </a:cubicBezTo>
                  <a:lnTo>
                    <a:pt x="819" y="7112"/>
                  </a:lnTo>
                  <a:lnTo>
                    <a:pt x="361" y="7112"/>
                  </a:lnTo>
                  <a:lnTo>
                    <a:pt x="361" y="656"/>
                  </a:lnTo>
                  <a:cubicBezTo>
                    <a:pt x="361" y="656"/>
                    <a:pt x="492" y="370"/>
                    <a:pt x="650" y="362"/>
                  </a:cubicBezTo>
                  <a:lnTo>
                    <a:pt x="9502" y="362"/>
                  </a:lnTo>
                  <a:cubicBezTo>
                    <a:pt x="9507" y="362"/>
                    <a:pt x="9512" y="362"/>
                    <a:pt x="9516" y="362"/>
                  </a:cubicBezTo>
                  <a:cubicBezTo>
                    <a:pt x="9612" y="362"/>
                    <a:pt x="9687" y="283"/>
                    <a:pt x="9687" y="185"/>
                  </a:cubicBezTo>
                  <a:cubicBezTo>
                    <a:pt x="9687" y="83"/>
                    <a:pt x="9605" y="1"/>
                    <a:pt x="95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0" name="Google Shape;15690;p31"/>
            <p:cNvSpPr/>
            <p:nvPr/>
          </p:nvSpPr>
          <p:spPr>
            <a:xfrm>
              <a:off x="3247598" y="2311823"/>
              <a:ext cx="311112" cy="147789"/>
            </a:xfrm>
            <a:custGeom>
              <a:rect b="b" l="l" r="r" t="t"/>
              <a:pathLst>
                <a:path extrusionOk="0" h="3901" w="8212">
                  <a:moveTo>
                    <a:pt x="3950" y="1"/>
                  </a:moveTo>
                  <a:cubicBezTo>
                    <a:pt x="3127" y="1"/>
                    <a:pt x="2385" y="504"/>
                    <a:pt x="2091" y="1245"/>
                  </a:cubicBezTo>
                  <a:cubicBezTo>
                    <a:pt x="2003" y="1228"/>
                    <a:pt x="1912" y="1219"/>
                    <a:pt x="1821" y="1219"/>
                  </a:cubicBezTo>
                  <a:cubicBezTo>
                    <a:pt x="1467" y="1219"/>
                    <a:pt x="1101" y="1353"/>
                    <a:pt x="777" y="1643"/>
                  </a:cubicBezTo>
                  <a:cubicBezTo>
                    <a:pt x="765" y="1654"/>
                    <a:pt x="754" y="1666"/>
                    <a:pt x="744" y="1680"/>
                  </a:cubicBezTo>
                  <a:cubicBezTo>
                    <a:pt x="1" y="2753"/>
                    <a:pt x="776" y="3900"/>
                    <a:pt x="1820" y="3900"/>
                  </a:cubicBezTo>
                  <a:lnTo>
                    <a:pt x="2407" y="3900"/>
                  </a:lnTo>
                  <a:cubicBezTo>
                    <a:pt x="2415" y="3900"/>
                    <a:pt x="2422" y="3897"/>
                    <a:pt x="2427" y="3892"/>
                  </a:cubicBezTo>
                  <a:cubicBezTo>
                    <a:pt x="2602" y="3735"/>
                    <a:pt x="2489" y="3539"/>
                    <a:pt x="2331" y="3539"/>
                  </a:cubicBezTo>
                  <a:lnTo>
                    <a:pt x="1400" y="3539"/>
                  </a:lnTo>
                  <a:cubicBezTo>
                    <a:pt x="1364" y="3539"/>
                    <a:pt x="1330" y="3525"/>
                    <a:pt x="1304" y="3502"/>
                  </a:cubicBezTo>
                  <a:cubicBezTo>
                    <a:pt x="347" y="2649"/>
                    <a:pt x="959" y="1577"/>
                    <a:pt x="1822" y="1577"/>
                  </a:cubicBezTo>
                  <a:cubicBezTo>
                    <a:pt x="1940" y="1577"/>
                    <a:pt x="2059" y="1598"/>
                    <a:pt x="2171" y="1639"/>
                  </a:cubicBezTo>
                  <a:cubicBezTo>
                    <a:pt x="2174" y="1640"/>
                    <a:pt x="2175" y="1640"/>
                    <a:pt x="2178" y="1640"/>
                  </a:cubicBezTo>
                  <a:cubicBezTo>
                    <a:pt x="2188" y="1641"/>
                    <a:pt x="2197" y="1642"/>
                    <a:pt x="2207" y="1642"/>
                  </a:cubicBezTo>
                  <a:cubicBezTo>
                    <a:pt x="2295" y="1642"/>
                    <a:pt x="2366" y="1586"/>
                    <a:pt x="2388" y="1511"/>
                  </a:cubicBezTo>
                  <a:cubicBezTo>
                    <a:pt x="2587" y="832"/>
                    <a:pt x="3228" y="360"/>
                    <a:pt x="3949" y="360"/>
                  </a:cubicBezTo>
                  <a:cubicBezTo>
                    <a:pt x="4490" y="360"/>
                    <a:pt x="4987" y="617"/>
                    <a:pt x="5296" y="1059"/>
                  </a:cubicBezTo>
                  <a:cubicBezTo>
                    <a:pt x="5301" y="1066"/>
                    <a:pt x="5309" y="1071"/>
                    <a:pt x="5318" y="1071"/>
                  </a:cubicBezTo>
                  <a:cubicBezTo>
                    <a:pt x="5321" y="1071"/>
                    <a:pt x="5324" y="1070"/>
                    <a:pt x="5326" y="1069"/>
                  </a:cubicBezTo>
                  <a:cubicBezTo>
                    <a:pt x="5465" y="1021"/>
                    <a:pt x="5611" y="998"/>
                    <a:pt x="5758" y="998"/>
                  </a:cubicBezTo>
                  <a:cubicBezTo>
                    <a:pt x="6875" y="998"/>
                    <a:pt x="7667" y="2383"/>
                    <a:pt x="6433" y="3487"/>
                  </a:cubicBezTo>
                  <a:cubicBezTo>
                    <a:pt x="6399" y="3519"/>
                    <a:pt x="6353" y="3538"/>
                    <a:pt x="6305" y="3538"/>
                  </a:cubicBezTo>
                  <a:lnTo>
                    <a:pt x="3098" y="3538"/>
                  </a:lnTo>
                  <a:cubicBezTo>
                    <a:pt x="3091" y="3538"/>
                    <a:pt x="3084" y="3540"/>
                    <a:pt x="3079" y="3545"/>
                  </a:cubicBezTo>
                  <a:cubicBezTo>
                    <a:pt x="2904" y="3702"/>
                    <a:pt x="3017" y="3899"/>
                    <a:pt x="3175" y="3899"/>
                  </a:cubicBezTo>
                  <a:lnTo>
                    <a:pt x="6459" y="3899"/>
                  </a:lnTo>
                  <a:cubicBezTo>
                    <a:pt x="6520" y="3899"/>
                    <a:pt x="6578" y="3875"/>
                    <a:pt x="6624" y="3834"/>
                  </a:cubicBezTo>
                  <a:cubicBezTo>
                    <a:pt x="8212" y="2417"/>
                    <a:pt x="7195" y="638"/>
                    <a:pt x="5761" y="638"/>
                  </a:cubicBezTo>
                  <a:cubicBezTo>
                    <a:pt x="5657" y="638"/>
                    <a:pt x="5553" y="647"/>
                    <a:pt x="5451" y="666"/>
                  </a:cubicBezTo>
                  <a:cubicBezTo>
                    <a:pt x="5071" y="242"/>
                    <a:pt x="4531" y="1"/>
                    <a:pt x="395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1" name="Google Shape;15691;p31"/>
            <p:cNvSpPr/>
            <p:nvPr/>
          </p:nvSpPr>
          <p:spPr>
            <a:xfrm>
              <a:off x="3368527" y="2354065"/>
              <a:ext cx="57661" cy="71489"/>
            </a:xfrm>
            <a:custGeom>
              <a:rect b="b" l="l" r="r" t="t"/>
              <a:pathLst>
                <a:path extrusionOk="0" h="1887" w="1522">
                  <a:moveTo>
                    <a:pt x="769" y="0"/>
                  </a:moveTo>
                  <a:cubicBezTo>
                    <a:pt x="669" y="0"/>
                    <a:pt x="589" y="82"/>
                    <a:pt x="589" y="181"/>
                  </a:cubicBezTo>
                  <a:lnTo>
                    <a:pt x="589" y="1203"/>
                  </a:lnTo>
                  <a:lnTo>
                    <a:pt x="344" y="904"/>
                  </a:lnTo>
                  <a:cubicBezTo>
                    <a:pt x="309" y="860"/>
                    <a:pt x="257" y="837"/>
                    <a:pt x="204" y="837"/>
                  </a:cubicBezTo>
                  <a:cubicBezTo>
                    <a:pt x="164" y="837"/>
                    <a:pt x="124" y="851"/>
                    <a:pt x="91" y="878"/>
                  </a:cubicBezTo>
                  <a:cubicBezTo>
                    <a:pt x="14" y="941"/>
                    <a:pt x="1" y="1054"/>
                    <a:pt x="65" y="1131"/>
                  </a:cubicBezTo>
                  <a:cubicBezTo>
                    <a:pt x="65" y="1131"/>
                    <a:pt x="626" y="1821"/>
                    <a:pt x="628" y="1823"/>
                  </a:cubicBezTo>
                  <a:cubicBezTo>
                    <a:pt x="663" y="1866"/>
                    <a:pt x="716" y="1887"/>
                    <a:pt x="768" y="1887"/>
                  </a:cubicBezTo>
                  <a:cubicBezTo>
                    <a:pt x="822" y="1887"/>
                    <a:pt x="875" y="1865"/>
                    <a:pt x="910" y="1822"/>
                  </a:cubicBezTo>
                  <a:lnTo>
                    <a:pt x="1460" y="1130"/>
                  </a:lnTo>
                  <a:cubicBezTo>
                    <a:pt x="1522" y="1052"/>
                    <a:pt x="1508" y="939"/>
                    <a:pt x="1432" y="876"/>
                  </a:cubicBezTo>
                  <a:cubicBezTo>
                    <a:pt x="1398" y="850"/>
                    <a:pt x="1359" y="837"/>
                    <a:pt x="1319" y="837"/>
                  </a:cubicBezTo>
                  <a:cubicBezTo>
                    <a:pt x="1266" y="837"/>
                    <a:pt x="1214" y="861"/>
                    <a:pt x="1178" y="905"/>
                  </a:cubicBezTo>
                  <a:lnTo>
                    <a:pt x="950" y="1191"/>
                  </a:lnTo>
                  <a:lnTo>
                    <a:pt x="950" y="179"/>
                  </a:lnTo>
                  <a:cubicBezTo>
                    <a:pt x="950" y="80"/>
                    <a:pt x="868"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92" name="Google Shape;15692;p31"/>
          <p:cNvGrpSpPr/>
          <p:nvPr/>
        </p:nvGrpSpPr>
        <p:grpSpPr>
          <a:xfrm>
            <a:off x="2514544" y="2702627"/>
            <a:ext cx="346610" cy="449582"/>
            <a:chOff x="2390298" y="2185817"/>
            <a:chExt cx="367522" cy="476707"/>
          </a:xfrm>
        </p:grpSpPr>
        <p:sp>
          <p:nvSpPr>
            <p:cNvPr id="15693" name="Google Shape;15693;p31"/>
            <p:cNvSpPr/>
            <p:nvPr/>
          </p:nvSpPr>
          <p:spPr>
            <a:xfrm>
              <a:off x="2390298" y="2185817"/>
              <a:ext cx="367522" cy="476707"/>
            </a:xfrm>
            <a:custGeom>
              <a:rect b="b" l="l" r="r" t="t"/>
              <a:pathLst>
                <a:path extrusionOk="0" h="12583" w="9701">
                  <a:moveTo>
                    <a:pt x="7636" y="669"/>
                  </a:moveTo>
                  <a:lnTo>
                    <a:pt x="9113" y="2360"/>
                  </a:lnTo>
                  <a:lnTo>
                    <a:pt x="7636" y="2360"/>
                  </a:lnTo>
                  <a:lnTo>
                    <a:pt x="7636" y="669"/>
                  </a:lnTo>
                  <a:close/>
                  <a:moveTo>
                    <a:pt x="903" y="0"/>
                  </a:moveTo>
                  <a:cubicBezTo>
                    <a:pt x="803" y="0"/>
                    <a:pt x="721" y="82"/>
                    <a:pt x="721" y="183"/>
                  </a:cubicBezTo>
                  <a:lnTo>
                    <a:pt x="721" y="1288"/>
                  </a:lnTo>
                  <a:cubicBezTo>
                    <a:pt x="721" y="1375"/>
                    <a:pt x="779" y="1455"/>
                    <a:pt x="866" y="1473"/>
                  </a:cubicBezTo>
                  <a:cubicBezTo>
                    <a:pt x="878" y="1476"/>
                    <a:pt x="891" y="1477"/>
                    <a:pt x="903" y="1477"/>
                  </a:cubicBezTo>
                  <a:cubicBezTo>
                    <a:pt x="1002" y="1477"/>
                    <a:pt x="1083" y="1394"/>
                    <a:pt x="1083" y="1293"/>
                  </a:cubicBezTo>
                  <a:lnTo>
                    <a:pt x="1083" y="361"/>
                  </a:lnTo>
                  <a:lnTo>
                    <a:pt x="7276" y="361"/>
                  </a:lnTo>
                  <a:lnTo>
                    <a:pt x="7276" y="2567"/>
                  </a:lnTo>
                  <a:cubicBezTo>
                    <a:pt x="7276" y="2670"/>
                    <a:pt x="7357" y="2751"/>
                    <a:pt x="7459" y="2751"/>
                  </a:cubicBezTo>
                  <a:lnTo>
                    <a:pt x="9339" y="2751"/>
                  </a:lnTo>
                  <a:lnTo>
                    <a:pt x="9339" y="12221"/>
                  </a:lnTo>
                  <a:lnTo>
                    <a:pt x="1082" y="12221"/>
                  </a:lnTo>
                  <a:lnTo>
                    <a:pt x="1082" y="10418"/>
                  </a:lnTo>
                  <a:lnTo>
                    <a:pt x="7450" y="10418"/>
                  </a:lnTo>
                  <a:cubicBezTo>
                    <a:pt x="7553" y="10418"/>
                    <a:pt x="7634" y="10337"/>
                    <a:pt x="7634" y="10235"/>
                  </a:cubicBezTo>
                  <a:lnTo>
                    <a:pt x="7634" y="6639"/>
                  </a:lnTo>
                  <a:cubicBezTo>
                    <a:pt x="7634" y="6537"/>
                    <a:pt x="7553" y="6456"/>
                    <a:pt x="7453" y="6456"/>
                  </a:cubicBezTo>
                  <a:lnTo>
                    <a:pt x="6677" y="6456"/>
                  </a:lnTo>
                  <a:cubicBezTo>
                    <a:pt x="6581" y="6456"/>
                    <a:pt x="6496" y="6525"/>
                    <a:pt x="6489" y="6620"/>
                  </a:cubicBezTo>
                  <a:cubicBezTo>
                    <a:pt x="6480" y="6728"/>
                    <a:pt x="6563" y="6817"/>
                    <a:pt x="6668" y="6817"/>
                  </a:cubicBezTo>
                  <a:lnTo>
                    <a:pt x="7274" y="6817"/>
                  </a:lnTo>
                  <a:lnTo>
                    <a:pt x="7274" y="10060"/>
                  </a:lnTo>
                  <a:lnTo>
                    <a:pt x="362" y="10060"/>
                  </a:lnTo>
                  <a:lnTo>
                    <a:pt x="362" y="6817"/>
                  </a:lnTo>
                  <a:lnTo>
                    <a:pt x="5811" y="6817"/>
                  </a:lnTo>
                  <a:cubicBezTo>
                    <a:pt x="5811" y="6817"/>
                    <a:pt x="5997" y="6731"/>
                    <a:pt x="5997" y="6629"/>
                  </a:cubicBezTo>
                  <a:cubicBezTo>
                    <a:pt x="5997" y="6531"/>
                    <a:pt x="5922" y="6454"/>
                    <a:pt x="5826" y="6454"/>
                  </a:cubicBezTo>
                  <a:cubicBezTo>
                    <a:pt x="5821" y="6454"/>
                    <a:pt x="5816" y="6454"/>
                    <a:pt x="5811" y="6454"/>
                  </a:cubicBezTo>
                  <a:lnTo>
                    <a:pt x="1083" y="6454"/>
                  </a:lnTo>
                  <a:lnTo>
                    <a:pt x="1083" y="2141"/>
                  </a:lnTo>
                  <a:cubicBezTo>
                    <a:pt x="1093" y="2039"/>
                    <a:pt x="1011" y="1958"/>
                    <a:pt x="909" y="1958"/>
                  </a:cubicBezTo>
                  <a:cubicBezTo>
                    <a:pt x="807" y="1958"/>
                    <a:pt x="721" y="2141"/>
                    <a:pt x="721" y="2141"/>
                  </a:cubicBezTo>
                  <a:lnTo>
                    <a:pt x="721" y="6454"/>
                  </a:lnTo>
                  <a:lnTo>
                    <a:pt x="185" y="6454"/>
                  </a:lnTo>
                  <a:cubicBezTo>
                    <a:pt x="82" y="6454"/>
                    <a:pt x="1" y="6537"/>
                    <a:pt x="1" y="6640"/>
                  </a:cubicBezTo>
                  <a:lnTo>
                    <a:pt x="1" y="10235"/>
                  </a:lnTo>
                  <a:cubicBezTo>
                    <a:pt x="1" y="10338"/>
                    <a:pt x="82" y="10421"/>
                    <a:pt x="185" y="10421"/>
                  </a:cubicBezTo>
                  <a:lnTo>
                    <a:pt x="721" y="10421"/>
                  </a:lnTo>
                  <a:lnTo>
                    <a:pt x="721" y="12399"/>
                  </a:lnTo>
                  <a:cubicBezTo>
                    <a:pt x="721" y="12501"/>
                    <a:pt x="804" y="12582"/>
                    <a:pt x="905" y="12582"/>
                  </a:cubicBezTo>
                  <a:lnTo>
                    <a:pt x="9514" y="12582"/>
                  </a:lnTo>
                  <a:cubicBezTo>
                    <a:pt x="9616" y="12582"/>
                    <a:pt x="9697" y="12500"/>
                    <a:pt x="9697" y="12399"/>
                  </a:cubicBezTo>
                  <a:lnTo>
                    <a:pt x="9697" y="2551"/>
                  </a:lnTo>
                  <a:cubicBezTo>
                    <a:pt x="9700" y="2507"/>
                    <a:pt x="9684" y="2463"/>
                    <a:pt x="9654" y="2429"/>
                  </a:cubicBezTo>
                  <a:lnTo>
                    <a:pt x="7589" y="63"/>
                  </a:lnTo>
                  <a:cubicBezTo>
                    <a:pt x="7553" y="22"/>
                    <a:pt x="7503" y="0"/>
                    <a:pt x="74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4" name="Google Shape;15694;p31"/>
            <p:cNvSpPr/>
            <p:nvPr/>
          </p:nvSpPr>
          <p:spPr>
            <a:xfrm>
              <a:off x="2424811" y="2463287"/>
              <a:ext cx="71603" cy="83650"/>
            </a:xfrm>
            <a:custGeom>
              <a:rect b="b" l="l" r="r" t="t"/>
              <a:pathLst>
                <a:path extrusionOk="0" h="2208" w="1890">
                  <a:moveTo>
                    <a:pt x="1104" y="1"/>
                  </a:moveTo>
                  <a:cubicBezTo>
                    <a:pt x="495" y="1"/>
                    <a:pt x="1" y="495"/>
                    <a:pt x="1" y="1103"/>
                  </a:cubicBezTo>
                  <a:cubicBezTo>
                    <a:pt x="1" y="1713"/>
                    <a:pt x="495" y="2207"/>
                    <a:pt x="1104" y="2207"/>
                  </a:cubicBezTo>
                  <a:cubicBezTo>
                    <a:pt x="1347" y="2207"/>
                    <a:pt x="1562" y="2128"/>
                    <a:pt x="1731" y="1978"/>
                  </a:cubicBezTo>
                  <a:cubicBezTo>
                    <a:pt x="1764" y="1950"/>
                    <a:pt x="1795" y="1916"/>
                    <a:pt x="1824" y="1883"/>
                  </a:cubicBezTo>
                  <a:cubicBezTo>
                    <a:pt x="1889" y="1805"/>
                    <a:pt x="1879" y="1689"/>
                    <a:pt x="1802" y="1624"/>
                  </a:cubicBezTo>
                  <a:cubicBezTo>
                    <a:pt x="1768" y="1595"/>
                    <a:pt x="1726" y="1580"/>
                    <a:pt x="1684" y="1580"/>
                  </a:cubicBezTo>
                  <a:cubicBezTo>
                    <a:pt x="1632" y="1580"/>
                    <a:pt x="1579" y="1603"/>
                    <a:pt x="1543" y="1646"/>
                  </a:cubicBezTo>
                  <a:cubicBezTo>
                    <a:pt x="1526" y="1667"/>
                    <a:pt x="1506" y="1687"/>
                    <a:pt x="1486" y="1704"/>
                  </a:cubicBezTo>
                  <a:cubicBezTo>
                    <a:pt x="1385" y="1794"/>
                    <a:pt x="1256" y="1840"/>
                    <a:pt x="1104" y="1840"/>
                  </a:cubicBezTo>
                  <a:cubicBezTo>
                    <a:pt x="698" y="1840"/>
                    <a:pt x="368" y="1510"/>
                    <a:pt x="368" y="1103"/>
                  </a:cubicBezTo>
                  <a:cubicBezTo>
                    <a:pt x="368" y="698"/>
                    <a:pt x="698" y="368"/>
                    <a:pt x="1104" y="368"/>
                  </a:cubicBezTo>
                  <a:cubicBezTo>
                    <a:pt x="1252" y="368"/>
                    <a:pt x="1394" y="411"/>
                    <a:pt x="1515" y="494"/>
                  </a:cubicBezTo>
                  <a:cubicBezTo>
                    <a:pt x="1547" y="515"/>
                    <a:pt x="1583" y="525"/>
                    <a:pt x="1618" y="525"/>
                  </a:cubicBezTo>
                  <a:cubicBezTo>
                    <a:pt x="1678" y="525"/>
                    <a:pt x="1736" y="497"/>
                    <a:pt x="1771" y="444"/>
                  </a:cubicBezTo>
                  <a:cubicBezTo>
                    <a:pt x="1826" y="360"/>
                    <a:pt x="1805" y="245"/>
                    <a:pt x="1721" y="189"/>
                  </a:cubicBezTo>
                  <a:cubicBezTo>
                    <a:pt x="1538" y="66"/>
                    <a:pt x="1326"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5" name="Google Shape;15695;p31"/>
            <p:cNvSpPr/>
            <p:nvPr/>
          </p:nvSpPr>
          <p:spPr>
            <a:xfrm>
              <a:off x="2509750" y="2463287"/>
              <a:ext cx="61260" cy="83612"/>
            </a:xfrm>
            <a:custGeom>
              <a:rect b="b" l="l" r="r" t="t"/>
              <a:pathLst>
                <a:path extrusionOk="0" h="2207" w="1617">
                  <a:moveTo>
                    <a:pt x="817" y="0"/>
                  </a:moveTo>
                  <a:cubicBezTo>
                    <a:pt x="738" y="0"/>
                    <a:pt x="654" y="11"/>
                    <a:pt x="567" y="37"/>
                  </a:cubicBezTo>
                  <a:cubicBezTo>
                    <a:pt x="329" y="107"/>
                    <a:pt x="164" y="294"/>
                    <a:pt x="130" y="521"/>
                  </a:cubicBezTo>
                  <a:cubicBezTo>
                    <a:pt x="60" y="1019"/>
                    <a:pt x="577" y="1155"/>
                    <a:pt x="942" y="1290"/>
                  </a:cubicBezTo>
                  <a:cubicBezTo>
                    <a:pt x="1135" y="1360"/>
                    <a:pt x="1234" y="1470"/>
                    <a:pt x="1213" y="1590"/>
                  </a:cubicBezTo>
                  <a:cubicBezTo>
                    <a:pt x="1189" y="1714"/>
                    <a:pt x="1045" y="1840"/>
                    <a:pt x="844" y="1840"/>
                  </a:cubicBezTo>
                  <a:cubicBezTo>
                    <a:pt x="650" y="1840"/>
                    <a:pt x="460" y="1759"/>
                    <a:pt x="341" y="1627"/>
                  </a:cubicBezTo>
                  <a:cubicBezTo>
                    <a:pt x="304" y="1587"/>
                    <a:pt x="254" y="1567"/>
                    <a:pt x="204" y="1567"/>
                  </a:cubicBezTo>
                  <a:cubicBezTo>
                    <a:pt x="160" y="1567"/>
                    <a:pt x="116" y="1583"/>
                    <a:pt x="81" y="1615"/>
                  </a:cubicBezTo>
                  <a:cubicBezTo>
                    <a:pt x="6" y="1683"/>
                    <a:pt x="0" y="1799"/>
                    <a:pt x="67" y="1873"/>
                  </a:cubicBezTo>
                  <a:cubicBezTo>
                    <a:pt x="257" y="2082"/>
                    <a:pt x="547" y="2206"/>
                    <a:pt x="845" y="2206"/>
                  </a:cubicBezTo>
                  <a:cubicBezTo>
                    <a:pt x="1205" y="2206"/>
                    <a:pt x="1519" y="1969"/>
                    <a:pt x="1574" y="1656"/>
                  </a:cubicBezTo>
                  <a:cubicBezTo>
                    <a:pt x="1616" y="1418"/>
                    <a:pt x="1506" y="1107"/>
                    <a:pt x="1070" y="945"/>
                  </a:cubicBezTo>
                  <a:cubicBezTo>
                    <a:pt x="836" y="858"/>
                    <a:pt x="619" y="766"/>
                    <a:pt x="562" y="740"/>
                  </a:cubicBezTo>
                  <a:cubicBezTo>
                    <a:pt x="510" y="700"/>
                    <a:pt x="485" y="641"/>
                    <a:pt x="495" y="573"/>
                  </a:cubicBezTo>
                  <a:cubicBezTo>
                    <a:pt x="506" y="488"/>
                    <a:pt x="573" y="420"/>
                    <a:pt x="673" y="389"/>
                  </a:cubicBezTo>
                  <a:cubicBezTo>
                    <a:pt x="721" y="375"/>
                    <a:pt x="769" y="369"/>
                    <a:pt x="815" y="369"/>
                  </a:cubicBezTo>
                  <a:cubicBezTo>
                    <a:pt x="1037" y="369"/>
                    <a:pt x="1215" y="510"/>
                    <a:pt x="1221" y="515"/>
                  </a:cubicBezTo>
                  <a:cubicBezTo>
                    <a:pt x="1255" y="543"/>
                    <a:pt x="1297" y="557"/>
                    <a:pt x="1338" y="557"/>
                  </a:cubicBezTo>
                  <a:cubicBezTo>
                    <a:pt x="1391" y="557"/>
                    <a:pt x="1443" y="535"/>
                    <a:pt x="1479" y="491"/>
                  </a:cubicBezTo>
                  <a:cubicBezTo>
                    <a:pt x="1544" y="414"/>
                    <a:pt x="1533" y="297"/>
                    <a:pt x="1457" y="232"/>
                  </a:cubicBezTo>
                  <a:cubicBezTo>
                    <a:pt x="1442" y="220"/>
                    <a:pt x="117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6" name="Google Shape;15696;p31"/>
            <p:cNvSpPr/>
            <p:nvPr/>
          </p:nvSpPr>
          <p:spPr>
            <a:xfrm>
              <a:off x="2585179" y="2463287"/>
              <a:ext cx="61260" cy="83574"/>
            </a:xfrm>
            <a:custGeom>
              <a:rect b="b" l="l" r="r" t="t"/>
              <a:pathLst>
                <a:path extrusionOk="0" h="2206" w="1617">
                  <a:moveTo>
                    <a:pt x="814" y="0"/>
                  </a:moveTo>
                  <a:cubicBezTo>
                    <a:pt x="735" y="0"/>
                    <a:pt x="651" y="11"/>
                    <a:pt x="564" y="37"/>
                  </a:cubicBezTo>
                  <a:cubicBezTo>
                    <a:pt x="327" y="107"/>
                    <a:pt x="160" y="294"/>
                    <a:pt x="128" y="521"/>
                  </a:cubicBezTo>
                  <a:cubicBezTo>
                    <a:pt x="58" y="1019"/>
                    <a:pt x="575" y="1155"/>
                    <a:pt x="940" y="1290"/>
                  </a:cubicBezTo>
                  <a:cubicBezTo>
                    <a:pt x="1133" y="1362"/>
                    <a:pt x="1232" y="1472"/>
                    <a:pt x="1211" y="1590"/>
                  </a:cubicBezTo>
                  <a:cubicBezTo>
                    <a:pt x="1189" y="1713"/>
                    <a:pt x="1045" y="1839"/>
                    <a:pt x="844" y="1839"/>
                  </a:cubicBezTo>
                  <a:cubicBezTo>
                    <a:pt x="650" y="1839"/>
                    <a:pt x="461" y="1758"/>
                    <a:pt x="341" y="1626"/>
                  </a:cubicBezTo>
                  <a:cubicBezTo>
                    <a:pt x="304" y="1586"/>
                    <a:pt x="254" y="1566"/>
                    <a:pt x="204" y="1566"/>
                  </a:cubicBezTo>
                  <a:cubicBezTo>
                    <a:pt x="160" y="1566"/>
                    <a:pt x="116" y="1582"/>
                    <a:pt x="81" y="1613"/>
                  </a:cubicBezTo>
                  <a:cubicBezTo>
                    <a:pt x="6" y="1682"/>
                    <a:pt x="0" y="1798"/>
                    <a:pt x="68" y="1872"/>
                  </a:cubicBezTo>
                  <a:cubicBezTo>
                    <a:pt x="257" y="2081"/>
                    <a:pt x="547" y="2205"/>
                    <a:pt x="845" y="2205"/>
                  </a:cubicBezTo>
                  <a:cubicBezTo>
                    <a:pt x="1206" y="2205"/>
                    <a:pt x="1519" y="1967"/>
                    <a:pt x="1574" y="1655"/>
                  </a:cubicBezTo>
                  <a:cubicBezTo>
                    <a:pt x="1616" y="1417"/>
                    <a:pt x="1506" y="1106"/>
                    <a:pt x="1070" y="944"/>
                  </a:cubicBezTo>
                  <a:cubicBezTo>
                    <a:pt x="836" y="857"/>
                    <a:pt x="619" y="763"/>
                    <a:pt x="562" y="739"/>
                  </a:cubicBezTo>
                  <a:cubicBezTo>
                    <a:pt x="510" y="699"/>
                    <a:pt x="485" y="639"/>
                    <a:pt x="495" y="572"/>
                  </a:cubicBezTo>
                  <a:cubicBezTo>
                    <a:pt x="504" y="489"/>
                    <a:pt x="571" y="420"/>
                    <a:pt x="670" y="389"/>
                  </a:cubicBezTo>
                  <a:cubicBezTo>
                    <a:pt x="719" y="375"/>
                    <a:pt x="767" y="369"/>
                    <a:pt x="813" y="369"/>
                  </a:cubicBezTo>
                  <a:cubicBezTo>
                    <a:pt x="1035" y="369"/>
                    <a:pt x="1213" y="510"/>
                    <a:pt x="1218" y="515"/>
                  </a:cubicBezTo>
                  <a:cubicBezTo>
                    <a:pt x="1252" y="543"/>
                    <a:pt x="1294" y="557"/>
                    <a:pt x="1336" y="557"/>
                  </a:cubicBezTo>
                  <a:cubicBezTo>
                    <a:pt x="1389" y="557"/>
                    <a:pt x="1441" y="535"/>
                    <a:pt x="1477" y="491"/>
                  </a:cubicBezTo>
                  <a:cubicBezTo>
                    <a:pt x="1542" y="414"/>
                    <a:pt x="1531" y="297"/>
                    <a:pt x="1454" y="232"/>
                  </a:cubicBezTo>
                  <a:cubicBezTo>
                    <a:pt x="1440" y="220"/>
                    <a:pt x="117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697" name="Google Shape;15697;p31"/>
          <p:cNvSpPr/>
          <p:nvPr/>
        </p:nvSpPr>
        <p:spPr>
          <a:xfrm>
            <a:off x="1729784" y="2731802"/>
            <a:ext cx="449559" cy="391073"/>
          </a:xfrm>
          <a:custGeom>
            <a:rect b="b" l="l" r="r" t="t"/>
            <a:pathLst>
              <a:path extrusionOk="0" h="10946" w="12583">
                <a:moveTo>
                  <a:pt x="8192" y="362"/>
                </a:moveTo>
                <a:lnTo>
                  <a:pt x="8192" y="1770"/>
                </a:lnTo>
                <a:lnTo>
                  <a:pt x="4391" y="1770"/>
                </a:lnTo>
                <a:lnTo>
                  <a:pt x="4391" y="362"/>
                </a:lnTo>
                <a:close/>
                <a:moveTo>
                  <a:pt x="4097" y="5671"/>
                </a:moveTo>
                <a:lnTo>
                  <a:pt x="4097" y="6425"/>
                </a:lnTo>
                <a:lnTo>
                  <a:pt x="1836" y="6425"/>
                </a:lnTo>
                <a:lnTo>
                  <a:pt x="1836" y="5671"/>
                </a:lnTo>
                <a:close/>
                <a:moveTo>
                  <a:pt x="10715" y="5671"/>
                </a:moveTo>
                <a:lnTo>
                  <a:pt x="10715" y="6425"/>
                </a:lnTo>
                <a:lnTo>
                  <a:pt x="8454" y="6425"/>
                </a:lnTo>
                <a:lnTo>
                  <a:pt x="8454" y="5671"/>
                </a:lnTo>
                <a:close/>
                <a:moveTo>
                  <a:pt x="11307" y="1670"/>
                </a:moveTo>
                <a:cubicBezTo>
                  <a:pt x="11341" y="1670"/>
                  <a:pt x="11371" y="1698"/>
                  <a:pt x="11371" y="1734"/>
                </a:cubicBezTo>
                <a:lnTo>
                  <a:pt x="11371" y="7568"/>
                </a:lnTo>
                <a:lnTo>
                  <a:pt x="1181" y="7568"/>
                </a:lnTo>
                <a:lnTo>
                  <a:pt x="1181" y="1734"/>
                </a:lnTo>
                <a:cubicBezTo>
                  <a:pt x="1181" y="1698"/>
                  <a:pt x="1209" y="1670"/>
                  <a:pt x="1245" y="1670"/>
                </a:cubicBezTo>
                <a:lnTo>
                  <a:pt x="3999" y="1670"/>
                </a:lnTo>
                <a:lnTo>
                  <a:pt x="3999" y="1942"/>
                </a:lnTo>
                <a:cubicBezTo>
                  <a:pt x="3999" y="2048"/>
                  <a:pt x="4081" y="2132"/>
                  <a:pt x="4183" y="2132"/>
                </a:cubicBezTo>
                <a:lnTo>
                  <a:pt x="6094" y="2132"/>
                </a:lnTo>
                <a:lnTo>
                  <a:pt x="6094" y="3770"/>
                </a:lnTo>
                <a:lnTo>
                  <a:pt x="2970" y="3770"/>
                </a:lnTo>
                <a:cubicBezTo>
                  <a:pt x="2867" y="3770"/>
                  <a:pt x="2785" y="3853"/>
                  <a:pt x="2785" y="3954"/>
                </a:cubicBezTo>
                <a:lnTo>
                  <a:pt x="2785" y="5309"/>
                </a:lnTo>
                <a:lnTo>
                  <a:pt x="1659" y="5309"/>
                </a:lnTo>
                <a:cubicBezTo>
                  <a:pt x="1557" y="5309"/>
                  <a:pt x="1474" y="5392"/>
                  <a:pt x="1474" y="5494"/>
                </a:cubicBezTo>
                <a:lnTo>
                  <a:pt x="1474" y="6601"/>
                </a:lnTo>
                <a:cubicBezTo>
                  <a:pt x="1474" y="6702"/>
                  <a:pt x="1557" y="6785"/>
                  <a:pt x="1659" y="6785"/>
                </a:cubicBezTo>
                <a:lnTo>
                  <a:pt x="4272" y="6785"/>
                </a:lnTo>
                <a:cubicBezTo>
                  <a:pt x="4374" y="6785"/>
                  <a:pt x="4457" y="6702"/>
                  <a:pt x="4457" y="6601"/>
                </a:cubicBezTo>
                <a:lnTo>
                  <a:pt x="4457" y="5494"/>
                </a:lnTo>
                <a:cubicBezTo>
                  <a:pt x="4457" y="5392"/>
                  <a:pt x="4374" y="5309"/>
                  <a:pt x="4272" y="5309"/>
                </a:cubicBezTo>
                <a:lnTo>
                  <a:pt x="3146" y="5309"/>
                </a:lnTo>
                <a:lnTo>
                  <a:pt x="3146" y="4130"/>
                </a:lnTo>
                <a:lnTo>
                  <a:pt x="6094" y="4130"/>
                </a:lnTo>
                <a:lnTo>
                  <a:pt x="6094" y="5309"/>
                </a:lnTo>
                <a:lnTo>
                  <a:pt x="4968" y="5309"/>
                </a:lnTo>
                <a:cubicBezTo>
                  <a:pt x="4867" y="5309"/>
                  <a:pt x="4784" y="5392"/>
                  <a:pt x="4784" y="5494"/>
                </a:cubicBezTo>
                <a:lnTo>
                  <a:pt x="4784" y="6602"/>
                </a:lnTo>
                <a:cubicBezTo>
                  <a:pt x="4784" y="6702"/>
                  <a:pt x="4866" y="6784"/>
                  <a:pt x="4966" y="6784"/>
                </a:cubicBezTo>
                <a:lnTo>
                  <a:pt x="5360" y="6784"/>
                </a:lnTo>
                <a:cubicBezTo>
                  <a:pt x="5455" y="6784"/>
                  <a:pt x="5541" y="6714"/>
                  <a:pt x="5549" y="6620"/>
                </a:cubicBezTo>
                <a:cubicBezTo>
                  <a:pt x="5558" y="6513"/>
                  <a:pt x="5474" y="6424"/>
                  <a:pt x="5369" y="6424"/>
                </a:cubicBezTo>
                <a:lnTo>
                  <a:pt x="5144" y="6424"/>
                </a:lnTo>
                <a:lnTo>
                  <a:pt x="5144" y="5670"/>
                </a:lnTo>
                <a:lnTo>
                  <a:pt x="7406" y="5670"/>
                </a:lnTo>
                <a:lnTo>
                  <a:pt x="7406" y="6424"/>
                </a:lnTo>
                <a:lnTo>
                  <a:pt x="6259" y="6424"/>
                </a:lnTo>
                <a:cubicBezTo>
                  <a:pt x="6162" y="6424"/>
                  <a:pt x="6077" y="6493"/>
                  <a:pt x="6070" y="6587"/>
                </a:cubicBezTo>
                <a:cubicBezTo>
                  <a:pt x="6061" y="6695"/>
                  <a:pt x="6145" y="6784"/>
                  <a:pt x="6249" y="6784"/>
                </a:cubicBezTo>
                <a:lnTo>
                  <a:pt x="7615" y="6784"/>
                </a:lnTo>
                <a:cubicBezTo>
                  <a:pt x="7717" y="6784"/>
                  <a:pt x="7799" y="6701"/>
                  <a:pt x="7799" y="6599"/>
                </a:cubicBezTo>
                <a:lnTo>
                  <a:pt x="7799" y="5493"/>
                </a:lnTo>
                <a:cubicBezTo>
                  <a:pt x="7799" y="5391"/>
                  <a:pt x="7717" y="5308"/>
                  <a:pt x="7615" y="5308"/>
                </a:cubicBezTo>
                <a:lnTo>
                  <a:pt x="6456" y="5308"/>
                </a:lnTo>
                <a:lnTo>
                  <a:pt x="6456" y="4128"/>
                </a:lnTo>
                <a:lnTo>
                  <a:pt x="9404" y="4128"/>
                </a:lnTo>
                <a:lnTo>
                  <a:pt x="9404" y="5308"/>
                </a:lnTo>
                <a:lnTo>
                  <a:pt x="8278" y="5308"/>
                </a:lnTo>
                <a:cubicBezTo>
                  <a:pt x="8176" y="5308"/>
                  <a:pt x="8094" y="5391"/>
                  <a:pt x="8094" y="5493"/>
                </a:cubicBezTo>
                <a:lnTo>
                  <a:pt x="8094" y="6599"/>
                </a:lnTo>
                <a:cubicBezTo>
                  <a:pt x="8094" y="6701"/>
                  <a:pt x="8176" y="6784"/>
                  <a:pt x="8278" y="6784"/>
                </a:cubicBezTo>
                <a:lnTo>
                  <a:pt x="10891" y="6784"/>
                </a:lnTo>
                <a:cubicBezTo>
                  <a:pt x="10994" y="6784"/>
                  <a:pt x="11076" y="6701"/>
                  <a:pt x="11076" y="6599"/>
                </a:cubicBezTo>
                <a:lnTo>
                  <a:pt x="11076" y="5493"/>
                </a:lnTo>
                <a:cubicBezTo>
                  <a:pt x="11076" y="5391"/>
                  <a:pt x="10994" y="5308"/>
                  <a:pt x="10891" y="5308"/>
                </a:cubicBezTo>
                <a:lnTo>
                  <a:pt x="9765" y="5308"/>
                </a:lnTo>
                <a:lnTo>
                  <a:pt x="9765" y="3952"/>
                </a:lnTo>
                <a:cubicBezTo>
                  <a:pt x="9765" y="3849"/>
                  <a:pt x="9684" y="3767"/>
                  <a:pt x="9581" y="3767"/>
                </a:cubicBezTo>
                <a:lnTo>
                  <a:pt x="6456" y="3767"/>
                </a:lnTo>
                <a:lnTo>
                  <a:pt x="6456" y="2130"/>
                </a:lnTo>
                <a:lnTo>
                  <a:pt x="8369" y="2130"/>
                </a:lnTo>
                <a:cubicBezTo>
                  <a:pt x="8471" y="2130"/>
                  <a:pt x="8553" y="2047"/>
                  <a:pt x="8553" y="1944"/>
                </a:cubicBezTo>
                <a:lnTo>
                  <a:pt x="8553" y="1670"/>
                </a:lnTo>
                <a:close/>
                <a:moveTo>
                  <a:pt x="3999" y="820"/>
                </a:moveTo>
                <a:lnTo>
                  <a:pt x="3999" y="1312"/>
                </a:lnTo>
                <a:lnTo>
                  <a:pt x="1253" y="1312"/>
                </a:lnTo>
                <a:cubicBezTo>
                  <a:pt x="1014" y="1312"/>
                  <a:pt x="820" y="1505"/>
                  <a:pt x="820" y="1744"/>
                </a:cubicBezTo>
                <a:lnTo>
                  <a:pt x="820" y="7571"/>
                </a:lnTo>
                <a:lnTo>
                  <a:pt x="362" y="7571"/>
                </a:lnTo>
                <a:lnTo>
                  <a:pt x="362" y="1107"/>
                </a:lnTo>
                <a:cubicBezTo>
                  <a:pt x="362" y="948"/>
                  <a:pt x="490" y="820"/>
                  <a:pt x="648" y="820"/>
                </a:cubicBezTo>
                <a:close/>
                <a:moveTo>
                  <a:pt x="12223" y="7931"/>
                </a:moveTo>
                <a:lnTo>
                  <a:pt x="12223" y="8497"/>
                </a:lnTo>
                <a:cubicBezTo>
                  <a:pt x="12221" y="8655"/>
                  <a:pt x="12094" y="8782"/>
                  <a:pt x="11936" y="8782"/>
                </a:cubicBezTo>
                <a:lnTo>
                  <a:pt x="648" y="8782"/>
                </a:lnTo>
                <a:cubicBezTo>
                  <a:pt x="490" y="8782"/>
                  <a:pt x="362" y="8655"/>
                  <a:pt x="362" y="8497"/>
                </a:cubicBezTo>
                <a:lnTo>
                  <a:pt x="362" y="7931"/>
                </a:lnTo>
                <a:close/>
                <a:moveTo>
                  <a:pt x="7022" y="9177"/>
                </a:moveTo>
                <a:cubicBezTo>
                  <a:pt x="7072" y="9467"/>
                  <a:pt x="7194" y="10096"/>
                  <a:pt x="7406" y="10586"/>
                </a:cubicBezTo>
                <a:lnTo>
                  <a:pt x="5167" y="10586"/>
                </a:lnTo>
                <a:cubicBezTo>
                  <a:pt x="5379" y="10096"/>
                  <a:pt x="5500" y="9467"/>
                  <a:pt x="5549" y="9177"/>
                </a:cubicBezTo>
                <a:close/>
                <a:moveTo>
                  <a:pt x="4160" y="0"/>
                </a:moveTo>
                <a:cubicBezTo>
                  <a:pt x="4089" y="0"/>
                  <a:pt x="4030" y="58"/>
                  <a:pt x="4030" y="130"/>
                </a:cubicBezTo>
                <a:lnTo>
                  <a:pt x="4030" y="460"/>
                </a:lnTo>
                <a:lnTo>
                  <a:pt x="458" y="460"/>
                </a:lnTo>
                <a:cubicBezTo>
                  <a:pt x="205" y="460"/>
                  <a:pt x="1" y="665"/>
                  <a:pt x="1" y="919"/>
                </a:cubicBezTo>
                <a:lnTo>
                  <a:pt x="1" y="8521"/>
                </a:lnTo>
                <a:cubicBezTo>
                  <a:pt x="1" y="8882"/>
                  <a:pt x="294" y="9175"/>
                  <a:pt x="655" y="9175"/>
                </a:cubicBezTo>
                <a:lnTo>
                  <a:pt x="5172" y="9175"/>
                </a:lnTo>
                <a:cubicBezTo>
                  <a:pt x="5113" y="9508"/>
                  <a:pt x="4978" y="10161"/>
                  <a:pt x="4758" y="10584"/>
                </a:cubicBezTo>
                <a:lnTo>
                  <a:pt x="3742" y="10584"/>
                </a:lnTo>
                <a:cubicBezTo>
                  <a:pt x="3647" y="10584"/>
                  <a:pt x="3562" y="10653"/>
                  <a:pt x="3552" y="10749"/>
                </a:cubicBezTo>
                <a:cubicBezTo>
                  <a:pt x="3543" y="10856"/>
                  <a:pt x="3628" y="10945"/>
                  <a:pt x="3736" y="10945"/>
                </a:cubicBezTo>
                <a:lnTo>
                  <a:pt x="8832" y="10945"/>
                </a:lnTo>
                <a:cubicBezTo>
                  <a:pt x="8927" y="10945"/>
                  <a:pt x="9013" y="10876"/>
                  <a:pt x="9022" y="10782"/>
                </a:cubicBezTo>
                <a:cubicBezTo>
                  <a:pt x="9031" y="10674"/>
                  <a:pt x="8946" y="10586"/>
                  <a:pt x="8838" y="10586"/>
                </a:cubicBezTo>
                <a:lnTo>
                  <a:pt x="7827" y="10586"/>
                </a:lnTo>
                <a:cubicBezTo>
                  <a:pt x="7607" y="10163"/>
                  <a:pt x="7470" y="9509"/>
                  <a:pt x="7413" y="9177"/>
                </a:cubicBezTo>
                <a:lnTo>
                  <a:pt x="11928" y="9177"/>
                </a:lnTo>
                <a:cubicBezTo>
                  <a:pt x="12289" y="9177"/>
                  <a:pt x="12583" y="8884"/>
                  <a:pt x="12583" y="8523"/>
                </a:cubicBezTo>
                <a:lnTo>
                  <a:pt x="12583" y="1102"/>
                </a:lnTo>
                <a:cubicBezTo>
                  <a:pt x="12583" y="748"/>
                  <a:pt x="12295" y="460"/>
                  <a:pt x="11943" y="460"/>
                </a:cubicBezTo>
                <a:lnTo>
                  <a:pt x="10247" y="460"/>
                </a:lnTo>
                <a:cubicBezTo>
                  <a:pt x="10147" y="460"/>
                  <a:pt x="10067" y="542"/>
                  <a:pt x="10067" y="641"/>
                </a:cubicBezTo>
                <a:cubicBezTo>
                  <a:pt x="10067" y="741"/>
                  <a:pt x="10147" y="822"/>
                  <a:pt x="10247" y="822"/>
                </a:cubicBezTo>
                <a:lnTo>
                  <a:pt x="11936" y="822"/>
                </a:lnTo>
                <a:cubicBezTo>
                  <a:pt x="12094" y="822"/>
                  <a:pt x="12223" y="950"/>
                  <a:pt x="12223" y="1109"/>
                </a:cubicBezTo>
                <a:lnTo>
                  <a:pt x="12223" y="7571"/>
                </a:lnTo>
                <a:lnTo>
                  <a:pt x="11732" y="7571"/>
                </a:lnTo>
                <a:lnTo>
                  <a:pt x="11732" y="1744"/>
                </a:lnTo>
                <a:cubicBezTo>
                  <a:pt x="11732" y="1505"/>
                  <a:pt x="11538" y="1312"/>
                  <a:pt x="11299" y="1312"/>
                </a:cubicBezTo>
                <a:lnTo>
                  <a:pt x="8552" y="1312"/>
                </a:lnTo>
                <a:lnTo>
                  <a:pt x="8552" y="820"/>
                </a:lnTo>
                <a:lnTo>
                  <a:pt x="9301" y="820"/>
                </a:lnTo>
                <a:cubicBezTo>
                  <a:pt x="9397" y="820"/>
                  <a:pt x="9481" y="751"/>
                  <a:pt x="9490" y="657"/>
                </a:cubicBezTo>
                <a:cubicBezTo>
                  <a:pt x="9498" y="549"/>
                  <a:pt x="9414" y="460"/>
                  <a:pt x="9310" y="460"/>
                </a:cubicBezTo>
                <a:lnTo>
                  <a:pt x="8552" y="460"/>
                </a:lnTo>
                <a:lnTo>
                  <a:pt x="8552" y="186"/>
                </a:lnTo>
                <a:cubicBezTo>
                  <a:pt x="8552" y="83"/>
                  <a:pt x="8470" y="0"/>
                  <a:pt x="83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698" name="Google Shape;15698;p31"/>
          <p:cNvGrpSpPr/>
          <p:nvPr/>
        </p:nvGrpSpPr>
        <p:grpSpPr>
          <a:xfrm>
            <a:off x="7759862" y="2060285"/>
            <a:ext cx="450476" cy="320850"/>
            <a:chOff x="7952081" y="1504721"/>
            <a:chExt cx="477654" cy="340207"/>
          </a:xfrm>
        </p:grpSpPr>
        <p:sp>
          <p:nvSpPr>
            <p:cNvPr id="15699" name="Google Shape;15699;p31"/>
            <p:cNvSpPr/>
            <p:nvPr/>
          </p:nvSpPr>
          <p:spPr>
            <a:xfrm>
              <a:off x="7952081" y="1504721"/>
              <a:ext cx="477654" cy="340207"/>
            </a:xfrm>
            <a:custGeom>
              <a:rect b="b" l="l" r="r" t="t"/>
              <a:pathLst>
                <a:path extrusionOk="0" h="8980" w="12608">
                  <a:moveTo>
                    <a:pt x="11124" y="362"/>
                  </a:moveTo>
                  <a:cubicBezTo>
                    <a:pt x="11383" y="362"/>
                    <a:pt x="11592" y="571"/>
                    <a:pt x="11592" y="831"/>
                  </a:cubicBezTo>
                  <a:lnTo>
                    <a:pt x="11592" y="6937"/>
                  </a:lnTo>
                  <a:cubicBezTo>
                    <a:pt x="11592" y="7195"/>
                    <a:pt x="11383" y="7405"/>
                    <a:pt x="11124" y="7405"/>
                  </a:cubicBezTo>
                  <a:lnTo>
                    <a:pt x="1479" y="7405"/>
                  </a:lnTo>
                  <a:cubicBezTo>
                    <a:pt x="1220" y="7405"/>
                    <a:pt x="1011" y="7196"/>
                    <a:pt x="1011" y="6937"/>
                  </a:cubicBezTo>
                  <a:lnTo>
                    <a:pt x="1011" y="831"/>
                  </a:lnTo>
                  <a:cubicBezTo>
                    <a:pt x="1011" y="571"/>
                    <a:pt x="1220" y="362"/>
                    <a:pt x="1479" y="362"/>
                  </a:cubicBezTo>
                  <a:close/>
                  <a:moveTo>
                    <a:pt x="7432" y="7798"/>
                  </a:moveTo>
                  <a:lnTo>
                    <a:pt x="7432" y="7845"/>
                  </a:lnTo>
                  <a:cubicBezTo>
                    <a:pt x="7432" y="7946"/>
                    <a:pt x="7351" y="8028"/>
                    <a:pt x="7250" y="8028"/>
                  </a:cubicBezTo>
                  <a:lnTo>
                    <a:pt x="5386" y="8028"/>
                  </a:lnTo>
                  <a:cubicBezTo>
                    <a:pt x="5285" y="8028"/>
                    <a:pt x="5204" y="7946"/>
                    <a:pt x="5204" y="7845"/>
                  </a:cubicBezTo>
                  <a:lnTo>
                    <a:pt x="5204" y="7798"/>
                  </a:lnTo>
                  <a:close/>
                  <a:moveTo>
                    <a:pt x="1485" y="1"/>
                  </a:moveTo>
                  <a:cubicBezTo>
                    <a:pt x="1024" y="1"/>
                    <a:pt x="648" y="376"/>
                    <a:pt x="648" y="839"/>
                  </a:cubicBezTo>
                  <a:lnTo>
                    <a:pt x="648" y="6933"/>
                  </a:lnTo>
                  <a:cubicBezTo>
                    <a:pt x="648" y="7108"/>
                    <a:pt x="702" y="7270"/>
                    <a:pt x="793" y="7405"/>
                  </a:cubicBezTo>
                  <a:lnTo>
                    <a:pt x="496" y="7405"/>
                  </a:lnTo>
                  <a:cubicBezTo>
                    <a:pt x="232" y="7405"/>
                    <a:pt x="12" y="7616"/>
                    <a:pt x="8" y="7882"/>
                  </a:cubicBezTo>
                  <a:cubicBezTo>
                    <a:pt x="0" y="8485"/>
                    <a:pt x="487" y="8980"/>
                    <a:pt x="1087" y="8980"/>
                  </a:cubicBezTo>
                  <a:lnTo>
                    <a:pt x="7293" y="8980"/>
                  </a:lnTo>
                  <a:cubicBezTo>
                    <a:pt x="7389" y="8980"/>
                    <a:pt x="7474" y="8909"/>
                    <a:pt x="7482" y="8815"/>
                  </a:cubicBezTo>
                  <a:cubicBezTo>
                    <a:pt x="7491" y="8708"/>
                    <a:pt x="7407" y="8619"/>
                    <a:pt x="7302" y="8619"/>
                  </a:cubicBezTo>
                  <a:lnTo>
                    <a:pt x="1091" y="8619"/>
                  </a:lnTo>
                  <a:cubicBezTo>
                    <a:pt x="704" y="8619"/>
                    <a:pt x="389" y="8304"/>
                    <a:pt x="390" y="7918"/>
                  </a:cubicBezTo>
                  <a:cubicBezTo>
                    <a:pt x="390" y="7852"/>
                    <a:pt x="445" y="7801"/>
                    <a:pt x="510" y="7801"/>
                  </a:cubicBezTo>
                  <a:lnTo>
                    <a:pt x="4841" y="7801"/>
                  </a:lnTo>
                  <a:lnTo>
                    <a:pt x="4841" y="7840"/>
                  </a:lnTo>
                  <a:cubicBezTo>
                    <a:pt x="4841" y="8144"/>
                    <a:pt x="5087" y="8390"/>
                    <a:pt x="5391" y="8390"/>
                  </a:cubicBezTo>
                  <a:lnTo>
                    <a:pt x="7240" y="8390"/>
                  </a:lnTo>
                  <a:cubicBezTo>
                    <a:pt x="7543" y="8390"/>
                    <a:pt x="7789" y="8144"/>
                    <a:pt x="7789" y="7840"/>
                  </a:cubicBezTo>
                  <a:lnTo>
                    <a:pt x="7789" y="7801"/>
                  </a:lnTo>
                  <a:lnTo>
                    <a:pt x="12084" y="7801"/>
                  </a:lnTo>
                  <a:cubicBezTo>
                    <a:pt x="12150" y="7801"/>
                    <a:pt x="12203" y="7854"/>
                    <a:pt x="12204" y="7918"/>
                  </a:cubicBezTo>
                  <a:cubicBezTo>
                    <a:pt x="12205" y="8305"/>
                    <a:pt x="11891" y="8619"/>
                    <a:pt x="11503" y="8619"/>
                  </a:cubicBezTo>
                  <a:lnTo>
                    <a:pt x="8173" y="8619"/>
                  </a:lnTo>
                  <a:cubicBezTo>
                    <a:pt x="8077" y="8619"/>
                    <a:pt x="7993" y="8688"/>
                    <a:pt x="7984" y="8783"/>
                  </a:cubicBezTo>
                  <a:cubicBezTo>
                    <a:pt x="7976" y="8891"/>
                    <a:pt x="8060" y="8980"/>
                    <a:pt x="8164" y="8980"/>
                  </a:cubicBezTo>
                  <a:lnTo>
                    <a:pt x="11524" y="8980"/>
                  </a:lnTo>
                  <a:cubicBezTo>
                    <a:pt x="12120" y="8980"/>
                    <a:pt x="12606" y="8495"/>
                    <a:pt x="12606" y="7898"/>
                  </a:cubicBezTo>
                  <a:cubicBezTo>
                    <a:pt x="12607" y="7625"/>
                    <a:pt x="12386" y="7405"/>
                    <a:pt x="12115" y="7405"/>
                  </a:cubicBezTo>
                  <a:lnTo>
                    <a:pt x="11809" y="7405"/>
                  </a:lnTo>
                  <a:cubicBezTo>
                    <a:pt x="11899" y="7272"/>
                    <a:pt x="11953" y="7111"/>
                    <a:pt x="11953" y="6938"/>
                  </a:cubicBezTo>
                  <a:lnTo>
                    <a:pt x="11953" y="839"/>
                  </a:lnTo>
                  <a:cubicBezTo>
                    <a:pt x="11953" y="377"/>
                    <a:pt x="11579" y="1"/>
                    <a:pt x="1111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0" name="Google Shape;15700;p31"/>
            <p:cNvSpPr/>
            <p:nvPr/>
          </p:nvSpPr>
          <p:spPr>
            <a:xfrm>
              <a:off x="8006484" y="1536999"/>
              <a:ext cx="368697" cy="229659"/>
            </a:xfrm>
            <a:custGeom>
              <a:rect b="b" l="l" r="r" t="t"/>
              <a:pathLst>
                <a:path extrusionOk="0" h="6062" w="9732">
                  <a:moveTo>
                    <a:pt x="483" y="0"/>
                  </a:moveTo>
                  <a:cubicBezTo>
                    <a:pt x="216" y="0"/>
                    <a:pt x="0" y="216"/>
                    <a:pt x="0" y="483"/>
                  </a:cubicBezTo>
                  <a:lnTo>
                    <a:pt x="0" y="5578"/>
                  </a:lnTo>
                  <a:cubicBezTo>
                    <a:pt x="0" y="5845"/>
                    <a:pt x="216" y="6061"/>
                    <a:pt x="483" y="6061"/>
                  </a:cubicBezTo>
                  <a:lnTo>
                    <a:pt x="9248" y="6061"/>
                  </a:lnTo>
                  <a:cubicBezTo>
                    <a:pt x="9515" y="6061"/>
                    <a:pt x="9731" y="5845"/>
                    <a:pt x="9731" y="5578"/>
                  </a:cubicBezTo>
                  <a:lnTo>
                    <a:pt x="9731" y="484"/>
                  </a:lnTo>
                  <a:cubicBezTo>
                    <a:pt x="9731" y="217"/>
                    <a:pt x="9515" y="0"/>
                    <a:pt x="9248" y="0"/>
                  </a:cubicBezTo>
                  <a:lnTo>
                    <a:pt x="2547" y="0"/>
                  </a:lnTo>
                  <a:cubicBezTo>
                    <a:pt x="2472" y="0"/>
                    <a:pt x="2401" y="43"/>
                    <a:pt x="2372" y="112"/>
                  </a:cubicBezTo>
                  <a:cubicBezTo>
                    <a:pt x="2312" y="255"/>
                    <a:pt x="2415" y="393"/>
                    <a:pt x="2552" y="393"/>
                  </a:cubicBezTo>
                  <a:lnTo>
                    <a:pt x="9256" y="393"/>
                  </a:lnTo>
                  <a:cubicBezTo>
                    <a:pt x="9318" y="393"/>
                    <a:pt x="9371" y="443"/>
                    <a:pt x="9371" y="508"/>
                  </a:cubicBezTo>
                  <a:lnTo>
                    <a:pt x="9371" y="5586"/>
                  </a:lnTo>
                  <a:cubicBezTo>
                    <a:pt x="9371" y="5649"/>
                    <a:pt x="9321" y="5701"/>
                    <a:pt x="9256" y="5701"/>
                  </a:cubicBezTo>
                  <a:lnTo>
                    <a:pt x="476" y="5701"/>
                  </a:lnTo>
                  <a:cubicBezTo>
                    <a:pt x="413" y="5701"/>
                    <a:pt x="361" y="5651"/>
                    <a:pt x="361" y="5586"/>
                  </a:cubicBezTo>
                  <a:lnTo>
                    <a:pt x="361" y="508"/>
                  </a:lnTo>
                  <a:cubicBezTo>
                    <a:pt x="361" y="445"/>
                    <a:pt x="411" y="393"/>
                    <a:pt x="476" y="393"/>
                  </a:cubicBezTo>
                  <a:lnTo>
                    <a:pt x="1675" y="393"/>
                  </a:lnTo>
                  <a:cubicBezTo>
                    <a:pt x="1757" y="393"/>
                    <a:pt x="1834" y="341"/>
                    <a:pt x="1858" y="260"/>
                  </a:cubicBezTo>
                  <a:cubicBezTo>
                    <a:pt x="1898" y="124"/>
                    <a:pt x="1804" y="0"/>
                    <a:pt x="16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1" name="Google Shape;15701;p31"/>
            <p:cNvSpPr/>
            <p:nvPr/>
          </p:nvSpPr>
          <p:spPr>
            <a:xfrm>
              <a:off x="8044331" y="1568027"/>
              <a:ext cx="25307" cy="13676"/>
            </a:xfrm>
            <a:custGeom>
              <a:rect b="b" l="l" r="r" t="t"/>
              <a:pathLst>
                <a:path extrusionOk="0" h="361" w="668">
                  <a:moveTo>
                    <a:pt x="197" y="0"/>
                  </a:moveTo>
                  <a:cubicBezTo>
                    <a:pt x="102" y="0"/>
                    <a:pt x="17" y="69"/>
                    <a:pt x="9" y="164"/>
                  </a:cubicBezTo>
                  <a:cubicBezTo>
                    <a:pt x="0" y="271"/>
                    <a:pt x="84" y="360"/>
                    <a:pt x="189" y="360"/>
                  </a:cubicBezTo>
                  <a:lnTo>
                    <a:pt x="469" y="360"/>
                  </a:lnTo>
                  <a:cubicBezTo>
                    <a:pt x="564" y="360"/>
                    <a:pt x="650" y="291"/>
                    <a:pt x="657" y="197"/>
                  </a:cubicBezTo>
                  <a:cubicBezTo>
                    <a:pt x="668" y="89"/>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2" name="Google Shape;15702;p31"/>
            <p:cNvSpPr/>
            <p:nvPr/>
          </p:nvSpPr>
          <p:spPr>
            <a:xfrm>
              <a:off x="8084982" y="1568027"/>
              <a:ext cx="54403" cy="13676"/>
            </a:xfrm>
            <a:custGeom>
              <a:rect b="b" l="l" r="r" t="t"/>
              <a:pathLst>
                <a:path extrusionOk="0" h="361" w="1436">
                  <a:moveTo>
                    <a:pt x="198" y="0"/>
                  </a:moveTo>
                  <a:cubicBezTo>
                    <a:pt x="103" y="0"/>
                    <a:pt x="18" y="69"/>
                    <a:pt x="9" y="164"/>
                  </a:cubicBezTo>
                  <a:cubicBezTo>
                    <a:pt x="1" y="271"/>
                    <a:pt x="85" y="360"/>
                    <a:pt x="189" y="360"/>
                  </a:cubicBezTo>
                  <a:lnTo>
                    <a:pt x="1238" y="360"/>
                  </a:lnTo>
                  <a:cubicBezTo>
                    <a:pt x="1333" y="360"/>
                    <a:pt x="1418" y="291"/>
                    <a:pt x="1426" y="197"/>
                  </a:cubicBezTo>
                  <a:cubicBezTo>
                    <a:pt x="1436" y="89"/>
                    <a:pt x="1352" y="0"/>
                    <a:pt x="1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3" name="Google Shape;15703;p31"/>
            <p:cNvSpPr/>
            <p:nvPr/>
          </p:nvSpPr>
          <p:spPr>
            <a:xfrm>
              <a:off x="8044369" y="1599092"/>
              <a:ext cx="25269" cy="13639"/>
            </a:xfrm>
            <a:custGeom>
              <a:rect b="b" l="l" r="r" t="t"/>
              <a:pathLst>
                <a:path extrusionOk="0" h="360" w="667">
                  <a:moveTo>
                    <a:pt x="198" y="0"/>
                  </a:moveTo>
                  <a:cubicBezTo>
                    <a:pt x="102" y="0"/>
                    <a:pt x="17" y="69"/>
                    <a:pt x="10" y="164"/>
                  </a:cubicBezTo>
                  <a:cubicBezTo>
                    <a:pt x="0" y="270"/>
                    <a:pt x="84" y="359"/>
                    <a:pt x="189" y="359"/>
                  </a:cubicBezTo>
                  <a:lnTo>
                    <a:pt x="471" y="359"/>
                  </a:lnTo>
                  <a:cubicBezTo>
                    <a:pt x="566" y="359"/>
                    <a:pt x="651" y="290"/>
                    <a:pt x="659" y="196"/>
                  </a:cubicBezTo>
                  <a:cubicBezTo>
                    <a:pt x="667" y="89"/>
                    <a:pt x="58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4" name="Google Shape;15704;p31"/>
            <p:cNvSpPr/>
            <p:nvPr/>
          </p:nvSpPr>
          <p:spPr>
            <a:xfrm>
              <a:off x="8084717" y="1599092"/>
              <a:ext cx="34362" cy="13639"/>
            </a:xfrm>
            <a:custGeom>
              <a:rect b="b" l="l" r="r" t="t"/>
              <a:pathLst>
                <a:path extrusionOk="0" h="360" w="907">
                  <a:moveTo>
                    <a:pt x="199" y="0"/>
                  </a:moveTo>
                  <a:cubicBezTo>
                    <a:pt x="103" y="0"/>
                    <a:pt x="18" y="69"/>
                    <a:pt x="10" y="164"/>
                  </a:cubicBezTo>
                  <a:cubicBezTo>
                    <a:pt x="1" y="270"/>
                    <a:pt x="84" y="359"/>
                    <a:pt x="189" y="359"/>
                  </a:cubicBezTo>
                  <a:lnTo>
                    <a:pt x="710" y="359"/>
                  </a:lnTo>
                  <a:cubicBezTo>
                    <a:pt x="805" y="359"/>
                    <a:pt x="890" y="290"/>
                    <a:pt x="898" y="196"/>
                  </a:cubicBezTo>
                  <a:cubicBezTo>
                    <a:pt x="907" y="89"/>
                    <a:pt x="823"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5" name="Google Shape;15705;p31"/>
            <p:cNvSpPr/>
            <p:nvPr/>
          </p:nvSpPr>
          <p:spPr>
            <a:xfrm>
              <a:off x="8044331" y="1630082"/>
              <a:ext cx="25307" cy="13676"/>
            </a:xfrm>
            <a:custGeom>
              <a:rect b="b" l="l" r="r" t="t"/>
              <a:pathLst>
                <a:path extrusionOk="0" h="361" w="668">
                  <a:moveTo>
                    <a:pt x="197" y="0"/>
                  </a:moveTo>
                  <a:cubicBezTo>
                    <a:pt x="102" y="0"/>
                    <a:pt x="17" y="69"/>
                    <a:pt x="9" y="164"/>
                  </a:cubicBezTo>
                  <a:cubicBezTo>
                    <a:pt x="0" y="271"/>
                    <a:pt x="84" y="361"/>
                    <a:pt x="189" y="361"/>
                  </a:cubicBezTo>
                  <a:lnTo>
                    <a:pt x="470" y="361"/>
                  </a:lnTo>
                  <a:cubicBezTo>
                    <a:pt x="566" y="361"/>
                    <a:pt x="651" y="290"/>
                    <a:pt x="658" y="196"/>
                  </a:cubicBezTo>
                  <a:cubicBezTo>
                    <a:pt x="668" y="90"/>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6" name="Google Shape;15706;p31"/>
            <p:cNvSpPr/>
            <p:nvPr/>
          </p:nvSpPr>
          <p:spPr>
            <a:xfrm>
              <a:off x="8044369" y="1659860"/>
              <a:ext cx="25269" cy="13714"/>
            </a:xfrm>
            <a:custGeom>
              <a:rect b="b" l="l" r="r" t="t"/>
              <a:pathLst>
                <a:path extrusionOk="0" h="362" w="667">
                  <a:moveTo>
                    <a:pt x="198" y="1"/>
                  </a:moveTo>
                  <a:cubicBezTo>
                    <a:pt x="102" y="1"/>
                    <a:pt x="17" y="70"/>
                    <a:pt x="10" y="164"/>
                  </a:cubicBezTo>
                  <a:cubicBezTo>
                    <a:pt x="0" y="272"/>
                    <a:pt x="84" y="361"/>
                    <a:pt x="189" y="361"/>
                  </a:cubicBezTo>
                  <a:lnTo>
                    <a:pt x="469" y="361"/>
                  </a:lnTo>
                  <a:cubicBezTo>
                    <a:pt x="565" y="361"/>
                    <a:pt x="650" y="292"/>
                    <a:pt x="657" y="198"/>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7" name="Google Shape;15707;p31"/>
            <p:cNvSpPr/>
            <p:nvPr/>
          </p:nvSpPr>
          <p:spPr>
            <a:xfrm>
              <a:off x="8044331" y="1692176"/>
              <a:ext cx="25307" cy="13676"/>
            </a:xfrm>
            <a:custGeom>
              <a:rect b="b" l="l" r="r" t="t"/>
              <a:pathLst>
                <a:path extrusionOk="0" h="361" w="668">
                  <a:moveTo>
                    <a:pt x="197" y="0"/>
                  </a:moveTo>
                  <a:cubicBezTo>
                    <a:pt x="102" y="0"/>
                    <a:pt x="17" y="69"/>
                    <a:pt x="9" y="164"/>
                  </a:cubicBezTo>
                  <a:cubicBezTo>
                    <a:pt x="0" y="272"/>
                    <a:pt x="84" y="361"/>
                    <a:pt x="189" y="361"/>
                  </a:cubicBezTo>
                  <a:lnTo>
                    <a:pt x="470" y="361"/>
                  </a:lnTo>
                  <a:cubicBezTo>
                    <a:pt x="566" y="361"/>
                    <a:pt x="651" y="290"/>
                    <a:pt x="658" y="196"/>
                  </a:cubicBezTo>
                  <a:cubicBezTo>
                    <a:pt x="668" y="89"/>
                    <a:pt x="584"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8" name="Google Shape;15708;p31"/>
            <p:cNvSpPr/>
            <p:nvPr/>
          </p:nvSpPr>
          <p:spPr>
            <a:xfrm>
              <a:off x="8044331" y="1721916"/>
              <a:ext cx="25307" cy="13714"/>
            </a:xfrm>
            <a:custGeom>
              <a:rect b="b" l="l" r="r" t="t"/>
              <a:pathLst>
                <a:path extrusionOk="0" h="362" w="668">
                  <a:moveTo>
                    <a:pt x="197" y="1"/>
                  </a:moveTo>
                  <a:cubicBezTo>
                    <a:pt x="102" y="1"/>
                    <a:pt x="17" y="70"/>
                    <a:pt x="9" y="164"/>
                  </a:cubicBezTo>
                  <a:cubicBezTo>
                    <a:pt x="0" y="272"/>
                    <a:pt x="84" y="361"/>
                    <a:pt x="189" y="361"/>
                  </a:cubicBezTo>
                  <a:lnTo>
                    <a:pt x="469" y="361"/>
                  </a:lnTo>
                  <a:cubicBezTo>
                    <a:pt x="564" y="361"/>
                    <a:pt x="650" y="291"/>
                    <a:pt x="657" y="197"/>
                  </a:cubicBezTo>
                  <a:cubicBezTo>
                    <a:pt x="668" y="91"/>
                    <a:pt x="584" y="1"/>
                    <a:pt x="47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9" name="Google Shape;15709;p31"/>
            <p:cNvSpPr/>
            <p:nvPr/>
          </p:nvSpPr>
          <p:spPr>
            <a:xfrm>
              <a:off x="8125064" y="1586174"/>
              <a:ext cx="132370" cy="132370"/>
            </a:xfrm>
            <a:custGeom>
              <a:rect b="b" l="l" r="r" t="t"/>
              <a:pathLst>
                <a:path extrusionOk="0" h="3494" w="3494">
                  <a:moveTo>
                    <a:pt x="1747" y="368"/>
                  </a:moveTo>
                  <a:cubicBezTo>
                    <a:pt x="2507" y="368"/>
                    <a:pt x="3125" y="986"/>
                    <a:pt x="3125" y="1747"/>
                  </a:cubicBezTo>
                  <a:cubicBezTo>
                    <a:pt x="3125" y="2507"/>
                    <a:pt x="2507" y="3125"/>
                    <a:pt x="1747" y="3125"/>
                  </a:cubicBezTo>
                  <a:cubicBezTo>
                    <a:pt x="987" y="3125"/>
                    <a:pt x="368" y="2507"/>
                    <a:pt x="368" y="1747"/>
                  </a:cubicBezTo>
                  <a:cubicBezTo>
                    <a:pt x="368" y="986"/>
                    <a:pt x="986" y="368"/>
                    <a:pt x="1747" y="368"/>
                  </a:cubicBezTo>
                  <a:close/>
                  <a:moveTo>
                    <a:pt x="1747" y="1"/>
                  </a:moveTo>
                  <a:cubicBezTo>
                    <a:pt x="783" y="1"/>
                    <a:pt x="1" y="784"/>
                    <a:pt x="1" y="1747"/>
                  </a:cubicBezTo>
                  <a:cubicBezTo>
                    <a:pt x="1" y="2709"/>
                    <a:pt x="783" y="3494"/>
                    <a:pt x="1747" y="3494"/>
                  </a:cubicBezTo>
                  <a:cubicBezTo>
                    <a:pt x="2710" y="3494"/>
                    <a:pt x="3494" y="2710"/>
                    <a:pt x="3494" y="1747"/>
                  </a:cubicBezTo>
                  <a:cubicBezTo>
                    <a:pt x="3494" y="783"/>
                    <a:pt x="2709"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0" name="Google Shape;15710;p31"/>
            <p:cNvSpPr/>
            <p:nvPr/>
          </p:nvSpPr>
          <p:spPr>
            <a:xfrm>
              <a:off x="8165412" y="1626635"/>
              <a:ext cx="51599" cy="51448"/>
            </a:xfrm>
            <a:custGeom>
              <a:rect b="b" l="l" r="r" t="t"/>
              <a:pathLst>
                <a:path extrusionOk="0" h="1358" w="1362">
                  <a:moveTo>
                    <a:pt x="1157" y="0"/>
                  </a:moveTo>
                  <a:cubicBezTo>
                    <a:pt x="1109" y="0"/>
                    <a:pt x="1061" y="19"/>
                    <a:pt x="1024" y="57"/>
                  </a:cubicBezTo>
                  <a:lnTo>
                    <a:pt x="681" y="415"/>
                  </a:lnTo>
                  <a:lnTo>
                    <a:pt x="336" y="57"/>
                  </a:lnTo>
                  <a:cubicBezTo>
                    <a:pt x="300" y="19"/>
                    <a:pt x="252" y="1"/>
                    <a:pt x="204" y="1"/>
                  </a:cubicBezTo>
                  <a:cubicBezTo>
                    <a:pt x="157" y="1"/>
                    <a:pt x="111" y="18"/>
                    <a:pt x="75" y="51"/>
                  </a:cubicBezTo>
                  <a:cubicBezTo>
                    <a:pt x="2" y="123"/>
                    <a:pt x="1" y="239"/>
                    <a:pt x="70" y="312"/>
                  </a:cubicBezTo>
                  <a:lnTo>
                    <a:pt x="424" y="679"/>
                  </a:lnTo>
                  <a:lnTo>
                    <a:pt x="70" y="1045"/>
                  </a:lnTo>
                  <a:cubicBezTo>
                    <a:pt x="1" y="1119"/>
                    <a:pt x="4" y="1235"/>
                    <a:pt x="75" y="1306"/>
                  </a:cubicBezTo>
                  <a:cubicBezTo>
                    <a:pt x="111" y="1340"/>
                    <a:pt x="158" y="1357"/>
                    <a:pt x="204" y="1357"/>
                  </a:cubicBezTo>
                  <a:cubicBezTo>
                    <a:pt x="252" y="1357"/>
                    <a:pt x="300" y="1339"/>
                    <a:pt x="336" y="1301"/>
                  </a:cubicBezTo>
                  <a:lnTo>
                    <a:pt x="681" y="944"/>
                  </a:lnTo>
                  <a:lnTo>
                    <a:pt x="1024" y="1301"/>
                  </a:lnTo>
                  <a:cubicBezTo>
                    <a:pt x="1061" y="1339"/>
                    <a:pt x="1108" y="1357"/>
                    <a:pt x="1157" y="1357"/>
                  </a:cubicBezTo>
                  <a:cubicBezTo>
                    <a:pt x="1202" y="1357"/>
                    <a:pt x="1248" y="1340"/>
                    <a:pt x="1285" y="1306"/>
                  </a:cubicBezTo>
                  <a:cubicBezTo>
                    <a:pt x="1358" y="1235"/>
                    <a:pt x="1359" y="1119"/>
                    <a:pt x="1290" y="1045"/>
                  </a:cubicBezTo>
                  <a:lnTo>
                    <a:pt x="937" y="679"/>
                  </a:lnTo>
                  <a:lnTo>
                    <a:pt x="1290" y="312"/>
                  </a:lnTo>
                  <a:cubicBezTo>
                    <a:pt x="1361" y="239"/>
                    <a:pt x="1358" y="123"/>
                    <a:pt x="1285" y="51"/>
                  </a:cubicBezTo>
                  <a:cubicBezTo>
                    <a:pt x="1249" y="17"/>
                    <a:pt x="1203" y="0"/>
                    <a:pt x="11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11" name="Google Shape;15711;p31"/>
          <p:cNvGrpSpPr/>
          <p:nvPr/>
        </p:nvGrpSpPr>
        <p:grpSpPr>
          <a:xfrm>
            <a:off x="7038129" y="1995900"/>
            <a:ext cx="405064" cy="449511"/>
            <a:chOff x="7186804" y="1436452"/>
            <a:chExt cx="429502" cy="476631"/>
          </a:xfrm>
        </p:grpSpPr>
        <p:sp>
          <p:nvSpPr>
            <p:cNvPr id="15712" name="Google Shape;15712;p31"/>
            <p:cNvSpPr/>
            <p:nvPr/>
          </p:nvSpPr>
          <p:spPr>
            <a:xfrm>
              <a:off x="7186804" y="1436452"/>
              <a:ext cx="340056" cy="476631"/>
            </a:xfrm>
            <a:custGeom>
              <a:rect b="b" l="l" r="r" t="t"/>
              <a:pathLst>
                <a:path extrusionOk="0" h="12581" w="8976">
                  <a:moveTo>
                    <a:pt x="6913" y="667"/>
                  </a:moveTo>
                  <a:lnTo>
                    <a:pt x="8389" y="2359"/>
                  </a:lnTo>
                  <a:lnTo>
                    <a:pt x="6913" y="2359"/>
                  </a:lnTo>
                  <a:lnTo>
                    <a:pt x="6913" y="667"/>
                  </a:lnTo>
                  <a:close/>
                  <a:moveTo>
                    <a:pt x="183" y="0"/>
                  </a:moveTo>
                  <a:cubicBezTo>
                    <a:pt x="82" y="0"/>
                    <a:pt x="0" y="83"/>
                    <a:pt x="0" y="183"/>
                  </a:cubicBezTo>
                  <a:lnTo>
                    <a:pt x="0" y="12400"/>
                  </a:lnTo>
                  <a:cubicBezTo>
                    <a:pt x="0" y="12500"/>
                    <a:pt x="82" y="12581"/>
                    <a:pt x="182" y="12581"/>
                  </a:cubicBezTo>
                  <a:lnTo>
                    <a:pt x="1858" y="12581"/>
                  </a:lnTo>
                  <a:cubicBezTo>
                    <a:pt x="1953" y="12581"/>
                    <a:pt x="2039" y="12512"/>
                    <a:pt x="2047" y="12418"/>
                  </a:cubicBezTo>
                  <a:cubicBezTo>
                    <a:pt x="2056" y="12311"/>
                    <a:pt x="1972" y="12222"/>
                    <a:pt x="1868" y="12222"/>
                  </a:cubicBezTo>
                  <a:lnTo>
                    <a:pt x="360" y="12222"/>
                  </a:lnTo>
                  <a:lnTo>
                    <a:pt x="360" y="360"/>
                  </a:lnTo>
                  <a:lnTo>
                    <a:pt x="6552" y="360"/>
                  </a:lnTo>
                  <a:lnTo>
                    <a:pt x="6552" y="2535"/>
                  </a:lnTo>
                  <a:cubicBezTo>
                    <a:pt x="6552" y="2636"/>
                    <a:pt x="6635" y="2719"/>
                    <a:pt x="6736" y="2719"/>
                  </a:cubicBezTo>
                  <a:lnTo>
                    <a:pt x="8617" y="2719"/>
                  </a:lnTo>
                  <a:lnTo>
                    <a:pt x="8617" y="12222"/>
                  </a:lnTo>
                  <a:lnTo>
                    <a:pt x="2768" y="12222"/>
                  </a:lnTo>
                  <a:cubicBezTo>
                    <a:pt x="2673" y="12222"/>
                    <a:pt x="2587" y="12291"/>
                    <a:pt x="2578" y="12385"/>
                  </a:cubicBezTo>
                  <a:cubicBezTo>
                    <a:pt x="2569" y="12492"/>
                    <a:pt x="2654" y="12581"/>
                    <a:pt x="2761" y="12581"/>
                  </a:cubicBezTo>
                  <a:lnTo>
                    <a:pt x="8793" y="12581"/>
                  </a:lnTo>
                  <a:cubicBezTo>
                    <a:pt x="8895" y="12581"/>
                    <a:pt x="8976" y="12499"/>
                    <a:pt x="8976" y="12398"/>
                  </a:cubicBezTo>
                  <a:lnTo>
                    <a:pt x="8976" y="2550"/>
                  </a:lnTo>
                  <a:cubicBezTo>
                    <a:pt x="8976" y="2505"/>
                    <a:pt x="8960" y="2462"/>
                    <a:pt x="8931" y="2430"/>
                  </a:cubicBezTo>
                  <a:lnTo>
                    <a:pt x="6868" y="63"/>
                  </a:lnTo>
                  <a:cubicBezTo>
                    <a:pt x="6832" y="22"/>
                    <a:pt x="6782" y="0"/>
                    <a:pt x="67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3" name="Google Shape;15713;p31"/>
            <p:cNvSpPr/>
            <p:nvPr/>
          </p:nvSpPr>
          <p:spPr>
            <a:xfrm>
              <a:off x="7306407" y="1594129"/>
              <a:ext cx="32581" cy="13639"/>
            </a:xfrm>
            <a:custGeom>
              <a:rect b="b" l="l" r="r" t="t"/>
              <a:pathLst>
                <a:path extrusionOk="0" h="360" w="860">
                  <a:moveTo>
                    <a:pt x="199" y="0"/>
                  </a:moveTo>
                  <a:cubicBezTo>
                    <a:pt x="104" y="0"/>
                    <a:pt x="19" y="69"/>
                    <a:pt x="10" y="164"/>
                  </a:cubicBezTo>
                  <a:cubicBezTo>
                    <a:pt x="1" y="269"/>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4" name="Google Shape;15714;p31"/>
            <p:cNvSpPr/>
            <p:nvPr/>
          </p:nvSpPr>
          <p:spPr>
            <a:xfrm>
              <a:off x="7307430" y="1621369"/>
              <a:ext cx="132522" cy="13714"/>
            </a:xfrm>
            <a:custGeom>
              <a:rect b="b" l="l" r="r" t="t"/>
              <a:pathLst>
                <a:path extrusionOk="0" h="362" w="3498">
                  <a:moveTo>
                    <a:pt x="198" y="1"/>
                  </a:moveTo>
                  <a:cubicBezTo>
                    <a:pt x="103" y="1"/>
                    <a:pt x="18" y="70"/>
                    <a:pt x="10" y="164"/>
                  </a:cubicBezTo>
                  <a:cubicBezTo>
                    <a:pt x="0" y="272"/>
                    <a:pt x="84" y="361"/>
                    <a:pt x="189" y="361"/>
                  </a:cubicBezTo>
                  <a:lnTo>
                    <a:pt x="3299" y="361"/>
                  </a:lnTo>
                  <a:cubicBezTo>
                    <a:pt x="3396" y="361"/>
                    <a:pt x="3480" y="292"/>
                    <a:pt x="3488" y="198"/>
                  </a:cubicBezTo>
                  <a:cubicBezTo>
                    <a:pt x="3497" y="90"/>
                    <a:pt x="3413" y="1"/>
                    <a:pt x="33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5" name="Google Shape;15715;p31"/>
            <p:cNvSpPr/>
            <p:nvPr/>
          </p:nvSpPr>
          <p:spPr>
            <a:xfrm>
              <a:off x="7356567" y="1594129"/>
              <a:ext cx="119186" cy="13639"/>
            </a:xfrm>
            <a:custGeom>
              <a:rect b="b" l="l" r="r" t="t"/>
              <a:pathLst>
                <a:path extrusionOk="0" h="360" w="3146">
                  <a:moveTo>
                    <a:pt x="199" y="0"/>
                  </a:moveTo>
                  <a:cubicBezTo>
                    <a:pt x="103" y="0"/>
                    <a:pt x="18" y="69"/>
                    <a:pt x="10" y="164"/>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6" name="Google Shape;15716;p31"/>
            <p:cNvSpPr/>
            <p:nvPr/>
          </p:nvSpPr>
          <p:spPr>
            <a:xfrm>
              <a:off x="7235941" y="1582764"/>
              <a:ext cx="59290" cy="52281"/>
            </a:xfrm>
            <a:custGeom>
              <a:rect b="b" l="l" r="r" t="t"/>
              <a:pathLst>
                <a:path extrusionOk="0" h="1380" w="1565">
                  <a:moveTo>
                    <a:pt x="1355" y="0"/>
                  </a:moveTo>
                  <a:cubicBezTo>
                    <a:pt x="1298" y="0"/>
                    <a:pt x="1241" y="27"/>
                    <a:pt x="1205" y="77"/>
                  </a:cubicBezTo>
                  <a:lnTo>
                    <a:pt x="623" y="894"/>
                  </a:lnTo>
                  <a:lnTo>
                    <a:pt x="350" y="564"/>
                  </a:lnTo>
                  <a:cubicBezTo>
                    <a:pt x="313" y="520"/>
                    <a:pt x="261" y="498"/>
                    <a:pt x="208" y="498"/>
                  </a:cubicBezTo>
                  <a:cubicBezTo>
                    <a:pt x="166" y="498"/>
                    <a:pt x="125" y="512"/>
                    <a:pt x="90" y="541"/>
                  </a:cubicBezTo>
                  <a:cubicBezTo>
                    <a:pt x="11" y="606"/>
                    <a:pt x="1" y="721"/>
                    <a:pt x="67" y="800"/>
                  </a:cubicBezTo>
                  <a:lnTo>
                    <a:pt x="493" y="1314"/>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29" y="11"/>
                    <a:pt x="1392" y="0"/>
                    <a:pt x="135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7" name="Google Shape;15717;p31"/>
            <p:cNvSpPr/>
            <p:nvPr/>
          </p:nvSpPr>
          <p:spPr>
            <a:xfrm>
              <a:off x="7306407" y="1667323"/>
              <a:ext cx="32581" cy="13639"/>
            </a:xfrm>
            <a:custGeom>
              <a:rect b="b" l="l" r="r" t="t"/>
              <a:pathLst>
                <a:path extrusionOk="0" h="360" w="860">
                  <a:moveTo>
                    <a:pt x="199" y="1"/>
                  </a:moveTo>
                  <a:cubicBezTo>
                    <a:pt x="104" y="1"/>
                    <a:pt x="19" y="70"/>
                    <a:pt x="10" y="164"/>
                  </a:cubicBezTo>
                  <a:cubicBezTo>
                    <a:pt x="1" y="271"/>
                    <a:pt x="85" y="360"/>
                    <a:pt x="189" y="360"/>
                  </a:cubicBezTo>
                  <a:lnTo>
                    <a:pt x="663" y="360"/>
                  </a:lnTo>
                  <a:cubicBezTo>
                    <a:pt x="758" y="360"/>
                    <a:pt x="843" y="291"/>
                    <a:pt x="851" y="197"/>
                  </a:cubicBezTo>
                  <a:cubicBezTo>
                    <a:pt x="860" y="90"/>
                    <a:pt x="776" y="1"/>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8" name="Google Shape;15718;p31"/>
            <p:cNvSpPr/>
            <p:nvPr/>
          </p:nvSpPr>
          <p:spPr>
            <a:xfrm>
              <a:off x="7307430" y="1694638"/>
              <a:ext cx="132484" cy="13676"/>
            </a:xfrm>
            <a:custGeom>
              <a:rect b="b" l="l" r="r" t="t"/>
              <a:pathLst>
                <a:path extrusionOk="0" h="361" w="3497">
                  <a:moveTo>
                    <a:pt x="198" y="0"/>
                  </a:moveTo>
                  <a:cubicBezTo>
                    <a:pt x="103" y="0"/>
                    <a:pt x="18" y="70"/>
                    <a:pt x="10" y="165"/>
                  </a:cubicBezTo>
                  <a:cubicBezTo>
                    <a:pt x="0" y="270"/>
                    <a:pt x="84" y="361"/>
                    <a:pt x="189" y="361"/>
                  </a:cubicBezTo>
                  <a:lnTo>
                    <a:pt x="3298" y="361"/>
                  </a:lnTo>
                  <a:cubicBezTo>
                    <a:pt x="3393" y="361"/>
                    <a:pt x="3479" y="291"/>
                    <a:pt x="3487" y="197"/>
                  </a:cubicBezTo>
                  <a:cubicBezTo>
                    <a:pt x="3496" y="89"/>
                    <a:pt x="3412"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9" name="Google Shape;15719;p31"/>
            <p:cNvSpPr/>
            <p:nvPr/>
          </p:nvSpPr>
          <p:spPr>
            <a:xfrm>
              <a:off x="7356529" y="1667323"/>
              <a:ext cx="119224" cy="13639"/>
            </a:xfrm>
            <a:custGeom>
              <a:rect b="b" l="l" r="r" t="t"/>
              <a:pathLst>
                <a:path extrusionOk="0" h="360" w="3147">
                  <a:moveTo>
                    <a:pt x="199" y="1"/>
                  </a:moveTo>
                  <a:cubicBezTo>
                    <a:pt x="102" y="1"/>
                    <a:pt x="17" y="70"/>
                    <a:pt x="10" y="164"/>
                  </a:cubicBezTo>
                  <a:cubicBezTo>
                    <a:pt x="1" y="271"/>
                    <a:pt x="84" y="360"/>
                    <a:pt x="189" y="360"/>
                  </a:cubicBezTo>
                  <a:lnTo>
                    <a:pt x="2949" y="360"/>
                  </a:lnTo>
                  <a:cubicBezTo>
                    <a:pt x="3044" y="360"/>
                    <a:pt x="3129" y="291"/>
                    <a:pt x="3138" y="197"/>
                  </a:cubicBezTo>
                  <a:cubicBezTo>
                    <a:pt x="3147" y="90"/>
                    <a:pt x="3063" y="1"/>
                    <a:pt x="29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0" name="Google Shape;15720;p31"/>
            <p:cNvSpPr/>
            <p:nvPr/>
          </p:nvSpPr>
          <p:spPr>
            <a:xfrm>
              <a:off x="7235941" y="1656602"/>
              <a:ext cx="59290" cy="52281"/>
            </a:xfrm>
            <a:custGeom>
              <a:rect b="b" l="l" r="r" t="t"/>
              <a:pathLst>
                <a:path extrusionOk="0" h="1380" w="1565">
                  <a:moveTo>
                    <a:pt x="1356" y="1"/>
                  </a:moveTo>
                  <a:cubicBezTo>
                    <a:pt x="1298" y="1"/>
                    <a:pt x="1241" y="27"/>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1" name="Google Shape;15721;p31"/>
            <p:cNvSpPr/>
            <p:nvPr/>
          </p:nvSpPr>
          <p:spPr>
            <a:xfrm>
              <a:off x="7306407" y="1740593"/>
              <a:ext cx="32581" cy="13676"/>
            </a:xfrm>
            <a:custGeom>
              <a:rect b="b" l="l" r="r" t="t"/>
              <a:pathLst>
                <a:path extrusionOk="0" h="361" w="860">
                  <a:moveTo>
                    <a:pt x="199" y="0"/>
                  </a:moveTo>
                  <a:cubicBezTo>
                    <a:pt x="104" y="0"/>
                    <a:pt x="19" y="69"/>
                    <a:pt x="10" y="163"/>
                  </a:cubicBezTo>
                  <a:cubicBezTo>
                    <a:pt x="1" y="271"/>
                    <a:pt x="85" y="360"/>
                    <a:pt x="189" y="360"/>
                  </a:cubicBezTo>
                  <a:lnTo>
                    <a:pt x="663" y="360"/>
                  </a:lnTo>
                  <a:cubicBezTo>
                    <a:pt x="758" y="360"/>
                    <a:pt x="843" y="290"/>
                    <a:pt x="851" y="196"/>
                  </a:cubicBezTo>
                  <a:cubicBezTo>
                    <a:pt x="860" y="89"/>
                    <a:pt x="776" y="0"/>
                    <a:pt x="67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2" name="Google Shape;15722;p31"/>
            <p:cNvSpPr/>
            <p:nvPr/>
          </p:nvSpPr>
          <p:spPr>
            <a:xfrm>
              <a:off x="7307430" y="1769158"/>
              <a:ext cx="132484" cy="13676"/>
            </a:xfrm>
            <a:custGeom>
              <a:rect b="b" l="l" r="r" t="t"/>
              <a:pathLst>
                <a:path extrusionOk="0" h="361" w="3497">
                  <a:moveTo>
                    <a:pt x="198" y="0"/>
                  </a:moveTo>
                  <a:cubicBezTo>
                    <a:pt x="103" y="0"/>
                    <a:pt x="18" y="69"/>
                    <a:pt x="10" y="164"/>
                  </a:cubicBezTo>
                  <a:cubicBezTo>
                    <a:pt x="0" y="269"/>
                    <a:pt x="84" y="360"/>
                    <a:pt x="189" y="360"/>
                  </a:cubicBezTo>
                  <a:lnTo>
                    <a:pt x="3298" y="360"/>
                  </a:lnTo>
                  <a:cubicBezTo>
                    <a:pt x="3393" y="360"/>
                    <a:pt x="3479" y="290"/>
                    <a:pt x="3487" y="196"/>
                  </a:cubicBezTo>
                  <a:cubicBezTo>
                    <a:pt x="3496" y="89"/>
                    <a:pt x="3412"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3" name="Google Shape;15723;p31"/>
            <p:cNvSpPr/>
            <p:nvPr/>
          </p:nvSpPr>
          <p:spPr>
            <a:xfrm>
              <a:off x="7356567" y="1740593"/>
              <a:ext cx="119186" cy="13676"/>
            </a:xfrm>
            <a:custGeom>
              <a:rect b="b" l="l" r="r" t="t"/>
              <a:pathLst>
                <a:path extrusionOk="0" h="361" w="3146">
                  <a:moveTo>
                    <a:pt x="199" y="0"/>
                  </a:moveTo>
                  <a:cubicBezTo>
                    <a:pt x="103" y="0"/>
                    <a:pt x="18" y="69"/>
                    <a:pt x="10" y="163"/>
                  </a:cubicBezTo>
                  <a:cubicBezTo>
                    <a:pt x="1" y="271"/>
                    <a:pt x="85" y="360"/>
                    <a:pt x="189" y="360"/>
                  </a:cubicBezTo>
                  <a:lnTo>
                    <a:pt x="2948" y="360"/>
                  </a:lnTo>
                  <a:cubicBezTo>
                    <a:pt x="3043" y="360"/>
                    <a:pt x="3128" y="290"/>
                    <a:pt x="3137" y="196"/>
                  </a:cubicBezTo>
                  <a:cubicBezTo>
                    <a:pt x="3146" y="89"/>
                    <a:pt x="3062" y="0"/>
                    <a:pt x="295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4" name="Google Shape;15724;p31"/>
            <p:cNvSpPr/>
            <p:nvPr/>
          </p:nvSpPr>
          <p:spPr>
            <a:xfrm>
              <a:off x="7235941" y="1730402"/>
              <a:ext cx="59290" cy="52281"/>
            </a:xfrm>
            <a:custGeom>
              <a:rect b="b" l="l" r="r" t="t"/>
              <a:pathLst>
                <a:path extrusionOk="0" h="1380" w="1565">
                  <a:moveTo>
                    <a:pt x="1356" y="1"/>
                  </a:moveTo>
                  <a:cubicBezTo>
                    <a:pt x="1298" y="1"/>
                    <a:pt x="1241" y="28"/>
                    <a:pt x="1205" y="77"/>
                  </a:cubicBezTo>
                  <a:lnTo>
                    <a:pt x="623" y="894"/>
                  </a:lnTo>
                  <a:lnTo>
                    <a:pt x="350" y="564"/>
                  </a:lnTo>
                  <a:cubicBezTo>
                    <a:pt x="313" y="521"/>
                    <a:pt x="261" y="498"/>
                    <a:pt x="208" y="498"/>
                  </a:cubicBezTo>
                  <a:cubicBezTo>
                    <a:pt x="166" y="498"/>
                    <a:pt x="125" y="512"/>
                    <a:pt x="90" y="541"/>
                  </a:cubicBezTo>
                  <a:cubicBezTo>
                    <a:pt x="12" y="604"/>
                    <a:pt x="1" y="719"/>
                    <a:pt x="67" y="798"/>
                  </a:cubicBezTo>
                  <a:lnTo>
                    <a:pt x="493" y="1312"/>
                  </a:lnTo>
                  <a:cubicBezTo>
                    <a:pt x="529" y="1354"/>
                    <a:pt x="580" y="1379"/>
                    <a:pt x="634" y="1379"/>
                  </a:cubicBezTo>
                  <a:lnTo>
                    <a:pt x="641" y="1379"/>
                  </a:lnTo>
                  <a:cubicBezTo>
                    <a:pt x="698" y="1376"/>
                    <a:pt x="751" y="1349"/>
                    <a:pt x="784" y="1302"/>
                  </a:cubicBezTo>
                  <a:lnTo>
                    <a:pt x="1505" y="291"/>
                  </a:lnTo>
                  <a:cubicBezTo>
                    <a:pt x="1564" y="208"/>
                    <a:pt x="1545" y="93"/>
                    <a:pt x="1462" y="34"/>
                  </a:cubicBezTo>
                  <a:cubicBezTo>
                    <a:pt x="1430" y="12"/>
                    <a:pt x="139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5" name="Google Shape;15725;p31"/>
            <p:cNvSpPr/>
            <p:nvPr/>
          </p:nvSpPr>
          <p:spPr>
            <a:xfrm>
              <a:off x="7306407" y="1815037"/>
              <a:ext cx="32581" cy="13714"/>
            </a:xfrm>
            <a:custGeom>
              <a:rect b="b" l="l" r="r" t="t"/>
              <a:pathLst>
                <a:path extrusionOk="0" h="362" w="860">
                  <a:moveTo>
                    <a:pt x="199" y="1"/>
                  </a:moveTo>
                  <a:cubicBezTo>
                    <a:pt x="104" y="1"/>
                    <a:pt x="19" y="71"/>
                    <a:pt x="10" y="165"/>
                  </a:cubicBezTo>
                  <a:cubicBezTo>
                    <a:pt x="1" y="271"/>
                    <a:pt x="85" y="361"/>
                    <a:pt x="189" y="361"/>
                  </a:cubicBezTo>
                  <a:lnTo>
                    <a:pt x="663" y="361"/>
                  </a:lnTo>
                  <a:cubicBezTo>
                    <a:pt x="758" y="361"/>
                    <a:pt x="843" y="292"/>
                    <a:pt x="851" y="198"/>
                  </a:cubicBezTo>
                  <a:cubicBezTo>
                    <a:pt x="860" y="90"/>
                    <a:pt x="776" y="1"/>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6" name="Google Shape;15726;p31"/>
            <p:cNvSpPr/>
            <p:nvPr/>
          </p:nvSpPr>
          <p:spPr>
            <a:xfrm>
              <a:off x="7307430" y="1842352"/>
              <a:ext cx="132484" cy="13676"/>
            </a:xfrm>
            <a:custGeom>
              <a:rect b="b" l="l" r="r" t="t"/>
              <a:pathLst>
                <a:path extrusionOk="0" h="361" w="3497">
                  <a:moveTo>
                    <a:pt x="198" y="1"/>
                  </a:moveTo>
                  <a:cubicBezTo>
                    <a:pt x="103" y="1"/>
                    <a:pt x="18" y="70"/>
                    <a:pt x="10" y="164"/>
                  </a:cubicBezTo>
                  <a:cubicBezTo>
                    <a:pt x="0" y="272"/>
                    <a:pt x="84" y="361"/>
                    <a:pt x="189" y="361"/>
                  </a:cubicBezTo>
                  <a:lnTo>
                    <a:pt x="3298" y="361"/>
                  </a:lnTo>
                  <a:cubicBezTo>
                    <a:pt x="3393" y="361"/>
                    <a:pt x="3479" y="291"/>
                    <a:pt x="3487" y="196"/>
                  </a:cubicBezTo>
                  <a:cubicBezTo>
                    <a:pt x="3496" y="90"/>
                    <a:pt x="3412" y="1"/>
                    <a:pt x="330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7" name="Google Shape;15727;p31"/>
            <p:cNvSpPr/>
            <p:nvPr/>
          </p:nvSpPr>
          <p:spPr>
            <a:xfrm>
              <a:off x="7356529" y="1814999"/>
              <a:ext cx="119224" cy="13714"/>
            </a:xfrm>
            <a:custGeom>
              <a:rect b="b" l="l" r="r" t="t"/>
              <a:pathLst>
                <a:path extrusionOk="0" h="362" w="3147">
                  <a:moveTo>
                    <a:pt x="199" y="1"/>
                  </a:moveTo>
                  <a:cubicBezTo>
                    <a:pt x="102" y="1"/>
                    <a:pt x="17" y="70"/>
                    <a:pt x="10" y="164"/>
                  </a:cubicBezTo>
                  <a:cubicBezTo>
                    <a:pt x="1" y="272"/>
                    <a:pt x="84" y="361"/>
                    <a:pt x="189" y="361"/>
                  </a:cubicBezTo>
                  <a:lnTo>
                    <a:pt x="2949" y="361"/>
                  </a:lnTo>
                  <a:cubicBezTo>
                    <a:pt x="3044" y="361"/>
                    <a:pt x="3129" y="292"/>
                    <a:pt x="3138" y="198"/>
                  </a:cubicBezTo>
                  <a:cubicBezTo>
                    <a:pt x="3147" y="91"/>
                    <a:pt x="3063" y="1"/>
                    <a:pt x="29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8" name="Google Shape;15728;p31"/>
            <p:cNvSpPr/>
            <p:nvPr/>
          </p:nvSpPr>
          <p:spPr>
            <a:xfrm>
              <a:off x="7236055" y="1813711"/>
              <a:ext cx="43227" cy="42810"/>
            </a:xfrm>
            <a:custGeom>
              <a:rect b="b" l="l" r="r" t="t"/>
              <a:pathLst>
                <a:path extrusionOk="0" h="1130" w="1141">
                  <a:moveTo>
                    <a:pt x="939" y="0"/>
                  </a:moveTo>
                  <a:cubicBezTo>
                    <a:pt x="890" y="0"/>
                    <a:pt x="842" y="19"/>
                    <a:pt x="805" y="57"/>
                  </a:cubicBezTo>
                  <a:lnTo>
                    <a:pt x="572" y="301"/>
                  </a:lnTo>
                  <a:lnTo>
                    <a:pt x="337" y="57"/>
                  </a:lnTo>
                  <a:cubicBezTo>
                    <a:pt x="301" y="19"/>
                    <a:pt x="253" y="1"/>
                    <a:pt x="204" y="1"/>
                  </a:cubicBezTo>
                  <a:cubicBezTo>
                    <a:pt x="158" y="1"/>
                    <a:pt x="112" y="18"/>
                    <a:pt x="76" y="52"/>
                  </a:cubicBezTo>
                  <a:cubicBezTo>
                    <a:pt x="3" y="123"/>
                    <a:pt x="2" y="239"/>
                    <a:pt x="71" y="312"/>
                  </a:cubicBezTo>
                  <a:lnTo>
                    <a:pt x="315" y="565"/>
                  </a:lnTo>
                  <a:lnTo>
                    <a:pt x="71" y="818"/>
                  </a:lnTo>
                  <a:cubicBezTo>
                    <a:pt x="1" y="892"/>
                    <a:pt x="3" y="1008"/>
                    <a:pt x="76" y="1078"/>
                  </a:cubicBezTo>
                  <a:cubicBezTo>
                    <a:pt x="112" y="1113"/>
                    <a:pt x="158" y="1129"/>
                    <a:pt x="205" y="1129"/>
                  </a:cubicBezTo>
                  <a:cubicBezTo>
                    <a:pt x="253" y="1129"/>
                    <a:pt x="302" y="1112"/>
                    <a:pt x="337" y="1073"/>
                  </a:cubicBezTo>
                  <a:lnTo>
                    <a:pt x="572" y="830"/>
                  </a:lnTo>
                  <a:lnTo>
                    <a:pt x="805" y="1073"/>
                  </a:lnTo>
                  <a:cubicBezTo>
                    <a:pt x="842" y="1111"/>
                    <a:pt x="889" y="1129"/>
                    <a:pt x="938" y="1129"/>
                  </a:cubicBezTo>
                  <a:cubicBezTo>
                    <a:pt x="983" y="1129"/>
                    <a:pt x="1029" y="1113"/>
                    <a:pt x="1066" y="1078"/>
                  </a:cubicBezTo>
                  <a:cubicBezTo>
                    <a:pt x="1139" y="1008"/>
                    <a:pt x="1140" y="891"/>
                    <a:pt x="1071" y="818"/>
                  </a:cubicBezTo>
                  <a:lnTo>
                    <a:pt x="827" y="565"/>
                  </a:lnTo>
                  <a:lnTo>
                    <a:pt x="1071" y="312"/>
                  </a:lnTo>
                  <a:cubicBezTo>
                    <a:pt x="1140" y="238"/>
                    <a:pt x="1139" y="122"/>
                    <a:pt x="1066" y="52"/>
                  </a:cubicBezTo>
                  <a:cubicBezTo>
                    <a:pt x="1030" y="18"/>
                    <a:pt x="984" y="0"/>
                    <a:pt x="93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9" name="Google Shape;15729;p31"/>
            <p:cNvSpPr/>
            <p:nvPr/>
          </p:nvSpPr>
          <p:spPr>
            <a:xfrm>
              <a:off x="7549212" y="1528664"/>
              <a:ext cx="67094" cy="383737"/>
            </a:xfrm>
            <a:custGeom>
              <a:rect b="b" l="l" r="r" t="t"/>
              <a:pathLst>
                <a:path extrusionOk="0" h="10129" w="1771">
                  <a:moveTo>
                    <a:pt x="591" y="369"/>
                  </a:moveTo>
                  <a:cubicBezTo>
                    <a:pt x="718" y="369"/>
                    <a:pt x="821" y="469"/>
                    <a:pt x="821" y="592"/>
                  </a:cubicBezTo>
                  <a:lnTo>
                    <a:pt x="821" y="1236"/>
                  </a:lnTo>
                  <a:lnTo>
                    <a:pt x="362" y="1236"/>
                  </a:lnTo>
                  <a:lnTo>
                    <a:pt x="362" y="599"/>
                  </a:lnTo>
                  <a:cubicBezTo>
                    <a:pt x="362" y="501"/>
                    <a:pt x="424" y="410"/>
                    <a:pt x="518" y="380"/>
                  </a:cubicBezTo>
                  <a:cubicBezTo>
                    <a:pt x="543" y="373"/>
                    <a:pt x="568" y="369"/>
                    <a:pt x="591" y="369"/>
                  </a:cubicBezTo>
                  <a:close/>
                  <a:moveTo>
                    <a:pt x="732" y="9099"/>
                  </a:moveTo>
                  <a:lnTo>
                    <a:pt x="596" y="9448"/>
                  </a:lnTo>
                  <a:lnTo>
                    <a:pt x="459" y="9099"/>
                  </a:lnTo>
                  <a:close/>
                  <a:moveTo>
                    <a:pt x="592" y="1"/>
                  </a:moveTo>
                  <a:cubicBezTo>
                    <a:pt x="267" y="1"/>
                    <a:pt x="1" y="265"/>
                    <a:pt x="1" y="590"/>
                  </a:cubicBezTo>
                  <a:lnTo>
                    <a:pt x="1" y="2234"/>
                  </a:lnTo>
                  <a:cubicBezTo>
                    <a:pt x="1" y="2331"/>
                    <a:pt x="70" y="2415"/>
                    <a:pt x="164" y="2423"/>
                  </a:cubicBezTo>
                  <a:cubicBezTo>
                    <a:pt x="170" y="2423"/>
                    <a:pt x="175" y="2423"/>
                    <a:pt x="181" y="2423"/>
                  </a:cubicBezTo>
                  <a:cubicBezTo>
                    <a:pt x="281" y="2423"/>
                    <a:pt x="361" y="2343"/>
                    <a:pt x="361" y="2244"/>
                  </a:cubicBezTo>
                  <a:lnTo>
                    <a:pt x="361" y="1594"/>
                  </a:lnTo>
                  <a:lnTo>
                    <a:pt x="819" y="1594"/>
                  </a:lnTo>
                  <a:lnTo>
                    <a:pt x="819" y="8737"/>
                  </a:lnTo>
                  <a:lnTo>
                    <a:pt x="361" y="8737"/>
                  </a:lnTo>
                  <a:lnTo>
                    <a:pt x="361" y="3101"/>
                  </a:lnTo>
                  <a:cubicBezTo>
                    <a:pt x="361" y="3006"/>
                    <a:pt x="292" y="2920"/>
                    <a:pt x="198" y="2912"/>
                  </a:cubicBezTo>
                  <a:cubicBezTo>
                    <a:pt x="192" y="2911"/>
                    <a:pt x="187" y="2911"/>
                    <a:pt x="181" y="2911"/>
                  </a:cubicBezTo>
                  <a:cubicBezTo>
                    <a:pt x="81" y="2911"/>
                    <a:pt x="1" y="2993"/>
                    <a:pt x="1" y="3095"/>
                  </a:cubicBezTo>
                  <a:lnTo>
                    <a:pt x="1" y="8909"/>
                  </a:lnTo>
                  <a:lnTo>
                    <a:pt x="1" y="8910"/>
                  </a:lnTo>
                  <a:cubicBezTo>
                    <a:pt x="1" y="8931"/>
                    <a:pt x="5" y="8953"/>
                    <a:pt x="12" y="8973"/>
                  </a:cubicBezTo>
                  <a:cubicBezTo>
                    <a:pt x="12" y="8974"/>
                    <a:pt x="419" y="10010"/>
                    <a:pt x="420" y="10014"/>
                  </a:cubicBezTo>
                  <a:cubicBezTo>
                    <a:pt x="450" y="10091"/>
                    <a:pt x="520" y="10129"/>
                    <a:pt x="591" y="10129"/>
                  </a:cubicBezTo>
                  <a:cubicBezTo>
                    <a:pt x="662" y="10129"/>
                    <a:pt x="733" y="10091"/>
                    <a:pt x="763" y="10014"/>
                  </a:cubicBezTo>
                  <a:cubicBezTo>
                    <a:pt x="763" y="10014"/>
                    <a:pt x="1168" y="8977"/>
                    <a:pt x="1168" y="8976"/>
                  </a:cubicBezTo>
                  <a:cubicBezTo>
                    <a:pt x="1177" y="8955"/>
                    <a:pt x="1182" y="8931"/>
                    <a:pt x="1182" y="8909"/>
                  </a:cubicBezTo>
                  <a:lnTo>
                    <a:pt x="1182" y="1594"/>
                  </a:lnTo>
                  <a:lnTo>
                    <a:pt x="1410" y="1594"/>
                  </a:lnTo>
                  <a:lnTo>
                    <a:pt x="1410" y="4081"/>
                  </a:lnTo>
                  <a:cubicBezTo>
                    <a:pt x="1410" y="4176"/>
                    <a:pt x="1481" y="4261"/>
                    <a:pt x="1575" y="4269"/>
                  </a:cubicBezTo>
                  <a:cubicBezTo>
                    <a:pt x="1580" y="4270"/>
                    <a:pt x="1586" y="4270"/>
                    <a:pt x="1591" y="4270"/>
                  </a:cubicBezTo>
                  <a:cubicBezTo>
                    <a:pt x="1691" y="4270"/>
                    <a:pt x="1771" y="4189"/>
                    <a:pt x="1771" y="4090"/>
                  </a:cubicBezTo>
                  <a:lnTo>
                    <a:pt x="1771" y="1414"/>
                  </a:lnTo>
                  <a:cubicBezTo>
                    <a:pt x="1771" y="1317"/>
                    <a:pt x="1690" y="1236"/>
                    <a:pt x="1590" y="1236"/>
                  </a:cubicBezTo>
                  <a:lnTo>
                    <a:pt x="1180" y="1236"/>
                  </a:lnTo>
                  <a:lnTo>
                    <a:pt x="1180" y="605"/>
                  </a:lnTo>
                  <a:cubicBezTo>
                    <a:pt x="1180" y="299"/>
                    <a:pt x="952" y="32"/>
                    <a:pt x="646" y="3"/>
                  </a:cubicBezTo>
                  <a:cubicBezTo>
                    <a:pt x="628" y="2"/>
                    <a:pt x="609" y="1"/>
                    <a:pt x="59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30" name="Google Shape;15730;p31"/>
          <p:cNvGrpSpPr/>
          <p:nvPr/>
        </p:nvGrpSpPr>
        <p:grpSpPr>
          <a:xfrm>
            <a:off x="6262481" y="2023698"/>
            <a:ext cx="450368" cy="393986"/>
            <a:chOff x="6364359" y="1465927"/>
            <a:chExt cx="477540" cy="417757"/>
          </a:xfrm>
        </p:grpSpPr>
        <p:sp>
          <p:nvSpPr>
            <p:cNvPr id="15731" name="Google Shape;15731;p31"/>
            <p:cNvSpPr/>
            <p:nvPr/>
          </p:nvSpPr>
          <p:spPr>
            <a:xfrm>
              <a:off x="6457139" y="1528664"/>
              <a:ext cx="291980" cy="291942"/>
            </a:xfrm>
            <a:custGeom>
              <a:rect b="b" l="l" r="r" t="t"/>
              <a:pathLst>
                <a:path extrusionOk="0" h="7706" w="7707">
                  <a:moveTo>
                    <a:pt x="3854" y="0"/>
                  </a:moveTo>
                  <a:cubicBezTo>
                    <a:pt x="3439" y="0"/>
                    <a:pt x="3030" y="65"/>
                    <a:pt x="2640" y="195"/>
                  </a:cubicBezTo>
                  <a:cubicBezTo>
                    <a:pt x="2543" y="227"/>
                    <a:pt x="2491" y="331"/>
                    <a:pt x="2522" y="428"/>
                  </a:cubicBezTo>
                  <a:cubicBezTo>
                    <a:pt x="2549" y="506"/>
                    <a:pt x="2621" y="555"/>
                    <a:pt x="2698" y="555"/>
                  </a:cubicBezTo>
                  <a:cubicBezTo>
                    <a:pt x="2717" y="555"/>
                    <a:pt x="2736" y="552"/>
                    <a:pt x="2755" y="546"/>
                  </a:cubicBezTo>
                  <a:cubicBezTo>
                    <a:pt x="3109" y="430"/>
                    <a:pt x="3478" y="369"/>
                    <a:pt x="3854" y="369"/>
                  </a:cubicBezTo>
                  <a:cubicBezTo>
                    <a:pt x="5774" y="369"/>
                    <a:pt x="7337" y="1933"/>
                    <a:pt x="7337" y="3852"/>
                  </a:cubicBezTo>
                  <a:cubicBezTo>
                    <a:pt x="7337" y="5773"/>
                    <a:pt x="5774" y="7337"/>
                    <a:pt x="3854" y="7337"/>
                  </a:cubicBezTo>
                  <a:cubicBezTo>
                    <a:pt x="1933" y="7337"/>
                    <a:pt x="370" y="5773"/>
                    <a:pt x="370" y="3852"/>
                  </a:cubicBezTo>
                  <a:cubicBezTo>
                    <a:pt x="370" y="2641"/>
                    <a:pt x="985" y="1535"/>
                    <a:pt x="2016" y="893"/>
                  </a:cubicBezTo>
                  <a:cubicBezTo>
                    <a:pt x="2102" y="839"/>
                    <a:pt x="2129" y="725"/>
                    <a:pt x="2074" y="639"/>
                  </a:cubicBezTo>
                  <a:cubicBezTo>
                    <a:pt x="2040" y="583"/>
                    <a:pt x="1979" y="552"/>
                    <a:pt x="1918" y="552"/>
                  </a:cubicBezTo>
                  <a:cubicBezTo>
                    <a:pt x="1884" y="552"/>
                    <a:pt x="1851" y="561"/>
                    <a:pt x="1821" y="579"/>
                  </a:cubicBezTo>
                  <a:cubicBezTo>
                    <a:pt x="1275" y="920"/>
                    <a:pt x="819" y="1394"/>
                    <a:pt x="501" y="1954"/>
                  </a:cubicBezTo>
                  <a:cubicBezTo>
                    <a:pt x="174" y="2530"/>
                    <a:pt x="0" y="3186"/>
                    <a:pt x="0" y="3852"/>
                  </a:cubicBezTo>
                  <a:cubicBezTo>
                    <a:pt x="0" y="5977"/>
                    <a:pt x="1729" y="7706"/>
                    <a:pt x="3854" y="7706"/>
                  </a:cubicBezTo>
                  <a:cubicBezTo>
                    <a:pt x="5979" y="7706"/>
                    <a:pt x="7707" y="5977"/>
                    <a:pt x="7707" y="3852"/>
                  </a:cubicBezTo>
                  <a:cubicBezTo>
                    <a:pt x="7707" y="1729"/>
                    <a:pt x="5978" y="0"/>
                    <a:pt x="385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2" name="Google Shape;15732;p31"/>
            <p:cNvSpPr/>
            <p:nvPr/>
          </p:nvSpPr>
          <p:spPr>
            <a:xfrm>
              <a:off x="6714795" y="1465965"/>
              <a:ext cx="126422" cy="85772"/>
            </a:xfrm>
            <a:custGeom>
              <a:rect b="b" l="l" r="r" t="t"/>
              <a:pathLst>
                <a:path extrusionOk="0" h="2264" w="3337">
                  <a:moveTo>
                    <a:pt x="2747" y="344"/>
                  </a:moveTo>
                  <a:cubicBezTo>
                    <a:pt x="2871" y="344"/>
                    <a:pt x="2973" y="447"/>
                    <a:pt x="2973" y="571"/>
                  </a:cubicBezTo>
                  <a:cubicBezTo>
                    <a:pt x="2973" y="695"/>
                    <a:pt x="2871" y="797"/>
                    <a:pt x="2747" y="797"/>
                  </a:cubicBezTo>
                  <a:cubicBezTo>
                    <a:pt x="2622" y="797"/>
                    <a:pt x="2520" y="695"/>
                    <a:pt x="2520" y="571"/>
                  </a:cubicBezTo>
                  <a:cubicBezTo>
                    <a:pt x="2522" y="447"/>
                    <a:pt x="2622" y="344"/>
                    <a:pt x="2747" y="344"/>
                  </a:cubicBezTo>
                  <a:close/>
                  <a:moveTo>
                    <a:pt x="2721" y="1"/>
                  </a:moveTo>
                  <a:cubicBezTo>
                    <a:pt x="2464" y="1"/>
                    <a:pt x="2245" y="169"/>
                    <a:pt x="2168" y="402"/>
                  </a:cubicBezTo>
                  <a:lnTo>
                    <a:pt x="1449" y="402"/>
                  </a:lnTo>
                  <a:cubicBezTo>
                    <a:pt x="1396" y="402"/>
                    <a:pt x="1345" y="426"/>
                    <a:pt x="1310" y="467"/>
                  </a:cubicBezTo>
                  <a:lnTo>
                    <a:pt x="66" y="1969"/>
                  </a:lnTo>
                  <a:cubicBezTo>
                    <a:pt x="1" y="2045"/>
                    <a:pt x="11" y="2158"/>
                    <a:pt x="89" y="2222"/>
                  </a:cubicBezTo>
                  <a:cubicBezTo>
                    <a:pt x="123" y="2249"/>
                    <a:pt x="163" y="2264"/>
                    <a:pt x="204" y="2264"/>
                  </a:cubicBezTo>
                  <a:cubicBezTo>
                    <a:pt x="256" y="2264"/>
                    <a:pt x="308" y="2242"/>
                    <a:pt x="343" y="2198"/>
                  </a:cubicBezTo>
                  <a:lnTo>
                    <a:pt x="1533" y="762"/>
                  </a:lnTo>
                  <a:lnTo>
                    <a:pt x="2168" y="762"/>
                  </a:lnTo>
                  <a:cubicBezTo>
                    <a:pt x="2244" y="995"/>
                    <a:pt x="2462" y="1163"/>
                    <a:pt x="2721" y="1163"/>
                  </a:cubicBezTo>
                  <a:cubicBezTo>
                    <a:pt x="3063" y="1163"/>
                    <a:pt x="3337" y="864"/>
                    <a:pt x="3298" y="515"/>
                  </a:cubicBezTo>
                  <a:cubicBezTo>
                    <a:pt x="3267" y="241"/>
                    <a:pt x="3041" y="23"/>
                    <a:pt x="2768" y="2"/>
                  </a:cubicBezTo>
                  <a:cubicBezTo>
                    <a:pt x="2752" y="1"/>
                    <a:pt x="2737" y="1"/>
                    <a:pt x="272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3" name="Google Shape;15733;p31"/>
            <p:cNvSpPr/>
            <p:nvPr/>
          </p:nvSpPr>
          <p:spPr>
            <a:xfrm>
              <a:off x="6767417" y="1652131"/>
              <a:ext cx="74482" cy="44060"/>
            </a:xfrm>
            <a:custGeom>
              <a:rect b="b" l="l" r="r" t="t"/>
              <a:pathLst>
                <a:path extrusionOk="0" h="1163" w="1966">
                  <a:moveTo>
                    <a:pt x="1358" y="368"/>
                  </a:moveTo>
                  <a:cubicBezTo>
                    <a:pt x="1482" y="368"/>
                    <a:pt x="1584" y="471"/>
                    <a:pt x="1584" y="595"/>
                  </a:cubicBezTo>
                  <a:cubicBezTo>
                    <a:pt x="1584" y="719"/>
                    <a:pt x="1484" y="822"/>
                    <a:pt x="1358" y="822"/>
                  </a:cubicBezTo>
                  <a:cubicBezTo>
                    <a:pt x="1233" y="822"/>
                    <a:pt x="1131" y="719"/>
                    <a:pt x="1131" y="595"/>
                  </a:cubicBezTo>
                  <a:cubicBezTo>
                    <a:pt x="1131" y="471"/>
                    <a:pt x="1233" y="368"/>
                    <a:pt x="1358" y="368"/>
                  </a:cubicBezTo>
                  <a:close/>
                  <a:moveTo>
                    <a:pt x="1349" y="1"/>
                  </a:moveTo>
                  <a:cubicBezTo>
                    <a:pt x="1091" y="1"/>
                    <a:pt x="872" y="169"/>
                    <a:pt x="796" y="402"/>
                  </a:cubicBezTo>
                  <a:lnTo>
                    <a:pt x="199" y="402"/>
                  </a:lnTo>
                  <a:cubicBezTo>
                    <a:pt x="103" y="402"/>
                    <a:pt x="19" y="471"/>
                    <a:pt x="10" y="565"/>
                  </a:cubicBezTo>
                  <a:cubicBezTo>
                    <a:pt x="1" y="672"/>
                    <a:pt x="86" y="761"/>
                    <a:pt x="190" y="761"/>
                  </a:cubicBezTo>
                  <a:lnTo>
                    <a:pt x="796" y="761"/>
                  </a:lnTo>
                  <a:cubicBezTo>
                    <a:pt x="873" y="993"/>
                    <a:pt x="1091" y="1163"/>
                    <a:pt x="1349" y="1163"/>
                  </a:cubicBezTo>
                  <a:cubicBezTo>
                    <a:pt x="1365" y="1163"/>
                    <a:pt x="1380" y="1162"/>
                    <a:pt x="1396" y="1161"/>
                  </a:cubicBezTo>
                  <a:cubicBezTo>
                    <a:pt x="1669" y="1138"/>
                    <a:pt x="1894" y="921"/>
                    <a:pt x="1926" y="649"/>
                  </a:cubicBezTo>
                  <a:cubicBezTo>
                    <a:pt x="1966" y="298"/>
                    <a:pt x="1691" y="1"/>
                    <a:pt x="134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4" name="Google Shape;15734;p31"/>
            <p:cNvSpPr/>
            <p:nvPr/>
          </p:nvSpPr>
          <p:spPr>
            <a:xfrm>
              <a:off x="6714795" y="1797837"/>
              <a:ext cx="126422" cy="85847"/>
            </a:xfrm>
            <a:custGeom>
              <a:rect b="b" l="l" r="r" t="t"/>
              <a:pathLst>
                <a:path extrusionOk="0" h="2266" w="3337">
                  <a:moveTo>
                    <a:pt x="2747" y="1459"/>
                  </a:moveTo>
                  <a:cubicBezTo>
                    <a:pt x="2871" y="1459"/>
                    <a:pt x="2973" y="1562"/>
                    <a:pt x="2973" y="1686"/>
                  </a:cubicBezTo>
                  <a:cubicBezTo>
                    <a:pt x="2973" y="1811"/>
                    <a:pt x="2873" y="1913"/>
                    <a:pt x="2747" y="1913"/>
                  </a:cubicBezTo>
                  <a:cubicBezTo>
                    <a:pt x="2622" y="1913"/>
                    <a:pt x="2520" y="1810"/>
                    <a:pt x="2520" y="1686"/>
                  </a:cubicBezTo>
                  <a:cubicBezTo>
                    <a:pt x="2520" y="1562"/>
                    <a:pt x="2622" y="1459"/>
                    <a:pt x="2747" y="1459"/>
                  </a:cubicBezTo>
                  <a:close/>
                  <a:moveTo>
                    <a:pt x="205" y="1"/>
                  </a:moveTo>
                  <a:cubicBezTo>
                    <a:pt x="164" y="1"/>
                    <a:pt x="123" y="15"/>
                    <a:pt x="89" y="43"/>
                  </a:cubicBezTo>
                  <a:cubicBezTo>
                    <a:pt x="14" y="106"/>
                    <a:pt x="1" y="219"/>
                    <a:pt x="66" y="297"/>
                  </a:cubicBezTo>
                  <a:lnTo>
                    <a:pt x="1310" y="1799"/>
                  </a:lnTo>
                  <a:cubicBezTo>
                    <a:pt x="1345" y="1841"/>
                    <a:pt x="1396" y="1864"/>
                    <a:pt x="1449" y="1864"/>
                  </a:cubicBezTo>
                  <a:lnTo>
                    <a:pt x="2168" y="1864"/>
                  </a:lnTo>
                  <a:cubicBezTo>
                    <a:pt x="2245" y="2096"/>
                    <a:pt x="2464" y="2266"/>
                    <a:pt x="2721" y="2266"/>
                  </a:cubicBezTo>
                  <a:cubicBezTo>
                    <a:pt x="2737" y="2266"/>
                    <a:pt x="2752" y="2265"/>
                    <a:pt x="2768" y="2264"/>
                  </a:cubicBezTo>
                  <a:cubicBezTo>
                    <a:pt x="3041" y="2241"/>
                    <a:pt x="3268" y="2024"/>
                    <a:pt x="3298" y="1752"/>
                  </a:cubicBezTo>
                  <a:cubicBezTo>
                    <a:pt x="3337" y="1401"/>
                    <a:pt x="3063" y="1102"/>
                    <a:pt x="2721" y="1102"/>
                  </a:cubicBezTo>
                  <a:cubicBezTo>
                    <a:pt x="2462" y="1102"/>
                    <a:pt x="2244" y="1271"/>
                    <a:pt x="2168" y="1502"/>
                  </a:cubicBezTo>
                  <a:lnTo>
                    <a:pt x="1533" y="1502"/>
                  </a:lnTo>
                  <a:lnTo>
                    <a:pt x="343" y="66"/>
                  </a:lnTo>
                  <a:cubicBezTo>
                    <a:pt x="307" y="23"/>
                    <a:pt x="256"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5" name="Google Shape;15735;p31"/>
            <p:cNvSpPr/>
            <p:nvPr/>
          </p:nvSpPr>
          <p:spPr>
            <a:xfrm>
              <a:off x="6365003" y="1797875"/>
              <a:ext cx="126422" cy="85734"/>
            </a:xfrm>
            <a:custGeom>
              <a:rect b="b" l="l" r="r" t="t"/>
              <a:pathLst>
                <a:path extrusionOk="0" h="2263" w="3337">
                  <a:moveTo>
                    <a:pt x="591" y="1458"/>
                  </a:moveTo>
                  <a:cubicBezTo>
                    <a:pt x="716" y="1458"/>
                    <a:pt x="817" y="1561"/>
                    <a:pt x="817" y="1685"/>
                  </a:cubicBezTo>
                  <a:cubicBezTo>
                    <a:pt x="817" y="1810"/>
                    <a:pt x="716" y="1912"/>
                    <a:pt x="591" y="1912"/>
                  </a:cubicBezTo>
                  <a:cubicBezTo>
                    <a:pt x="467" y="1912"/>
                    <a:pt x="365" y="1809"/>
                    <a:pt x="365" y="1685"/>
                  </a:cubicBezTo>
                  <a:cubicBezTo>
                    <a:pt x="365" y="1561"/>
                    <a:pt x="467" y="1458"/>
                    <a:pt x="591" y="1458"/>
                  </a:cubicBezTo>
                  <a:close/>
                  <a:moveTo>
                    <a:pt x="3135" y="0"/>
                  </a:moveTo>
                  <a:cubicBezTo>
                    <a:pt x="3083" y="0"/>
                    <a:pt x="3031" y="23"/>
                    <a:pt x="2995" y="65"/>
                  </a:cubicBezTo>
                  <a:lnTo>
                    <a:pt x="1805" y="1501"/>
                  </a:lnTo>
                  <a:lnTo>
                    <a:pt x="1169" y="1501"/>
                  </a:lnTo>
                  <a:cubicBezTo>
                    <a:pt x="1094" y="1269"/>
                    <a:pt x="875" y="1101"/>
                    <a:pt x="617" y="1101"/>
                  </a:cubicBezTo>
                  <a:cubicBezTo>
                    <a:pt x="274" y="1101"/>
                    <a:pt x="1" y="1400"/>
                    <a:pt x="40" y="1750"/>
                  </a:cubicBezTo>
                  <a:cubicBezTo>
                    <a:pt x="71" y="2023"/>
                    <a:pt x="297" y="2240"/>
                    <a:pt x="570" y="2261"/>
                  </a:cubicBezTo>
                  <a:cubicBezTo>
                    <a:pt x="587" y="2262"/>
                    <a:pt x="603" y="2263"/>
                    <a:pt x="619" y="2263"/>
                  </a:cubicBezTo>
                  <a:cubicBezTo>
                    <a:pt x="876" y="2263"/>
                    <a:pt x="1093" y="2093"/>
                    <a:pt x="1169" y="1862"/>
                  </a:cubicBezTo>
                  <a:lnTo>
                    <a:pt x="1888" y="1862"/>
                  </a:lnTo>
                  <a:cubicBezTo>
                    <a:pt x="1942" y="1862"/>
                    <a:pt x="1993" y="1839"/>
                    <a:pt x="2027" y="1797"/>
                  </a:cubicBezTo>
                  <a:lnTo>
                    <a:pt x="3272" y="295"/>
                  </a:lnTo>
                  <a:cubicBezTo>
                    <a:pt x="3336" y="218"/>
                    <a:pt x="3326" y="105"/>
                    <a:pt x="3248" y="42"/>
                  </a:cubicBezTo>
                  <a:cubicBezTo>
                    <a:pt x="3215" y="14"/>
                    <a:pt x="3175" y="0"/>
                    <a:pt x="313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6" name="Google Shape;15736;p31"/>
            <p:cNvSpPr/>
            <p:nvPr/>
          </p:nvSpPr>
          <p:spPr>
            <a:xfrm>
              <a:off x="6365003" y="1465927"/>
              <a:ext cx="126422" cy="85810"/>
            </a:xfrm>
            <a:custGeom>
              <a:rect b="b" l="l" r="r" t="t"/>
              <a:pathLst>
                <a:path extrusionOk="0" h="2265" w="3337">
                  <a:moveTo>
                    <a:pt x="591" y="345"/>
                  </a:moveTo>
                  <a:cubicBezTo>
                    <a:pt x="716" y="345"/>
                    <a:pt x="817" y="448"/>
                    <a:pt x="817" y="572"/>
                  </a:cubicBezTo>
                  <a:cubicBezTo>
                    <a:pt x="817" y="696"/>
                    <a:pt x="716" y="798"/>
                    <a:pt x="591" y="798"/>
                  </a:cubicBezTo>
                  <a:cubicBezTo>
                    <a:pt x="467" y="798"/>
                    <a:pt x="365" y="696"/>
                    <a:pt x="365" y="572"/>
                  </a:cubicBezTo>
                  <a:cubicBezTo>
                    <a:pt x="365" y="448"/>
                    <a:pt x="466" y="345"/>
                    <a:pt x="591" y="345"/>
                  </a:cubicBezTo>
                  <a:close/>
                  <a:moveTo>
                    <a:pt x="617" y="1"/>
                  </a:moveTo>
                  <a:cubicBezTo>
                    <a:pt x="602" y="1"/>
                    <a:pt x="586" y="1"/>
                    <a:pt x="570" y="2"/>
                  </a:cubicBezTo>
                  <a:cubicBezTo>
                    <a:pt x="297" y="24"/>
                    <a:pt x="70" y="242"/>
                    <a:pt x="40" y="515"/>
                  </a:cubicBezTo>
                  <a:cubicBezTo>
                    <a:pt x="1" y="865"/>
                    <a:pt x="274" y="1164"/>
                    <a:pt x="617" y="1164"/>
                  </a:cubicBezTo>
                  <a:cubicBezTo>
                    <a:pt x="875" y="1164"/>
                    <a:pt x="1094" y="994"/>
                    <a:pt x="1169" y="763"/>
                  </a:cubicBezTo>
                  <a:lnTo>
                    <a:pt x="1805" y="763"/>
                  </a:lnTo>
                  <a:lnTo>
                    <a:pt x="2995" y="2199"/>
                  </a:lnTo>
                  <a:cubicBezTo>
                    <a:pt x="3031" y="2242"/>
                    <a:pt x="3081" y="2265"/>
                    <a:pt x="3133" y="2265"/>
                  </a:cubicBezTo>
                  <a:cubicBezTo>
                    <a:pt x="3174" y="2265"/>
                    <a:pt x="3215" y="2251"/>
                    <a:pt x="3248" y="2223"/>
                  </a:cubicBezTo>
                  <a:cubicBezTo>
                    <a:pt x="3326" y="2159"/>
                    <a:pt x="3336" y="2046"/>
                    <a:pt x="3272" y="1968"/>
                  </a:cubicBezTo>
                  <a:lnTo>
                    <a:pt x="2027" y="467"/>
                  </a:lnTo>
                  <a:cubicBezTo>
                    <a:pt x="1993" y="426"/>
                    <a:pt x="1942" y="401"/>
                    <a:pt x="1888" y="401"/>
                  </a:cubicBezTo>
                  <a:lnTo>
                    <a:pt x="1169" y="401"/>
                  </a:lnTo>
                  <a:cubicBezTo>
                    <a:pt x="1093" y="169"/>
                    <a:pt x="875" y="1"/>
                    <a:pt x="61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7" name="Google Shape;15737;p31"/>
            <p:cNvSpPr/>
            <p:nvPr/>
          </p:nvSpPr>
          <p:spPr>
            <a:xfrm>
              <a:off x="6364359" y="1652169"/>
              <a:ext cx="74444" cy="44060"/>
            </a:xfrm>
            <a:custGeom>
              <a:rect b="b" l="l" r="r" t="t"/>
              <a:pathLst>
                <a:path extrusionOk="0" h="1163" w="1965">
                  <a:moveTo>
                    <a:pt x="608" y="367"/>
                  </a:moveTo>
                  <a:cubicBezTo>
                    <a:pt x="733" y="367"/>
                    <a:pt x="834" y="470"/>
                    <a:pt x="834" y="594"/>
                  </a:cubicBezTo>
                  <a:cubicBezTo>
                    <a:pt x="834" y="718"/>
                    <a:pt x="733" y="821"/>
                    <a:pt x="608" y="821"/>
                  </a:cubicBezTo>
                  <a:cubicBezTo>
                    <a:pt x="484" y="821"/>
                    <a:pt x="382" y="718"/>
                    <a:pt x="382" y="594"/>
                  </a:cubicBezTo>
                  <a:cubicBezTo>
                    <a:pt x="382" y="469"/>
                    <a:pt x="483" y="367"/>
                    <a:pt x="608" y="367"/>
                  </a:cubicBezTo>
                  <a:close/>
                  <a:moveTo>
                    <a:pt x="619" y="1"/>
                  </a:moveTo>
                  <a:cubicBezTo>
                    <a:pt x="603" y="1"/>
                    <a:pt x="587" y="1"/>
                    <a:pt x="571" y="3"/>
                  </a:cubicBezTo>
                  <a:cubicBezTo>
                    <a:pt x="296" y="25"/>
                    <a:pt x="71" y="241"/>
                    <a:pt x="40" y="516"/>
                  </a:cubicBezTo>
                  <a:cubicBezTo>
                    <a:pt x="1" y="864"/>
                    <a:pt x="275" y="1162"/>
                    <a:pt x="618" y="1162"/>
                  </a:cubicBezTo>
                  <a:cubicBezTo>
                    <a:pt x="875" y="1162"/>
                    <a:pt x="1094" y="993"/>
                    <a:pt x="1170" y="762"/>
                  </a:cubicBezTo>
                  <a:lnTo>
                    <a:pt x="1767" y="762"/>
                  </a:lnTo>
                  <a:cubicBezTo>
                    <a:pt x="1862" y="762"/>
                    <a:pt x="1948" y="692"/>
                    <a:pt x="1955" y="598"/>
                  </a:cubicBezTo>
                  <a:cubicBezTo>
                    <a:pt x="1965" y="491"/>
                    <a:pt x="1881" y="402"/>
                    <a:pt x="1776" y="402"/>
                  </a:cubicBezTo>
                  <a:lnTo>
                    <a:pt x="1170" y="402"/>
                  </a:lnTo>
                  <a:cubicBezTo>
                    <a:pt x="1094" y="170"/>
                    <a:pt x="876" y="1"/>
                    <a:pt x="61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8" name="Google Shape;15738;p31"/>
            <p:cNvSpPr/>
            <p:nvPr/>
          </p:nvSpPr>
          <p:spPr>
            <a:xfrm>
              <a:off x="6496312" y="1568027"/>
              <a:ext cx="213520" cy="213520"/>
            </a:xfrm>
            <a:custGeom>
              <a:rect b="b" l="l" r="r" t="t"/>
              <a:pathLst>
                <a:path extrusionOk="0" h="5636" w="5636">
                  <a:moveTo>
                    <a:pt x="3082" y="359"/>
                  </a:moveTo>
                  <a:lnTo>
                    <a:pt x="3082" y="833"/>
                  </a:lnTo>
                  <a:cubicBezTo>
                    <a:pt x="3082" y="920"/>
                    <a:pt x="3142" y="995"/>
                    <a:pt x="3228" y="1014"/>
                  </a:cubicBezTo>
                  <a:cubicBezTo>
                    <a:pt x="3437" y="1062"/>
                    <a:pt x="3635" y="1143"/>
                    <a:pt x="3815" y="1257"/>
                  </a:cubicBezTo>
                  <a:cubicBezTo>
                    <a:pt x="3845" y="1277"/>
                    <a:pt x="3880" y="1286"/>
                    <a:pt x="3914" y="1286"/>
                  </a:cubicBezTo>
                  <a:cubicBezTo>
                    <a:pt x="3963" y="1286"/>
                    <a:pt x="4011" y="1267"/>
                    <a:pt x="4048" y="1232"/>
                  </a:cubicBezTo>
                  <a:lnTo>
                    <a:pt x="4385" y="897"/>
                  </a:lnTo>
                  <a:lnTo>
                    <a:pt x="4756" y="1263"/>
                  </a:lnTo>
                  <a:lnTo>
                    <a:pt x="4418" y="1598"/>
                  </a:lnTo>
                  <a:cubicBezTo>
                    <a:pt x="4357" y="1660"/>
                    <a:pt x="4345" y="1756"/>
                    <a:pt x="4392" y="1828"/>
                  </a:cubicBezTo>
                  <a:cubicBezTo>
                    <a:pt x="4507" y="2007"/>
                    <a:pt x="4590" y="2204"/>
                    <a:pt x="4636" y="2410"/>
                  </a:cubicBezTo>
                  <a:cubicBezTo>
                    <a:pt x="4656" y="2496"/>
                    <a:pt x="4731" y="2556"/>
                    <a:pt x="4819" y="2556"/>
                  </a:cubicBezTo>
                  <a:lnTo>
                    <a:pt x="5276" y="2556"/>
                  </a:lnTo>
                  <a:lnTo>
                    <a:pt x="5276" y="3079"/>
                  </a:lnTo>
                  <a:lnTo>
                    <a:pt x="4819" y="3079"/>
                  </a:lnTo>
                  <a:cubicBezTo>
                    <a:pt x="4731" y="3079"/>
                    <a:pt x="4656" y="3140"/>
                    <a:pt x="4636" y="3225"/>
                  </a:cubicBezTo>
                  <a:cubicBezTo>
                    <a:pt x="4589" y="3431"/>
                    <a:pt x="4508" y="3628"/>
                    <a:pt x="4392" y="3807"/>
                  </a:cubicBezTo>
                  <a:cubicBezTo>
                    <a:pt x="4345" y="3881"/>
                    <a:pt x="4357" y="3976"/>
                    <a:pt x="4418" y="4037"/>
                  </a:cubicBezTo>
                  <a:lnTo>
                    <a:pt x="4756" y="4372"/>
                  </a:lnTo>
                  <a:lnTo>
                    <a:pt x="4385" y="4738"/>
                  </a:lnTo>
                  <a:lnTo>
                    <a:pt x="4048" y="4403"/>
                  </a:lnTo>
                  <a:cubicBezTo>
                    <a:pt x="4012" y="4367"/>
                    <a:pt x="3964" y="4349"/>
                    <a:pt x="3916" y="4349"/>
                  </a:cubicBezTo>
                  <a:cubicBezTo>
                    <a:pt x="3881" y="4349"/>
                    <a:pt x="3846" y="4358"/>
                    <a:pt x="3815" y="4378"/>
                  </a:cubicBezTo>
                  <a:cubicBezTo>
                    <a:pt x="3635" y="4492"/>
                    <a:pt x="3437" y="4573"/>
                    <a:pt x="3227" y="4619"/>
                  </a:cubicBezTo>
                  <a:cubicBezTo>
                    <a:pt x="3142" y="4639"/>
                    <a:pt x="3080" y="4713"/>
                    <a:pt x="3080" y="4800"/>
                  </a:cubicBezTo>
                  <a:lnTo>
                    <a:pt x="3080" y="5274"/>
                  </a:lnTo>
                  <a:lnTo>
                    <a:pt x="2557" y="5274"/>
                  </a:lnTo>
                  <a:lnTo>
                    <a:pt x="2557" y="4817"/>
                  </a:lnTo>
                  <a:cubicBezTo>
                    <a:pt x="2557" y="4729"/>
                    <a:pt x="2496" y="4654"/>
                    <a:pt x="2411" y="4634"/>
                  </a:cubicBezTo>
                  <a:cubicBezTo>
                    <a:pt x="2205" y="4587"/>
                    <a:pt x="2008" y="4505"/>
                    <a:pt x="1829" y="4390"/>
                  </a:cubicBezTo>
                  <a:cubicBezTo>
                    <a:pt x="1799" y="4370"/>
                    <a:pt x="1765" y="4361"/>
                    <a:pt x="1731" y="4361"/>
                  </a:cubicBezTo>
                  <a:cubicBezTo>
                    <a:pt x="1683" y="4361"/>
                    <a:pt x="1635" y="4380"/>
                    <a:pt x="1600" y="4416"/>
                  </a:cubicBezTo>
                  <a:lnTo>
                    <a:pt x="1264" y="4754"/>
                  </a:lnTo>
                  <a:lnTo>
                    <a:pt x="897" y="4383"/>
                  </a:lnTo>
                  <a:lnTo>
                    <a:pt x="1233" y="4043"/>
                  </a:lnTo>
                  <a:cubicBezTo>
                    <a:pt x="1294" y="3983"/>
                    <a:pt x="1305" y="3889"/>
                    <a:pt x="1259" y="3816"/>
                  </a:cubicBezTo>
                  <a:cubicBezTo>
                    <a:pt x="1144" y="3633"/>
                    <a:pt x="1063" y="3434"/>
                    <a:pt x="1016" y="3224"/>
                  </a:cubicBezTo>
                  <a:cubicBezTo>
                    <a:pt x="997" y="3138"/>
                    <a:pt x="922" y="3077"/>
                    <a:pt x="835" y="3077"/>
                  </a:cubicBezTo>
                  <a:lnTo>
                    <a:pt x="362" y="3077"/>
                  </a:lnTo>
                  <a:lnTo>
                    <a:pt x="362" y="2554"/>
                  </a:lnTo>
                  <a:lnTo>
                    <a:pt x="818" y="2554"/>
                  </a:lnTo>
                  <a:cubicBezTo>
                    <a:pt x="906" y="2554"/>
                    <a:pt x="982" y="2493"/>
                    <a:pt x="1001" y="2408"/>
                  </a:cubicBezTo>
                  <a:cubicBezTo>
                    <a:pt x="1049" y="2201"/>
                    <a:pt x="1129" y="2005"/>
                    <a:pt x="1244" y="1826"/>
                  </a:cubicBezTo>
                  <a:cubicBezTo>
                    <a:pt x="1292" y="1752"/>
                    <a:pt x="1280" y="1656"/>
                    <a:pt x="1218" y="1596"/>
                  </a:cubicBezTo>
                  <a:lnTo>
                    <a:pt x="881" y="1261"/>
                  </a:lnTo>
                  <a:lnTo>
                    <a:pt x="1252" y="895"/>
                  </a:lnTo>
                  <a:lnTo>
                    <a:pt x="1592" y="1231"/>
                  </a:lnTo>
                  <a:cubicBezTo>
                    <a:pt x="1627" y="1267"/>
                    <a:pt x="1674" y="1285"/>
                    <a:pt x="1722" y="1285"/>
                  </a:cubicBezTo>
                  <a:cubicBezTo>
                    <a:pt x="1755" y="1285"/>
                    <a:pt x="1789" y="1276"/>
                    <a:pt x="1819" y="1257"/>
                  </a:cubicBezTo>
                  <a:cubicBezTo>
                    <a:pt x="2002" y="1142"/>
                    <a:pt x="2201" y="1061"/>
                    <a:pt x="2411" y="1014"/>
                  </a:cubicBezTo>
                  <a:cubicBezTo>
                    <a:pt x="2496" y="994"/>
                    <a:pt x="2558" y="920"/>
                    <a:pt x="2558" y="833"/>
                  </a:cubicBezTo>
                  <a:lnTo>
                    <a:pt x="2558" y="359"/>
                  </a:lnTo>
                  <a:close/>
                  <a:moveTo>
                    <a:pt x="2519" y="0"/>
                  </a:moveTo>
                  <a:cubicBezTo>
                    <a:pt x="2341" y="0"/>
                    <a:pt x="2195" y="145"/>
                    <a:pt x="2195" y="324"/>
                  </a:cubicBezTo>
                  <a:lnTo>
                    <a:pt x="2195" y="702"/>
                  </a:lnTo>
                  <a:cubicBezTo>
                    <a:pt x="2048" y="745"/>
                    <a:pt x="1904" y="803"/>
                    <a:pt x="1770" y="879"/>
                  </a:cubicBezTo>
                  <a:lnTo>
                    <a:pt x="1503" y="612"/>
                  </a:lnTo>
                  <a:cubicBezTo>
                    <a:pt x="1439" y="548"/>
                    <a:pt x="1356" y="517"/>
                    <a:pt x="1273" y="517"/>
                  </a:cubicBezTo>
                  <a:cubicBezTo>
                    <a:pt x="1190" y="517"/>
                    <a:pt x="1107" y="548"/>
                    <a:pt x="1044" y="612"/>
                  </a:cubicBezTo>
                  <a:lnTo>
                    <a:pt x="611" y="1045"/>
                  </a:lnTo>
                  <a:cubicBezTo>
                    <a:pt x="484" y="1172"/>
                    <a:pt x="484" y="1377"/>
                    <a:pt x="611" y="1503"/>
                  </a:cubicBezTo>
                  <a:lnTo>
                    <a:pt x="878" y="1770"/>
                  </a:lnTo>
                  <a:cubicBezTo>
                    <a:pt x="805" y="1906"/>
                    <a:pt x="746" y="2048"/>
                    <a:pt x="702" y="2195"/>
                  </a:cubicBezTo>
                  <a:lnTo>
                    <a:pt x="323" y="2195"/>
                  </a:lnTo>
                  <a:cubicBezTo>
                    <a:pt x="145" y="2195"/>
                    <a:pt x="0" y="2340"/>
                    <a:pt x="0" y="2519"/>
                  </a:cubicBezTo>
                  <a:lnTo>
                    <a:pt x="0" y="3117"/>
                  </a:lnTo>
                  <a:cubicBezTo>
                    <a:pt x="0" y="3295"/>
                    <a:pt x="144" y="3441"/>
                    <a:pt x="323" y="3441"/>
                  </a:cubicBezTo>
                  <a:lnTo>
                    <a:pt x="702" y="3441"/>
                  </a:lnTo>
                  <a:cubicBezTo>
                    <a:pt x="745" y="3588"/>
                    <a:pt x="805" y="3731"/>
                    <a:pt x="878" y="3866"/>
                  </a:cubicBezTo>
                  <a:lnTo>
                    <a:pt x="611" y="4133"/>
                  </a:lnTo>
                  <a:cubicBezTo>
                    <a:pt x="550" y="4195"/>
                    <a:pt x="517" y="4275"/>
                    <a:pt x="517" y="4362"/>
                  </a:cubicBezTo>
                  <a:cubicBezTo>
                    <a:pt x="517" y="4448"/>
                    <a:pt x="551" y="4530"/>
                    <a:pt x="611" y="4592"/>
                  </a:cubicBezTo>
                  <a:lnTo>
                    <a:pt x="1044" y="5024"/>
                  </a:lnTo>
                  <a:cubicBezTo>
                    <a:pt x="1106" y="5086"/>
                    <a:pt x="1187" y="5119"/>
                    <a:pt x="1274" y="5119"/>
                  </a:cubicBezTo>
                  <a:cubicBezTo>
                    <a:pt x="1361" y="5119"/>
                    <a:pt x="1441" y="5085"/>
                    <a:pt x="1503" y="5024"/>
                  </a:cubicBezTo>
                  <a:lnTo>
                    <a:pt x="1770" y="4757"/>
                  </a:lnTo>
                  <a:cubicBezTo>
                    <a:pt x="1906" y="4832"/>
                    <a:pt x="2048" y="4890"/>
                    <a:pt x="2195" y="4934"/>
                  </a:cubicBezTo>
                  <a:lnTo>
                    <a:pt x="2195" y="5312"/>
                  </a:lnTo>
                  <a:cubicBezTo>
                    <a:pt x="2195" y="5490"/>
                    <a:pt x="2339" y="5636"/>
                    <a:pt x="2519" y="5636"/>
                  </a:cubicBezTo>
                  <a:lnTo>
                    <a:pt x="3117" y="5636"/>
                  </a:lnTo>
                  <a:cubicBezTo>
                    <a:pt x="3295" y="5636"/>
                    <a:pt x="3441" y="5492"/>
                    <a:pt x="3441" y="5312"/>
                  </a:cubicBezTo>
                  <a:lnTo>
                    <a:pt x="3441" y="4934"/>
                  </a:lnTo>
                  <a:cubicBezTo>
                    <a:pt x="3588" y="4891"/>
                    <a:pt x="3731" y="4833"/>
                    <a:pt x="3866" y="4757"/>
                  </a:cubicBezTo>
                  <a:lnTo>
                    <a:pt x="4133" y="5024"/>
                  </a:lnTo>
                  <a:cubicBezTo>
                    <a:pt x="4196" y="5088"/>
                    <a:pt x="4280" y="5120"/>
                    <a:pt x="4363" y="5120"/>
                  </a:cubicBezTo>
                  <a:cubicBezTo>
                    <a:pt x="4446" y="5120"/>
                    <a:pt x="4529" y="5088"/>
                    <a:pt x="4592" y="5024"/>
                  </a:cubicBezTo>
                  <a:lnTo>
                    <a:pt x="5019" y="4597"/>
                  </a:lnTo>
                  <a:cubicBezTo>
                    <a:pt x="5066" y="4550"/>
                    <a:pt x="5102" y="4490"/>
                    <a:pt x="5113" y="4425"/>
                  </a:cubicBezTo>
                  <a:cubicBezTo>
                    <a:pt x="5134" y="4315"/>
                    <a:pt x="5101" y="4209"/>
                    <a:pt x="5024" y="4133"/>
                  </a:cubicBezTo>
                  <a:lnTo>
                    <a:pt x="4757" y="3866"/>
                  </a:lnTo>
                  <a:cubicBezTo>
                    <a:pt x="4831" y="3730"/>
                    <a:pt x="4890" y="3588"/>
                    <a:pt x="4934" y="3441"/>
                  </a:cubicBezTo>
                  <a:lnTo>
                    <a:pt x="5312" y="3441"/>
                  </a:lnTo>
                  <a:cubicBezTo>
                    <a:pt x="5490" y="3441"/>
                    <a:pt x="5636" y="3296"/>
                    <a:pt x="5636" y="3117"/>
                  </a:cubicBezTo>
                  <a:lnTo>
                    <a:pt x="5636" y="2519"/>
                  </a:lnTo>
                  <a:cubicBezTo>
                    <a:pt x="5636" y="2341"/>
                    <a:pt x="5490" y="2195"/>
                    <a:pt x="5312" y="2195"/>
                  </a:cubicBezTo>
                  <a:lnTo>
                    <a:pt x="4934" y="2195"/>
                  </a:lnTo>
                  <a:cubicBezTo>
                    <a:pt x="4891" y="2048"/>
                    <a:pt x="4831" y="1905"/>
                    <a:pt x="4757" y="1770"/>
                  </a:cubicBezTo>
                  <a:lnTo>
                    <a:pt x="5024" y="1503"/>
                  </a:lnTo>
                  <a:cubicBezTo>
                    <a:pt x="5152" y="1376"/>
                    <a:pt x="5152" y="1171"/>
                    <a:pt x="5024" y="1045"/>
                  </a:cubicBezTo>
                  <a:lnTo>
                    <a:pt x="4592" y="612"/>
                  </a:lnTo>
                  <a:cubicBezTo>
                    <a:pt x="4528" y="549"/>
                    <a:pt x="4445" y="518"/>
                    <a:pt x="4362" y="518"/>
                  </a:cubicBezTo>
                  <a:cubicBezTo>
                    <a:pt x="4279" y="518"/>
                    <a:pt x="4196" y="549"/>
                    <a:pt x="4133" y="612"/>
                  </a:cubicBezTo>
                  <a:lnTo>
                    <a:pt x="3866" y="879"/>
                  </a:lnTo>
                  <a:cubicBezTo>
                    <a:pt x="3730" y="806"/>
                    <a:pt x="3588" y="746"/>
                    <a:pt x="3441" y="702"/>
                  </a:cubicBezTo>
                  <a:lnTo>
                    <a:pt x="3441" y="325"/>
                  </a:lnTo>
                  <a:cubicBezTo>
                    <a:pt x="3442" y="146"/>
                    <a:pt x="3296" y="0"/>
                    <a:pt x="31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9" name="Google Shape;15739;p31"/>
            <p:cNvSpPr/>
            <p:nvPr/>
          </p:nvSpPr>
          <p:spPr>
            <a:xfrm>
              <a:off x="6549541" y="1621748"/>
              <a:ext cx="106798" cy="105775"/>
            </a:xfrm>
            <a:custGeom>
              <a:rect b="b" l="l" r="r" t="t"/>
              <a:pathLst>
                <a:path extrusionOk="0" h="2792" w="2819">
                  <a:moveTo>
                    <a:pt x="1408" y="1"/>
                  </a:moveTo>
                  <a:cubicBezTo>
                    <a:pt x="1386" y="1"/>
                    <a:pt x="1364" y="1"/>
                    <a:pt x="1341" y="2"/>
                  </a:cubicBezTo>
                  <a:cubicBezTo>
                    <a:pt x="636" y="39"/>
                    <a:pt x="56" y="619"/>
                    <a:pt x="21" y="1325"/>
                  </a:cubicBezTo>
                  <a:cubicBezTo>
                    <a:pt x="1" y="1719"/>
                    <a:pt x="149" y="2105"/>
                    <a:pt x="428" y="2383"/>
                  </a:cubicBezTo>
                  <a:cubicBezTo>
                    <a:pt x="690" y="2645"/>
                    <a:pt x="1047" y="2791"/>
                    <a:pt x="1417" y="2791"/>
                  </a:cubicBezTo>
                  <a:cubicBezTo>
                    <a:pt x="1440" y="2791"/>
                    <a:pt x="1462" y="2791"/>
                    <a:pt x="1486" y="2789"/>
                  </a:cubicBezTo>
                  <a:cubicBezTo>
                    <a:pt x="1587" y="2785"/>
                    <a:pt x="1666" y="2698"/>
                    <a:pt x="1661" y="2596"/>
                  </a:cubicBezTo>
                  <a:cubicBezTo>
                    <a:pt x="1656" y="2497"/>
                    <a:pt x="1574" y="2421"/>
                    <a:pt x="1475" y="2421"/>
                  </a:cubicBezTo>
                  <a:cubicBezTo>
                    <a:pt x="1472" y="2421"/>
                    <a:pt x="1470" y="2421"/>
                    <a:pt x="1467" y="2421"/>
                  </a:cubicBezTo>
                  <a:cubicBezTo>
                    <a:pt x="1449" y="2422"/>
                    <a:pt x="1431" y="2422"/>
                    <a:pt x="1413" y="2422"/>
                  </a:cubicBezTo>
                  <a:cubicBezTo>
                    <a:pt x="1139" y="2422"/>
                    <a:pt x="884" y="2317"/>
                    <a:pt x="690" y="2121"/>
                  </a:cubicBezTo>
                  <a:cubicBezTo>
                    <a:pt x="483" y="1913"/>
                    <a:pt x="376" y="1636"/>
                    <a:pt x="391" y="1343"/>
                  </a:cubicBezTo>
                  <a:cubicBezTo>
                    <a:pt x="418" y="825"/>
                    <a:pt x="843" y="398"/>
                    <a:pt x="1361" y="372"/>
                  </a:cubicBezTo>
                  <a:cubicBezTo>
                    <a:pt x="1379" y="371"/>
                    <a:pt x="1396" y="371"/>
                    <a:pt x="1413" y="371"/>
                  </a:cubicBezTo>
                  <a:cubicBezTo>
                    <a:pt x="1690" y="371"/>
                    <a:pt x="1966" y="488"/>
                    <a:pt x="2157" y="687"/>
                  </a:cubicBezTo>
                  <a:cubicBezTo>
                    <a:pt x="2580" y="1131"/>
                    <a:pt x="2469" y="1782"/>
                    <a:pt x="2122" y="2131"/>
                  </a:cubicBezTo>
                  <a:cubicBezTo>
                    <a:pt x="2050" y="2202"/>
                    <a:pt x="2050" y="2320"/>
                    <a:pt x="2124" y="2392"/>
                  </a:cubicBezTo>
                  <a:cubicBezTo>
                    <a:pt x="2159" y="2428"/>
                    <a:pt x="2206" y="2446"/>
                    <a:pt x="2253" y="2446"/>
                  </a:cubicBezTo>
                  <a:cubicBezTo>
                    <a:pt x="2301" y="2446"/>
                    <a:pt x="2349" y="2427"/>
                    <a:pt x="2386" y="2390"/>
                  </a:cubicBezTo>
                  <a:cubicBezTo>
                    <a:pt x="2632" y="2142"/>
                    <a:pt x="2784" y="1798"/>
                    <a:pt x="2800" y="1445"/>
                  </a:cubicBezTo>
                  <a:cubicBezTo>
                    <a:pt x="2818" y="1064"/>
                    <a:pt x="2685" y="706"/>
                    <a:pt x="2424" y="432"/>
                  </a:cubicBezTo>
                  <a:cubicBezTo>
                    <a:pt x="2158" y="155"/>
                    <a:pt x="1791"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40" name="Google Shape;15740;p31"/>
          <p:cNvGrpSpPr/>
          <p:nvPr/>
        </p:nvGrpSpPr>
        <p:grpSpPr>
          <a:xfrm>
            <a:off x="5498266" y="2043313"/>
            <a:ext cx="449618" cy="354685"/>
            <a:chOff x="5554037" y="1486725"/>
            <a:chExt cx="476745" cy="376084"/>
          </a:xfrm>
        </p:grpSpPr>
        <p:sp>
          <p:nvSpPr>
            <p:cNvPr id="15741" name="Google Shape;15741;p31"/>
            <p:cNvSpPr/>
            <p:nvPr/>
          </p:nvSpPr>
          <p:spPr>
            <a:xfrm>
              <a:off x="5554037" y="1486725"/>
              <a:ext cx="476745" cy="376084"/>
            </a:xfrm>
            <a:custGeom>
              <a:rect b="b" l="l" r="r" t="t"/>
              <a:pathLst>
                <a:path extrusionOk="0" h="9927" w="12584">
                  <a:moveTo>
                    <a:pt x="11305" y="360"/>
                  </a:moveTo>
                  <a:cubicBezTo>
                    <a:pt x="11448" y="360"/>
                    <a:pt x="11567" y="479"/>
                    <a:pt x="11567" y="622"/>
                  </a:cubicBezTo>
                  <a:lnTo>
                    <a:pt x="11567" y="3964"/>
                  </a:lnTo>
                  <a:lnTo>
                    <a:pt x="11141" y="3964"/>
                  </a:lnTo>
                  <a:lnTo>
                    <a:pt x="11141" y="1207"/>
                  </a:lnTo>
                  <a:cubicBezTo>
                    <a:pt x="11141" y="974"/>
                    <a:pt x="10953" y="786"/>
                    <a:pt x="10721" y="786"/>
                  </a:cubicBezTo>
                  <a:lnTo>
                    <a:pt x="1207" y="786"/>
                  </a:lnTo>
                  <a:cubicBezTo>
                    <a:pt x="975" y="786"/>
                    <a:pt x="786" y="974"/>
                    <a:pt x="786" y="1207"/>
                  </a:cubicBezTo>
                  <a:lnTo>
                    <a:pt x="786" y="6749"/>
                  </a:lnTo>
                  <a:lnTo>
                    <a:pt x="361" y="6749"/>
                  </a:lnTo>
                  <a:lnTo>
                    <a:pt x="361" y="622"/>
                  </a:lnTo>
                  <a:cubicBezTo>
                    <a:pt x="361" y="479"/>
                    <a:pt x="479" y="360"/>
                    <a:pt x="623" y="360"/>
                  </a:cubicBezTo>
                  <a:close/>
                  <a:moveTo>
                    <a:pt x="10728" y="1181"/>
                  </a:moveTo>
                  <a:cubicBezTo>
                    <a:pt x="10756" y="1181"/>
                    <a:pt x="10778" y="1204"/>
                    <a:pt x="10778" y="1231"/>
                  </a:cubicBezTo>
                  <a:lnTo>
                    <a:pt x="10780" y="3964"/>
                  </a:lnTo>
                  <a:lnTo>
                    <a:pt x="9603" y="3964"/>
                  </a:lnTo>
                  <a:cubicBezTo>
                    <a:pt x="9313" y="3964"/>
                    <a:pt x="9077" y="4200"/>
                    <a:pt x="9077" y="4491"/>
                  </a:cubicBezTo>
                  <a:lnTo>
                    <a:pt x="9077" y="6749"/>
                  </a:lnTo>
                  <a:lnTo>
                    <a:pt x="1147" y="6749"/>
                  </a:lnTo>
                  <a:lnTo>
                    <a:pt x="1147" y="1231"/>
                  </a:lnTo>
                  <a:cubicBezTo>
                    <a:pt x="1147" y="1203"/>
                    <a:pt x="1171" y="1181"/>
                    <a:pt x="1198" y="1181"/>
                  </a:cubicBezTo>
                  <a:close/>
                  <a:moveTo>
                    <a:pt x="9077" y="7110"/>
                  </a:moveTo>
                  <a:lnTo>
                    <a:pt x="9077" y="7896"/>
                  </a:lnTo>
                  <a:lnTo>
                    <a:pt x="623" y="7896"/>
                  </a:lnTo>
                  <a:cubicBezTo>
                    <a:pt x="479" y="7896"/>
                    <a:pt x="361" y="7779"/>
                    <a:pt x="361" y="7634"/>
                  </a:cubicBezTo>
                  <a:lnTo>
                    <a:pt x="361" y="7110"/>
                  </a:lnTo>
                  <a:close/>
                  <a:moveTo>
                    <a:pt x="12222" y="9011"/>
                  </a:moveTo>
                  <a:lnTo>
                    <a:pt x="12222" y="9410"/>
                  </a:lnTo>
                  <a:cubicBezTo>
                    <a:pt x="12222" y="9498"/>
                    <a:pt x="12152" y="9567"/>
                    <a:pt x="12065" y="9567"/>
                  </a:cubicBezTo>
                  <a:lnTo>
                    <a:pt x="9629" y="9567"/>
                  </a:lnTo>
                  <a:cubicBezTo>
                    <a:pt x="9541" y="9567"/>
                    <a:pt x="9472" y="9496"/>
                    <a:pt x="9472" y="9410"/>
                  </a:cubicBezTo>
                  <a:lnTo>
                    <a:pt x="9472" y="9011"/>
                  </a:lnTo>
                  <a:close/>
                  <a:moveTo>
                    <a:pt x="6658" y="8257"/>
                  </a:moveTo>
                  <a:cubicBezTo>
                    <a:pt x="6703" y="8533"/>
                    <a:pt x="6817" y="9111"/>
                    <a:pt x="7011" y="9568"/>
                  </a:cubicBezTo>
                  <a:lnTo>
                    <a:pt x="4930" y="9568"/>
                  </a:lnTo>
                  <a:cubicBezTo>
                    <a:pt x="5123" y="9111"/>
                    <a:pt x="5237" y="8533"/>
                    <a:pt x="5283" y="8257"/>
                  </a:cubicBezTo>
                  <a:close/>
                  <a:moveTo>
                    <a:pt x="631" y="0"/>
                  </a:moveTo>
                  <a:cubicBezTo>
                    <a:pt x="283" y="0"/>
                    <a:pt x="1" y="283"/>
                    <a:pt x="1" y="631"/>
                  </a:cubicBezTo>
                  <a:lnTo>
                    <a:pt x="1" y="7627"/>
                  </a:lnTo>
                  <a:cubicBezTo>
                    <a:pt x="1" y="7975"/>
                    <a:pt x="284" y="8256"/>
                    <a:pt x="631" y="8256"/>
                  </a:cubicBezTo>
                  <a:lnTo>
                    <a:pt x="4879" y="8256"/>
                  </a:lnTo>
                  <a:cubicBezTo>
                    <a:pt x="4823" y="8571"/>
                    <a:pt x="4697" y="9173"/>
                    <a:pt x="4495" y="9567"/>
                  </a:cubicBezTo>
                  <a:lnTo>
                    <a:pt x="3557" y="9567"/>
                  </a:lnTo>
                  <a:cubicBezTo>
                    <a:pt x="3461" y="9567"/>
                    <a:pt x="3376" y="9636"/>
                    <a:pt x="3367" y="9730"/>
                  </a:cubicBezTo>
                  <a:cubicBezTo>
                    <a:pt x="3358" y="9838"/>
                    <a:pt x="3443" y="9927"/>
                    <a:pt x="3550" y="9927"/>
                  </a:cubicBezTo>
                  <a:lnTo>
                    <a:pt x="8383" y="9927"/>
                  </a:lnTo>
                  <a:cubicBezTo>
                    <a:pt x="8478" y="9927"/>
                    <a:pt x="8564" y="9858"/>
                    <a:pt x="8572" y="9761"/>
                  </a:cubicBezTo>
                  <a:cubicBezTo>
                    <a:pt x="8582" y="9655"/>
                    <a:pt x="8497" y="9566"/>
                    <a:pt x="8389" y="9566"/>
                  </a:cubicBezTo>
                  <a:lnTo>
                    <a:pt x="7423" y="9566"/>
                  </a:lnTo>
                  <a:cubicBezTo>
                    <a:pt x="7220" y="9172"/>
                    <a:pt x="7093" y="8570"/>
                    <a:pt x="7038" y="8255"/>
                  </a:cubicBezTo>
                  <a:lnTo>
                    <a:pt x="9078" y="8255"/>
                  </a:lnTo>
                  <a:lnTo>
                    <a:pt x="9078" y="9399"/>
                  </a:lnTo>
                  <a:cubicBezTo>
                    <a:pt x="9078" y="9690"/>
                    <a:pt x="9314" y="9926"/>
                    <a:pt x="9604" y="9926"/>
                  </a:cubicBezTo>
                  <a:lnTo>
                    <a:pt x="12393" y="9926"/>
                  </a:lnTo>
                  <a:cubicBezTo>
                    <a:pt x="12499" y="9926"/>
                    <a:pt x="12584" y="9840"/>
                    <a:pt x="12584" y="9734"/>
                  </a:cubicBezTo>
                  <a:lnTo>
                    <a:pt x="12584" y="6796"/>
                  </a:lnTo>
                  <a:cubicBezTo>
                    <a:pt x="12584" y="6777"/>
                    <a:pt x="12576" y="6759"/>
                    <a:pt x="12562" y="6745"/>
                  </a:cubicBezTo>
                  <a:cubicBezTo>
                    <a:pt x="12510" y="6694"/>
                    <a:pt x="12454" y="6672"/>
                    <a:pt x="12403" y="6672"/>
                  </a:cubicBezTo>
                  <a:cubicBezTo>
                    <a:pt x="12304" y="6672"/>
                    <a:pt x="12222" y="6755"/>
                    <a:pt x="12222" y="6857"/>
                  </a:cubicBezTo>
                  <a:lnTo>
                    <a:pt x="12222" y="8648"/>
                  </a:lnTo>
                  <a:lnTo>
                    <a:pt x="9471" y="8648"/>
                  </a:lnTo>
                  <a:lnTo>
                    <a:pt x="9471" y="4513"/>
                  </a:lnTo>
                  <a:cubicBezTo>
                    <a:pt x="9471" y="4425"/>
                    <a:pt x="9541" y="4356"/>
                    <a:pt x="9628" y="4356"/>
                  </a:cubicBezTo>
                  <a:lnTo>
                    <a:pt x="12052" y="4356"/>
                  </a:lnTo>
                  <a:cubicBezTo>
                    <a:pt x="12052" y="4356"/>
                    <a:pt x="12209" y="4406"/>
                    <a:pt x="12222" y="4492"/>
                  </a:cubicBezTo>
                  <a:lnTo>
                    <a:pt x="12222" y="6006"/>
                  </a:lnTo>
                  <a:cubicBezTo>
                    <a:pt x="12209" y="6109"/>
                    <a:pt x="12290" y="6193"/>
                    <a:pt x="12393" y="6193"/>
                  </a:cubicBezTo>
                  <a:cubicBezTo>
                    <a:pt x="12495" y="6193"/>
                    <a:pt x="12577" y="6110"/>
                    <a:pt x="12583" y="6009"/>
                  </a:cubicBezTo>
                  <a:lnTo>
                    <a:pt x="12583" y="4494"/>
                  </a:lnTo>
                  <a:cubicBezTo>
                    <a:pt x="12577" y="4204"/>
                    <a:pt x="12052" y="3964"/>
                    <a:pt x="12052" y="3964"/>
                  </a:cubicBezTo>
                  <a:lnTo>
                    <a:pt x="11959" y="3964"/>
                  </a:lnTo>
                  <a:lnTo>
                    <a:pt x="11959" y="631"/>
                  </a:lnTo>
                  <a:cubicBezTo>
                    <a:pt x="11959" y="282"/>
                    <a:pt x="11677" y="0"/>
                    <a:pt x="1133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2" name="Google Shape;15742;p31"/>
            <p:cNvSpPr/>
            <p:nvPr/>
          </p:nvSpPr>
          <p:spPr>
            <a:xfrm>
              <a:off x="5738044" y="1542947"/>
              <a:ext cx="170482" cy="107745"/>
            </a:xfrm>
            <a:custGeom>
              <a:rect b="b" l="l" r="r" t="t"/>
              <a:pathLst>
                <a:path extrusionOk="0" h="2844" w="4500">
                  <a:moveTo>
                    <a:pt x="2860" y="1"/>
                  </a:moveTo>
                  <a:cubicBezTo>
                    <a:pt x="2698" y="1"/>
                    <a:pt x="2538" y="70"/>
                    <a:pt x="2427" y="206"/>
                  </a:cubicBezTo>
                  <a:cubicBezTo>
                    <a:pt x="2268" y="401"/>
                    <a:pt x="2264" y="676"/>
                    <a:pt x="2401" y="875"/>
                  </a:cubicBezTo>
                  <a:lnTo>
                    <a:pt x="1783" y="875"/>
                  </a:lnTo>
                  <a:cubicBezTo>
                    <a:pt x="1688" y="875"/>
                    <a:pt x="1603" y="944"/>
                    <a:pt x="1594" y="1038"/>
                  </a:cubicBezTo>
                  <a:cubicBezTo>
                    <a:pt x="1586" y="1145"/>
                    <a:pt x="1670" y="1234"/>
                    <a:pt x="1775" y="1234"/>
                  </a:cubicBezTo>
                  <a:lnTo>
                    <a:pt x="2882" y="1234"/>
                  </a:lnTo>
                  <a:cubicBezTo>
                    <a:pt x="2934" y="1234"/>
                    <a:pt x="2985" y="1215"/>
                    <a:pt x="3019" y="1176"/>
                  </a:cubicBezTo>
                  <a:cubicBezTo>
                    <a:pt x="3096" y="1092"/>
                    <a:pt x="3082" y="969"/>
                    <a:pt x="3001" y="903"/>
                  </a:cubicBezTo>
                  <a:lnTo>
                    <a:pt x="2740" y="691"/>
                  </a:lnTo>
                  <a:cubicBezTo>
                    <a:pt x="2675" y="637"/>
                    <a:pt x="2646" y="547"/>
                    <a:pt x="2677" y="468"/>
                  </a:cubicBezTo>
                  <a:cubicBezTo>
                    <a:pt x="2711" y="385"/>
                    <a:pt x="2786" y="341"/>
                    <a:pt x="2862" y="341"/>
                  </a:cubicBezTo>
                  <a:cubicBezTo>
                    <a:pt x="2906" y="341"/>
                    <a:pt x="2950" y="355"/>
                    <a:pt x="2986" y="385"/>
                  </a:cubicBezTo>
                  <a:lnTo>
                    <a:pt x="4085" y="1280"/>
                  </a:lnTo>
                  <a:cubicBezTo>
                    <a:pt x="4179" y="1358"/>
                    <a:pt x="4184" y="1506"/>
                    <a:pt x="4084" y="1587"/>
                  </a:cubicBezTo>
                  <a:lnTo>
                    <a:pt x="2985" y="2459"/>
                  </a:lnTo>
                  <a:cubicBezTo>
                    <a:pt x="2940" y="2495"/>
                    <a:pt x="2895" y="2503"/>
                    <a:pt x="2864" y="2503"/>
                  </a:cubicBezTo>
                  <a:cubicBezTo>
                    <a:pt x="2682" y="2503"/>
                    <a:pt x="2598" y="2268"/>
                    <a:pt x="2740" y="2153"/>
                  </a:cubicBezTo>
                  <a:cubicBezTo>
                    <a:pt x="2741" y="2150"/>
                    <a:pt x="2979" y="1962"/>
                    <a:pt x="2979" y="1962"/>
                  </a:cubicBezTo>
                  <a:cubicBezTo>
                    <a:pt x="3060" y="1897"/>
                    <a:pt x="3076" y="1773"/>
                    <a:pt x="2998" y="1688"/>
                  </a:cubicBezTo>
                  <a:cubicBezTo>
                    <a:pt x="2963" y="1648"/>
                    <a:pt x="2912" y="1630"/>
                    <a:pt x="2860" y="1630"/>
                  </a:cubicBezTo>
                  <a:lnTo>
                    <a:pt x="566" y="1630"/>
                  </a:lnTo>
                  <a:cubicBezTo>
                    <a:pt x="481" y="1630"/>
                    <a:pt x="403" y="1578"/>
                    <a:pt x="376" y="1496"/>
                  </a:cubicBezTo>
                  <a:cubicBezTo>
                    <a:pt x="332" y="1362"/>
                    <a:pt x="434" y="1236"/>
                    <a:pt x="562" y="1236"/>
                  </a:cubicBezTo>
                  <a:lnTo>
                    <a:pt x="922" y="1236"/>
                  </a:lnTo>
                  <a:cubicBezTo>
                    <a:pt x="1017" y="1236"/>
                    <a:pt x="1102" y="1166"/>
                    <a:pt x="1111" y="1072"/>
                  </a:cubicBezTo>
                  <a:cubicBezTo>
                    <a:pt x="1120" y="965"/>
                    <a:pt x="1036" y="876"/>
                    <a:pt x="931" y="876"/>
                  </a:cubicBezTo>
                  <a:lnTo>
                    <a:pt x="602" y="876"/>
                  </a:lnTo>
                  <a:cubicBezTo>
                    <a:pt x="269" y="876"/>
                    <a:pt x="0" y="1148"/>
                    <a:pt x="28" y="1479"/>
                  </a:cubicBezTo>
                  <a:cubicBezTo>
                    <a:pt x="52" y="1765"/>
                    <a:pt x="291" y="1990"/>
                    <a:pt x="583" y="1990"/>
                  </a:cubicBezTo>
                  <a:lnTo>
                    <a:pt x="2387" y="1990"/>
                  </a:lnTo>
                  <a:cubicBezTo>
                    <a:pt x="2265" y="2185"/>
                    <a:pt x="2272" y="2443"/>
                    <a:pt x="2424" y="2632"/>
                  </a:cubicBezTo>
                  <a:cubicBezTo>
                    <a:pt x="2530" y="2766"/>
                    <a:pt x="2689" y="2844"/>
                    <a:pt x="2860" y="2844"/>
                  </a:cubicBezTo>
                  <a:cubicBezTo>
                    <a:pt x="2985" y="2844"/>
                    <a:pt x="3108" y="2800"/>
                    <a:pt x="3206" y="2723"/>
                  </a:cubicBezTo>
                  <a:lnTo>
                    <a:pt x="4265" y="1881"/>
                  </a:lnTo>
                  <a:cubicBezTo>
                    <a:pt x="4391" y="1781"/>
                    <a:pt x="4478" y="1635"/>
                    <a:pt x="4488" y="1474"/>
                  </a:cubicBezTo>
                  <a:cubicBezTo>
                    <a:pt x="4500" y="1290"/>
                    <a:pt x="4424" y="1116"/>
                    <a:pt x="4284" y="1000"/>
                  </a:cubicBezTo>
                  <a:lnTo>
                    <a:pt x="3212" y="126"/>
                  </a:lnTo>
                  <a:cubicBezTo>
                    <a:pt x="3108" y="42"/>
                    <a:pt x="2984" y="1"/>
                    <a:pt x="286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3" name="Google Shape;15743;p31"/>
            <p:cNvSpPr/>
            <p:nvPr/>
          </p:nvSpPr>
          <p:spPr>
            <a:xfrm>
              <a:off x="5652613" y="1622392"/>
              <a:ext cx="169270" cy="107593"/>
            </a:xfrm>
            <a:custGeom>
              <a:rect b="b" l="l" r="r" t="t"/>
              <a:pathLst>
                <a:path extrusionOk="0" h="2840" w="4468">
                  <a:moveTo>
                    <a:pt x="1618" y="340"/>
                  </a:moveTo>
                  <a:cubicBezTo>
                    <a:pt x="1693" y="340"/>
                    <a:pt x="1769" y="382"/>
                    <a:pt x="1802" y="466"/>
                  </a:cubicBezTo>
                  <a:cubicBezTo>
                    <a:pt x="1833" y="546"/>
                    <a:pt x="1806" y="638"/>
                    <a:pt x="1739" y="691"/>
                  </a:cubicBezTo>
                  <a:lnTo>
                    <a:pt x="1481" y="902"/>
                  </a:lnTo>
                  <a:cubicBezTo>
                    <a:pt x="1441" y="935"/>
                    <a:pt x="1413" y="982"/>
                    <a:pt x="1410" y="1033"/>
                  </a:cubicBezTo>
                  <a:cubicBezTo>
                    <a:pt x="1404" y="1148"/>
                    <a:pt x="1493" y="1235"/>
                    <a:pt x="1598" y="1235"/>
                  </a:cubicBezTo>
                  <a:lnTo>
                    <a:pt x="3924" y="1235"/>
                  </a:lnTo>
                  <a:cubicBezTo>
                    <a:pt x="4010" y="1235"/>
                    <a:pt x="4088" y="1287"/>
                    <a:pt x="4114" y="1368"/>
                  </a:cubicBezTo>
                  <a:cubicBezTo>
                    <a:pt x="4156" y="1504"/>
                    <a:pt x="4056" y="1629"/>
                    <a:pt x="3927" y="1629"/>
                  </a:cubicBezTo>
                  <a:lnTo>
                    <a:pt x="1622" y="1629"/>
                  </a:lnTo>
                  <a:cubicBezTo>
                    <a:pt x="1569" y="1629"/>
                    <a:pt x="1518" y="1649"/>
                    <a:pt x="1482" y="1686"/>
                  </a:cubicBezTo>
                  <a:cubicBezTo>
                    <a:pt x="1405" y="1773"/>
                    <a:pt x="1421" y="1896"/>
                    <a:pt x="1502" y="1961"/>
                  </a:cubicBezTo>
                  <a:lnTo>
                    <a:pt x="1740" y="2151"/>
                  </a:lnTo>
                  <a:cubicBezTo>
                    <a:pt x="1826" y="2219"/>
                    <a:pt x="1841" y="2342"/>
                    <a:pt x="1772" y="2428"/>
                  </a:cubicBezTo>
                  <a:cubicBezTo>
                    <a:pt x="1734" y="2475"/>
                    <a:pt x="1676" y="2500"/>
                    <a:pt x="1618" y="2500"/>
                  </a:cubicBezTo>
                  <a:cubicBezTo>
                    <a:pt x="1575" y="2500"/>
                    <a:pt x="1532" y="2487"/>
                    <a:pt x="1496" y="2458"/>
                  </a:cubicBezTo>
                  <a:lnTo>
                    <a:pt x="397" y="1586"/>
                  </a:lnTo>
                  <a:cubicBezTo>
                    <a:pt x="297" y="1505"/>
                    <a:pt x="297" y="1361"/>
                    <a:pt x="396" y="1279"/>
                  </a:cubicBezTo>
                  <a:cubicBezTo>
                    <a:pt x="396" y="1279"/>
                    <a:pt x="1494" y="385"/>
                    <a:pt x="1494" y="383"/>
                  </a:cubicBezTo>
                  <a:cubicBezTo>
                    <a:pt x="1530" y="354"/>
                    <a:pt x="1574" y="340"/>
                    <a:pt x="1618" y="340"/>
                  </a:cubicBezTo>
                  <a:close/>
                  <a:moveTo>
                    <a:pt x="1630" y="1"/>
                  </a:moveTo>
                  <a:cubicBezTo>
                    <a:pt x="1507" y="1"/>
                    <a:pt x="1382" y="42"/>
                    <a:pt x="1278" y="126"/>
                  </a:cubicBezTo>
                  <a:lnTo>
                    <a:pt x="207" y="1000"/>
                  </a:lnTo>
                  <a:cubicBezTo>
                    <a:pt x="76" y="1108"/>
                    <a:pt x="0" y="1266"/>
                    <a:pt x="0" y="1435"/>
                  </a:cubicBezTo>
                  <a:cubicBezTo>
                    <a:pt x="3" y="1604"/>
                    <a:pt x="78" y="1763"/>
                    <a:pt x="212" y="1867"/>
                  </a:cubicBezTo>
                  <a:lnTo>
                    <a:pt x="1283" y="2719"/>
                  </a:lnTo>
                  <a:cubicBezTo>
                    <a:pt x="1382" y="2798"/>
                    <a:pt x="1505" y="2839"/>
                    <a:pt x="1631" y="2839"/>
                  </a:cubicBezTo>
                  <a:cubicBezTo>
                    <a:pt x="1801" y="2839"/>
                    <a:pt x="1961" y="2763"/>
                    <a:pt x="2067" y="2629"/>
                  </a:cubicBezTo>
                  <a:cubicBezTo>
                    <a:pt x="2218" y="2439"/>
                    <a:pt x="2224" y="2182"/>
                    <a:pt x="2104" y="1986"/>
                  </a:cubicBezTo>
                  <a:lnTo>
                    <a:pt x="3867" y="1986"/>
                  </a:lnTo>
                  <a:cubicBezTo>
                    <a:pt x="4199" y="1986"/>
                    <a:pt x="4467" y="1714"/>
                    <a:pt x="4440" y="1383"/>
                  </a:cubicBezTo>
                  <a:cubicBezTo>
                    <a:pt x="4418" y="1100"/>
                    <a:pt x="4178" y="875"/>
                    <a:pt x="3886" y="875"/>
                  </a:cubicBezTo>
                  <a:lnTo>
                    <a:pt x="2089" y="875"/>
                  </a:lnTo>
                  <a:cubicBezTo>
                    <a:pt x="2226" y="676"/>
                    <a:pt x="2224" y="402"/>
                    <a:pt x="2063" y="205"/>
                  </a:cubicBezTo>
                  <a:cubicBezTo>
                    <a:pt x="1953" y="71"/>
                    <a:pt x="1792" y="1"/>
                    <a:pt x="163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44" name="Google Shape;15744;p31"/>
          <p:cNvGrpSpPr/>
          <p:nvPr/>
        </p:nvGrpSpPr>
        <p:grpSpPr>
          <a:xfrm>
            <a:off x="1007212" y="2702627"/>
            <a:ext cx="300841" cy="449511"/>
            <a:chOff x="792044" y="2185817"/>
            <a:chExt cx="318992" cy="476631"/>
          </a:xfrm>
        </p:grpSpPr>
        <p:sp>
          <p:nvSpPr>
            <p:cNvPr id="15745" name="Google Shape;15745;p31"/>
            <p:cNvSpPr/>
            <p:nvPr/>
          </p:nvSpPr>
          <p:spPr>
            <a:xfrm>
              <a:off x="909146" y="2611607"/>
              <a:ext cx="29247" cy="13676"/>
            </a:xfrm>
            <a:custGeom>
              <a:rect b="b" l="l" r="r" t="t"/>
              <a:pathLst>
                <a:path extrusionOk="0" h="361" w="772">
                  <a:moveTo>
                    <a:pt x="198" y="1"/>
                  </a:moveTo>
                  <a:cubicBezTo>
                    <a:pt x="102" y="1"/>
                    <a:pt x="17" y="70"/>
                    <a:pt x="10" y="166"/>
                  </a:cubicBezTo>
                  <a:cubicBezTo>
                    <a:pt x="0" y="272"/>
                    <a:pt x="84" y="361"/>
                    <a:pt x="189" y="361"/>
                  </a:cubicBezTo>
                  <a:lnTo>
                    <a:pt x="573" y="361"/>
                  </a:lnTo>
                  <a:cubicBezTo>
                    <a:pt x="669" y="361"/>
                    <a:pt x="754" y="292"/>
                    <a:pt x="762" y="197"/>
                  </a:cubicBezTo>
                  <a:cubicBezTo>
                    <a:pt x="771" y="90"/>
                    <a:pt x="687" y="1"/>
                    <a:pt x="58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6" name="Google Shape;15746;p31"/>
            <p:cNvSpPr/>
            <p:nvPr/>
          </p:nvSpPr>
          <p:spPr>
            <a:xfrm>
              <a:off x="792044" y="2185817"/>
              <a:ext cx="318992" cy="476631"/>
            </a:xfrm>
            <a:custGeom>
              <a:rect b="b" l="l" r="r" t="t"/>
              <a:pathLst>
                <a:path extrusionOk="0" h="12581" w="8420">
                  <a:moveTo>
                    <a:pt x="6043" y="362"/>
                  </a:moveTo>
                  <a:cubicBezTo>
                    <a:pt x="6309" y="362"/>
                    <a:pt x="6531" y="561"/>
                    <a:pt x="6572" y="821"/>
                  </a:cubicBezTo>
                  <a:lnTo>
                    <a:pt x="4738" y="821"/>
                  </a:lnTo>
                  <a:cubicBezTo>
                    <a:pt x="4636" y="821"/>
                    <a:pt x="4553" y="902"/>
                    <a:pt x="4553" y="1005"/>
                  </a:cubicBezTo>
                  <a:lnTo>
                    <a:pt x="4553" y="3128"/>
                  </a:lnTo>
                  <a:cubicBezTo>
                    <a:pt x="4553" y="3229"/>
                    <a:pt x="4635" y="3310"/>
                    <a:pt x="4736" y="3310"/>
                  </a:cubicBezTo>
                  <a:lnTo>
                    <a:pt x="5348" y="3310"/>
                  </a:lnTo>
                  <a:cubicBezTo>
                    <a:pt x="5444" y="3310"/>
                    <a:pt x="5528" y="3241"/>
                    <a:pt x="5537" y="3147"/>
                  </a:cubicBezTo>
                  <a:cubicBezTo>
                    <a:pt x="5545" y="3039"/>
                    <a:pt x="5461" y="2950"/>
                    <a:pt x="5357" y="2950"/>
                  </a:cubicBezTo>
                  <a:lnTo>
                    <a:pt x="4914" y="2950"/>
                  </a:lnTo>
                  <a:lnTo>
                    <a:pt x="4914" y="1181"/>
                  </a:lnTo>
                  <a:lnTo>
                    <a:pt x="8026" y="1181"/>
                  </a:lnTo>
                  <a:lnTo>
                    <a:pt x="8026" y="2950"/>
                  </a:lnTo>
                  <a:lnTo>
                    <a:pt x="6251" y="2950"/>
                  </a:lnTo>
                  <a:cubicBezTo>
                    <a:pt x="6156" y="2950"/>
                    <a:pt x="6071" y="3020"/>
                    <a:pt x="6063" y="3114"/>
                  </a:cubicBezTo>
                  <a:cubicBezTo>
                    <a:pt x="6054" y="3221"/>
                    <a:pt x="6138" y="3310"/>
                    <a:pt x="6243" y="3310"/>
                  </a:cubicBezTo>
                  <a:lnTo>
                    <a:pt x="6585" y="3310"/>
                  </a:lnTo>
                  <a:lnTo>
                    <a:pt x="6585" y="10257"/>
                  </a:lnTo>
                  <a:lnTo>
                    <a:pt x="2140" y="10257"/>
                  </a:lnTo>
                  <a:cubicBezTo>
                    <a:pt x="2052" y="10257"/>
                    <a:pt x="1972" y="10314"/>
                    <a:pt x="1955" y="10401"/>
                  </a:cubicBezTo>
                  <a:cubicBezTo>
                    <a:pt x="1931" y="10516"/>
                    <a:pt x="2022" y="10616"/>
                    <a:pt x="2135" y="10616"/>
                  </a:cubicBezTo>
                  <a:lnTo>
                    <a:pt x="6585" y="10616"/>
                  </a:lnTo>
                  <a:lnTo>
                    <a:pt x="6585" y="11685"/>
                  </a:lnTo>
                  <a:cubicBezTo>
                    <a:pt x="6585" y="11982"/>
                    <a:pt x="6344" y="12223"/>
                    <a:pt x="6047" y="12223"/>
                  </a:cubicBezTo>
                  <a:lnTo>
                    <a:pt x="897" y="12223"/>
                  </a:lnTo>
                  <a:cubicBezTo>
                    <a:pt x="600" y="12223"/>
                    <a:pt x="359" y="11982"/>
                    <a:pt x="359" y="11685"/>
                  </a:cubicBezTo>
                  <a:lnTo>
                    <a:pt x="359" y="10616"/>
                  </a:lnTo>
                  <a:lnTo>
                    <a:pt x="1246" y="10616"/>
                  </a:lnTo>
                  <a:cubicBezTo>
                    <a:pt x="1342" y="10616"/>
                    <a:pt x="1427" y="10547"/>
                    <a:pt x="1434" y="10453"/>
                  </a:cubicBezTo>
                  <a:cubicBezTo>
                    <a:pt x="1444" y="10345"/>
                    <a:pt x="1360" y="10257"/>
                    <a:pt x="1255" y="10257"/>
                  </a:cubicBezTo>
                  <a:lnTo>
                    <a:pt x="359" y="10257"/>
                  </a:lnTo>
                  <a:lnTo>
                    <a:pt x="359" y="900"/>
                  </a:lnTo>
                  <a:cubicBezTo>
                    <a:pt x="359" y="603"/>
                    <a:pt x="600" y="362"/>
                    <a:pt x="897" y="362"/>
                  </a:cubicBezTo>
                  <a:close/>
                  <a:moveTo>
                    <a:pt x="906" y="0"/>
                  </a:moveTo>
                  <a:cubicBezTo>
                    <a:pt x="406" y="0"/>
                    <a:pt x="0" y="407"/>
                    <a:pt x="0" y="906"/>
                  </a:cubicBezTo>
                  <a:lnTo>
                    <a:pt x="0" y="11674"/>
                  </a:lnTo>
                  <a:cubicBezTo>
                    <a:pt x="0" y="12175"/>
                    <a:pt x="406" y="12580"/>
                    <a:pt x="906" y="12580"/>
                  </a:cubicBezTo>
                  <a:lnTo>
                    <a:pt x="6072" y="12580"/>
                  </a:lnTo>
                  <a:cubicBezTo>
                    <a:pt x="6573" y="12580"/>
                    <a:pt x="6978" y="12175"/>
                    <a:pt x="6978" y="11674"/>
                  </a:cubicBezTo>
                  <a:lnTo>
                    <a:pt x="6978" y="3309"/>
                  </a:lnTo>
                  <a:lnTo>
                    <a:pt x="8235" y="3309"/>
                  </a:lnTo>
                  <a:cubicBezTo>
                    <a:pt x="8337" y="3309"/>
                    <a:pt x="8419" y="3226"/>
                    <a:pt x="8419" y="3125"/>
                  </a:cubicBezTo>
                  <a:lnTo>
                    <a:pt x="8419" y="1002"/>
                  </a:lnTo>
                  <a:cubicBezTo>
                    <a:pt x="8419" y="902"/>
                    <a:pt x="8337" y="821"/>
                    <a:pt x="8236" y="821"/>
                  </a:cubicBezTo>
                  <a:lnTo>
                    <a:pt x="6957" y="821"/>
                  </a:lnTo>
                  <a:cubicBezTo>
                    <a:pt x="6912" y="361"/>
                    <a:pt x="6523" y="0"/>
                    <a:pt x="605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7" name="Google Shape;15747;p31"/>
            <p:cNvSpPr/>
            <p:nvPr/>
          </p:nvSpPr>
          <p:spPr>
            <a:xfrm>
              <a:off x="1021892" y="2235409"/>
              <a:ext cx="33149" cy="57509"/>
            </a:xfrm>
            <a:custGeom>
              <a:rect b="b" l="l" r="r" t="t"/>
              <a:pathLst>
                <a:path extrusionOk="0" h="1518" w="875">
                  <a:moveTo>
                    <a:pt x="664" y="1"/>
                  </a:moveTo>
                  <a:cubicBezTo>
                    <a:pt x="592" y="1"/>
                    <a:pt x="523" y="45"/>
                    <a:pt x="493" y="117"/>
                  </a:cubicBezTo>
                  <a:lnTo>
                    <a:pt x="37" y="1264"/>
                  </a:lnTo>
                  <a:cubicBezTo>
                    <a:pt x="1" y="1358"/>
                    <a:pt x="47" y="1466"/>
                    <a:pt x="141" y="1504"/>
                  </a:cubicBezTo>
                  <a:cubicBezTo>
                    <a:pt x="163" y="1513"/>
                    <a:pt x="187" y="1517"/>
                    <a:pt x="209" y="1517"/>
                  </a:cubicBezTo>
                  <a:cubicBezTo>
                    <a:pt x="283" y="1517"/>
                    <a:pt x="352" y="1472"/>
                    <a:pt x="381" y="1400"/>
                  </a:cubicBezTo>
                  <a:lnTo>
                    <a:pt x="837" y="253"/>
                  </a:lnTo>
                  <a:cubicBezTo>
                    <a:pt x="874" y="159"/>
                    <a:pt x="827" y="52"/>
                    <a:pt x="733" y="14"/>
                  </a:cubicBezTo>
                  <a:cubicBezTo>
                    <a:pt x="710" y="5"/>
                    <a:pt x="687"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8" name="Google Shape;15748;p31"/>
            <p:cNvSpPr/>
            <p:nvPr/>
          </p:nvSpPr>
          <p:spPr>
            <a:xfrm>
              <a:off x="1057731" y="2237530"/>
              <a:ext cx="26898" cy="53266"/>
            </a:xfrm>
            <a:custGeom>
              <a:rect b="b" l="l" r="r" t="t"/>
              <a:pathLst>
                <a:path extrusionOk="0" h="1406" w="710">
                  <a:moveTo>
                    <a:pt x="210" y="1"/>
                  </a:moveTo>
                  <a:cubicBezTo>
                    <a:pt x="178" y="1"/>
                    <a:pt x="145" y="9"/>
                    <a:pt x="116" y="27"/>
                  </a:cubicBezTo>
                  <a:cubicBezTo>
                    <a:pt x="28" y="80"/>
                    <a:pt x="1" y="193"/>
                    <a:pt x="53" y="280"/>
                  </a:cubicBezTo>
                  <a:lnTo>
                    <a:pt x="303" y="695"/>
                  </a:lnTo>
                  <a:lnTo>
                    <a:pt x="52" y="1129"/>
                  </a:lnTo>
                  <a:cubicBezTo>
                    <a:pt x="1" y="1217"/>
                    <a:pt x="31" y="1330"/>
                    <a:pt x="118" y="1381"/>
                  </a:cubicBezTo>
                  <a:cubicBezTo>
                    <a:pt x="147" y="1398"/>
                    <a:pt x="180" y="1406"/>
                    <a:pt x="210" y="1406"/>
                  </a:cubicBezTo>
                  <a:cubicBezTo>
                    <a:pt x="274" y="1406"/>
                    <a:pt x="336" y="1373"/>
                    <a:pt x="369" y="1315"/>
                  </a:cubicBezTo>
                  <a:lnTo>
                    <a:pt x="676" y="786"/>
                  </a:lnTo>
                  <a:cubicBezTo>
                    <a:pt x="710" y="728"/>
                    <a:pt x="709" y="656"/>
                    <a:pt x="675" y="598"/>
                  </a:cubicBezTo>
                  <a:lnTo>
                    <a:pt x="368" y="90"/>
                  </a:lnTo>
                  <a:cubicBezTo>
                    <a:pt x="334" y="32"/>
                    <a:pt x="273"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9" name="Google Shape;15749;p31"/>
            <p:cNvSpPr/>
            <p:nvPr/>
          </p:nvSpPr>
          <p:spPr>
            <a:xfrm>
              <a:off x="990713" y="2237417"/>
              <a:ext cx="26936" cy="53342"/>
            </a:xfrm>
            <a:custGeom>
              <a:rect b="b" l="l" r="r" t="t"/>
              <a:pathLst>
                <a:path extrusionOk="0" h="1408" w="711">
                  <a:moveTo>
                    <a:pt x="500" y="1"/>
                  </a:moveTo>
                  <a:cubicBezTo>
                    <a:pt x="437" y="1"/>
                    <a:pt x="377" y="33"/>
                    <a:pt x="342" y="90"/>
                  </a:cubicBezTo>
                  <a:lnTo>
                    <a:pt x="36" y="598"/>
                  </a:lnTo>
                  <a:cubicBezTo>
                    <a:pt x="1" y="656"/>
                    <a:pt x="1" y="728"/>
                    <a:pt x="35" y="786"/>
                  </a:cubicBezTo>
                  <a:lnTo>
                    <a:pt x="341" y="1315"/>
                  </a:lnTo>
                  <a:cubicBezTo>
                    <a:pt x="376" y="1375"/>
                    <a:pt x="436" y="1408"/>
                    <a:pt x="501" y="1408"/>
                  </a:cubicBezTo>
                  <a:cubicBezTo>
                    <a:pt x="533" y="1408"/>
                    <a:pt x="564" y="1399"/>
                    <a:pt x="592" y="1383"/>
                  </a:cubicBezTo>
                  <a:cubicBezTo>
                    <a:pt x="680" y="1331"/>
                    <a:pt x="711" y="1219"/>
                    <a:pt x="659" y="1130"/>
                  </a:cubicBezTo>
                  <a:lnTo>
                    <a:pt x="408" y="695"/>
                  </a:lnTo>
                  <a:lnTo>
                    <a:pt x="658" y="281"/>
                  </a:lnTo>
                  <a:cubicBezTo>
                    <a:pt x="711" y="193"/>
                    <a:pt x="682" y="80"/>
                    <a:pt x="595" y="27"/>
                  </a:cubicBezTo>
                  <a:cubicBezTo>
                    <a:pt x="566" y="9"/>
                    <a:pt x="533"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0" name="Google Shape;15750;p31"/>
            <p:cNvSpPr/>
            <p:nvPr/>
          </p:nvSpPr>
          <p:spPr>
            <a:xfrm>
              <a:off x="908843" y="2288827"/>
              <a:ext cx="35119" cy="13676"/>
            </a:xfrm>
            <a:custGeom>
              <a:rect b="b" l="l" r="r" t="t"/>
              <a:pathLst>
                <a:path extrusionOk="0" h="361" w="927">
                  <a:moveTo>
                    <a:pt x="199" y="0"/>
                  </a:moveTo>
                  <a:cubicBezTo>
                    <a:pt x="104" y="0"/>
                    <a:pt x="19" y="71"/>
                    <a:pt x="10" y="165"/>
                  </a:cubicBezTo>
                  <a:cubicBezTo>
                    <a:pt x="1" y="272"/>
                    <a:pt x="86" y="361"/>
                    <a:pt x="190" y="361"/>
                  </a:cubicBezTo>
                  <a:lnTo>
                    <a:pt x="728" y="361"/>
                  </a:lnTo>
                  <a:cubicBezTo>
                    <a:pt x="824" y="361"/>
                    <a:pt x="909" y="292"/>
                    <a:pt x="916" y="197"/>
                  </a:cubicBezTo>
                  <a:cubicBezTo>
                    <a:pt x="927" y="91"/>
                    <a:pt x="843" y="0"/>
                    <a:pt x="73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1" name="Google Shape;15751;p31"/>
            <p:cNvSpPr/>
            <p:nvPr/>
          </p:nvSpPr>
          <p:spPr>
            <a:xfrm>
              <a:off x="845727" y="2288827"/>
              <a:ext cx="51751" cy="13676"/>
            </a:xfrm>
            <a:custGeom>
              <a:rect b="b" l="l" r="r" t="t"/>
              <a:pathLst>
                <a:path extrusionOk="0" h="361" w="1366">
                  <a:moveTo>
                    <a:pt x="189" y="0"/>
                  </a:moveTo>
                  <a:cubicBezTo>
                    <a:pt x="84" y="0"/>
                    <a:pt x="1" y="89"/>
                    <a:pt x="10" y="197"/>
                  </a:cubicBezTo>
                  <a:cubicBezTo>
                    <a:pt x="18" y="292"/>
                    <a:pt x="104" y="361"/>
                    <a:pt x="199" y="361"/>
                  </a:cubicBezTo>
                  <a:lnTo>
                    <a:pt x="1167" y="361"/>
                  </a:lnTo>
                  <a:cubicBezTo>
                    <a:pt x="1263" y="361"/>
                    <a:pt x="1348" y="292"/>
                    <a:pt x="1356" y="197"/>
                  </a:cubicBezTo>
                  <a:cubicBezTo>
                    <a:pt x="1365" y="89"/>
                    <a:pt x="1281" y="0"/>
                    <a:pt x="117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2" name="Google Shape;15752;p31"/>
            <p:cNvSpPr/>
            <p:nvPr/>
          </p:nvSpPr>
          <p:spPr>
            <a:xfrm>
              <a:off x="863116" y="2257837"/>
              <a:ext cx="80354" cy="13676"/>
            </a:xfrm>
            <a:custGeom>
              <a:rect b="b" l="l" r="r" t="t"/>
              <a:pathLst>
                <a:path extrusionOk="0" h="361" w="2121">
                  <a:moveTo>
                    <a:pt x="198" y="0"/>
                  </a:moveTo>
                  <a:cubicBezTo>
                    <a:pt x="102" y="0"/>
                    <a:pt x="17" y="70"/>
                    <a:pt x="10" y="164"/>
                  </a:cubicBezTo>
                  <a:cubicBezTo>
                    <a:pt x="0" y="272"/>
                    <a:pt x="84" y="361"/>
                    <a:pt x="189" y="361"/>
                  </a:cubicBezTo>
                  <a:lnTo>
                    <a:pt x="1922" y="361"/>
                  </a:lnTo>
                  <a:cubicBezTo>
                    <a:pt x="2017" y="361"/>
                    <a:pt x="2102" y="292"/>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3" name="Google Shape;15753;p31"/>
            <p:cNvSpPr/>
            <p:nvPr/>
          </p:nvSpPr>
          <p:spPr>
            <a:xfrm>
              <a:off x="908881" y="2225521"/>
              <a:ext cx="35082" cy="13714"/>
            </a:xfrm>
            <a:custGeom>
              <a:rect b="b" l="l" r="r" t="t"/>
              <a:pathLst>
                <a:path extrusionOk="0" h="362" w="926">
                  <a:moveTo>
                    <a:pt x="200" y="1"/>
                  </a:moveTo>
                  <a:cubicBezTo>
                    <a:pt x="104" y="1"/>
                    <a:pt x="19" y="71"/>
                    <a:pt x="11" y="165"/>
                  </a:cubicBezTo>
                  <a:cubicBezTo>
                    <a:pt x="1" y="272"/>
                    <a:pt x="85" y="361"/>
                    <a:pt x="189" y="361"/>
                  </a:cubicBezTo>
                  <a:lnTo>
                    <a:pt x="729" y="361"/>
                  </a:lnTo>
                  <a:cubicBezTo>
                    <a:pt x="824" y="361"/>
                    <a:pt x="909" y="292"/>
                    <a:pt x="917" y="198"/>
                  </a:cubicBezTo>
                  <a:cubicBezTo>
                    <a:pt x="926" y="90"/>
                    <a:pt x="842" y="1"/>
                    <a:pt x="73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4" name="Google Shape;15754;p31"/>
            <p:cNvSpPr/>
            <p:nvPr/>
          </p:nvSpPr>
          <p:spPr>
            <a:xfrm>
              <a:off x="828224" y="2225521"/>
              <a:ext cx="69064" cy="13714"/>
            </a:xfrm>
            <a:custGeom>
              <a:rect b="b" l="l" r="r" t="t"/>
              <a:pathLst>
                <a:path extrusionOk="0" h="362" w="1823">
                  <a:moveTo>
                    <a:pt x="199" y="1"/>
                  </a:moveTo>
                  <a:cubicBezTo>
                    <a:pt x="103" y="1"/>
                    <a:pt x="17" y="71"/>
                    <a:pt x="10" y="165"/>
                  </a:cubicBezTo>
                  <a:cubicBezTo>
                    <a:pt x="1" y="272"/>
                    <a:pt x="84" y="361"/>
                    <a:pt x="189" y="361"/>
                  </a:cubicBezTo>
                  <a:lnTo>
                    <a:pt x="1624" y="361"/>
                  </a:lnTo>
                  <a:cubicBezTo>
                    <a:pt x="1719" y="361"/>
                    <a:pt x="1805" y="292"/>
                    <a:pt x="1813" y="198"/>
                  </a:cubicBezTo>
                  <a:cubicBezTo>
                    <a:pt x="1822" y="90"/>
                    <a:pt x="1738" y="1"/>
                    <a:pt x="163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5" name="Google Shape;15755;p31"/>
            <p:cNvSpPr/>
            <p:nvPr/>
          </p:nvSpPr>
          <p:spPr>
            <a:xfrm>
              <a:off x="825496" y="2331031"/>
              <a:ext cx="196206" cy="91909"/>
            </a:xfrm>
            <a:custGeom>
              <a:rect b="b" l="l" r="r" t="t"/>
              <a:pathLst>
                <a:path extrusionOk="0" h="2426" w="5179">
                  <a:moveTo>
                    <a:pt x="4090" y="362"/>
                  </a:moveTo>
                  <a:lnTo>
                    <a:pt x="2595" y="1000"/>
                  </a:lnTo>
                  <a:lnTo>
                    <a:pt x="1098" y="362"/>
                  </a:lnTo>
                  <a:close/>
                  <a:moveTo>
                    <a:pt x="393" y="456"/>
                  </a:moveTo>
                  <a:lnTo>
                    <a:pt x="2139" y="1200"/>
                  </a:lnTo>
                  <a:lnTo>
                    <a:pt x="393" y="1944"/>
                  </a:lnTo>
                  <a:lnTo>
                    <a:pt x="393" y="456"/>
                  </a:lnTo>
                  <a:close/>
                  <a:moveTo>
                    <a:pt x="4817" y="457"/>
                  </a:moveTo>
                  <a:lnTo>
                    <a:pt x="4817" y="1945"/>
                  </a:lnTo>
                  <a:lnTo>
                    <a:pt x="3072" y="1201"/>
                  </a:lnTo>
                  <a:lnTo>
                    <a:pt x="4817" y="457"/>
                  </a:lnTo>
                  <a:close/>
                  <a:moveTo>
                    <a:pt x="2594" y="1395"/>
                  </a:moveTo>
                  <a:lnTo>
                    <a:pt x="4090" y="2033"/>
                  </a:lnTo>
                  <a:lnTo>
                    <a:pt x="1098" y="2033"/>
                  </a:lnTo>
                  <a:lnTo>
                    <a:pt x="2594" y="1395"/>
                  </a:lnTo>
                  <a:close/>
                  <a:moveTo>
                    <a:pt x="186" y="1"/>
                  </a:moveTo>
                  <a:cubicBezTo>
                    <a:pt x="83" y="1"/>
                    <a:pt x="0" y="83"/>
                    <a:pt x="0" y="185"/>
                  </a:cubicBezTo>
                  <a:lnTo>
                    <a:pt x="0" y="2241"/>
                  </a:lnTo>
                  <a:cubicBezTo>
                    <a:pt x="0" y="2343"/>
                    <a:pt x="83" y="2425"/>
                    <a:pt x="186" y="2425"/>
                  </a:cubicBezTo>
                  <a:lnTo>
                    <a:pt x="4994" y="2425"/>
                  </a:lnTo>
                  <a:cubicBezTo>
                    <a:pt x="5096" y="2425"/>
                    <a:pt x="5178" y="2343"/>
                    <a:pt x="5178" y="2241"/>
                  </a:cubicBezTo>
                  <a:lnTo>
                    <a:pt x="5178" y="185"/>
                  </a:lnTo>
                  <a:cubicBezTo>
                    <a:pt x="5178" y="83"/>
                    <a:pt x="5096" y="1"/>
                    <a:pt x="499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6" name="Google Shape;15756;p31"/>
            <p:cNvSpPr/>
            <p:nvPr/>
          </p:nvSpPr>
          <p:spPr>
            <a:xfrm>
              <a:off x="825837" y="2450217"/>
              <a:ext cx="25269" cy="13714"/>
            </a:xfrm>
            <a:custGeom>
              <a:rect b="b" l="l" r="r" t="t"/>
              <a:pathLst>
                <a:path extrusionOk="0" h="362" w="667">
                  <a:moveTo>
                    <a:pt x="199" y="1"/>
                  </a:moveTo>
                  <a:cubicBezTo>
                    <a:pt x="103" y="1"/>
                    <a:pt x="18" y="70"/>
                    <a:pt x="10" y="164"/>
                  </a:cubicBezTo>
                  <a:cubicBezTo>
                    <a:pt x="1" y="272"/>
                    <a:pt x="85" y="361"/>
                    <a:pt x="189" y="361"/>
                  </a:cubicBezTo>
                  <a:lnTo>
                    <a:pt x="470" y="361"/>
                  </a:lnTo>
                  <a:cubicBezTo>
                    <a:pt x="565" y="361"/>
                    <a:pt x="650" y="291"/>
                    <a:pt x="659" y="197"/>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7" name="Google Shape;15757;p31"/>
            <p:cNvSpPr/>
            <p:nvPr/>
          </p:nvSpPr>
          <p:spPr>
            <a:xfrm>
              <a:off x="932749" y="2450217"/>
              <a:ext cx="25269" cy="13714"/>
            </a:xfrm>
            <a:custGeom>
              <a:rect b="b" l="l" r="r" t="t"/>
              <a:pathLst>
                <a:path extrusionOk="0" h="362" w="667">
                  <a:moveTo>
                    <a:pt x="198" y="1"/>
                  </a:moveTo>
                  <a:cubicBezTo>
                    <a:pt x="102" y="1"/>
                    <a:pt x="17" y="70"/>
                    <a:pt x="10" y="164"/>
                  </a:cubicBezTo>
                  <a:cubicBezTo>
                    <a:pt x="0" y="272"/>
                    <a:pt x="84" y="361"/>
                    <a:pt x="189" y="361"/>
                  </a:cubicBezTo>
                  <a:lnTo>
                    <a:pt x="478" y="361"/>
                  </a:lnTo>
                  <a:cubicBezTo>
                    <a:pt x="583" y="361"/>
                    <a:pt x="667" y="270"/>
                    <a:pt x="657" y="164"/>
                  </a:cubicBezTo>
                  <a:cubicBezTo>
                    <a:pt x="650" y="70"/>
                    <a:pt x="563" y="1"/>
                    <a:pt x="46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8" name="Google Shape;15758;p31"/>
            <p:cNvSpPr/>
            <p:nvPr/>
          </p:nvSpPr>
          <p:spPr>
            <a:xfrm>
              <a:off x="959192" y="2542088"/>
              <a:ext cx="25345" cy="13639"/>
            </a:xfrm>
            <a:custGeom>
              <a:rect b="b" l="l" r="r" t="t"/>
              <a:pathLst>
                <a:path extrusionOk="0" h="360" w="669">
                  <a:moveTo>
                    <a:pt x="199" y="1"/>
                  </a:moveTo>
                  <a:cubicBezTo>
                    <a:pt x="104" y="1"/>
                    <a:pt x="19" y="70"/>
                    <a:pt x="10" y="164"/>
                  </a:cubicBezTo>
                  <a:cubicBezTo>
                    <a:pt x="1" y="272"/>
                    <a:pt x="85" y="360"/>
                    <a:pt x="189" y="360"/>
                  </a:cubicBezTo>
                  <a:lnTo>
                    <a:pt x="470" y="360"/>
                  </a:lnTo>
                  <a:cubicBezTo>
                    <a:pt x="565" y="360"/>
                    <a:pt x="650" y="291"/>
                    <a:pt x="659" y="196"/>
                  </a:cubicBezTo>
                  <a:cubicBezTo>
                    <a:pt x="668" y="90"/>
                    <a:pt x="584"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9" name="Google Shape;15759;p31"/>
            <p:cNvSpPr/>
            <p:nvPr/>
          </p:nvSpPr>
          <p:spPr>
            <a:xfrm>
              <a:off x="866526" y="2450217"/>
              <a:ext cx="54403" cy="13714"/>
            </a:xfrm>
            <a:custGeom>
              <a:rect b="b" l="l" r="r" t="t"/>
              <a:pathLst>
                <a:path extrusionOk="0" h="362" w="1436">
                  <a:moveTo>
                    <a:pt x="198" y="1"/>
                  </a:moveTo>
                  <a:cubicBezTo>
                    <a:pt x="103" y="1"/>
                    <a:pt x="17" y="70"/>
                    <a:pt x="10" y="164"/>
                  </a:cubicBezTo>
                  <a:cubicBezTo>
                    <a:pt x="0" y="272"/>
                    <a:pt x="84" y="361"/>
                    <a:pt x="189" y="361"/>
                  </a:cubicBezTo>
                  <a:lnTo>
                    <a:pt x="1237" y="361"/>
                  </a:lnTo>
                  <a:cubicBezTo>
                    <a:pt x="1334" y="361"/>
                    <a:pt x="1418" y="291"/>
                    <a:pt x="1426" y="197"/>
                  </a:cubicBezTo>
                  <a:cubicBezTo>
                    <a:pt x="1435" y="90"/>
                    <a:pt x="1351"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0" name="Google Shape;15760;p31"/>
            <p:cNvSpPr/>
            <p:nvPr/>
          </p:nvSpPr>
          <p:spPr>
            <a:xfrm>
              <a:off x="825837" y="2481283"/>
              <a:ext cx="25269" cy="13676"/>
            </a:xfrm>
            <a:custGeom>
              <a:rect b="b" l="l" r="r" t="t"/>
              <a:pathLst>
                <a:path extrusionOk="0" h="361" w="667">
                  <a:moveTo>
                    <a:pt x="199" y="0"/>
                  </a:moveTo>
                  <a:cubicBezTo>
                    <a:pt x="103" y="0"/>
                    <a:pt x="18" y="70"/>
                    <a:pt x="10" y="164"/>
                  </a:cubicBezTo>
                  <a:cubicBezTo>
                    <a:pt x="1" y="271"/>
                    <a:pt x="85" y="360"/>
                    <a:pt x="189" y="360"/>
                  </a:cubicBezTo>
                  <a:lnTo>
                    <a:pt x="470" y="360"/>
                  </a:lnTo>
                  <a:cubicBezTo>
                    <a:pt x="565" y="360"/>
                    <a:pt x="650" y="291"/>
                    <a:pt x="659" y="197"/>
                  </a:cubicBezTo>
                  <a:cubicBezTo>
                    <a:pt x="667" y="89"/>
                    <a:pt x="583" y="0"/>
                    <a:pt x="4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1" name="Google Shape;15761;p31"/>
            <p:cNvSpPr/>
            <p:nvPr/>
          </p:nvSpPr>
          <p:spPr>
            <a:xfrm>
              <a:off x="866526" y="2481207"/>
              <a:ext cx="54100" cy="13714"/>
            </a:xfrm>
            <a:custGeom>
              <a:rect b="b" l="l" r="r" t="t"/>
              <a:pathLst>
                <a:path extrusionOk="0" h="362" w="1428">
                  <a:moveTo>
                    <a:pt x="198" y="1"/>
                  </a:moveTo>
                  <a:cubicBezTo>
                    <a:pt x="103" y="1"/>
                    <a:pt x="17" y="70"/>
                    <a:pt x="10" y="164"/>
                  </a:cubicBezTo>
                  <a:cubicBezTo>
                    <a:pt x="0" y="272"/>
                    <a:pt x="84" y="361"/>
                    <a:pt x="189" y="361"/>
                  </a:cubicBezTo>
                  <a:lnTo>
                    <a:pt x="1247" y="361"/>
                  </a:lnTo>
                  <a:cubicBezTo>
                    <a:pt x="1247" y="361"/>
                    <a:pt x="1248" y="361"/>
                    <a:pt x="1249" y="361"/>
                  </a:cubicBezTo>
                  <a:cubicBezTo>
                    <a:pt x="1347" y="361"/>
                    <a:pt x="1428" y="281"/>
                    <a:pt x="1428" y="182"/>
                  </a:cubicBezTo>
                  <a:cubicBezTo>
                    <a:pt x="1428" y="82"/>
                    <a:pt x="1346" y="1"/>
                    <a:pt x="12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2" name="Google Shape;15762;p31"/>
            <p:cNvSpPr/>
            <p:nvPr/>
          </p:nvSpPr>
          <p:spPr>
            <a:xfrm>
              <a:off x="944872" y="2481283"/>
              <a:ext cx="76225" cy="13676"/>
            </a:xfrm>
            <a:custGeom>
              <a:rect b="b" l="l" r="r" t="t"/>
              <a:pathLst>
                <a:path extrusionOk="0" h="361" w="2012">
                  <a:moveTo>
                    <a:pt x="199" y="0"/>
                  </a:moveTo>
                  <a:cubicBezTo>
                    <a:pt x="104" y="0"/>
                    <a:pt x="18" y="70"/>
                    <a:pt x="10" y="164"/>
                  </a:cubicBezTo>
                  <a:cubicBezTo>
                    <a:pt x="1" y="271"/>
                    <a:pt x="85" y="360"/>
                    <a:pt x="189" y="360"/>
                  </a:cubicBezTo>
                  <a:lnTo>
                    <a:pt x="1814" y="360"/>
                  </a:lnTo>
                  <a:cubicBezTo>
                    <a:pt x="1910" y="360"/>
                    <a:pt x="1995" y="291"/>
                    <a:pt x="2002" y="197"/>
                  </a:cubicBezTo>
                  <a:cubicBezTo>
                    <a:pt x="2012" y="89"/>
                    <a:pt x="1928" y="0"/>
                    <a:pt x="182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3" name="Google Shape;15763;p31"/>
            <p:cNvSpPr/>
            <p:nvPr/>
          </p:nvSpPr>
          <p:spPr>
            <a:xfrm>
              <a:off x="825837" y="2511022"/>
              <a:ext cx="25269" cy="13676"/>
            </a:xfrm>
            <a:custGeom>
              <a:rect b="b" l="l" r="r" t="t"/>
              <a:pathLst>
                <a:path extrusionOk="0" h="361" w="667">
                  <a:moveTo>
                    <a:pt x="199" y="1"/>
                  </a:moveTo>
                  <a:cubicBezTo>
                    <a:pt x="103" y="1"/>
                    <a:pt x="18" y="71"/>
                    <a:pt x="10" y="165"/>
                  </a:cubicBezTo>
                  <a:cubicBezTo>
                    <a:pt x="1" y="272"/>
                    <a:pt x="85" y="361"/>
                    <a:pt x="189" y="361"/>
                  </a:cubicBezTo>
                  <a:lnTo>
                    <a:pt x="470" y="361"/>
                  </a:lnTo>
                  <a:cubicBezTo>
                    <a:pt x="565" y="361"/>
                    <a:pt x="650" y="292"/>
                    <a:pt x="659" y="197"/>
                  </a:cubicBezTo>
                  <a:cubicBezTo>
                    <a:pt x="667" y="92"/>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4" name="Google Shape;15764;p31"/>
            <p:cNvSpPr/>
            <p:nvPr/>
          </p:nvSpPr>
          <p:spPr>
            <a:xfrm>
              <a:off x="887931" y="2511022"/>
              <a:ext cx="132560" cy="13676"/>
            </a:xfrm>
            <a:custGeom>
              <a:rect b="b" l="l" r="r" t="t"/>
              <a:pathLst>
                <a:path extrusionOk="0" h="361" w="3499">
                  <a:moveTo>
                    <a:pt x="199" y="1"/>
                  </a:moveTo>
                  <a:cubicBezTo>
                    <a:pt x="104" y="1"/>
                    <a:pt x="18" y="71"/>
                    <a:pt x="10" y="165"/>
                  </a:cubicBezTo>
                  <a:cubicBezTo>
                    <a:pt x="1" y="272"/>
                    <a:pt x="85" y="361"/>
                    <a:pt x="189" y="361"/>
                  </a:cubicBezTo>
                  <a:lnTo>
                    <a:pt x="3300" y="361"/>
                  </a:lnTo>
                  <a:cubicBezTo>
                    <a:pt x="3395" y="361"/>
                    <a:pt x="3481" y="292"/>
                    <a:pt x="3489" y="197"/>
                  </a:cubicBezTo>
                  <a:cubicBezTo>
                    <a:pt x="3498" y="92"/>
                    <a:pt x="3414" y="1"/>
                    <a:pt x="33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5" name="Google Shape;15765;p31"/>
            <p:cNvSpPr/>
            <p:nvPr/>
          </p:nvSpPr>
          <p:spPr>
            <a:xfrm>
              <a:off x="825837" y="2542088"/>
              <a:ext cx="25269" cy="13639"/>
            </a:xfrm>
            <a:custGeom>
              <a:rect b="b" l="l" r="r" t="t"/>
              <a:pathLst>
                <a:path extrusionOk="0" h="360" w="667">
                  <a:moveTo>
                    <a:pt x="199" y="1"/>
                  </a:moveTo>
                  <a:cubicBezTo>
                    <a:pt x="103" y="1"/>
                    <a:pt x="18" y="70"/>
                    <a:pt x="10" y="164"/>
                  </a:cubicBezTo>
                  <a:cubicBezTo>
                    <a:pt x="1" y="272"/>
                    <a:pt x="85" y="360"/>
                    <a:pt x="189" y="360"/>
                  </a:cubicBezTo>
                  <a:lnTo>
                    <a:pt x="470" y="360"/>
                  </a:lnTo>
                  <a:cubicBezTo>
                    <a:pt x="565" y="360"/>
                    <a:pt x="650" y="291"/>
                    <a:pt x="659" y="196"/>
                  </a:cubicBezTo>
                  <a:cubicBezTo>
                    <a:pt x="667" y="90"/>
                    <a:pt x="583"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6" name="Google Shape;15766;p31"/>
            <p:cNvSpPr/>
            <p:nvPr/>
          </p:nvSpPr>
          <p:spPr>
            <a:xfrm>
              <a:off x="883725" y="2542088"/>
              <a:ext cx="56411" cy="13639"/>
            </a:xfrm>
            <a:custGeom>
              <a:rect b="b" l="l" r="r" t="t"/>
              <a:pathLst>
                <a:path extrusionOk="0" h="360" w="1489">
                  <a:moveTo>
                    <a:pt x="199" y="1"/>
                  </a:moveTo>
                  <a:cubicBezTo>
                    <a:pt x="103" y="1"/>
                    <a:pt x="18" y="70"/>
                    <a:pt x="10" y="164"/>
                  </a:cubicBezTo>
                  <a:cubicBezTo>
                    <a:pt x="1" y="272"/>
                    <a:pt x="85" y="360"/>
                    <a:pt x="189" y="360"/>
                  </a:cubicBezTo>
                  <a:lnTo>
                    <a:pt x="1289" y="360"/>
                  </a:lnTo>
                  <a:cubicBezTo>
                    <a:pt x="1384" y="360"/>
                    <a:pt x="1469" y="291"/>
                    <a:pt x="1478" y="196"/>
                  </a:cubicBezTo>
                  <a:cubicBezTo>
                    <a:pt x="1488" y="90"/>
                    <a:pt x="1403" y="1"/>
                    <a:pt x="129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67" name="Google Shape;15767;p31"/>
          <p:cNvGrpSpPr/>
          <p:nvPr/>
        </p:nvGrpSpPr>
        <p:grpSpPr>
          <a:xfrm>
            <a:off x="4739267" y="2021590"/>
            <a:ext cx="449547" cy="398061"/>
            <a:chOff x="4749246" y="1463691"/>
            <a:chExt cx="476669" cy="422077"/>
          </a:xfrm>
        </p:grpSpPr>
        <p:sp>
          <p:nvSpPr>
            <p:cNvPr id="15768" name="Google Shape;15768;p31"/>
            <p:cNvSpPr/>
            <p:nvPr/>
          </p:nvSpPr>
          <p:spPr>
            <a:xfrm>
              <a:off x="4884495" y="1752943"/>
              <a:ext cx="48910" cy="79142"/>
            </a:xfrm>
            <a:custGeom>
              <a:rect b="b" l="l" r="r" t="t"/>
              <a:pathLst>
                <a:path extrusionOk="0" h="2089" w="1291">
                  <a:moveTo>
                    <a:pt x="626" y="361"/>
                  </a:moveTo>
                  <a:cubicBezTo>
                    <a:pt x="782" y="361"/>
                    <a:pt x="914" y="482"/>
                    <a:pt x="914" y="623"/>
                  </a:cubicBezTo>
                  <a:cubicBezTo>
                    <a:pt x="913" y="765"/>
                    <a:pt x="780" y="886"/>
                    <a:pt x="625" y="886"/>
                  </a:cubicBezTo>
                  <a:cubicBezTo>
                    <a:pt x="562" y="886"/>
                    <a:pt x="451" y="886"/>
                    <a:pt x="355" y="888"/>
                  </a:cubicBezTo>
                  <a:cubicBezTo>
                    <a:pt x="355" y="794"/>
                    <a:pt x="354" y="461"/>
                    <a:pt x="354" y="361"/>
                  </a:cubicBezTo>
                  <a:close/>
                  <a:moveTo>
                    <a:pt x="181" y="1"/>
                  </a:moveTo>
                  <a:cubicBezTo>
                    <a:pt x="82" y="1"/>
                    <a:pt x="1" y="83"/>
                    <a:pt x="1" y="182"/>
                  </a:cubicBezTo>
                  <a:lnTo>
                    <a:pt x="1" y="1901"/>
                  </a:lnTo>
                  <a:cubicBezTo>
                    <a:pt x="1" y="1988"/>
                    <a:pt x="59" y="2066"/>
                    <a:pt x="142" y="2084"/>
                  </a:cubicBezTo>
                  <a:cubicBezTo>
                    <a:pt x="156" y="2087"/>
                    <a:pt x="169" y="2088"/>
                    <a:pt x="181" y="2088"/>
                  </a:cubicBezTo>
                  <a:cubicBezTo>
                    <a:pt x="280" y="2088"/>
                    <a:pt x="360" y="2006"/>
                    <a:pt x="360" y="1904"/>
                  </a:cubicBezTo>
                  <a:lnTo>
                    <a:pt x="360" y="1336"/>
                  </a:lnTo>
                  <a:lnTo>
                    <a:pt x="954" y="2025"/>
                  </a:lnTo>
                  <a:cubicBezTo>
                    <a:pt x="989" y="2067"/>
                    <a:pt x="1039" y="2088"/>
                    <a:pt x="1088" y="2088"/>
                  </a:cubicBezTo>
                  <a:cubicBezTo>
                    <a:pt x="1130" y="2088"/>
                    <a:pt x="1173" y="2073"/>
                    <a:pt x="1207" y="2042"/>
                  </a:cubicBezTo>
                  <a:cubicBezTo>
                    <a:pt x="1282" y="1975"/>
                    <a:pt x="1290" y="1859"/>
                    <a:pt x="1223" y="1781"/>
                  </a:cubicBezTo>
                  <a:lnTo>
                    <a:pt x="763" y="1247"/>
                  </a:lnTo>
                  <a:cubicBezTo>
                    <a:pt x="1053" y="1186"/>
                    <a:pt x="1269" y="933"/>
                    <a:pt x="1269" y="632"/>
                  </a:cubicBezTo>
                  <a:cubicBezTo>
                    <a:pt x="1269" y="284"/>
                    <a:pt x="981"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9" name="Google Shape;15769;p31"/>
            <p:cNvSpPr/>
            <p:nvPr/>
          </p:nvSpPr>
          <p:spPr>
            <a:xfrm>
              <a:off x="4947839" y="1752943"/>
              <a:ext cx="48872" cy="79142"/>
            </a:xfrm>
            <a:custGeom>
              <a:rect b="b" l="l" r="r" t="t"/>
              <a:pathLst>
                <a:path extrusionOk="0" h="2089" w="1290">
                  <a:moveTo>
                    <a:pt x="630" y="361"/>
                  </a:moveTo>
                  <a:cubicBezTo>
                    <a:pt x="786" y="361"/>
                    <a:pt x="918" y="482"/>
                    <a:pt x="918" y="623"/>
                  </a:cubicBezTo>
                  <a:cubicBezTo>
                    <a:pt x="918" y="765"/>
                    <a:pt x="786" y="886"/>
                    <a:pt x="630" y="886"/>
                  </a:cubicBezTo>
                  <a:cubicBezTo>
                    <a:pt x="567" y="886"/>
                    <a:pt x="456" y="886"/>
                    <a:pt x="361" y="888"/>
                  </a:cubicBezTo>
                  <a:lnTo>
                    <a:pt x="361" y="361"/>
                  </a:lnTo>
                  <a:close/>
                  <a:moveTo>
                    <a:pt x="181" y="1"/>
                  </a:moveTo>
                  <a:cubicBezTo>
                    <a:pt x="81" y="1"/>
                    <a:pt x="0" y="83"/>
                    <a:pt x="0" y="182"/>
                  </a:cubicBezTo>
                  <a:lnTo>
                    <a:pt x="0" y="1901"/>
                  </a:lnTo>
                  <a:cubicBezTo>
                    <a:pt x="0" y="1988"/>
                    <a:pt x="58" y="2066"/>
                    <a:pt x="142" y="2084"/>
                  </a:cubicBezTo>
                  <a:cubicBezTo>
                    <a:pt x="155" y="2087"/>
                    <a:pt x="168" y="2088"/>
                    <a:pt x="181" y="2088"/>
                  </a:cubicBezTo>
                  <a:cubicBezTo>
                    <a:pt x="280" y="2088"/>
                    <a:pt x="361" y="2006"/>
                    <a:pt x="361" y="1904"/>
                  </a:cubicBezTo>
                  <a:lnTo>
                    <a:pt x="361" y="1336"/>
                  </a:lnTo>
                  <a:lnTo>
                    <a:pt x="954" y="2025"/>
                  </a:lnTo>
                  <a:cubicBezTo>
                    <a:pt x="989" y="2067"/>
                    <a:pt x="1038" y="2088"/>
                    <a:pt x="1088" y="2088"/>
                  </a:cubicBezTo>
                  <a:cubicBezTo>
                    <a:pt x="1130" y="2088"/>
                    <a:pt x="1174" y="2073"/>
                    <a:pt x="1207" y="2042"/>
                  </a:cubicBezTo>
                  <a:cubicBezTo>
                    <a:pt x="1281" y="1975"/>
                    <a:pt x="1290" y="1859"/>
                    <a:pt x="1223" y="1781"/>
                  </a:cubicBezTo>
                  <a:lnTo>
                    <a:pt x="763" y="1247"/>
                  </a:lnTo>
                  <a:cubicBezTo>
                    <a:pt x="1052" y="1186"/>
                    <a:pt x="1269" y="933"/>
                    <a:pt x="1269" y="632"/>
                  </a:cubicBezTo>
                  <a:cubicBezTo>
                    <a:pt x="1269" y="284"/>
                    <a:pt x="981"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0" name="Google Shape;15770;p31"/>
            <p:cNvSpPr/>
            <p:nvPr/>
          </p:nvSpPr>
          <p:spPr>
            <a:xfrm>
              <a:off x="5101690" y="1752943"/>
              <a:ext cx="49023" cy="79218"/>
            </a:xfrm>
            <a:custGeom>
              <a:rect b="b" l="l" r="r" t="t"/>
              <a:pathLst>
                <a:path extrusionOk="0" h="2091" w="1294">
                  <a:moveTo>
                    <a:pt x="632" y="361"/>
                  </a:moveTo>
                  <a:cubicBezTo>
                    <a:pt x="787" y="361"/>
                    <a:pt x="920" y="482"/>
                    <a:pt x="920" y="623"/>
                  </a:cubicBezTo>
                  <a:cubicBezTo>
                    <a:pt x="920" y="765"/>
                    <a:pt x="789" y="886"/>
                    <a:pt x="632" y="886"/>
                  </a:cubicBezTo>
                  <a:cubicBezTo>
                    <a:pt x="569" y="886"/>
                    <a:pt x="458" y="886"/>
                    <a:pt x="361" y="888"/>
                  </a:cubicBezTo>
                  <a:lnTo>
                    <a:pt x="361" y="361"/>
                  </a:lnTo>
                  <a:close/>
                  <a:moveTo>
                    <a:pt x="185" y="1"/>
                  </a:moveTo>
                  <a:cubicBezTo>
                    <a:pt x="83" y="1"/>
                    <a:pt x="0" y="84"/>
                    <a:pt x="0" y="186"/>
                  </a:cubicBezTo>
                  <a:lnTo>
                    <a:pt x="0" y="1900"/>
                  </a:lnTo>
                  <a:cubicBezTo>
                    <a:pt x="0" y="1995"/>
                    <a:pt x="70" y="2080"/>
                    <a:pt x="164" y="2089"/>
                  </a:cubicBezTo>
                  <a:cubicBezTo>
                    <a:pt x="170" y="2090"/>
                    <a:pt x="175" y="2090"/>
                    <a:pt x="181" y="2090"/>
                  </a:cubicBezTo>
                  <a:cubicBezTo>
                    <a:pt x="280" y="2090"/>
                    <a:pt x="360" y="2008"/>
                    <a:pt x="360" y="1906"/>
                  </a:cubicBezTo>
                  <a:lnTo>
                    <a:pt x="360" y="1339"/>
                  </a:lnTo>
                  <a:lnTo>
                    <a:pt x="948" y="2022"/>
                  </a:lnTo>
                  <a:cubicBezTo>
                    <a:pt x="985" y="2066"/>
                    <a:pt x="1040" y="2090"/>
                    <a:pt x="1094" y="2090"/>
                  </a:cubicBezTo>
                  <a:cubicBezTo>
                    <a:pt x="1130" y="2090"/>
                    <a:pt x="1166" y="2079"/>
                    <a:pt x="1196" y="2057"/>
                  </a:cubicBezTo>
                  <a:cubicBezTo>
                    <a:pt x="1282" y="1991"/>
                    <a:pt x="1294" y="1867"/>
                    <a:pt x="1224" y="1786"/>
                  </a:cubicBezTo>
                  <a:lnTo>
                    <a:pt x="765" y="1251"/>
                  </a:lnTo>
                  <a:cubicBezTo>
                    <a:pt x="1055" y="1186"/>
                    <a:pt x="1270" y="933"/>
                    <a:pt x="1270" y="632"/>
                  </a:cubicBezTo>
                  <a:cubicBezTo>
                    <a:pt x="1270" y="284"/>
                    <a:pt x="982" y="1"/>
                    <a:pt x="62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1" name="Google Shape;15771;p31"/>
            <p:cNvSpPr/>
            <p:nvPr/>
          </p:nvSpPr>
          <p:spPr>
            <a:xfrm>
              <a:off x="5009819" y="1752678"/>
              <a:ext cx="79104" cy="79066"/>
            </a:xfrm>
            <a:custGeom>
              <a:rect b="b" l="l" r="r" t="t"/>
              <a:pathLst>
                <a:path extrusionOk="0" h="2087" w="2088">
                  <a:moveTo>
                    <a:pt x="1045" y="368"/>
                  </a:moveTo>
                  <a:cubicBezTo>
                    <a:pt x="1416" y="368"/>
                    <a:pt x="1720" y="671"/>
                    <a:pt x="1720" y="1044"/>
                  </a:cubicBezTo>
                  <a:cubicBezTo>
                    <a:pt x="1720" y="1416"/>
                    <a:pt x="1417" y="1719"/>
                    <a:pt x="1045" y="1719"/>
                  </a:cubicBezTo>
                  <a:cubicBezTo>
                    <a:pt x="673" y="1719"/>
                    <a:pt x="369" y="1417"/>
                    <a:pt x="369" y="1044"/>
                  </a:cubicBezTo>
                  <a:cubicBezTo>
                    <a:pt x="369" y="671"/>
                    <a:pt x="673" y="368"/>
                    <a:pt x="1045" y="368"/>
                  </a:cubicBezTo>
                  <a:close/>
                  <a:moveTo>
                    <a:pt x="1045" y="1"/>
                  </a:moveTo>
                  <a:cubicBezTo>
                    <a:pt x="469" y="1"/>
                    <a:pt x="0" y="469"/>
                    <a:pt x="0" y="1044"/>
                  </a:cubicBezTo>
                  <a:cubicBezTo>
                    <a:pt x="0" y="1619"/>
                    <a:pt x="469" y="2087"/>
                    <a:pt x="1045" y="2087"/>
                  </a:cubicBezTo>
                  <a:cubicBezTo>
                    <a:pt x="1621" y="2087"/>
                    <a:pt x="2088" y="1619"/>
                    <a:pt x="2088" y="1044"/>
                  </a:cubicBezTo>
                  <a:cubicBezTo>
                    <a:pt x="2088" y="468"/>
                    <a:pt x="1619"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2" name="Google Shape;15772;p31"/>
            <p:cNvSpPr/>
            <p:nvPr/>
          </p:nvSpPr>
          <p:spPr>
            <a:xfrm>
              <a:off x="4823652" y="1752943"/>
              <a:ext cx="40575" cy="78308"/>
            </a:xfrm>
            <a:custGeom>
              <a:rect b="b" l="l" r="r" t="t"/>
              <a:pathLst>
                <a:path extrusionOk="0" h="2067" w="1071">
                  <a:moveTo>
                    <a:pt x="183" y="1"/>
                  </a:moveTo>
                  <a:cubicBezTo>
                    <a:pt x="81" y="1"/>
                    <a:pt x="0" y="83"/>
                    <a:pt x="0" y="183"/>
                  </a:cubicBezTo>
                  <a:lnTo>
                    <a:pt x="0" y="1881"/>
                  </a:lnTo>
                  <a:cubicBezTo>
                    <a:pt x="0" y="1984"/>
                    <a:pt x="82" y="2066"/>
                    <a:pt x="185" y="2066"/>
                  </a:cubicBezTo>
                  <a:lnTo>
                    <a:pt x="874" y="2066"/>
                  </a:lnTo>
                  <a:cubicBezTo>
                    <a:pt x="969" y="2066"/>
                    <a:pt x="1054" y="1996"/>
                    <a:pt x="1062" y="1902"/>
                  </a:cubicBezTo>
                  <a:cubicBezTo>
                    <a:pt x="1071" y="1795"/>
                    <a:pt x="987" y="1706"/>
                    <a:pt x="882" y="1706"/>
                  </a:cubicBezTo>
                  <a:lnTo>
                    <a:pt x="362" y="1706"/>
                  </a:lnTo>
                  <a:lnTo>
                    <a:pt x="362" y="1215"/>
                  </a:lnTo>
                  <a:lnTo>
                    <a:pt x="822" y="1215"/>
                  </a:lnTo>
                  <a:cubicBezTo>
                    <a:pt x="918" y="1215"/>
                    <a:pt x="1003" y="1146"/>
                    <a:pt x="1011" y="1051"/>
                  </a:cubicBezTo>
                  <a:cubicBezTo>
                    <a:pt x="1020" y="943"/>
                    <a:pt x="937" y="854"/>
                    <a:pt x="832" y="854"/>
                  </a:cubicBezTo>
                  <a:lnTo>
                    <a:pt x="362" y="854"/>
                  </a:lnTo>
                  <a:lnTo>
                    <a:pt x="362" y="364"/>
                  </a:lnTo>
                  <a:lnTo>
                    <a:pt x="874" y="364"/>
                  </a:lnTo>
                  <a:lnTo>
                    <a:pt x="874" y="361"/>
                  </a:lnTo>
                  <a:cubicBezTo>
                    <a:pt x="969" y="361"/>
                    <a:pt x="1054" y="292"/>
                    <a:pt x="1062" y="198"/>
                  </a:cubicBezTo>
                  <a:cubicBezTo>
                    <a:pt x="1071" y="90"/>
                    <a:pt x="98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3" name="Google Shape;15773;p31"/>
            <p:cNvSpPr/>
            <p:nvPr/>
          </p:nvSpPr>
          <p:spPr>
            <a:xfrm>
              <a:off x="4979662" y="1686417"/>
              <a:ext cx="15154" cy="14055"/>
            </a:xfrm>
            <a:custGeom>
              <a:rect b="b" l="l" r="r" t="t"/>
              <a:pathLst>
                <a:path extrusionOk="0" h="371" w="400">
                  <a:moveTo>
                    <a:pt x="200" y="0"/>
                  </a:moveTo>
                  <a:cubicBezTo>
                    <a:pt x="191" y="0"/>
                    <a:pt x="181" y="1"/>
                    <a:pt x="171" y="3"/>
                  </a:cubicBezTo>
                  <a:cubicBezTo>
                    <a:pt x="70" y="18"/>
                    <a:pt x="0" y="115"/>
                    <a:pt x="17" y="215"/>
                  </a:cubicBezTo>
                  <a:cubicBezTo>
                    <a:pt x="31" y="306"/>
                    <a:pt x="111" y="370"/>
                    <a:pt x="201" y="370"/>
                  </a:cubicBezTo>
                  <a:cubicBezTo>
                    <a:pt x="210" y="370"/>
                    <a:pt x="220" y="370"/>
                    <a:pt x="230" y="368"/>
                  </a:cubicBezTo>
                  <a:cubicBezTo>
                    <a:pt x="330" y="352"/>
                    <a:pt x="399" y="257"/>
                    <a:pt x="383" y="157"/>
                  </a:cubicBezTo>
                  <a:cubicBezTo>
                    <a:pt x="369" y="65"/>
                    <a:pt x="289"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4" name="Google Shape;15774;p31"/>
            <p:cNvSpPr/>
            <p:nvPr/>
          </p:nvSpPr>
          <p:spPr>
            <a:xfrm>
              <a:off x="4980041" y="1615459"/>
              <a:ext cx="13752" cy="61298"/>
            </a:xfrm>
            <a:custGeom>
              <a:rect b="b" l="l" r="r" t="t"/>
              <a:pathLst>
                <a:path extrusionOk="0" h="1618" w="363">
                  <a:moveTo>
                    <a:pt x="184" y="0"/>
                  </a:moveTo>
                  <a:cubicBezTo>
                    <a:pt x="83" y="0"/>
                    <a:pt x="3" y="81"/>
                    <a:pt x="3" y="181"/>
                  </a:cubicBezTo>
                  <a:lnTo>
                    <a:pt x="3" y="1438"/>
                  </a:lnTo>
                  <a:cubicBezTo>
                    <a:pt x="1" y="1538"/>
                    <a:pt x="83" y="1618"/>
                    <a:pt x="182" y="1618"/>
                  </a:cubicBezTo>
                  <a:cubicBezTo>
                    <a:pt x="282" y="1618"/>
                    <a:pt x="362" y="1537"/>
                    <a:pt x="362" y="1438"/>
                  </a:cubicBezTo>
                  <a:lnTo>
                    <a:pt x="362" y="189"/>
                  </a:lnTo>
                  <a:cubicBezTo>
                    <a:pt x="362" y="94"/>
                    <a:pt x="293" y="9"/>
                    <a:pt x="199" y="1"/>
                  </a:cubicBezTo>
                  <a:cubicBezTo>
                    <a:pt x="194" y="0"/>
                    <a:pt x="189"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5" name="Google Shape;15775;p31"/>
            <p:cNvSpPr/>
            <p:nvPr/>
          </p:nvSpPr>
          <p:spPr>
            <a:xfrm>
              <a:off x="4903400" y="1580339"/>
              <a:ext cx="165141" cy="145365"/>
            </a:xfrm>
            <a:custGeom>
              <a:rect b="b" l="l" r="r" t="t"/>
              <a:pathLst>
                <a:path extrusionOk="0" h="3837" w="4359">
                  <a:moveTo>
                    <a:pt x="2216" y="0"/>
                  </a:moveTo>
                  <a:cubicBezTo>
                    <a:pt x="1977" y="0"/>
                    <a:pt x="1763" y="124"/>
                    <a:pt x="1644" y="330"/>
                  </a:cubicBezTo>
                  <a:lnTo>
                    <a:pt x="191" y="2844"/>
                  </a:lnTo>
                  <a:cubicBezTo>
                    <a:pt x="0" y="3176"/>
                    <a:pt x="116" y="3609"/>
                    <a:pt x="537" y="3817"/>
                  </a:cubicBezTo>
                  <a:cubicBezTo>
                    <a:pt x="562" y="3829"/>
                    <a:pt x="589" y="3836"/>
                    <a:pt x="618" y="3836"/>
                  </a:cubicBezTo>
                  <a:lnTo>
                    <a:pt x="1044" y="3836"/>
                  </a:lnTo>
                  <a:cubicBezTo>
                    <a:pt x="1057" y="3836"/>
                    <a:pt x="1070" y="3831"/>
                    <a:pt x="1080" y="3822"/>
                  </a:cubicBezTo>
                  <a:cubicBezTo>
                    <a:pt x="1241" y="3665"/>
                    <a:pt x="1132" y="3476"/>
                    <a:pt x="979" y="3476"/>
                  </a:cubicBezTo>
                  <a:lnTo>
                    <a:pt x="765" y="3476"/>
                  </a:lnTo>
                  <a:cubicBezTo>
                    <a:pt x="656" y="3476"/>
                    <a:pt x="560" y="3419"/>
                    <a:pt x="505" y="3326"/>
                  </a:cubicBezTo>
                  <a:cubicBezTo>
                    <a:pt x="452" y="3232"/>
                    <a:pt x="452" y="3121"/>
                    <a:pt x="505" y="3027"/>
                  </a:cubicBezTo>
                  <a:cubicBezTo>
                    <a:pt x="505" y="3027"/>
                    <a:pt x="1954" y="518"/>
                    <a:pt x="1958" y="512"/>
                  </a:cubicBezTo>
                  <a:cubicBezTo>
                    <a:pt x="2015" y="412"/>
                    <a:pt x="2116" y="362"/>
                    <a:pt x="2217" y="362"/>
                  </a:cubicBezTo>
                  <a:cubicBezTo>
                    <a:pt x="2318" y="362"/>
                    <a:pt x="2419" y="412"/>
                    <a:pt x="2476" y="512"/>
                  </a:cubicBezTo>
                  <a:lnTo>
                    <a:pt x="3928" y="3027"/>
                  </a:lnTo>
                  <a:cubicBezTo>
                    <a:pt x="3981" y="3121"/>
                    <a:pt x="3981" y="3232"/>
                    <a:pt x="3928" y="3326"/>
                  </a:cubicBezTo>
                  <a:cubicBezTo>
                    <a:pt x="3875" y="3420"/>
                    <a:pt x="3776" y="3476"/>
                    <a:pt x="3668" y="3476"/>
                  </a:cubicBezTo>
                  <a:lnTo>
                    <a:pt x="1764" y="3476"/>
                  </a:lnTo>
                  <a:cubicBezTo>
                    <a:pt x="1751" y="3476"/>
                    <a:pt x="1738" y="3481"/>
                    <a:pt x="1728" y="3491"/>
                  </a:cubicBezTo>
                  <a:cubicBezTo>
                    <a:pt x="1568" y="3648"/>
                    <a:pt x="1677" y="3836"/>
                    <a:pt x="1829" y="3836"/>
                  </a:cubicBezTo>
                  <a:lnTo>
                    <a:pt x="3667" y="3836"/>
                  </a:lnTo>
                  <a:cubicBezTo>
                    <a:pt x="3907" y="3836"/>
                    <a:pt x="4121" y="3713"/>
                    <a:pt x="4239" y="3506"/>
                  </a:cubicBezTo>
                  <a:cubicBezTo>
                    <a:pt x="4358" y="3299"/>
                    <a:pt x="4358" y="3053"/>
                    <a:pt x="4239" y="2847"/>
                  </a:cubicBezTo>
                  <a:lnTo>
                    <a:pt x="2714" y="204"/>
                  </a:lnTo>
                  <a:cubicBezTo>
                    <a:pt x="2699" y="179"/>
                    <a:pt x="2682" y="158"/>
                    <a:pt x="2658" y="142"/>
                  </a:cubicBezTo>
                  <a:cubicBezTo>
                    <a:pt x="2511" y="45"/>
                    <a:pt x="2359"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6" name="Google Shape;15776;p31"/>
            <p:cNvSpPr/>
            <p:nvPr/>
          </p:nvSpPr>
          <p:spPr>
            <a:xfrm>
              <a:off x="4749246" y="1463691"/>
              <a:ext cx="476669" cy="422077"/>
            </a:xfrm>
            <a:custGeom>
              <a:rect b="b" l="l" r="r" t="t"/>
              <a:pathLst>
                <a:path extrusionOk="0" h="11141" w="12582">
                  <a:moveTo>
                    <a:pt x="11967" y="362"/>
                  </a:moveTo>
                  <a:cubicBezTo>
                    <a:pt x="12107" y="362"/>
                    <a:pt x="12219" y="475"/>
                    <a:pt x="12219" y="613"/>
                  </a:cubicBezTo>
                  <a:lnTo>
                    <a:pt x="12219" y="1575"/>
                  </a:lnTo>
                  <a:lnTo>
                    <a:pt x="359" y="1575"/>
                  </a:lnTo>
                  <a:lnTo>
                    <a:pt x="359" y="613"/>
                  </a:lnTo>
                  <a:cubicBezTo>
                    <a:pt x="359" y="475"/>
                    <a:pt x="472" y="362"/>
                    <a:pt x="610" y="362"/>
                  </a:cubicBezTo>
                  <a:close/>
                  <a:moveTo>
                    <a:pt x="621" y="1"/>
                  </a:moveTo>
                  <a:cubicBezTo>
                    <a:pt x="278" y="1"/>
                    <a:pt x="1" y="278"/>
                    <a:pt x="1" y="622"/>
                  </a:cubicBezTo>
                  <a:lnTo>
                    <a:pt x="1" y="10520"/>
                  </a:lnTo>
                  <a:cubicBezTo>
                    <a:pt x="1" y="10863"/>
                    <a:pt x="278" y="11140"/>
                    <a:pt x="621" y="11140"/>
                  </a:cubicBezTo>
                  <a:lnTo>
                    <a:pt x="12391" y="11140"/>
                  </a:lnTo>
                  <a:cubicBezTo>
                    <a:pt x="12496" y="11140"/>
                    <a:pt x="12581" y="11055"/>
                    <a:pt x="12581" y="10950"/>
                  </a:cubicBezTo>
                  <a:lnTo>
                    <a:pt x="12581" y="3565"/>
                  </a:lnTo>
                  <a:cubicBezTo>
                    <a:pt x="12581" y="3550"/>
                    <a:pt x="12576" y="3534"/>
                    <a:pt x="12566" y="3524"/>
                  </a:cubicBezTo>
                  <a:cubicBezTo>
                    <a:pt x="12512" y="3468"/>
                    <a:pt x="12454" y="3445"/>
                    <a:pt x="12402" y="3445"/>
                  </a:cubicBezTo>
                  <a:cubicBezTo>
                    <a:pt x="12303" y="3445"/>
                    <a:pt x="12222" y="3528"/>
                    <a:pt x="12222" y="3630"/>
                  </a:cubicBezTo>
                  <a:lnTo>
                    <a:pt x="12222" y="10530"/>
                  </a:lnTo>
                  <a:cubicBezTo>
                    <a:pt x="12222" y="10668"/>
                    <a:pt x="12109" y="10781"/>
                    <a:pt x="11970" y="10781"/>
                  </a:cubicBezTo>
                  <a:lnTo>
                    <a:pt x="613" y="10781"/>
                  </a:lnTo>
                  <a:cubicBezTo>
                    <a:pt x="474" y="10781"/>
                    <a:pt x="362" y="10668"/>
                    <a:pt x="362" y="10530"/>
                  </a:cubicBezTo>
                  <a:lnTo>
                    <a:pt x="362" y="1968"/>
                  </a:lnTo>
                  <a:lnTo>
                    <a:pt x="12223" y="1968"/>
                  </a:lnTo>
                  <a:lnTo>
                    <a:pt x="12223" y="2816"/>
                  </a:lnTo>
                  <a:cubicBezTo>
                    <a:pt x="12220" y="2918"/>
                    <a:pt x="12302" y="3000"/>
                    <a:pt x="12401" y="3000"/>
                  </a:cubicBezTo>
                  <a:cubicBezTo>
                    <a:pt x="12501" y="3000"/>
                    <a:pt x="12581" y="2918"/>
                    <a:pt x="12581" y="2816"/>
                  </a:cubicBezTo>
                  <a:lnTo>
                    <a:pt x="12581" y="622"/>
                  </a:lnTo>
                  <a:cubicBezTo>
                    <a:pt x="12581" y="278"/>
                    <a:pt x="12304" y="1"/>
                    <a:pt x="1196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7" name="Google Shape;15777;p31"/>
            <p:cNvSpPr/>
            <p:nvPr/>
          </p:nvSpPr>
          <p:spPr>
            <a:xfrm>
              <a:off x="4797701" y="1491234"/>
              <a:ext cx="19624" cy="18753"/>
            </a:xfrm>
            <a:custGeom>
              <a:rect b="b" l="l" r="r" t="t"/>
              <a:pathLst>
                <a:path extrusionOk="0" h="495" w="518">
                  <a:moveTo>
                    <a:pt x="258" y="1"/>
                  </a:moveTo>
                  <a:cubicBezTo>
                    <a:pt x="250" y="1"/>
                    <a:pt x="243" y="1"/>
                    <a:pt x="235" y="2"/>
                  </a:cubicBezTo>
                  <a:cubicBezTo>
                    <a:pt x="99" y="15"/>
                    <a:pt x="0" y="136"/>
                    <a:pt x="14" y="272"/>
                  </a:cubicBezTo>
                  <a:cubicBezTo>
                    <a:pt x="26" y="400"/>
                    <a:pt x="132" y="494"/>
                    <a:pt x="258" y="494"/>
                  </a:cubicBezTo>
                  <a:cubicBezTo>
                    <a:pt x="266" y="494"/>
                    <a:pt x="275" y="494"/>
                    <a:pt x="283" y="493"/>
                  </a:cubicBezTo>
                  <a:cubicBezTo>
                    <a:pt x="419" y="480"/>
                    <a:pt x="518" y="360"/>
                    <a:pt x="504" y="224"/>
                  </a:cubicBezTo>
                  <a:cubicBezTo>
                    <a:pt x="492" y="96"/>
                    <a:pt x="384" y="1"/>
                    <a:pt x="25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8" name="Google Shape;15778;p31"/>
            <p:cNvSpPr/>
            <p:nvPr/>
          </p:nvSpPr>
          <p:spPr>
            <a:xfrm>
              <a:off x="4833426" y="1491234"/>
              <a:ext cx="19662" cy="18753"/>
            </a:xfrm>
            <a:custGeom>
              <a:rect b="b" l="l" r="r" t="t"/>
              <a:pathLst>
                <a:path extrusionOk="0" h="495" w="519">
                  <a:moveTo>
                    <a:pt x="259" y="1"/>
                  </a:moveTo>
                  <a:cubicBezTo>
                    <a:pt x="251" y="1"/>
                    <a:pt x="243" y="1"/>
                    <a:pt x="236" y="2"/>
                  </a:cubicBezTo>
                  <a:cubicBezTo>
                    <a:pt x="99" y="15"/>
                    <a:pt x="1" y="136"/>
                    <a:pt x="15" y="272"/>
                  </a:cubicBezTo>
                  <a:cubicBezTo>
                    <a:pt x="26" y="400"/>
                    <a:pt x="133" y="494"/>
                    <a:pt x="259" y="494"/>
                  </a:cubicBezTo>
                  <a:cubicBezTo>
                    <a:pt x="267" y="494"/>
                    <a:pt x="275" y="494"/>
                    <a:pt x="284" y="493"/>
                  </a:cubicBezTo>
                  <a:cubicBezTo>
                    <a:pt x="420" y="480"/>
                    <a:pt x="518" y="360"/>
                    <a:pt x="505" y="224"/>
                  </a:cubicBezTo>
                  <a:cubicBezTo>
                    <a:pt x="493" y="96"/>
                    <a:pt x="384" y="1"/>
                    <a:pt x="25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9" name="Google Shape;15779;p31"/>
            <p:cNvSpPr/>
            <p:nvPr/>
          </p:nvSpPr>
          <p:spPr>
            <a:xfrm>
              <a:off x="4868924" y="1491310"/>
              <a:ext cx="20079" cy="18715"/>
            </a:xfrm>
            <a:custGeom>
              <a:rect b="b" l="l" r="r" t="t"/>
              <a:pathLst>
                <a:path extrusionOk="0" h="494" w="530">
                  <a:moveTo>
                    <a:pt x="264" y="1"/>
                  </a:moveTo>
                  <a:cubicBezTo>
                    <a:pt x="146" y="1"/>
                    <a:pt x="41" y="86"/>
                    <a:pt x="21" y="208"/>
                  </a:cubicBezTo>
                  <a:cubicBezTo>
                    <a:pt x="0" y="343"/>
                    <a:pt x="90" y="469"/>
                    <a:pt x="225" y="491"/>
                  </a:cubicBezTo>
                  <a:cubicBezTo>
                    <a:pt x="239" y="493"/>
                    <a:pt x="252" y="494"/>
                    <a:pt x="265" y="494"/>
                  </a:cubicBezTo>
                  <a:cubicBezTo>
                    <a:pt x="384" y="494"/>
                    <a:pt x="488" y="409"/>
                    <a:pt x="508" y="287"/>
                  </a:cubicBezTo>
                  <a:cubicBezTo>
                    <a:pt x="529" y="151"/>
                    <a:pt x="439" y="26"/>
                    <a:pt x="304" y="4"/>
                  </a:cubicBezTo>
                  <a:cubicBezTo>
                    <a:pt x="291" y="2"/>
                    <a:pt x="277" y="1"/>
                    <a:pt x="2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780" name="Google Shape;15780;p31"/>
          <p:cNvSpPr/>
          <p:nvPr/>
        </p:nvSpPr>
        <p:spPr>
          <a:xfrm>
            <a:off x="3393586" y="2031202"/>
            <a:ext cx="140695" cy="161274"/>
          </a:xfrm>
          <a:custGeom>
            <a:rect b="b" l="l" r="r" t="t"/>
            <a:pathLst>
              <a:path extrusionOk="0" h="4514" w="3938">
                <a:moveTo>
                  <a:pt x="1954" y="1"/>
                </a:moveTo>
                <a:cubicBezTo>
                  <a:pt x="1897" y="1"/>
                  <a:pt x="1842" y="28"/>
                  <a:pt x="1807" y="74"/>
                </a:cubicBezTo>
                <a:cubicBezTo>
                  <a:pt x="1802" y="80"/>
                  <a:pt x="1444" y="544"/>
                  <a:pt x="686" y="544"/>
                </a:cubicBezTo>
                <a:cubicBezTo>
                  <a:pt x="555" y="544"/>
                  <a:pt x="412" y="530"/>
                  <a:pt x="257" y="497"/>
                </a:cubicBezTo>
                <a:cubicBezTo>
                  <a:pt x="244" y="495"/>
                  <a:pt x="231" y="493"/>
                  <a:pt x="218" y="493"/>
                </a:cubicBezTo>
                <a:cubicBezTo>
                  <a:pt x="179" y="493"/>
                  <a:pt x="141" y="506"/>
                  <a:pt x="109" y="530"/>
                </a:cubicBezTo>
                <a:cubicBezTo>
                  <a:pt x="67" y="561"/>
                  <a:pt x="39" y="609"/>
                  <a:pt x="36" y="663"/>
                </a:cubicBezTo>
                <a:cubicBezTo>
                  <a:pt x="34" y="682"/>
                  <a:pt x="0" y="1134"/>
                  <a:pt x="88" y="1738"/>
                </a:cubicBezTo>
                <a:cubicBezTo>
                  <a:pt x="102" y="1829"/>
                  <a:pt x="180" y="1894"/>
                  <a:pt x="270" y="1894"/>
                </a:cubicBezTo>
                <a:cubicBezTo>
                  <a:pt x="279" y="1894"/>
                  <a:pt x="288" y="1894"/>
                  <a:pt x="298" y="1892"/>
                </a:cubicBezTo>
                <a:cubicBezTo>
                  <a:pt x="398" y="1878"/>
                  <a:pt x="467" y="1783"/>
                  <a:pt x="453" y="1683"/>
                </a:cubicBezTo>
                <a:cubicBezTo>
                  <a:pt x="404" y="1354"/>
                  <a:pt x="395" y="1071"/>
                  <a:pt x="397" y="893"/>
                </a:cubicBezTo>
                <a:lnTo>
                  <a:pt x="397" y="893"/>
                </a:lnTo>
                <a:cubicBezTo>
                  <a:pt x="500" y="907"/>
                  <a:pt x="598" y="912"/>
                  <a:pt x="692" y="912"/>
                </a:cubicBezTo>
                <a:cubicBezTo>
                  <a:pt x="1335" y="912"/>
                  <a:pt x="1751" y="631"/>
                  <a:pt x="1956" y="448"/>
                </a:cubicBezTo>
                <a:cubicBezTo>
                  <a:pt x="2159" y="633"/>
                  <a:pt x="2575" y="912"/>
                  <a:pt x="3217" y="912"/>
                </a:cubicBezTo>
                <a:cubicBezTo>
                  <a:pt x="3312" y="912"/>
                  <a:pt x="3412" y="906"/>
                  <a:pt x="3516" y="892"/>
                </a:cubicBezTo>
                <a:lnTo>
                  <a:pt x="3516" y="892"/>
                </a:lnTo>
                <a:cubicBezTo>
                  <a:pt x="3520" y="1140"/>
                  <a:pt x="3505" y="1594"/>
                  <a:pt x="3385" y="2095"/>
                </a:cubicBezTo>
                <a:cubicBezTo>
                  <a:pt x="3159" y="3043"/>
                  <a:pt x="2677" y="3725"/>
                  <a:pt x="1953" y="4122"/>
                </a:cubicBezTo>
                <a:cubicBezTo>
                  <a:pt x="1341" y="3801"/>
                  <a:pt x="900" y="3250"/>
                  <a:pt x="640" y="2480"/>
                </a:cubicBezTo>
                <a:cubicBezTo>
                  <a:pt x="614" y="2403"/>
                  <a:pt x="542" y="2354"/>
                  <a:pt x="465" y="2354"/>
                </a:cubicBezTo>
                <a:cubicBezTo>
                  <a:pt x="446" y="2354"/>
                  <a:pt x="426" y="2357"/>
                  <a:pt x="408" y="2364"/>
                </a:cubicBezTo>
                <a:cubicBezTo>
                  <a:pt x="310" y="2396"/>
                  <a:pt x="259" y="2500"/>
                  <a:pt x="290" y="2597"/>
                </a:cubicBezTo>
                <a:cubicBezTo>
                  <a:pt x="593" y="3498"/>
                  <a:pt x="1126" y="4137"/>
                  <a:pt x="1875" y="4495"/>
                </a:cubicBezTo>
                <a:cubicBezTo>
                  <a:pt x="1900" y="4507"/>
                  <a:pt x="1927" y="4514"/>
                  <a:pt x="1954" y="4514"/>
                </a:cubicBezTo>
                <a:cubicBezTo>
                  <a:pt x="1984" y="4514"/>
                  <a:pt x="2011" y="4507"/>
                  <a:pt x="2037" y="4494"/>
                </a:cubicBezTo>
                <a:cubicBezTo>
                  <a:pt x="2898" y="4058"/>
                  <a:pt x="3489" y="3254"/>
                  <a:pt x="3745" y="2169"/>
                </a:cubicBezTo>
                <a:cubicBezTo>
                  <a:pt x="3937" y="1361"/>
                  <a:pt x="3876" y="688"/>
                  <a:pt x="3874" y="659"/>
                </a:cubicBezTo>
                <a:cubicBezTo>
                  <a:pt x="3869" y="606"/>
                  <a:pt x="3843" y="559"/>
                  <a:pt x="3799" y="528"/>
                </a:cubicBezTo>
                <a:cubicBezTo>
                  <a:pt x="3768" y="505"/>
                  <a:pt x="3731" y="493"/>
                  <a:pt x="3692" y="493"/>
                </a:cubicBezTo>
                <a:cubicBezTo>
                  <a:pt x="3679" y="493"/>
                  <a:pt x="3666" y="494"/>
                  <a:pt x="3652" y="497"/>
                </a:cubicBezTo>
                <a:cubicBezTo>
                  <a:pt x="3496" y="530"/>
                  <a:pt x="3352" y="544"/>
                  <a:pt x="3221" y="544"/>
                </a:cubicBezTo>
                <a:cubicBezTo>
                  <a:pt x="2474" y="544"/>
                  <a:pt x="2118" y="96"/>
                  <a:pt x="2102" y="74"/>
                </a:cubicBezTo>
                <a:cubicBezTo>
                  <a:pt x="2068" y="28"/>
                  <a:pt x="2013"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1" name="Google Shape;15781;p31"/>
          <p:cNvSpPr/>
          <p:nvPr/>
        </p:nvSpPr>
        <p:spPr>
          <a:xfrm>
            <a:off x="3239114" y="1995903"/>
            <a:ext cx="449631" cy="449452"/>
          </a:xfrm>
          <a:custGeom>
            <a:rect b="b" l="l" r="r" t="t"/>
            <a:pathLst>
              <a:path extrusionOk="0" h="12580" w="12585">
                <a:moveTo>
                  <a:pt x="6286" y="455"/>
                </a:moveTo>
                <a:cubicBezTo>
                  <a:pt x="6398" y="564"/>
                  <a:pt x="6576" y="711"/>
                  <a:pt x="6821" y="842"/>
                </a:cubicBezTo>
                <a:cubicBezTo>
                  <a:pt x="7117" y="1002"/>
                  <a:pt x="7560" y="1163"/>
                  <a:pt x="8143" y="1163"/>
                </a:cubicBezTo>
                <a:cubicBezTo>
                  <a:pt x="8305" y="1163"/>
                  <a:pt x="8478" y="1150"/>
                  <a:pt x="8661" y="1122"/>
                </a:cubicBezTo>
                <a:lnTo>
                  <a:pt x="8661" y="1122"/>
                </a:lnTo>
                <a:cubicBezTo>
                  <a:pt x="8686" y="1465"/>
                  <a:pt x="8708" y="2225"/>
                  <a:pt x="8530" y="3067"/>
                </a:cubicBezTo>
                <a:cubicBezTo>
                  <a:pt x="8391" y="3730"/>
                  <a:pt x="8153" y="4311"/>
                  <a:pt x="7828" y="4796"/>
                </a:cubicBezTo>
                <a:cubicBezTo>
                  <a:pt x="7440" y="5373"/>
                  <a:pt x="6921" y="5814"/>
                  <a:pt x="6286" y="6105"/>
                </a:cubicBezTo>
                <a:cubicBezTo>
                  <a:pt x="5652" y="5814"/>
                  <a:pt x="5134" y="5376"/>
                  <a:pt x="4746" y="4800"/>
                </a:cubicBezTo>
                <a:cubicBezTo>
                  <a:pt x="4421" y="4318"/>
                  <a:pt x="4184" y="3738"/>
                  <a:pt x="4042" y="3075"/>
                </a:cubicBezTo>
                <a:cubicBezTo>
                  <a:pt x="3862" y="2232"/>
                  <a:pt x="3884" y="1466"/>
                  <a:pt x="3909" y="1122"/>
                </a:cubicBezTo>
                <a:lnTo>
                  <a:pt x="3909" y="1122"/>
                </a:lnTo>
                <a:cubicBezTo>
                  <a:pt x="4092" y="1150"/>
                  <a:pt x="4265" y="1163"/>
                  <a:pt x="4427" y="1163"/>
                </a:cubicBezTo>
                <a:cubicBezTo>
                  <a:pt x="5009" y="1163"/>
                  <a:pt x="5453" y="1002"/>
                  <a:pt x="5749" y="842"/>
                </a:cubicBezTo>
                <a:cubicBezTo>
                  <a:pt x="5994" y="710"/>
                  <a:pt x="6173" y="564"/>
                  <a:pt x="6286" y="455"/>
                </a:cubicBezTo>
                <a:close/>
                <a:moveTo>
                  <a:pt x="11907" y="2488"/>
                </a:moveTo>
                <a:cubicBezTo>
                  <a:pt x="12065" y="2488"/>
                  <a:pt x="12193" y="2615"/>
                  <a:pt x="12193" y="2773"/>
                </a:cubicBezTo>
                <a:lnTo>
                  <a:pt x="12191" y="9239"/>
                </a:lnTo>
                <a:lnTo>
                  <a:pt x="11733" y="9239"/>
                </a:lnTo>
                <a:lnTo>
                  <a:pt x="11733" y="6384"/>
                </a:lnTo>
                <a:cubicBezTo>
                  <a:pt x="11733" y="6296"/>
                  <a:pt x="11675" y="6216"/>
                  <a:pt x="11588" y="6198"/>
                </a:cubicBezTo>
                <a:cubicBezTo>
                  <a:pt x="11576" y="6196"/>
                  <a:pt x="11563" y="6194"/>
                  <a:pt x="11551" y="6194"/>
                </a:cubicBezTo>
                <a:cubicBezTo>
                  <a:pt x="11452" y="6194"/>
                  <a:pt x="11372" y="6277"/>
                  <a:pt x="11372" y="6379"/>
                </a:cubicBezTo>
                <a:lnTo>
                  <a:pt x="11372" y="9205"/>
                </a:lnTo>
                <a:lnTo>
                  <a:pt x="1182" y="9205"/>
                </a:lnTo>
                <a:lnTo>
                  <a:pt x="1182" y="3372"/>
                </a:lnTo>
                <a:cubicBezTo>
                  <a:pt x="1182" y="3336"/>
                  <a:pt x="1210" y="3307"/>
                  <a:pt x="1246" y="3307"/>
                </a:cubicBezTo>
                <a:lnTo>
                  <a:pt x="3711" y="3307"/>
                </a:lnTo>
                <a:cubicBezTo>
                  <a:pt x="3866" y="3940"/>
                  <a:pt x="4105" y="4504"/>
                  <a:pt x="4427" y="4981"/>
                </a:cubicBezTo>
                <a:cubicBezTo>
                  <a:pt x="4870" y="5641"/>
                  <a:pt x="5469" y="6139"/>
                  <a:pt x="6204" y="6459"/>
                </a:cubicBezTo>
                <a:cubicBezTo>
                  <a:pt x="6226" y="6469"/>
                  <a:pt x="6252" y="6474"/>
                  <a:pt x="6278" y="6474"/>
                </a:cubicBezTo>
                <a:cubicBezTo>
                  <a:pt x="6303" y="6474"/>
                  <a:pt x="6329" y="6469"/>
                  <a:pt x="6351" y="6459"/>
                </a:cubicBezTo>
                <a:cubicBezTo>
                  <a:pt x="7087" y="6139"/>
                  <a:pt x="7685" y="5642"/>
                  <a:pt x="8129" y="4981"/>
                </a:cubicBezTo>
                <a:cubicBezTo>
                  <a:pt x="8449" y="4504"/>
                  <a:pt x="8689" y="3940"/>
                  <a:pt x="8843" y="3307"/>
                </a:cubicBezTo>
                <a:lnTo>
                  <a:pt x="11309" y="3307"/>
                </a:lnTo>
                <a:cubicBezTo>
                  <a:pt x="11344" y="3307"/>
                  <a:pt x="11373" y="3336"/>
                  <a:pt x="11373" y="3372"/>
                </a:cubicBezTo>
                <a:lnTo>
                  <a:pt x="11373" y="5597"/>
                </a:lnTo>
                <a:cubicBezTo>
                  <a:pt x="11373" y="5683"/>
                  <a:pt x="11429" y="5763"/>
                  <a:pt x="11514" y="5782"/>
                </a:cubicBezTo>
                <a:cubicBezTo>
                  <a:pt x="11527" y="5785"/>
                  <a:pt x="11541" y="5786"/>
                  <a:pt x="11553" y="5786"/>
                </a:cubicBezTo>
                <a:cubicBezTo>
                  <a:pt x="11653" y="5786"/>
                  <a:pt x="11734" y="5701"/>
                  <a:pt x="11734" y="5597"/>
                </a:cubicBezTo>
                <a:lnTo>
                  <a:pt x="11734" y="3411"/>
                </a:lnTo>
                <a:cubicBezTo>
                  <a:pt x="11734" y="3173"/>
                  <a:pt x="11540" y="2979"/>
                  <a:pt x="11300" y="2979"/>
                </a:cubicBezTo>
                <a:lnTo>
                  <a:pt x="8978" y="2979"/>
                </a:lnTo>
                <a:cubicBezTo>
                  <a:pt x="9009" y="2809"/>
                  <a:pt x="9031" y="2645"/>
                  <a:pt x="9047" y="2488"/>
                </a:cubicBezTo>
                <a:close/>
                <a:moveTo>
                  <a:pt x="3637" y="2491"/>
                </a:moveTo>
                <a:cubicBezTo>
                  <a:pt x="3655" y="2649"/>
                  <a:pt x="3679" y="2812"/>
                  <a:pt x="3710" y="2981"/>
                </a:cubicBezTo>
                <a:lnTo>
                  <a:pt x="1253" y="2981"/>
                </a:lnTo>
                <a:cubicBezTo>
                  <a:pt x="1013" y="2981"/>
                  <a:pt x="820" y="3175"/>
                  <a:pt x="820" y="3415"/>
                </a:cubicBezTo>
                <a:lnTo>
                  <a:pt x="820" y="9241"/>
                </a:lnTo>
                <a:lnTo>
                  <a:pt x="361" y="9241"/>
                </a:lnTo>
                <a:lnTo>
                  <a:pt x="361" y="2776"/>
                </a:lnTo>
                <a:lnTo>
                  <a:pt x="363" y="2776"/>
                </a:lnTo>
                <a:cubicBezTo>
                  <a:pt x="363" y="2618"/>
                  <a:pt x="491" y="2491"/>
                  <a:pt x="648" y="2491"/>
                </a:cubicBezTo>
                <a:close/>
                <a:moveTo>
                  <a:pt x="12191" y="9598"/>
                </a:moveTo>
                <a:lnTo>
                  <a:pt x="12191" y="10155"/>
                </a:lnTo>
                <a:cubicBezTo>
                  <a:pt x="12191" y="10318"/>
                  <a:pt x="12059" y="10451"/>
                  <a:pt x="11896" y="10451"/>
                </a:cubicBezTo>
                <a:lnTo>
                  <a:pt x="649" y="10451"/>
                </a:lnTo>
                <a:cubicBezTo>
                  <a:pt x="491" y="10451"/>
                  <a:pt x="363" y="10322"/>
                  <a:pt x="363" y="10164"/>
                </a:cubicBezTo>
                <a:lnTo>
                  <a:pt x="363" y="9598"/>
                </a:lnTo>
                <a:close/>
                <a:moveTo>
                  <a:pt x="7021" y="10812"/>
                </a:moveTo>
                <a:cubicBezTo>
                  <a:pt x="7071" y="11102"/>
                  <a:pt x="7192" y="11731"/>
                  <a:pt x="7403" y="12221"/>
                </a:cubicBezTo>
                <a:lnTo>
                  <a:pt x="5167" y="12221"/>
                </a:lnTo>
                <a:cubicBezTo>
                  <a:pt x="5378" y="11731"/>
                  <a:pt x="5500" y="11102"/>
                  <a:pt x="5548" y="10812"/>
                </a:cubicBezTo>
                <a:close/>
                <a:moveTo>
                  <a:pt x="6292" y="0"/>
                </a:moveTo>
                <a:cubicBezTo>
                  <a:pt x="6234" y="0"/>
                  <a:pt x="6181" y="27"/>
                  <a:pt x="6145" y="74"/>
                </a:cubicBezTo>
                <a:cubicBezTo>
                  <a:pt x="6143" y="77"/>
                  <a:pt x="5950" y="326"/>
                  <a:pt x="5565" y="532"/>
                </a:cubicBezTo>
                <a:cubicBezTo>
                  <a:pt x="5226" y="713"/>
                  <a:pt x="4850" y="804"/>
                  <a:pt x="4441" y="804"/>
                </a:cubicBezTo>
                <a:cubicBezTo>
                  <a:pt x="4232" y="804"/>
                  <a:pt x="4015" y="780"/>
                  <a:pt x="3790" y="732"/>
                </a:cubicBezTo>
                <a:cubicBezTo>
                  <a:pt x="3774" y="729"/>
                  <a:pt x="3759" y="727"/>
                  <a:pt x="3744" y="727"/>
                </a:cubicBezTo>
                <a:cubicBezTo>
                  <a:pt x="3739" y="727"/>
                  <a:pt x="3733" y="728"/>
                  <a:pt x="3728" y="728"/>
                </a:cubicBezTo>
                <a:cubicBezTo>
                  <a:pt x="3639" y="740"/>
                  <a:pt x="3577" y="808"/>
                  <a:pt x="3567" y="888"/>
                </a:cubicBezTo>
                <a:cubicBezTo>
                  <a:pt x="3564" y="918"/>
                  <a:pt x="3499" y="1420"/>
                  <a:pt x="3545" y="2129"/>
                </a:cubicBezTo>
                <a:lnTo>
                  <a:pt x="656" y="2129"/>
                </a:lnTo>
                <a:cubicBezTo>
                  <a:pt x="294" y="2129"/>
                  <a:pt x="0" y="2423"/>
                  <a:pt x="0" y="2784"/>
                </a:cubicBezTo>
                <a:lnTo>
                  <a:pt x="0" y="10157"/>
                </a:lnTo>
                <a:cubicBezTo>
                  <a:pt x="0" y="10519"/>
                  <a:pt x="294" y="10812"/>
                  <a:pt x="656" y="10812"/>
                </a:cubicBezTo>
                <a:lnTo>
                  <a:pt x="5172" y="10812"/>
                </a:lnTo>
                <a:cubicBezTo>
                  <a:pt x="5114" y="11144"/>
                  <a:pt x="4979" y="11798"/>
                  <a:pt x="4759" y="12221"/>
                </a:cubicBezTo>
                <a:lnTo>
                  <a:pt x="3740" y="12221"/>
                </a:lnTo>
                <a:cubicBezTo>
                  <a:pt x="3653" y="12221"/>
                  <a:pt x="3571" y="12278"/>
                  <a:pt x="3554" y="12364"/>
                </a:cubicBezTo>
                <a:cubicBezTo>
                  <a:pt x="3530" y="12479"/>
                  <a:pt x="3621" y="12580"/>
                  <a:pt x="3734" y="12580"/>
                </a:cubicBezTo>
                <a:lnTo>
                  <a:pt x="8829" y="12580"/>
                </a:lnTo>
                <a:cubicBezTo>
                  <a:pt x="8925" y="12580"/>
                  <a:pt x="9010" y="12511"/>
                  <a:pt x="9019" y="12417"/>
                </a:cubicBezTo>
                <a:cubicBezTo>
                  <a:pt x="9028" y="12310"/>
                  <a:pt x="8943" y="12221"/>
                  <a:pt x="8836" y="12221"/>
                </a:cubicBezTo>
                <a:lnTo>
                  <a:pt x="7827" y="12221"/>
                </a:lnTo>
                <a:cubicBezTo>
                  <a:pt x="7607" y="11798"/>
                  <a:pt x="7471" y="11144"/>
                  <a:pt x="7414" y="10812"/>
                </a:cubicBezTo>
                <a:lnTo>
                  <a:pt x="11930" y="10812"/>
                </a:lnTo>
                <a:cubicBezTo>
                  <a:pt x="12292" y="10812"/>
                  <a:pt x="12584" y="10519"/>
                  <a:pt x="12584" y="10157"/>
                </a:cubicBezTo>
                <a:lnTo>
                  <a:pt x="12584" y="2787"/>
                </a:lnTo>
                <a:cubicBezTo>
                  <a:pt x="12583" y="2425"/>
                  <a:pt x="12290" y="2129"/>
                  <a:pt x="11929" y="2129"/>
                </a:cubicBezTo>
                <a:lnTo>
                  <a:pt x="9040" y="2129"/>
                </a:lnTo>
                <a:cubicBezTo>
                  <a:pt x="9085" y="1420"/>
                  <a:pt x="9021" y="918"/>
                  <a:pt x="9017" y="888"/>
                </a:cubicBezTo>
                <a:cubicBezTo>
                  <a:pt x="9011" y="837"/>
                  <a:pt x="8984" y="791"/>
                  <a:pt x="8942" y="761"/>
                </a:cubicBezTo>
                <a:cubicBezTo>
                  <a:pt x="8910" y="739"/>
                  <a:pt x="8873" y="727"/>
                  <a:pt x="8836" y="727"/>
                </a:cubicBezTo>
                <a:cubicBezTo>
                  <a:pt x="8823" y="727"/>
                  <a:pt x="8810" y="729"/>
                  <a:pt x="8797" y="731"/>
                </a:cubicBezTo>
                <a:cubicBezTo>
                  <a:pt x="8572" y="778"/>
                  <a:pt x="8355" y="802"/>
                  <a:pt x="8146" y="802"/>
                </a:cubicBezTo>
                <a:cubicBezTo>
                  <a:pt x="7737" y="802"/>
                  <a:pt x="7360" y="712"/>
                  <a:pt x="7020" y="530"/>
                </a:cubicBezTo>
                <a:cubicBezTo>
                  <a:pt x="6634" y="326"/>
                  <a:pt x="6443" y="75"/>
                  <a:pt x="6440" y="74"/>
                </a:cubicBezTo>
                <a:cubicBezTo>
                  <a:pt x="6405" y="27"/>
                  <a:pt x="6351" y="0"/>
                  <a:pt x="629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2" name="Google Shape;15782;p31"/>
          <p:cNvSpPr/>
          <p:nvPr/>
        </p:nvSpPr>
        <p:spPr>
          <a:xfrm>
            <a:off x="3330454" y="2247538"/>
            <a:ext cx="266956" cy="38729"/>
          </a:xfrm>
          <a:custGeom>
            <a:rect b="b" l="l" r="r" t="t"/>
            <a:pathLst>
              <a:path extrusionOk="0" h="1084" w="7472">
                <a:moveTo>
                  <a:pt x="5602" y="361"/>
                </a:moveTo>
                <a:lnTo>
                  <a:pt x="5602" y="688"/>
                </a:lnTo>
                <a:lnTo>
                  <a:pt x="360" y="688"/>
                </a:lnTo>
                <a:lnTo>
                  <a:pt x="360" y="361"/>
                </a:lnTo>
                <a:close/>
                <a:moveTo>
                  <a:pt x="7077" y="361"/>
                </a:moveTo>
                <a:lnTo>
                  <a:pt x="7077" y="688"/>
                </a:lnTo>
                <a:lnTo>
                  <a:pt x="5964" y="688"/>
                </a:lnTo>
                <a:lnTo>
                  <a:pt x="5964" y="361"/>
                </a:lnTo>
                <a:close/>
                <a:moveTo>
                  <a:pt x="184" y="1"/>
                </a:moveTo>
                <a:cubicBezTo>
                  <a:pt x="83" y="1"/>
                  <a:pt x="0" y="83"/>
                  <a:pt x="0" y="185"/>
                </a:cubicBezTo>
                <a:lnTo>
                  <a:pt x="0" y="899"/>
                </a:lnTo>
                <a:cubicBezTo>
                  <a:pt x="0" y="1001"/>
                  <a:pt x="83" y="1084"/>
                  <a:pt x="184" y="1084"/>
                </a:cubicBezTo>
                <a:lnTo>
                  <a:pt x="7287" y="1084"/>
                </a:lnTo>
                <a:cubicBezTo>
                  <a:pt x="7389" y="1084"/>
                  <a:pt x="7472" y="1001"/>
                  <a:pt x="7472" y="899"/>
                </a:cubicBezTo>
                <a:lnTo>
                  <a:pt x="7472" y="187"/>
                </a:lnTo>
                <a:cubicBezTo>
                  <a:pt x="7470" y="83"/>
                  <a:pt x="7388" y="1"/>
                  <a:pt x="72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783" name="Google Shape;15783;p31"/>
          <p:cNvGrpSpPr/>
          <p:nvPr/>
        </p:nvGrpSpPr>
        <p:grpSpPr>
          <a:xfrm>
            <a:off x="4000277" y="1995900"/>
            <a:ext cx="332604" cy="449511"/>
            <a:chOff x="3965670" y="1436452"/>
            <a:chExt cx="352671" cy="476631"/>
          </a:xfrm>
        </p:grpSpPr>
        <p:sp>
          <p:nvSpPr>
            <p:cNvPr id="15784" name="Google Shape;15784;p31"/>
            <p:cNvSpPr/>
            <p:nvPr/>
          </p:nvSpPr>
          <p:spPr>
            <a:xfrm>
              <a:off x="4020755" y="1506160"/>
              <a:ext cx="64783" cy="64821"/>
            </a:xfrm>
            <a:custGeom>
              <a:rect b="b" l="l" r="r" t="t"/>
              <a:pathLst>
                <a:path extrusionOk="0" h="1711" w="171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0" y="385"/>
                    <a:pt x="0" y="856"/>
                  </a:cubicBezTo>
                  <a:cubicBezTo>
                    <a:pt x="1" y="1327"/>
                    <a:pt x="384" y="1711"/>
                    <a:pt x="855" y="1711"/>
                  </a:cubicBezTo>
                  <a:cubicBezTo>
                    <a:pt x="1326" y="1711"/>
                    <a:pt x="1709" y="1327"/>
                    <a:pt x="1709" y="856"/>
                  </a:cubicBezTo>
                  <a:cubicBezTo>
                    <a:pt x="1709" y="385"/>
                    <a:pt x="1326"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5" name="Google Shape;15785;p31"/>
            <p:cNvSpPr/>
            <p:nvPr/>
          </p:nvSpPr>
          <p:spPr>
            <a:xfrm>
              <a:off x="4109179" y="1506160"/>
              <a:ext cx="64783" cy="64821"/>
            </a:xfrm>
            <a:custGeom>
              <a:rect b="b" l="l" r="r" t="t"/>
              <a:pathLst>
                <a:path extrusionOk="0" h="1711" w="1710">
                  <a:moveTo>
                    <a:pt x="855" y="369"/>
                  </a:moveTo>
                  <a:cubicBezTo>
                    <a:pt x="1123" y="369"/>
                    <a:pt x="1342" y="587"/>
                    <a:pt x="1342" y="856"/>
                  </a:cubicBezTo>
                  <a:cubicBezTo>
                    <a:pt x="1342" y="1124"/>
                    <a:pt x="1123" y="1343"/>
                    <a:pt x="855" y="1343"/>
                  </a:cubicBezTo>
                  <a:cubicBezTo>
                    <a:pt x="587" y="1343"/>
                    <a:pt x="368" y="1124"/>
                    <a:pt x="368" y="856"/>
                  </a:cubicBezTo>
                  <a:cubicBezTo>
                    <a:pt x="368" y="587"/>
                    <a:pt x="587" y="369"/>
                    <a:pt x="855" y="369"/>
                  </a:cubicBezTo>
                  <a:close/>
                  <a:moveTo>
                    <a:pt x="855" y="0"/>
                  </a:moveTo>
                  <a:cubicBezTo>
                    <a:pt x="384" y="0"/>
                    <a:pt x="1" y="385"/>
                    <a:pt x="1" y="856"/>
                  </a:cubicBezTo>
                  <a:cubicBezTo>
                    <a:pt x="2" y="1327"/>
                    <a:pt x="384" y="1711"/>
                    <a:pt x="855" y="1711"/>
                  </a:cubicBezTo>
                  <a:cubicBezTo>
                    <a:pt x="1327" y="1711"/>
                    <a:pt x="1710" y="1327"/>
                    <a:pt x="1710" y="856"/>
                  </a:cubicBezTo>
                  <a:cubicBezTo>
                    <a:pt x="1710" y="385"/>
                    <a:pt x="1327"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6" name="Google Shape;15786;p31"/>
            <p:cNvSpPr/>
            <p:nvPr/>
          </p:nvSpPr>
          <p:spPr>
            <a:xfrm>
              <a:off x="4197602" y="1506160"/>
              <a:ext cx="64821" cy="64821"/>
            </a:xfrm>
            <a:custGeom>
              <a:rect b="b" l="l" r="r" t="t"/>
              <a:pathLst>
                <a:path extrusionOk="0" h="1711" w="1711">
                  <a:moveTo>
                    <a:pt x="856" y="369"/>
                  </a:moveTo>
                  <a:cubicBezTo>
                    <a:pt x="1124" y="369"/>
                    <a:pt x="1343" y="587"/>
                    <a:pt x="1343" y="856"/>
                  </a:cubicBezTo>
                  <a:cubicBezTo>
                    <a:pt x="1343" y="1124"/>
                    <a:pt x="1124" y="1343"/>
                    <a:pt x="856" y="1343"/>
                  </a:cubicBezTo>
                  <a:cubicBezTo>
                    <a:pt x="587" y="1343"/>
                    <a:pt x="369" y="1124"/>
                    <a:pt x="369" y="856"/>
                  </a:cubicBezTo>
                  <a:cubicBezTo>
                    <a:pt x="369" y="587"/>
                    <a:pt x="587" y="369"/>
                    <a:pt x="856" y="369"/>
                  </a:cubicBezTo>
                  <a:close/>
                  <a:moveTo>
                    <a:pt x="856" y="0"/>
                  </a:moveTo>
                  <a:cubicBezTo>
                    <a:pt x="385" y="0"/>
                    <a:pt x="0" y="385"/>
                    <a:pt x="0" y="856"/>
                  </a:cubicBezTo>
                  <a:cubicBezTo>
                    <a:pt x="0" y="1327"/>
                    <a:pt x="385" y="1711"/>
                    <a:pt x="856" y="1711"/>
                  </a:cubicBezTo>
                  <a:cubicBezTo>
                    <a:pt x="1327" y="1711"/>
                    <a:pt x="1711" y="1327"/>
                    <a:pt x="1711" y="856"/>
                  </a:cubicBezTo>
                  <a:cubicBezTo>
                    <a:pt x="1711" y="385"/>
                    <a:pt x="1327" y="0"/>
                    <a:pt x="85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7" name="Google Shape;15787;p31"/>
            <p:cNvSpPr/>
            <p:nvPr/>
          </p:nvSpPr>
          <p:spPr>
            <a:xfrm>
              <a:off x="4017156" y="1581703"/>
              <a:ext cx="71944" cy="13676"/>
            </a:xfrm>
            <a:custGeom>
              <a:rect b="b" l="l" r="r" t="t"/>
              <a:pathLst>
                <a:path extrusionOk="0" h="361" w="1899">
                  <a:moveTo>
                    <a:pt x="199" y="1"/>
                  </a:moveTo>
                  <a:cubicBezTo>
                    <a:pt x="103" y="1"/>
                    <a:pt x="18" y="70"/>
                    <a:pt x="10" y="164"/>
                  </a:cubicBezTo>
                  <a:cubicBezTo>
                    <a:pt x="1" y="271"/>
                    <a:pt x="85" y="361"/>
                    <a:pt x="189" y="361"/>
                  </a:cubicBezTo>
                  <a:lnTo>
                    <a:pt x="1702" y="361"/>
                  </a:lnTo>
                  <a:cubicBezTo>
                    <a:pt x="1797" y="361"/>
                    <a:pt x="1882" y="292"/>
                    <a:pt x="1889" y="197"/>
                  </a:cubicBezTo>
                  <a:cubicBezTo>
                    <a:pt x="1899" y="90"/>
                    <a:pt x="1815"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8" name="Google Shape;15788;p31"/>
            <p:cNvSpPr/>
            <p:nvPr/>
          </p:nvSpPr>
          <p:spPr>
            <a:xfrm>
              <a:off x="4031628" y="1606518"/>
              <a:ext cx="43113" cy="13676"/>
            </a:xfrm>
            <a:custGeom>
              <a:rect b="b" l="l" r="r" t="t"/>
              <a:pathLst>
                <a:path extrusionOk="0" h="361" w="1138">
                  <a:moveTo>
                    <a:pt x="197" y="0"/>
                  </a:moveTo>
                  <a:cubicBezTo>
                    <a:pt x="102" y="0"/>
                    <a:pt x="17" y="69"/>
                    <a:pt x="9" y="163"/>
                  </a:cubicBezTo>
                  <a:cubicBezTo>
                    <a:pt x="0" y="271"/>
                    <a:pt x="84" y="360"/>
                    <a:pt x="189" y="360"/>
                  </a:cubicBezTo>
                  <a:lnTo>
                    <a:pt x="940" y="360"/>
                  </a:lnTo>
                  <a:cubicBezTo>
                    <a:pt x="1035" y="360"/>
                    <a:pt x="1121" y="291"/>
                    <a:pt x="1128" y="197"/>
                  </a:cubicBezTo>
                  <a:cubicBezTo>
                    <a:pt x="1138" y="89"/>
                    <a:pt x="1054" y="0"/>
                    <a:pt x="9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9" name="Google Shape;15789;p31"/>
            <p:cNvSpPr/>
            <p:nvPr/>
          </p:nvSpPr>
          <p:spPr>
            <a:xfrm>
              <a:off x="4105617" y="1581703"/>
              <a:ext cx="71944" cy="13676"/>
            </a:xfrm>
            <a:custGeom>
              <a:rect b="b" l="l" r="r" t="t"/>
              <a:pathLst>
                <a:path extrusionOk="0" h="361" w="1899">
                  <a:moveTo>
                    <a:pt x="197" y="1"/>
                  </a:moveTo>
                  <a:cubicBezTo>
                    <a:pt x="102" y="1"/>
                    <a:pt x="17" y="70"/>
                    <a:pt x="9" y="164"/>
                  </a:cubicBezTo>
                  <a:cubicBezTo>
                    <a:pt x="0" y="271"/>
                    <a:pt x="84" y="361"/>
                    <a:pt x="189" y="361"/>
                  </a:cubicBezTo>
                  <a:lnTo>
                    <a:pt x="1700" y="361"/>
                  </a:lnTo>
                  <a:cubicBezTo>
                    <a:pt x="1797" y="361"/>
                    <a:pt x="1882" y="292"/>
                    <a:pt x="1889" y="197"/>
                  </a:cubicBezTo>
                  <a:cubicBezTo>
                    <a:pt x="1898" y="90"/>
                    <a:pt x="1814"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0" name="Google Shape;15790;p31"/>
            <p:cNvSpPr/>
            <p:nvPr/>
          </p:nvSpPr>
          <p:spPr>
            <a:xfrm>
              <a:off x="4120014" y="1606518"/>
              <a:ext cx="43189" cy="13676"/>
            </a:xfrm>
            <a:custGeom>
              <a:rect b="b" l="l" r="r" t="t"/>
              <a:pathLst>
                <a:path extrusionOk="0" h="361" w="1140">
                  <a:moveTo>
                    <a:pt x="199" y="0"/>
                  </a:moveTo>
                  <a:cubicBezTo>
                    <a:pt x="103" y="0"/>
                    <a:pt x="18" y="69"/>
                    <a:pt x="10" y="163"/>
                  </a:cubicBezTo>
                  <a:cubicBezTo>
                    <a:pt x="1" y="271"/>
                    <a:pt x="84" y="360"/>
                    <a:pt x="189" y="360"/>
                  </a:cubicBezTo>
                  <a:lnTo>
                    <a:pt x="941" y="360"/>
                  </a:lnTo>
                  <a:cubicBezTo>
                    <a:pt x="1036" y="360"/>
                    <a:pt x="1121" y="291"/>
                    <a:pt x="1130" y="197"/>
                  </a:cubicBezTo>
                  <a:cubicBezTo>
                    <a:pt x="1139" y="89"/>
                    <a:pt x="1055" y="0"/>
                    <a:pt x="95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1" name="Google Shape;15791;p31"/>
            <p:cNvSpPr/>
            <p:nvPr/>
          </p:nvSpPr>
          <p:spPr>
            <a:xfrm>
              <a:off x="4194003" y="1581703"/>
              <a:ext cx="71982" cy="13676"/>
            </a:xfrm>
            <a:custGeom>
              <a:rect b="b" l="l" r="r" t="t"/>
              <a:pathLst>
                <a:path extrusionOk="0" h="361" w="1900">
                  <a:moveTo>
                    <a:pt x="199" y="1"/>
                  </a:moveTo>
                  <a:cubicBezTo>
                    <a:pt x="104" y="1"/>
                    <a:pt x="19" y="70"/>
                    <a:pt x="10" y="164"/>
                  </a:cubicBezTo>
                  <a:cubicBezTo>
                    <a:pt x="1" y="271"/>
                    <a:pt x="85" y="361"/>
                    <a:pt x="189" y="361"/>
                  </a:cubicBezTo>
                  <a:lnTo>
                    <a:pt x="1702" y="361"/>
                  </a:lnTo>
                  <a:cubicBezTo>
                    <a:pt x="1797" y="361"/>
                    <a:pt x="1883" y="292"/>
                    <a:pt x="1890" y="197"/>
                  </a:cubicBezTo>
                  <a:cubicBezTo>
                    <a:pt x="1900" y="90"/>
                    <a:pt x="1816" y="1"/>
                    <a:pt x="171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2" name="Google Shape;15792;p31"/>
            <p:cNvSpPr/>
            <p:nvPr/>
          </p:nvSpPr>
          <p:spPr>
            <a:xfrm>
              <a:off x="4208437" y="1606480"/>
              <a:ext cx="42848" cy="13676"/>
            </a:xfrm>
            <a:custGeom>
              <a:rect b="b" l="l" r="r" t="t"/>
              <a:pathLst>
                <a:path extrusionOk="0" h="361" w="1131">
                  <a:moveTo>
                    <a:pt x="198" y="0"/>
                  </a:moveTo>
                  <a:cubicBezTo>
                    <a:pt x="102" y="0"/>
                    <a:pt x="17" y="69"/>
                    <a:pt x="10" y="163"/>
                  </a:cubicBezTo>
                  <a:cubicBezTo>
                    <a:pt x="0" y="271"/>
                    <a:pt x="84" y="360"/>
                    <a:pt x="189" y="360"/>
                  </a:cubicBezTo>
                  <a:lnTo>
                    <a:pt x="949" y="360"/>
                  </a:lnTo>
                  <a:cubicBezTo>
                    <a:pt x="950" y="360"/>
                    <a:pt x="950" y="360"/>
                    <a:pt x="951" y="360"/>
                  </a:cubicBezTo>
                  <a:cubicBezTo>
                    <a:pt x="1051" y="360"/>
                    <a:pt x="1130" y="279"/>
                    <a:pt x="1130" y="180"/>
                  </a:cubicBezTo>
                  <a:cubicBezTo>
                    <a:pt x="1130" y="81"/>
                    <a:pt x="1049" y="0"/>
                    <a:pt x="94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3" name="Google Shape;15793;p31"/>
            <p:cNvSpPr/>
            <p:nvPr/>
          </p:nvSpPr>
          <p:spPr>
            <a:xfrm>
              <a:off x="3965670" y="1436452"/>
              <a:ext cx="352671" cy="476631"/>
            </a:xfrm>
            <a:custGeom>
              <a:rect b="b" l="l" r="r" t="t"/>
              <a:pathLst>
                <a:path extrusionOk="0" h="12581" w="9309">
                  <a:moveTo>
                    <a:pt x="8850" y="361"/>
                  </a:moveTo>
                  <a:cubicBezTo>
                    <a:pt x="8884" y="361"/>
                    <a:pt x="8911" y="389"/>
                    <a:pt x="8911" y="423"/>
                  </a:cubicBezTo>
                  <a:lnTo>
                    <a:pt x="8911" y="1212"/>
                  </a:lnTo>
                  <a:lnTo>
                    <a:pt x="361" y="1212"/>
                  </a:lnTo>
                  <a:lnTo>
                    <a:pt x="361" y="423"/>
                  </a:lnTo>
                  <a:cubicBezTo>
                    <a:pt x="361" y="389"/>
                    <a:pt x="388" y="361"/>
                    <a:pt x="423" y="361"/>
                  </a:cubicBezTo>
                  <a:close/>
                  <a:moveTo>
                    <a:pt x="8912" y="1572"/>
                  </a:moveTo>
                  <a:lnTo>
                    <a:pt x="8912" y="5111"/>
                  </a:lnTo>
                  <a:lnTo>
                    <a:pt x="7926" y="5111"/>
                  </a:lnTo>
                  <a:cubicBezTo>
                    <a:pt x="7829" y="5111"/>
                    <a:pt x="7745" y="5180"/>
                    <a:pt x="7737" y="5275"/>
                  </a:cubicBezTo>
                  <a:cubicBezTo>
                    <a:pt x="7728" y="5382"/>
                    <a:pt x="7812" y="5472"/>
                    <a:pt x="7916" y="5472"/>
                  </a:cubicBezTo>
                  <a:lnTo>
                    <a:pt x="8912" y="5472"/>
                  </a:lnTo>
                  <a:lnTo>
                    <a:pt x="8912" y="8321"/>
                  </a:lnTo>
                  <a:lnTo>
                    <a:pt x="361" y="8321"/>
                  </a:lnTo>
                  <a:lnTo>
                    <a:pt x="361" y="5472"/>
                  </a:lnTo>
                  <a:lnTo>
                    <a:pt x="7069" y="5472"/>
                  </a:lnTo>
                  <a:cubicBezTo>
                    <a:pt x="7164" y="5472"/>
                    <a:pt x="7250" y="5401"/>
                    <a:pt x="7259" y="5307"/>
                  </a:cubicBezTo>
                  <a:cubicBezTo>
                    <a:pt x="7268" y="5200"/>
                    <a:pt x="7183" y="5111"/>
                    <a:pt x="7075" y="5111"/>
                  </a:cubicBezTo>
                  <a:lnTo>
                    <a:pt x="361" y="5111"/>
                  </a:lnTo>
                  <a:lnTo>
                    <a:pt x="361" y="1572"/>
                  </a:lnTo>
                  <a:close/>
                  <a:moveTo>
                    <a:pt x="192" y="0"/>
                  </a:moveTo>
                  <a:cubicBezTo>
                    <a:pt x="86" y="0"/>
                    <a:pt x="0" y="85"/>
                    <a:pt x="0" y="191"/>
                  </a:cubicBezTo>
                  <a:lnTo>
                    <a:pt x="0" y="9417"/>
                  </a:lnTo>
                  <a:cubicBezTo>
                    <a:pt x="0" y="9441"/>
                    <a:pt x="10" y="9464"/>
                    <a:pt x="29" y="9480"/>
                  </a:cubicBezTo>
                  <a:cubicBezTo>
                    <a:pt x="79" y="9527"/>
                    <a:pt x="133" y="9548"/>
                    <a:pt x="182" y="9548"/>
                  </a:cubicBezTo>
                  <a:cubicBezTo>
                    <a:pt x="281" y="9548"/>
                    <a:pt x="362" y="9465"/>
                    <a:pt x="362" y="9363"/>
                  </a:cubicBezTo>
                  <a:lnTo>
                    <a:pt x="362" y="8683"/>
                  </a:lnTo>
                  <a:lnTo>
                    <a:pt x="8913" y="8683"/>
                  </a:lnTo>
                  <a:lnTo>
                    <a:pt x="8913" y="12160"/>
                  </a:lnTo>
                  <a:cubicBezTo>
                    <a:pt x="8913" y="12193"/>
                    <a:pt x="8886" y="12222"/>
                    <a:pt x="8853" y="12222"/>
                  </a:cubicBezTo>
                  <a:lnTo>
                    <a:pt x="424" y="12222"/>
                  </a:lnTo>
                  <a:cubicBezTo>
                    <a:pt x="390" y="12222"/>
                    <a:pt x="362" y="12193"/>
                    <a:pt x="362" y="12160"/>
                  </a:cubicBezTo>
                  <a:lnTo>
                    <a:pt x="362" y="10239"/>
                  </a:lnTo>
                  <a:cubicBezTo>
                    <a:pt x="362" y="10144"/>
                    <a:pt x="293" y="10059"/>
                    <a:pt x="198" y="10049"/>
                  </a:cubicBezTo>
                  <a:cubicBezTo>
                    <a:pt x="193" y="10049"/>
                    <a:pt x="188" y="10049"/>
                    <a:pt x="182" y="10049"/>
                  </a:cubicBezTo>
                  <a:cubicBezTo>
                    <a:pt x="83" y="10049"/>
                    <a:pt x="3" y="10130"/>
                    <a:pt x="3" y="10233"/>
                  </a:cubicBezTo>
                  <a:lnTo>
                    <a:pt x="3" y="12152"/>
                  </a:lnTo>
                  <a:cubicBezTo>
                    <a:pt x="3" y="12389"/>
                    <a:pt x="194" y="12581"/>
                    <a:pt x="432" y="12581"/>
                  </a:cubicBezTo>
                  <a:lnTo>
                    <a:pt x="8879" y="12581"/>
                  </a:lnTo>
                  <a:cubicBezTo>
                    <a:pt x="9116" y="12581"/>
                    <a:pt x="9308" y="12389"/>
                    <a:pt x="9308" y="12152"/>
                  </a:cubicBezTo>
                  <a:lnTo>
                    <a:pt x="9308" y="430"/>
                  </a:lnTo>
                  <a:cubicBezTo>
                    <a:pt x="9305" y="193"/>
                    <a:pt x="9112" y="0"/>
                    <a:pt x="887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4" name="Google Shape;15794;p31"/>
            <p:cNvSpPr/>
            <p:nvPr/>
          </p:nvSpPr>
          <p:spPr>
            <a:xfrm>
              <a:off x="4007836" y="1656147"/>
              <a:ext cx="121687" cy="83158"/>
            </a:xfrm>
            <a:custGeom>
              <a:rect b="b" l="l" r="r" t="t"/>
              <a:pathLst>
                <a:path extrusionOk="0" h="2195" w="3212">
                  <a:moveTo>
                    <a:pt x="2393" y="361"/>
                  </a:moveTo>
                  <a:lnTo>
                    <a:pt x="1604" y="864"/>
                  </a:lnTo>
                  <a:lnTo>
                    <a:pt x="817" y="361"/>
                  </a:lnTo>
                  <a:close/>
                  <a:moveTo>
                    <a:pt x="2852" y="527"/>
                  </a:moveTo>
                  <a:lnTo>
                    <a:pt x="2852" y="1669"/>
                  </a:lnTo>
                  <a:lnTo>
                    <a:pt x="1960" y="1098"/>
                  </a:lnTo>
                  <a:lnTo>
                    <a:pt x="2852" y="527"/>
                  </a:lnTo>
                  <a:close/>
                  <a:moveTo>
                    <a:pt x="362" y="528"/>
                  </a:moveTo>
                  <a:lnTo>
                    <a:pt x="1254" y="1099"/>
                  </a:lnTo>
                  <a:lnTo>
                    <a:pt x="362" y="1670"/>
                  </a:lnTo>
                  <a:lnTo>
                    <a:pt x="362" y="528"/>
                  </a:lnTo>
                  <a:close/>
                  <a:moveTo>
                    <a:pt x="1604" y="1330"/>
                  </a:moveTo>
                  <a:lnTo>
                    <a:pt x="2393" y="1835"/>
                  </a:lnTo>
                  <a:lnTo>
                    <a:pt x="817" y="1835"/>
                  </a:lnTo>
                  <a:lnTo>
                    <a:pt x="1604" y="1330"/>
                  </a:lnTo>
                  <a:close/>
                  <a:moveTo>
                    <a:pt x="184" y="0"/>
                  </a:moveTo>
                  <a:cubicBezTo>
                    <a:pt x="84" y="0"/>
                    <a:pt x="1" y="83"/>
                    <a:pt x="1" y="184"/>
                  </a:cubicBezTo>
                  <a:lnTo>
                    <a:pt x="1" y="2011"/>
                  </a:lnTo>
                  <a:cubicBezTo>
                    <a:pt x="1" y="2114"/>
                    <a:pt x="84" y="2195"/>
                    <a:pt x="184" y="2195"/>
                  </a:cubicBezTo>
                  <a:lnTo>
                    <a:pt x="3029" y="2195"/>
                  </a:lnTo>
                  <a:cubicBezTo>
                    <a:pt x="3131" y="2195"/>
                    <a:pt x="3212" y="2113"/>
                    <a:pt x="3212" y="2011"/>
                  </a:cubicBezTo>
                  <a:lnTo>
                    <a:pt x="3212" y="186"/>
                  </a:lnTo>
                  <a:cubicBezTo>
                    <a:pt x="3212" y="83"/>
                    <a:pt x="3129" y="0"/>
                    <a:pt x="302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5" name="Google Shape;15795;p31"/>
            <p:cNvSpPr/>
            <p:nvPr/>
          </p:nvSpPr>
          <p:spPr>
            <a:xfrm>
              <a:off x="4153125" y="1656147"/>
              <a:ext cx="121649" cy="83158"/>
            </a:xfrm>
            <a:custGeom>
              <a:rect b="b" l="l" r="r" t="t"/>
              <a:pathLst>
                <a:path extrusionOk="0" h="2195" w="3211">
                  <a:moveTo>
                    <a:pt x="2425" y="361"/>
                  </a:moveTo>
                  <a:lnTo>
                    <a:pt x="1637" y="864"/>
                  </a:lnTo>
                  <a:lnTo>
                    <a:pt x="849" y="361"/>
                  </a:lnTo>
                  <a:close/>
                  <a:moveTo>
                    <a:pt x="2850" y="527"/>
                  </a:moveTo>
                  <a:lnTo>
                    <a:pt x="2850" y="1669"/>
                  </a:lnTo>
                  <a:lnTo>
                    <a:pt x="1958" y="1098"/>
                  </a:lnTo>
                  <a:lnTo>
                    <a:pt x="2850" y="527"/>
                  </a:lnTo>
                  <a:close/>
                  <a:moveTo>
                    <a:pt x="393" y="528"/>
                  </a:moveTo>
                  <a:lnTo>
                    <a:pt x="1284" y="1099"/>
                  </a:lnTo>
                  <a:lnTo>
                    <a:pt x="393" y="1670"/>
                  </a:lnTo>
                  <a:lnTo>
                    <a:pt x="393" y="528"/>
                  </a:lnTo>
                  <a:close/>
                  <a:moveTo>
                    <a:pt x="1621" y="1330"/>
                  </a:moveTo>
                  <a:lnTo>
                    <a:pt x="2409" y="1835"/>
                  </a:lnTo>
                  <a:lnTo>
                    <a:pt x="833" y="1835"/>
                  </a:lnTo>
                  <a:lnTo>
                    <a:pt x="1621" y="1330"/>
                  </a:lnTo>
                  <a:close/>
                  <a:moveTo>
                    <a:pt x="184" y="0"/>
                  </a:moveTo>
                  <a:cubicBezTo>
                    <a:pt x="83" y="0"/>
                    <a:pt x="0" y="83"/>
                    <a:pt x="0" y="186"/>
                  </a:cubicBezTo>
                  <a:lnTo>
                    <a:pt x="0" y="2011"/>
                  </a:lnTo>
                  <a:cubicBezTo>
                    <a:pt x="0" y="2113"/>
                    <a:pt x="83" y="2195"/>
                    <a:pt x="183" y="2195"/>
                  </a:cubicBezTo>
                  <a:lnTo>
                    <a:pt x="3027" y="2195"/>
                  </a:lnTo>
                  <a:cubicBezTo>
                    <a:pt x="3128" y="2195"/>
                    <a:pt x="3210" y="2113"/>
                    <a:pt x="3210" y="2011"/>
                  </a:cubicBezTo>
                  <a:lnTo>
                    <a:pt x="3210" y="184"/>
                  </a:lnTo>
                  <a:cubicBezTo>
                    <a:pt x="3210" y="82"/>
                    <a:pt x="3128" y="0"/>
                    <a:pt x="302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6" name="Google Shape;15796;p31"/>
            <p:cNvSpPr/>
            <p:nvPr/>
          </p:nvSpPr>
          <p:spPr>
            <a:xfrm>
              <a:off x="4007609" y="1784009"/>
              <a:ext cx="267961" cy="13714"/>
            </a:xfrm>
            <a:custGeom>
              <a:rect b="b" l="l" r="r" t="t"/>
              <a:pathLst>
                <a:path extrusionOk="0" h="362" w="7073">
                  <a:moveTo>
                    <a:pt x="200" y="1"/>
                  </a:moveTo>
                  <a:cubicBezTo>
                    <a:pt x="103" y="1"/>
                    <a:pt x="18" y="70"/>
                    <a:pt x="9" y="164"/>
                  </a:cubicBezTo>
                  <a:cubicBezTo>
                    <a:pt x="1" y="272"/>
                    <a:pt x="85" y="361"/>
                    <a:pt x="192" y="361"/>
                  </a:cubicBezTo>
                  <a:lnTo>
                    <a:pt x="6872" y="361"/>
                  </a:lnTo>
                  <a:cubicBezTo>
                    <a:pt x="6967" y="361"/>
                    <a:pt x="7052" y="291"/>
                    <a:pt x="7062" y="197"/>
                  </a:cubicBezTo>
                  <a:cubicBezTo>
                    <a:pt x="7072" y="90"/>
                    <a:pt x="6987" y="1"/>
                    <a:pt x="68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7" name="Google Shape;15797;p31"/>
            <p:cNvSpPr/>
            <p:nvPr/>
          </p:nvSpPr>
          <p:spPr>
            <a:xfrm>
              <a:off x="4135660" y="1811286"/>
              <a:ext cx="138508" cy="13676"/>
            </a:xfrm>
            <a:custGeom>
              <a:rect b="b" l="l" r="r" t="t"/>
              <a:pathLst>
                <a:path extrusionOk="0" h="361" w="3656">
                  <a:moveTo>
                    <a:pt x="198" y="0"/>
                  </a:moveTo>
                  <a:cubicBezTo>
                    <a:pt x="103" y="0"/>
                    <a:pt x="17" y="71"/>
                    <a:pt x="10" y="165"/>
                  </a:cubicBezTo>
                  <a:cubicBezTo>
                    <a:pt x="0" y="272"/>
                    <a:pt x="84" y="361"/>
                    <a:pt x="189" y="361"/>
                  </a:cubicBezTo>
                  <a:lnTo>
                    <a:pt x="3458" y="361"/>
                  </a:lnTo>
                  <a:cubicBezTo>
                    <a:pt x="3554" y="361"/>
                    <a:pt x="3639" y="292"/>
                    <a:pt x="3646" y="197"/>
                  </a:cubicBezTo>
                  <a:cubicBezTo>
                    <a:pt x="3656" y="92"/>
                    <a:pt x="3572" y="0"/>
                    <a:pt x="34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8" name="Google Shape;15798;p31"/>
            <p:cNvSpPr/>
            <p:nvPr/>
          </p:nvSpPr>
          <p:spPr>
            <a:xfrm>
              <a:off x="4008632" y="1811362"/>
              <a:ext cx="104373" cy="13639"/>
            </a:xfrm>
            <a:custGeom>
              <a:rect b="b" l="l" r="r" t="t"/>
              <a:pathLst>
                <a:path extrusionOk="0" h="360" w="2755">
                  <a:moveTo>
                    <a:pt x="199" y="1"/>
                  </a:moveTo>
                  <a:cubicBezTo>
                    <a:pt x="102" y="1"/>
                    <a:pt x="18" y="70"/>
                    <a:pt x="10" y="164"/>
                  </a:cubicBezTo>
                  <a:cubicBezTo>
                    <a:pt x="1" y="270"/>
                    <a:pt x="85" y="360"/>
                    <a:pt x="189" y="360"/>
                  </a:cubicBezTo>
                  <a:lnTo>
                    <a:pt x="2556" y="360"/>
                  </a:lnTo>
                  <a:cubicBezTo>
                    <a:pt x="2652" y="360"/>
                    <a:pt x="2736" y="291"/>
                    <a:pt x="2745" y="196"/>
                  </a:cubicBezTo>
                  <a:cubicBezTo>
                    <a:pt x="2754" y="90"/>
                    <a:pt x="2670" y="1"/>
                    <a:pt x="256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9" name="Google Shape;15799;p31"/>
            <p:cNvSpPr/>
            <p:nvPr/>
          </p:nvSpPr>
          <p:spPr>
            <a:xfrm>
              <a:off x="4007609" y="1839852"/>
              <a:ext cx="267961" cy="13676"/>
            </a:xfrm>
            <a:custGeom>
              <a:rect b="b" l="l" r="r" t="t"/>
              <a:pathLst>
                <a:path extrusionOk="0" h="361" w="7073">
                  <a:moveTo>
                    <a:pt x="201" y="1"/>
                  </a:moveTo>
                  <a:cubicBezTo>
                    <a:pt x="105" y="1"/>
                    <a:pt x="19" y="71"/>
                    <a:pt x="11" y="165"/>
                  </a:cubicBezTo>
                  <a:cubicBezTo>
                    <a:pt x="1" y="272"/>
                    <a:pt x="86" y="361"/>
                    <a:pt x="192" y="361"/>
                  </a:cubicBezTo>
                  <a:lnTo>
                    <a:pt x="6873" y="361"/>
                  </a:lnTo>
                  <a:cubicBezTo>
                    <a:pt x="6969" y="361"/>
                    <a:pt x="7054" y="292"/>
                    <a:pt x="7063" y="197"/>
                  </a:cubicBezTo>
                  <a:cubicBezTo>
                    <a:pt x="7072" y="90"/>
                    <a:pt x="6987" y="1"/>
                    <a:pt x="688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0" name="Google Shape;15800;p31"/>
            <p:cNvSpPr/>
            <p:nvPr/>
          </p:nvSpPr>
          <p:spPr>
            <a:xfrm>
              <a:off x="4199837" y="1867167"/>
              <a:ext cx="74974" cy="13676"/>
            </a:xfrm>
            <a:custGeom>
              <a:rect b="b" l="l" r="r" t="t"/>
              <a:pathLst>
                <a:path extrusionOk="0" h="361" w="1979">
                  <a:moveTo>
                    <a:pt x="198" y="0"/>
                  </a:moveTo>
                  <a:cubicBezTo>
                    <a:pt x="103" y="0"/>
                    <a:pt x="18" y="69"/>
                    <a:pt x="9" y="164"/>
                  </a:cubicBezTo>
                  <a:cubicBezTo>
                    <a:pt x="1" y="271"/>
                    <a:pt x="85" y="360"/>
                    <a:pt x="189" y="360"/>
                  </a:cubicBezTo>
                  <a:lnTo>
                    <a:pt x="1781" y="360"/>
                  </a:lnTo>
                  <a:cubicBezTo>
                    <a:pt x="1877" y="360"/>
                    <a:pt x="1962" y="290"/>
                    <a:pt x="1970" y="196"/>
                  </a:cubicBezTo>
                  <a:cubicBezTo>
                    <a:pt x="1978" y="90"/>
                    <a:pt x="1895" y="0"/>
                    <a:pt x="179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1" name="Google Shape;15801;p31"/>
            <p:cNvSpPr/>
            <p:nvPr/>
          </p:nvSpPr>
          <p:spPr>
            <a:xfrm>
              <a:off x="4009276" y="1867205"/>
              <a:ext cx="168740" cy="13676"/>
            </a:xfrm>
            <a:custGeom>
              <a:rect b="b" l="l" r="r" t="t"/>
              <a:pathLst>
                <a:path extrusionOk="0" h="361" w="4454">
                  <a:moveTo>
                    <a:pt x="200" y="0"/>
                  </a:moveTo>
                  <a:cubicBezTo>
                    <a:pt x="104" y="0"/>
                    <a:pt x="18" y="69"/>
                    <a:pt x="11" y="164"/>
                  </a:cubicBezTo>
                  <a:cubicBezTo>
                    <a:pt x="1" y="270"/>
                    <a:pt x="84" y="360"/>
                    <a:pt x="189" y="360"/>
                  </a:cubicBezTo>
                  <a:lnTo>
                    <a:pt x="4257" y="360"/>
                  </a:lnTo>
                  <a:cubicBezTo>
                    <a:pt x="4352" y="360"/>
                    <a:pt x="4437" y="291"/>
                    <a:pt x="4445" y="197"/>
                  </a:cubicBezTo>
                  <a:cubicBezTo>
                    <a:pt x="4454" y="89"/>
                    <a:pt x="4371" y="0"/>
                    <a:pt x="426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02" name="Google Shape;15802;p31"/>
          <p:cNvGrpSpPr/>
          <p:nvPr/>
        </p:nvGrpSpPr>
        <p:grpSpPr>
          <a:xfrm>
            <a:off x="2468900" y="1995936"/>
            <a:ext cx="437899" cy="449582"/>
            <a:chOff x="2341881" y="1436490"/>
            <a:chExt cx="464319" cy="476707"/>
          </a:xfrm>
        </p:grpSpPr>
        <p:sp>
          <p:nvSpPr>
            <p:cNvPr id="15803" name="Google Shape;15803;p31"/>
            <p:cNvSpPr/>
            <p:nvPr/>
          </p:nvSpPr>
          <p:spPr>
            <a:xfrm>
              <a:off x="2582678" y="1523322"/>
              <a:ext cx="223522" cy="389875"/>
            </a:xfrm>
            <a:custGeom>
              <a:rect b="b" l="l" r="r" t="t"/>
              <a:pathLst>
                <a:path extrusionOk="0" h="10291" w="5900">
                  <a:moveTo>
                    <a:pt x="5540" y="8617"/>
                  </a:moveTo>
                  <a:lnTo>
                    <a:pt x="5540" y="9476"/>
                  </a:lnTo>
                  <a:cubicBezTo>
                    <a:pt x="5540" y="9709"/>
                    <a:pt x="5351" y="9895"/>
                    <a:pt x="5121" y="9895"/>
                  </a:cubicBezTo>
                  <a:lnTo>
                    <a:pt x="815" y="9895"/>
                  </a:lnTo>
                  <a:cubicBezTo>
                    <a:pt x="584" y="9895"/>
                    <a:pt x="396" y="9709"/>
                    <a:pt x="396" y="9476"/>
                  </a:cubicBezTo>
                  <a:lnTo>
                    <a:pt x="396" y="8617"/>
                  </a:lnTo>
                  <a:close/>
                  <a:moveTo>
                    <a:pt x="789" y="1"/>
                  </a:moveTo>
                  <a:cubicBezTo>
                    <a:pt x="354" y="1"/>
                    <a:pt x="0" y="353"/>
                    <a:pt x="0" y="788"/>
                  </a:cubicBezTo>
                  <a:lnTo>
                    <a:pt x="0" y="9501"/>
                  </a:lnTo>
                  <a:cubicBezTo>
                    <a:pt x="0" y="9936"/>
                    <a:pt x="353" y="10290"/>
                    <a:pt x="789" y="10290"/>
                  </a:cubicBezTo>
                  <a:lnTo>
                    <a:pt x="5110" y="10290"/>
                  </a:lnTo>
                  <a:cubicBezTo>
                    <a:pt x="5545" y="10290"/>
                    <a:pt x="5899" y="9937"/>
                    <a:pt x="5899" y="9501"/>
                  </a:cubicBezTo>
                  <a:lnTo>
                    <a:pt x="5899" y="7637"/>
                  </a:lnTo>
                  <a:cubicBezTo>
                    <a:pt x="5900" y="7535"/>
                    <a:pt x="5818" y="7453"/>
                    <a:pt x="5719" y="7453"/>
                  </a:cubicBezTo>
                  <a:cubicBezTo>
                    <a:pt x="5619" y="7453"/>
                    <a:pt x="5539" y="7535"/>
                    <a:pt x="5539" y="7637"/>
                  </a:cubicBezTo>
                  <a:lnTo>
                    <a:pt x="5539" y="8258"/>
                  </a:lnTo>
                  <a:lnTo>
                    <a:pt x="395" y="8258"/>
                  </a:lnTo>
                  <a:lnTo>
                    <a:pt x="395" y="781"/>
                  </a:lnTo>
                  <a:cubicBezTo>
                    <a:pt x="395" y="550"/>
                    <a:pt x="581" y="362"/>
                    <a:pt x="814" y="362"/>
                  </a:cubicBezTo>
                  <a:lnTo>
                    <a:pt x="5347" y="362"/>
                  </a:lnTo>
                  <a:cubicBezTo>
                    <a:pt x="5454" y="362"/>
                    <a:pt x="5539" y="447"/>
                    <a:pt x="5539" y="553"/>
                  </a:cubicBezTo>
                  <a:lnTo>
                    <a:pt x="5539" y="6795"/>
                  </a:lnTo>
                  <a:cubicBezTo>
                    <a:pt x="5539" y="6820"/>
                    <a:pt x="5549" y="6844"/>
                    <a:pt x="5566" y="6860"/>
                  </a:cubicBezTo>
                  <a:cubicBezTo>
                    <a:pt x="5617" y="6907"/>
                    <a:pt x="5670" y="6926"/>
                    <a:pt x="5719" y="6926"/>
                  </a:cubicBezTo>
                  <a:cubicBezTo>
                    <a:pt x="5818" y="6926"/>
                    <a:pt x="5899" y="6844"/>
                    <a:pt x="5899" y="6742"/>
                  </a:cubicBezTo>
                  <a:lnTo>
                    <a:pt x="5899" y="788"/>
                  </a:lnTo>
                  <a:cubicBezTo>
                    <a:pt x="5899" y="354"/>
                    <a:pt x="5546" y="1"/>
                    <a:pt x="51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4" name="Google Shape;15804;p31"/>
            <p:cNvSpPr/>
            <p:nvPr/>
          </p:nvSpPr>
          <p:spPr>
            <a:xfrm>
              <a:off x="2681482" y="1867205"/>
              <a:ext cx="26747" cy="13676"/>
            </a:xfrm>
            <a:custGeom>
              <a:rect b="b" l="l" r="r" t="t"/>
              <a:pathLst>
                <a:path extrusionOk="0" h="361" w="706">
                  <a:moveTo>
                    <a:pt x="198" y="0"/>
                  </a:moveTo>
                  <a:cubicBezTo>
                    <a:pt x="103" y="0"/>
                    <a:pt x="17" y="69"/>
                    <a:pt x="10" y="164"/>
                  </a:cubicBezTo>
                  <a:cubicBezTo>
                    <a:pt x="0" y="270"/>
                    <a:pt x="84" y="360"/>
                    <a:pt x="189" y="360"/>
                  </a:cubicBezTo>
                  <a:lnTo>
                    <a:pt x="508" y="360"/>
                  </a:lnTo>
                  <a:cubicBezTo>
                    <a:pt x="603" y="360"/>
                    <a:pt x="689" y="291"/>
                    <a:pt x="697" y="197"/>
                  </a:cubicBezTo>
                  <a:cubicBezTo>
                    <a:pt x="706" y="89"/>
                    <a:pt x="622"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5" name="Google Shape;15805;p31"/>
            <p:cNvSpPr/>
            <p:nvPr/>
          </p:nvSpPr>
          <p:spPr>
            <a:xfrm>
              <a:off x="2419735" y="1436642"/>
              <a:ext cx="67890" cy="79104"/>
            </a:xfrm>
            <a:custGeom>
              <a:rect b="b" l="l" r="r" t="t"/>
              <a:pathLst>
                <a:path extrusionOk="0" h="2088" w="1792">
                  <a:moveTo>
                    <a:pt x="890" y="612"/>
                  </a:moveTo>
                  <a:lnTo>
                    <a:pt x="1140" y="1274"/>
                  </a:lnTo>
                  <a:lnTo>
                    <a:pt x="639" y="1274"/>
                  </a:lnTo>
                  <a:lnTo>
                    <a:pt x="890" y="612"/>
                  </a:lnTo>
                  <a:close/>
                  <a:moveTo>
                    <a:pt x="891" y="0"/>
                  </a:moveTo>
                  <a:cubicBezTo>
                    <a:pt x="801" y="0"/>
                    <a:pt x="719" y="55"/>
                    <a:pt x="684" y="139"/>
                  </a:cubicBezTo>
                  <a:cubicBezTo>
                    <a:pt x="684" y="141"/>
                    <a:pt x="683" y="142"/>
                    <a:pt x="683" y="143"/>
                  </a:cubicBezTo>
                  <a:lnTo>
                    <a:pt x="37" y="1835"/>
                  </a:lnTo>
                  <a:cubicBezTo>
                    <a:pt x="1" y="1933"/>
                    <a:pt x="48" y="2040"/>
                    <a:pt x="143" y="2075"/>
                  </a:cubicBezTo>
                  <a:cubicBezTo>
                    <a:pt x="165" y="2084"/>
                    <a:pt x="188" y="2087"/>
                    <a:pt x="210" y="2087"/>
                  </a:cubicBezTo>
                  <a:cubicBezTo>
                    <a:pt x="284" y="2087"/>
                    <a:pt x="354" y="2042"/>
                    <a:pt x="382" y="1968"/>
                  </a:cubicBezTo>
                  <a:lnTo>
                    <a:pt x="497" y="1666"/>
                  </a:lnTo>
                  <a:lnTo>
                    <a:pt x="1279" y="1666"/>
                  </a:lnTo>
                  <a:cubicBezTo>
                    <a:pt x="1279" y="1666"/>
                    <a:pt x="1393" y="1966"/>
                    <a:pt x="1393" y="1968"/>
                  </a:cubicBezTo>
                  <a:cubicBezTo>
                    <a:pt x="1423" y="2049"/>
                    <a:pt x="1488" y="2083"/>
                    <a:pt x="1555" y="2083"/>
                  </a:cubicBezTo>
                  <a:cubicBezTo>
                    <a:pt x="1671" y="2083"/>
                    <a:pt x="1792" y="1979"/>
                    <a:pt x="1738" y="1837"/>
                  </a:cubicBezTo>
                  <a:lnTo>
                    <a:pt x="1099" y="144"/>
                  </a:lnTo>
                  <a:cubicBezTo>
                    <a:pt x="1099" y="143"/>
                    <a:pt x="1097" y="141"/>
                    <a:pt x="1097" y="139"/>
                  </a:cubicBezTo>
                  <a:cubicBezTo>
                    <a:pt x="1064" y="55"/>
                    <a:pt x="982" y="0"/>
                    <a:pt x="89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6" name="Google Shape;15806;p31"/>
            <p:cNvSpPr/>
            <p:nvPr/>
          </p:nvSpPr>
          <p:spPr>
            <a:xfrm>
              <a:off x="2668374" y="1436490"/>
              <a:ext cx="53986" cy="79407"/>
            </a:xfrm>
            <a:custGeom>
              <a:rect b="b" l="l" r="r" t="t"/>
              <a:pathLst>
                <a:path extrusionOk="0" h="2096" w="1425">
                  <a:moveTo>
                    <a:pt x="674" y="359"/>
                  </a:moveTo>
                  <a:cubicBezTo>
                    <a:pt x="773" y="359"/>
                    <a:pt x="863" y="425"/>
                    <a:pt x="885" y="523"/>
                  </a:cubicBezTo>
                  <a:cubicBezTo>
                    <a:pt x="917" y="661"/>
                    <a:pt x="812" y="785"/>
                    <a:pt x="679" y="785"/>
                  </a:cubicBezTo>
                  <a:lnTo>
                    <a:pt x="361" y="785"/>
                  </a:lnTo>
                  <a:lnTo>
                    <a:pt x="361" y="359"/>
                  </a:lnTo>
                  <a:close/>
                  <a:moveTo>
                    <a:pt x="763" y="1146"/>
                  </a:moveTo>
                  <a:cubicBezTo>
                    <a:pt x="916" y="1146"/>
                    <a:pt x="1040" y="1271"/>
                    <a:pt x="1040" y="1424"/>
                  </a:cubicBezTo>
                  <a:cubicBezTo>
                    <a:pt x="1040" y="1578"/>
                    <a:pt x="916" y="1703"/>
                    <a:pt x="763" y="1703"/>
                  </a:cubicBezTo>
                  <a:lnTo>
                    <a:pt x="361" y="1703"/>
                  </a:lnTo>
                  <a:lnTo>
                    <a:pt x="361" y="1146"/>
                  </a:lnTo>
                  <a:close/>
                  <a:moveTo>
                    <a:pt x="186" y="0"/>
                  </a:moveTo>
                  <a:cubicBezTo>
                    <a:pt x="83" y="0"/>
                    <a:pt x="0" y="83"/>
                    <a:pt x="0" y="185"/>
                  </a:cubicBezTo>
                  <a:lnTo>
                    <a:pt x="0" y="1912"/>
                  </a:lnTo>
                  <a:cubicBezTo>
                    <a:pt x="0" y="2012"/>
                    <a:pt x="83" y="2096"/>
                    <a:pt x="187" y="2096"/>
                  </a:cubicBezTo>
                  <a:lnTo>
                    <a:pt x="775" y="2096"/>
                  </a:lnTo>
                  <a:cubicBezTo>
                    <a:pt x="1135" y="2096"/>
                    <a:pt x="1425" y="1805"/>
                    <a:pt x="1425" y="1444"/>
                  </a:cubicBezTo>
                  <a:cubicBezTo>
                    <a:pt x="1425" y="1230"/>
                    <a:pt x="1320" y="1040"/>
                    <a:pt x="1161" y="922"/>
                  </a:cubicBezTo>
                  <a:cubicBezTo>
                    <a:pt x="1230" y="827"/>
                    <a:pt x="1271" y="708"/>
                    <a:pt x="1271" y="583"/>
                  </a:cubicBezTo>
                  <a:cubicBezTo>
                    <a:pt x="1271" y="262"/>
                    <a:pt x="1009" y="0"/>
                    <a:pt x="68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7" name="Google Shape;15807;p31"/>
            <p:cNvSpPr/>
            <p:nvPr/>
          </p:nvSpPr>
          <p:spPr>
            <a:xfrm>
              <a:off x="2633406" y="1624778"/>
              <a:ext cx="122937" cy="122937"/>
            </a:xfrm>
            <a:custGeom>
              <a:rect b="b" l="l" r="r" t="t"/>
              <a:pathLst>
                <a:path extrusionOk="0" h="3245" w="3245">
                  <a:moveTo>
                    <a:pt x="1622" y="371"/>
                  </a:moveTo>
                  <a:cubicBezTo>
                    <a:pt x="2313" y="372"/>
                    <a:pt x="2875" y="933"/>
                    <a:pt x="2875" y="1623"/>
                  </a:cubicBezTo>
                  <a:cubicBezTo>
                    <a:pt x="2875" y="2315"/>
                    <a:pt x="2313" y="2876"/>
                    <a:pt x="1622" y="2876"/>
                  </a:cubicBezTo>
                  <a:cubicBezTo>
                    <a:pt x="931" y="2876"/>
                    <a:pt x="368" y="2315"/>
                    <a:pt x="368" y="1623"/>
                  </a:cubicBezTo>
                  <a:cubicBezTo>
                    <a:pt x="368" y="932"/>
                    <a:pt x="931" y="371"/>
                    <a:pt x="1622" y="371"/>
                  </a:cubicBezTo>
                  <a:close/>
                  <a:moveTo>
                    <a:pt x="1623" y="1"/>
                  </a:moveTo>
                  <a:cubicBezTo>
                    <a:pt x="729" y="3"/>
                    <a:pt x="1" y="729"/>
                    <a:pt x="1" y="1623"/>
                  </a:cubicBezTo>
                  <a:cubicBezTo>
                    <a:pt x="1" y="2518"/>
                    <a:pt x="729" y="3245"/>
                    <a:pt x="1623" y="3245"/>
                  </a:cubicBezTo>
                  <a:cubicBezTo>
                    <a:pt x="2518" y="3245"/>
                    <a:pt x="3244" y="2517"/>
                    <a:pt x="3244" y="1623"/>
                  </a:cubicBezTo>
                  <a:cubicBezTo>
                    <a:pt x="3244" y="729"/>
                    <a:pt x="2516" y="1"/>
                    <a:pt x="162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8" name="Google Shape;15808;p31"/>
            <p:cNvSpPr/>
            <p:nvPr/>
          </p:nvSpPr>
          <p:spPr>
            <a:xfrm>
              <a:off x="2667579" y="1663762"/>
              <a:ext cx="54744" cy="45879"/>
            </a:xfrm>
            <a:custGeom>
              <a:rect b="b" l="l" r="r" t="t"/>
              <a:pathLst>
                <a:path extrusionOk="0" h="1211" w="1445">
                  <a:moveTo>
                    <a:pt x="1237" y="0"/>
                  </a:moveTo>
                  <a:cubicBezTo>
                    <a:pt x="1179" y="0"/>
                    <a:pt x="1122" y="27"/>
                    <a:pt x="1086" y="77"/>
                  </a:cubicBezTo>
                  <a:lnTo>
                    <a:pt x="626" y="723"/>
                  </a:lnTo>
                  <a:lnTo>
                    <a:pt x="349" y="391"/>
                  </a:lnTo>
                  <a:cubicBezTo>
                    <a:pt x="312" y="347"/>
                    <a:pt x="260" y="325"/>
                    <a:pt x="208" y="325"/>
                  </a:cubicBezTo>
                  <a:cubicBezTo>
                    <a:pt x="166" y="325"/>
                    <a:pt x="124" y="339"/>
                    <a:pt x="90" y="368"/>
                  </a:cubicBezTo>
                  <a:cubicBezTo>
                    <a:pt x="11" y="433"/>
                    <a:pt x="1" y="548"/>
                    <a:pt x="66" y="627"/>
                  </a:cubicBezTo>
                  <a:lnTo>
                    <a:pt x="495" y="1143"/>
                  </a:lnTo>
                  <a:cubicBezTo>
                    <a:pt x="529" y="1185"/>
                    <a:pt x="582" y="1210"/>
                    <a:pt x="636" y="1210"/>
                  </a:cubicBezTo>
                  <a:lnTo>
                    <a:pt x="643" y="1210"/>
                  </a:lnTo>
                  <a:cubicBezTo>
                    <a:pt x="700" y="1207"/>
                    <a:pt x="753" y="1180"/>
                    <a:pt x="786" y="1133"/>
                  </a:cubicBezTo>
                  <a:lnTo>
                    <a:pt x="1386" y="292"/>
                  </a:lnTo>
                  <a:cubicBezTo>
                    <a:pt x="1445" y="210"/>
                    <a:pt x="1427" y="95"/>
                    <a:pt x="1343" y="34"/>
                  </a:cubicBezTo>
                  <a:cubicBezTo>
                    <a:pt x="1311" y="11"/>
                    <a:pt x="1274"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9" name="Google Shape;15809;p31"/>
            <p:cNvSpPr/>
            <p:nvPr/>
          </p:nvSpPr>
          <p:spPr>
            <a:xfrm>
              <a:off x="2341881" y="1523322"/>
              <a:ext cx="223522" cy="389875"/>
            </a:xfrm>
            <a:custGeom>
              <a:rect b="b" l="l" r="r" t="t"/>
              <a:pathLst>
                <a:path extrusionOk="0" h="10291" w="5900">
                  <a:moveTo>
                    <a:pt x="5087" y="362"/>
                  </a:moveTo>
                  <a:cubicBezTo>
                    <a:pt x="5318" y="362"/>
                    <a:pt x="5506" y="550"/>
                    <a:pt x="5506" y="781"/>
                  </a:cubicBezTo>
                  <a:lnTo>
                    <a:pt x="5506" y="8258"/>
                  </a:lnTo>
                  <a:lnTo>
                    <a:pt x="362" y="8258"/>
                  </a:lnTo>
                  <a:lnTo>
                    <a:pt x="362" y="781"/>
                  </a:lnTo>
                  <a:cubicBezTo>
                    <a:pt x="362" y="550"/>
                    <a:pt x="549" y="362"/>
                    <a:pt x="781" y="362"/>
                  </a:cubicBezTo>
                  <a:close/>
                  <a:moveTo>
                    <a:pt x="5506" y="8617"/>
                  </a:moveTo>
                  <a:lnTo>
                    <a:pt x="5506" y="9476"/>
                  </a:lnTo>
                  <a:cubicBezTo>
                    <a:pt x="5506" y="9709"/>
                    <a:pt x="5318" y="9895"/>
                    <a:pt x="5087" y="9895"/>
                  </a:cubicBezTo>
                  <a:lnTo>
                    <a:pt x="781" y="9895"/>
                  </a:lnTo>
                  <a:cubicBezTo>
                    <a:pt x="549" y="9895"/>
                    <a:pt x="362" y="9709"/>
                    <a:pt x="362" y="9476"/>
                  </a:cubicBezTo>
                  <a:lnTo>
                    <a:pt x="362" y="8617"/>
                  </a:lnTo>
                  <a:close/>
                  <a:moveTo>
                    <a:pt x="788" y="1"/>
                  </a:moveTo>
                  <a:cubicBezTo>
                    <a:pt x="354" y="1"/>
                    <a:pt x="1" y="353"/>
                    <a:pt x="1" y="788"/>
                  </a:cubicBezTo>
                  <a:lnTo>
                    <a:pt x="1" y="9501"/>
                  </a:lnTo>
                  <a:cubicBezTo>
                    <a:pt x="1" y="9936"/>
                    <a:pt x="353" y="10290"/>
                    <a:pt x="788" y="10290"/>
                  </a:cubicBezTo>
                  <a:lnTo>
                    <a:pt x="5110" y="10290"/>
                  </a:lnTo>
                  <a:cubicBezTo>
                    <a:pt x="5544" y="10290"/>
                    <a:pt x="5898" y="9937"/>
                    <a:pt x="5898" y="9501"/>
                  </a:cubicBezTo>
                  <a:lnTo>
                    <a:pt x="5898" y="791"/>
                  </a:lnTo>
                  <a:cubicBezTo>
                    <a:pt x="5900" y="354"/>
                    <a:pt x="5544" y="1"/>
                    <a:pt x="51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0" name="Google Shape;15810;p31"/>
            <p:cNvSpPr/>
            <p:nvPr/>
          </p:nvSpPr>
          <p:spPr>
            <a:xfrm>
              <a:off x="2439928" y="1867205"/>
              <a:ext cx="26785" cy="13676"/>
            </a:xfrm>
            <a:custGeom>
              <a:rect b="b" l="l" r="r" t="t"/>
              <a:pathLst>
                <a:path extrusionOk="0" h="361" w="707">
                  <a:moveTo>
                    <a:pt x="199" y="0"/>
                  </a:moveTo>
                  <a:cubicBezTo>
                    <a:pt x="102" y="0"/>
                    <a:pt x="18" y="69"/>
                    <a:pt x="10" y="164"/>
                  </a:cubicBezTo>
                  <a:cubicBezTo>
                    <a:pt x="1" y="270"/>
                    <a:pt x="85" y="360"/>
                    <a:pt x="189" y="360"/>
                  </a:cubicBezTo>
                  <a:lnTo>
                    <a:pt x="509" y="360"/>
                  </a:lnTo>
                  <a:cubicBezTo>
                    <a:pt x="604" y="360"/>
                    <a:pt x="689" y="291"/>
                    <a:pt x="697" y="197"/>
                  </a:cubicBezTo>
                  <a:cubicBezTo>
                    <a:pt x="707" y="89"/>
                    <a:pt x="623" y="0"/>
                    <a:pt x="51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1" name="Google Shape;15811;p31"/>
            <p:cNvSpPr/>
            <p:nvPr/>
          </p:nvSpPr>
          <p:spPr>
            <a:xfrm>
              <a:off x="2391927" y="1624892"/>
              <a:ext cx="122937" cy="122861"/>
            </a:xfrm>
            <a:custGeom>
              <a:rect b="b" l="l" r="r" t="t"/>
              <a:pathLst>
                <a:path extrusionOk="0" h="3243" w="3245">
                  <a:moveTo>
                    <a:pt x="1621" y="0"/>
                  </a:moveTo>
                  <a:cubicBezTo>
                    <a:pt x="1275" y="0"/>
                    <a:pt x="945" y="107"/>
                    <a:pt x="667" y="310"/>
                  </a:cubicBezTo>
                  <a:cubicBezTo>
                    <a:pt x="584" y="370"/>
                    <a:pt x="566" y="485"/>
                    <a:pt x="626" y="568"/>
                  </a:cubicBezTo>
                  <a:cubicBezTo>
                    <a:pt x="662" y="617"/>
                    <a:pt x="719" y="644"/>
                    <a:pt x="776" y="644"/>
                  </a:cubicBezTo>
                  <a:cubicBezTo>
                    <a:pt x="814" y="644"/>
                    <a:pt x="852" y="632"/>
                    <a:pt x="885" y="609"/>
                  </a:cubicBezTo>
                  <a:cubicBezTo>
                    <a:pt x="1099" y="451"/>
                    <a:pt x="1354" y="369"/>
                    <a:pt x="1621" y="369"/>
                  </a:cubicBezTo>
                  <a:cubicBezTo>
                    <a:pt x="2312" y="369"/>
                    <a:pt x="2875" y="930"/>
                    <a:pt x="2875" y="1621"/>
                  </a:cubicBezTo>
                  <a:cubicBezTo>
                    <a:pt x="2875" y="2313"/>
                    <a:pt x="2312" y="2875"/>
                    <a:pt x="1621" y="2875"/>
                  </a:cubicBezTo>
                  <a:cubicBezTo>
                    <a:pt x="930" y="2875"/>
                    <a:pt x="368" y="2313"/>
                    <a:pt x="368" y="1621"/>
                  </a:cubicBezTo>
                  <a:cubicBezTo>
                    <a:pt x="368" y="1482"/>
                    <a:pt x="392" y="1344"/>
                    <a:pt x="436" y="1213"/>
                  </a:cubicBezTo>
                  <a:cubicBezTo>
                    <a:pt x="469" y="1117"/>
                    <a:pt x="418" y="1012"/>
                    <a:pt x="322" y="979"/>
                  </a:cubicBezTo>
                  <a:cubicBezTo>
                    <a:pt x="302" y="972"/>
                    <a:pt x="282" y="969"/>
                    <a:pt x="262" y="969"/>
                  </a:cubicBezTo>
                  <a:cubicBezTo>
                    <a:pt x="185" y="969"/>
                    <a:pt x="114" y="1017"/>
                    <a:pt x="89" y="1092"/>
                  </a:cubicBezTo>
                  <a:cubicBezTo>
                    <a:pt x="29" y="1263"/>
                    <a:pt x="1" y="1440"/>
                    <a:pt x="1" y="1621"/>
                  </a:cubicBezTo>
                  <a:cubicBezTo>
                    <a:pt x="1" y="2516"/>
                    <a:pt x="728" y="3243"/>
                    <a:pt x="1623" y="3243"/>
                  </a:cubicBezTo>
                  <a:cubicBezTo>
                    <a:pt x="2516" y="3243"/>
                    <a:pt x="3244" y="2515"/>
                    <a:pt x="3244" y="1621"/>
                  </a:cubicBezTo>
                  <a:cubicBezTo>
                    <a:pt x="3243" y="726"/>
                    <a:pt x="2515" y="0"/>
                    <a:pt x="162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2" name="Google Shape;15812;p31"/>
            <p:cNvSpPr/>
            <p:nvPr/>
          </p:nvSpPr>
          <p:spPr>
            <a:xfrm>
              <a:off x="2431631" y="1664899"/>
              <a:ext cx="43416" cy="42848"/>
            </a:xfrm>
            <a:custGeom>
              <a:rect b="b" l="l" r="r" t="t"/>
              <a:pathLst>
                <a:path extrusionOk="0" h="1131" w="1146">
                  <a:moveTo>
                    <a:pt x="941" y="1"/>
                  </a:moveTo>
                  <a:cubicBezTo>
                    <a:pt x="893" y="1"/>
                    <a:pt x="845" y="19"/>
                    <a:pt x="808" y="57"/>
                  </a:cubicBezTo>
                  <a:lnTo>
                    <a:pt x="573" y="301"/>
                  </a:lnTo>
                  <a:lnTo>
                    <a:pt x="337" y="57"/>
                  </a:lnTo>
                  <a:cubicBezTo>
                    <a:pt x="301" y="20"/>
                    <a:pt x="253" y="1"/>
                    <a:pt x="205" y="1"/>
                  </a:cubicBezTo>
                  <a:cubicBezTo>
                    <a:pt x="159" y="1"/>
                    <a:pt x="113" y="18"/>
                    <a:pt x="77" y="52"/>
                  </a:cubicBezTo>
                  <a:cubicBezTo>
                    <a:pt x="4" y="123"/>
                    <a:pt x="1" y="240"/>
                    <a:pt x="72" y="313"/>
                  </a:cubicBezTo>
                  <a:lnTo>
                    <a:pt x="316" y="565"/>
                  </a:lnTo>
                  <a:lnTo>
                    <a:pt x="72" y="819"/>
                  </a:lnTo>
                  <a:cubicBezTo>
                    <a:pt x="2" y="892"/>
                    <a:pt x="4" y="1008"/>
                    <a:pt x="77" y="1079"/>
                  </a:cubicBezTo>
                  <a:cubicBezTo>
                    <a:pt x="112" y="1113"/>
                    <a:pt x="159" y="1131"/>
                    <a:pt x="205" y="1131"/>
                  </a:cubicBezTo>
                  <a:cubicBezTo>
                    <a:pt x="253" y="1131"/>
                    <a:pt x="303" y="1113"/>
                    <a:pt x="337" y="1075"/>
                  </a:cubicBezTo>
                  <a:lnTo>
                    <a:pt x="573" y="831"/>
                  </a:lnTo>
                  <a:lnTo>
                    <a:pt x="808" y="1075"/>
                  </a:lnTo>
                  <a:cubicBezTo>
                    <a:pt x="845" y="1113"/>
                    <a:pt x="892" y="1131"/>
                    <a:pt x="942" y="1131"/>
                  </a:cubicBezTo>
                  <a:cubicBezTo>
                    <a:pt x="987" y="1131"/>
                    <a:pt x="1033" y="1114"/>
                    <a:pt x="1069" y="1079"/>
                  </a:cubicBezTo>
                  <a:cubicBezTo>
                    <a:pt x="1143" y="1008"/>
                    <a:pt x="1146" y="892"/>
                    <a:pt x="1075" y="819"/>
                  </a:cubicBezTo>
                  <a:lnTo>
                    <a:pt x="829" y="565"/>
                  </a:lnTo>
                  <a:lnTo>
                    <a:pt x="1075" y="313"/>
                  </a:lnTo>
                  <a:cubicBezTo>
                    <a:pt x="1146" y="240"/>
                    <a:pt x="1144" y="123"/>
                    <a:pt x="1069" y="52"/>
                  </a:cubicBezTo>
                  <a:cubicBezTo>
                    <a:pt x="1033" y="18"/>
                    <a:pt x="987"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13" name="Google Shape;15813;p31"/>
          <p:cNvGrpSpPr/>
          <p:nvPr/>
        </p:nvGrpSpPr>
        <p:grpSpPr>
          <a:xfrm>
            <a:off x="1781307" y="1995865"/>
            <a:ext cx="346610" cy="449475"/>
            <a:chOff x="1612822" y="1436414"/>
            <a:chExt cx="367522" cy="476593"/>
          </a:xfrm>
        </p:grpSpPr>
        <p:sp>
          <p:nvSpPr>
            <p:cNvPr id="15814" name="Google Shape;15814;p31"/>
            <p:cNvSpPr/>
            <p:nvPr/>
          </p:nvSpPr>
          <p:spPr>
            <a:xfrm>
              <a:off x="1612822" y="1436414"/>
              <a:ext cx="367522" cy="476593"/>
            </a:xfrm>
            <a:custGeom>
              <a:rect b="b" l="l" r="r" t="t"/>
              <a:pathLst>
                <a:path extrusionOk="0" h="12580" w="9701">
                  <a:moveTo>
                    <a:pt x="7636" y="668"/>
                  </a:moveTo>
                  <a:lnTo>
                    <a:pt x="9113" y="2360"/>
                  </a:lnTo>
                  <a:lnTo>
                    <a:pt x="7636" y="2360"/>
                  </a:lnTo>
                  <a:lnTo>
                    <a:pt x="7636" y="668"/>
                  </a:lnTo>
                  <a:close/>
                  <a:moveTo>
                    <a:pt x="906" y="0"/>
                  </a:moveTo>
                  <a:cubicBezTo>
                    <a:pt x="803" y="0"/>
                    <a:pt x="720" y="82"/>
                    <a:pt x="720" y="183"/>
                  </a:cubicBezTo>
                  <a:lnTo>
                    <a:pt x="720" y="6454"/>
                  </a:lnTo>
                  <a:lnTo>
                    <a:pt x="183" y="6454"/>
                  </a:lnTo>
                  <a:cubicBezTo>
                    <a:pt x="82" y="6454"/>
                    <a:pt x="1" y="6536"/>
                    <a:pt x="1" y="6636"/>
                  </a:cubicBezTo>
                  <a:lnTo>
                    <a:pt x="1" y="7667"/>
                  </a:lnTo>
                  <a:cubicBezTo>
                    <a:pt x="1" y="7762"/>
                    <a:pt x="70" y="7847"/>
                    <a:pt x="164" y="7856"/>
                  </a:cubicBezTo>
                  <a:cubicBezTo>
                    <a:pt x="169" y="7857"/>
                    <a:pt x="174" y="7857"/>
                    <a:pt x="179" y="7857"/>
                  </a:cubicBezTo>
                  <a:cubicBezTo>
                    <a:pt x="280" y="7857"/>
                    <a:pt x="361" y="7775"/>
                    <a:pt x="361" y="7673"/>
                  </a:cubicBezTo>
                  <a:lnTo>
                    <a:pt x="361" y="6814"/>
                  </a:lnTo>
                  <a:lnTo>
                    <a:pt x="7275" y="6814"/>
                  </a:lnTo>
                  <a:lnTo>
                    <a:pt x="7275" y="10058"/>
                  </a:lnTo>
                  <a:lnTo>
                    <a:pt x="361" y="10058"/>
                  </a:lnTo>
                  <a:lnTo>
                    <a:pt x="361" y="8535"/>
                  </a:lnTo>
                  <a:cubicBezTo>
                    <a:pt x="361" y="8440"/>
                    <a:pt x="291" y="8355"/>
                    <a:pt x="197" y="8345"/>
                  </a:cubicBezTo>
                  <a:cubicBezTo>
                    <a:pt x="191" y="8345"/>
                    <a:pt x="186" y="8345"/>
                    <a:pt x="181" y="8345"/>
                  </a:cubicBezTo>
                  <a:cubicBezTo>
                    <a:pt x="81" y="8345"/>
                    <a:pt x="1" y="8427"/>
                    <a:pt x="1" y="8529"/>
                  </a:cubicBezTo>
                  <a:lnTo>
                    <a:pt x="1" y="10234"/>
                  </a:lnTo>
                  <a:cubicBezTo>
                    <a:pt x="1" y="10335"/>
                    <a:pt x="84" y="10418"/>
                    <a:pt x="185" y="10418"/>
                  </a:cubicBezTo>
                  <a:lnTo>
                    <a:pt x="723" y="10418"/>
                  </a:lnTo>
                  <a:lnTo>
                    <a:pt x="723" y="12397"/>
                  </a:lnTo>
                  <a:cubicBezTo>
                    <a:pt x="723" y="12498"/>
                    <a:pt x="804" y="12580"/>
                    <a:pt x="906" y="12580"/>
                  </a:cubicBezTo>
                  <a:lnTo>
                    <a:pt x="9516" y="12580"/>
                  </a:lnTo>
                  <a:cubicBezTo>
                    <a:pt x="9617" y="12580"/>
                    <a:pt x="9698" y="12498"/>
                    <a:pt x="9698" y="12398"/>
                  </a:cubicBezTo>
                  <a:lnTo>
                    <a:pt x="9698" y="4929"/>
                  </a:lnTo>
                  <a:cubicBezTo>
                    <a:pt x="9698" y="4841"/>
                    <a:pt x="9641" y="4760"/>
                    <a:pt x="9554" y="4743"/>
                  </a:cubicBezTo>
                  <a:cubicBezTo>
                    <a:pt x="9542" y="4740"/>
                    <a:pt x="9529" y="4739"/>
                    <a:pt x="9518" y="4739"/>
                  </a:cubicBezTo>
                  <a:cubicBezTo>
                    <a:pt x="9418" y="4739"/>
                    <a:pt x="9338" y="4822"/>
                    <a:pt x="9338" y="4924"/>
                  </a:cubicBezTo>
                  <a:lnTo>
                    <a:pt x="9338" y="12220"/>
                  </a:lnTo>
                  <a:lnTo>
                    <a:pt x="1081" y="12220"/>
                  </a:lnTo>
                  <a:lnTo>
                    <a:pt x="1081" y="10421"/>
                  </a:lnTo>
                  <a:lnTo>
                    <a:pt x="7452" y="10421"/>
                  </a:lnTo>
                  <a:cubicBezTo>
                    <a:pt x="7553" y="10421"/>
                    <a:pt x="7635" y="10339"/>
                    <a:pt x="7635" y="10238"/>
                  </a:cubicBezTo>
                  <a:lnTo>
                    <a:pt x="7635" y="6641"/>
                  </a:lnTo>
                  <a:cubicBezTo>
                    <a:pt x="7635" y="6539"/>
                    <a:pt x="7552" y="6458"/>
                    <a:pt x="7452" y="6458"/>
                  </a:cubicBezTo>
                  <a:lnTo>
                    <a:pt x="1082" y="6458"/>
                  </a:lnTo>
                  <a:lnTo>
                    <a:pt x="1082" y="364"/>
                  </a:lnTo>
                  <a:lnTo>
                    <a:pt x="7275" y="364"/>
                  </a:lnTo>
                  <a:lnTo>
                    <a:pt x="7275" y="2538"/>
                  </a:lnTo>
                  <a:cubicBezTo>
                    <a:pt x="7275" y="2640"/>
                    <a:pt x="7357" y="2723"/>
                    <a:pt x="7459" y="2723"/>
                  </a:cubicBezTo>
                  <a:lnTo>
                    <a:pt x="9339" y="2723"/>
                  </a:lnTo>
                  <a:lnTo>
                    <a:pt x="9339" y="4067"/>
                  </a:lnTo>
                  <a:cubicBezTo>
                    <a:pt x="9339" y="4166"/>
                    <a:pt x="9421" y="4249"/>
                    <a:pt x="9520" y="4249"/>
                  </a:cubicBezTo>
                  <a:cubicBezTo>
                    <a:pt x="9620" y="4249"/>
                    <a:pt x="9700" y="4166"/>
                    <a:pt x="9700" y="4065"/>
                  </a:cubicBezTo>
                  <a:lnTo>
                    <a:pt x="9700" y="2554"/>
                  </a:lnTo>
                  <a:cubicBezTo>
                    <a:pt x="9700" y="2510"/>
                    <a:pt x="9685" y="2467"/>
                    <a:pt x="9654" y="2432"/>
                  </a:cubicBezTo>
                  <a:lnTo>
                    <a:pt x="7589" y="63"/>
                  </a:lnTo>
                  <a:cubicBezTo>
                    <a:pt x="7553" y="22"/>
                    <a:pt x="7504" y="0"/>
                    <a:pt x="74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5" name="Google Shape;15815;p31"/>
            <p:cNvSpPr/>
            <p:nvPr/>
          </p:nvSpPr>
          <p:spPr>
            <a:xfrm>
              <a:off x="1818879" y="1713202"/>
              <a:ext cx="38037" cy="84749"/>
            </a:xfrm>
            <a:custGeom>
              <a:rect b="b" l="l" r="r" t="t"/>
              <a:pathLst>
                <a:path extrusionOk="0" h="2237" w="1004">
                  <a:moveTo>
                    <a:pt x="182" y="0"/>
                  </a:moveTo>
                  <a:cubicBezTo>
                    <a:pt x="82" y="0"/>
                    <a:pt x="1" y="83"/>
                    <a:pt x="1" y="184"/>
                  </a:cubicBezTo>
                  <a:lnTo>
                    <a:pt x="1" y="2053"/>
                  </a:lnTo>
                  <a:cubicBezTo>
                    <a:pt x="1" y="2142"/>
                    <a:pt x="64" y="2220"/>
                    <a:pt x="151" y="2233"/>
                  </a:cubicBezTo>
                  <a:cubicBezTo>
                    <a:pt x="160" y="2236"/>
                    <a:pt x="417" y="2237"/>
                    <a:pt x="632" y="2237"/>
                  </a:cubicBezTo>
                  <a:cubicBezTo>
                    <a:pt x="704" y="2237"/>
                    <a:pt x="771" y="2237"/>
                    <a:pt x="823" y="2237"/>
                  </a:cubicBezTo>
                  <a:cubicBezTo>
                    <a:pt x="922" y="2237"/>
                    <a:pt x="1003" y="2153"/>
                    <a:pt x="1003" y="2052"/>
                  </a:cubicBezTo>
                  <a:cubicBezTo>
                    <a:pt x="1003" y="1951"/>
                    <a:pt x="921" y="1869"/>
                    <a:pt x="822" y="1869"/>
                  </a:cubicBezTo>
                  <a:lnTo>
                    <a:pt x="821" y="1869"/>
                  </a:lnTo>
                  <a:cubicBezTo>
                    <a:pt x="659" y="1870"/>
                    <a:pt x="485" y="1870"/>
                    <a:pt x="360" y="1870"/>
                  </a:cubicBezTo>
                  <a:lnTo>
                    <a:pt x="360" y="184"/>
                  </a:lnTo>
                  <a:cubicBezTo>
                    <a:pt x="361" y="83"/>
                    <a:pt x="281"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6" name="Google Shape;15816;p31"/>
            <p:cNvSpPr/>
            <p:nvPr/>
          </p:nvSpPr>
          <p:spPr>
            <a:xfrm>
              <a:off x="1737312" y="1713240"/>
              <a:ext cx="62094" cy="84862"/>
            </a:xfrm>
            <a:custGeom>
              <a:rect b="b" l="l" r="r" t="t"/>
              <a:pathLst>
                <a:path extrusionOk="0" h="2240" w="1639">
                  <a:moveTo>
                    <a:pt x="827" y="1"/>
                  </a:moveTo>
                  <a:cubicBezTo>
                    <a:pt x="746" y="1"/>
                    <a:pt x="661" y="12"/>
                    <a:pt x="573" y="38"/>
                  </a:cubicBezTo>
                  <a:cubicBezTo>
                    <a:pt x="334" y="110"/>
                    <a:pt x="165" y="299"/>
                    <a:pt x="131" y="529"/>
                  </a:cubicBezTo>
                  <a:cubicBezTo>
                    <a:pt x="100" y="744"/>
                    <a:pt x="194" y="950"/>
                    <a:pt x="375" y="1069"/>
                  </a:cubicBezTo>
                  <a:cubicBezTo>
                    <a:pt x="383" y="1074"/>
                    <a:pt x="392" y="1079"/>
                    <a:pt x="402" y="1083"/>
                  </a:cubicBezTo>
                  <a:cubicBezTo>
                    <a:pt x="412" y="1089"/>
                    <a:pt x="669" y="1202"/>
                    <a:pt x="957" y="1309"/>
                  </a:cubicBezTo>
                  <a:cubicBezTo>
                    <a:pt x="1155" y="1382"/>
                    <a:pt x="1256" y="1494"/>
                    <a:pt x="1234" y="1619"/>
                  </a:cubicBezTo>
                  <a:cubicBezTo>
                    <a:pt x="1210" y="1743"/>
                    <a:pt x="1064" y="1873"/>
                    <a:pt x="857" y="1873"/>
                  </a:cubicBezTo>
                  <a:cubicBezTo>
                    <a:pt x="657" y="1873"/>
                    <a:pt x="464" y="1791"/>
                    <a:pt x="341" y="1655"/>
                  </a:cubicBezTo>
                  <a:cubicBezTo>
                    <a:pt x="305" y="1616"/>
                    <a:pt x="255" y="1595"/>
                    <a:pt x="205" y="1595"/>
                  </a:cubicBezTo>
                  <a:cubicBezTo>
                    <a:pt x="161" y="1595"/>
                    <a:pt x="117" y="1611"/>
                    <a:pt x="82" y="1643"/>
                  </a:cubicBezTo>
                  <a:cubicBezTo>
                    <a:pt x="8" y="1710"/>
                    <a:pt x="0" y="1827"/>
                    <a:pt x="69" y="1901"/>
                  </a:cubicBezTo>
                  <a:cubicBezTo>
                    <a:pt x="260" y="2112"/>
                    <a:pt x="555" y="2240"/>
                    <a:pt x="857" y="2240"/>
                  </a:cubicBezTo>
                  <a:cubicBezTo>
                    <a:pt x="1221" y="2240"/>
                    <a:pt x="1538" y="2000"/>
                    <a:pt x="1596" y="1683"/>
                  </a:cubicBezTo>
                  <a:cubicBezTo>
                    <a:pt x="1639" y="1442"/>
                    <a:pt x="1525" y="1126"/>
                    <a:pt x="1083" y="963"/>
                  </a:cubicBezTo>
                  <a:cubicBezTo>
                    <a:pt x="846" y="875"/>
                    <a:pt x="626" y="780"/>
                    <a:pt x="566" y="754"/>
                  </a:cubicBezTo>
                  <a:cubicBezTo>
                    <a:pt x="513" y="713"/>
                    <a:pt x="486" y="650"/>
                    <a:pt x="497" y="582"/>
                  </a:cubicBezTo>
                  <a:cubicBezTo>
                    <a:pt x="509" y="493"/>
                    <a:pt x="578" y="423"/>
                    <a:pt x="680" y="390"/>
                  </a:cubicBezTo>
                  <a:cubicBezTo>
                    <a:pt x="730" y="375"/>
                    <a:pt x="778" y="369"/>
                    <a:pt x="825" y="369"/>
                  </a:cubicBezTo>
                  <a:cubicBezTo>
                    <a:pt x="1053" y="369"/>
                    <a:pt x="1236" y="515"/>
                    <a:pt x="1241" y="519"/>
                  </a:cubicBezTo>
                  <a:cubicBezTo>
                    <a:pt x="1275" y="547"/>
                    <a:pt x="1316" y="561"/>
                    <a:pt x="1358" y="561"/>
                  </a:cubicBezTo>
                  <a:cubicBezTo>
                    <a:pt x="1410" y="561"/>
                    <a:pt x="1462" y="539"/>
                    <a:pt x="1498" y="495"/>
                  </a:cubicBezTo>
                  <a:cubicBezTo>
                    <a:pt x="1564" y="418"/>
                    <a:pt x="1554" y="301"/>
                    <a:pt x="1476" y="236"/>
                  </a:cubicBezTo>
                  <a:cubicBezTo>
                    <a:pt x="1462" y="224"/>
                    <a:pt x="1191"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7" name="Google Shape;15817;p31"/>
            <p:cNvSpPr/>
            <p:nvPr/>
          </p:nvSpPr>
          <p:spPr>
            <a:xfrm>
              <a:off x="1656542" y="1713240"/>
              <a:ext cx="62094" cy="84862"/>
            </a:xfrm>
            <a:custGeom>
              <a:rect b="b" l="l" r="r" t="t"/>
              <a:pathLst>
                <a:path extrusionOk="0" h="2240" w="1639">
                  <a:moveTo>
                    <a:pt x="826" y="1"/>
                  </a:moveTo>
                  <a:cubicBezTo>
                    <a:pt x="745" y="1"/>
                    <a:pt x="660" y="12"/>
                    <a:pt x="572" y="38"/>
                  </a:cubicBezTo>
                  <a:cubicBezTo>
                    <a:pt x="332" y="110"/>
                    <a:pt x="163" y="299"/>
                    <a:pt x="131" y="529"/>
                  </a:cubicBezTo>
                  <a:cubicBezTo>
                    <a:pt x="100" y="744"/>
                    <a:pt x="194" y="950"/>
                    <a:pt x="375" y="1069"/>
                  </a:cubicBezTo>
                  <a:cubicBezTo>
                    <a:pt x="382" y="1074"/>
                    <a:pt x="392" y="1079"/>
                    <a:pt x="401" y="1083"/>
                  </a:cubicBezTo>
                  <a:cubicBezTo>
                    <a:pt x="412" y="1089"/>
                    <a:pt x="668" y="1202"/>
                    <a:pt x="956" y="1309"/>
                  </a:cubicBezTo>
                  <a:cubicBezTo>
                    <a:pt x="1153" y="1382"/>
                    <a:pt x="1256" y="1494"/>
                    <a:pt x="1233" y="1619"/>
                  </a:cubicBezTo>
                  <a:cubicBezTo>
                    <a:pt x="1210" y="1743"/>
                    <a:pt x="1063" y="1873"/>
                    <a:pt x="857" y="1873"/>
                  </a:cubicBezTo>
                  <a:cubicBezTo>
                    <a:pt x="656" y="1873"/>
                    <a:pt x="464" y="1791"/>
                    <a:pt x="340" y="1655"/>
                  </a:cubicBezTo>
                  <a:cubicBezTo>
                    <a:pt x="304" y="1616"/>
                    <a:pt x="254" y="1595"/>
                    <a:pt x="204" y="1595"/>
                  </a:cubicBezTo>
                  <a:cubicBezTo>
                    <a:pt x="160" y="1595"/>
                    <a:pt x="116" y="1611"/>
                    <a:pt x="81" y="1643"/>
                  </a:cubicBezTo>
                  <a:cubicBezTo>
                    <a:pt x="6" y="1710"/>
                    <a:pt x="0" y="1827"/>
                    <a:pt x="68" y="1901"/>
                  </a:cubicBezTo>
                  <a:cubicBezTo>
                    <a:pt x="259" y="2112"/>
                    <a:pt x="554" y="2240"/>
                    <a:pt x="856" y="2240"/>
                  </a:cubicBezTo>
                  <a:cubicBezTo>
                    <a:pt x="1220" y="2240"/>
                    <a:pt x="1537" y="2000"/>
                    <a:pt x="1594" y="1683"/>
                  </a:cubicBezTo>
                  <a:cubicBezTo>
                    <a:pt x="1638" y="1442"/>
                    <a:pt x="1525" y="1126"/>
                    <a:pt x="1083" y="963"/>
                  </a:cubicBezTo>
                  <a:cubicBezTo>
                    <a:pt x="844" y="875"/>
                    <a:pt x="624" y="780"/>
                    <a:pt x="566" y="754"/>
                  </a:cubicBezTo>
                  <a:cubicBezTo>
                    <a:pt x="512" y="713"/>
                    <a:pt x="486" y="650"/>
                    <a:pt x="496" y="582"/>
                  </a:cubicBezTo>
                  <a:cubicBezTo>
                    <a:pt x="509" y="493"/>
                    <a:pt x="577" y="423"/>
                    <a:pt x="680" y="390"/>
                  </a:cubicBezTo>
                  <a:cubicBezTo>
                    <a:pt x="729" y="375"/>
                    <a:pt x="778" y="369"/>
                    <a:pt x="825" y="369"/>
                  </a:cubicBezTo>
                  <a:cubicBezTo>
                    <a:pt x="1053" y="369"/>
                    <a:pt x="1236" y="515"/>
                    <a:pt x="1240" y="519"/>
                  </a:cubicBezTo>
                  <a:cubicBezTo>
                    <a:pt x="1274" y="547"/>
                    <a:pt x="1316" y="561"/>
                    <a:pt x="1358" y="561"/>
                  </a:cubicBezTo>
                  <a:cubicBezTo>
                    <a:pt x="1410" y="561"/>
                    <a:pt x="1462" y="539"/>
                    <a:pt x="1498" y="495"/>
                  </a:cubicBezTo>
                  <a:cubicBezTo>
                    <a:pt x="1563" y="418"/>
                    <a:pt x="1552" y="301"/>
                    <a:pt x="1476" y="236"/>
                  </a:cubicBezTo>
                  <a:cubicBezTo>
                    <a:pt x="1461" y="224"/>
                    <a:pt x="1190" y="1"/>
                    <a:pt x="82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18" name="Google Shape;15818;p31"/>
          <p:cNvGrpSpPr/>
          <p:nvPr/>
        </p:nvGrpSpPr>
        <p:grpSpPr>
          <a:xfrm>
            <a:off x="960336" y="1996043"/>
            <a:ext cx="394595" cy="449261"/>
            <a:chOff x="742339" y="1436604"/>
            <a:chExt cx="418402" cy="476366"/>
          </a:xfrm>
        </p:grpSpPr>
        <p:sp>
          <p:nvSpPr>
            <p:cNvPr id="15819" name="Google Shape;15819;p31"/>
            <p:cNvSpPr/>
            <p:nvPr/>
          </p:nvSpPr>
          <p:spPr>
            <a:xfrm>
              <a:off x="836180" y="1697442"/>
              <a:ext cx="98615" cy="215528"/>
            </a:xfrm>
            <a:custGeom>
              <a:rect b="b" l="l" r="r" t="t"/>
              <a:pathLst>
                <a:path extrusionOk="0" h="5689" w="2603">
                  <a:moveTo>
                    <a:pt x="205" y="0"/>
                  </a:moveTo>
                  <a:cubicBezTo>
                    <a:pt x="168" y="0"/>
                    <a:pt x="130" y="12"/>
                    <a:pt x="98" y="36"/>
                  </a:cubicBezTo>
                  <a:cubicBezTo>
                    <a:pt x="17" y="96"/>
                    <a:pt x="0" y="209"/>
                    <a:pt x="61" y="290"/>
                  </a:cubicBezTo>
                  <a:lnTo>
                    <a:pt x="931" y="1459"/>
                  </a:lnTo>
                  <a:lnTo>
                    <a:pt x="931" y="4503"/>
                  </a:lnTo>
                  <a:cubicBezTo>
                    <a:pt x="931" y="4560"/>
                    <a:pt x="957" y="4613"/>
                    <a:pt x="1004" y="4649"/>
                  </a:cubicBezTo>
                  <a:lnTo>
                    <a:pt x="2310" y="5650"/>
                  </a:lnTo>
                  <a:cubicBezTo>
                    <a:pt x="2342" y="5675"/>
                    <a:pt x="2382" y="5689"/>
                    <a:pt x="2421" y="5689"/>
                  </a:cubicBezTo>
                  <a:cubicBezTo>
                    <a:pt x="2522" y="5689"/>
                    <a:pt x="2603" y="5607"/>
                    <a:pt x="2603" y="5507"/>
                  </a:cubicBezTo>
                  <a:lnTo>
                    <a:pt x="2603" y="4240"/>
                  </a:lnTo>
                  <a:cubicBezTo>
                    <a:pt x="2602" y="4141"/>
                    <a:pt x="2522" y="4060"/>
                    <a:pt x="2423" y="4060"/>
                  </a:cubicBezTo>
                  <a:cubicBezTo>
                    <a:pt x="2323" y="4060"/>
                    <a:pt x="2241" y="4141"/>
                    <a:pt x="2241" y="4240"/>
                  </a:cubicBezTo>
                  <a:lnTo>
                    <a:pt x="2241" y="5137"/>
                  </a:lnTo>
                  <a:lnTo>
                    <a:pt x="1292" y="4408"/>
                  </a:lnTo>
                  <a:lnTo>
                    <a:pt x="1292" y="1398"/>
                  </a:lnTo>
                  <a:cubicBezTo>
                    <a:pt x="1292" y="1359"/>
                    <a:pt x="1278" y="1322"/>
                    <a:pt x="1256" y="1291"/>
                  </a:cubicBezTo>
                  <a:lnTo>
                    <a:pt x="350" y="73"/>
                  </a:lnTo>
                  <a:cubicBezTo>
                    <a:pt x="314" y="26"/>
                    <a:pt x="260"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0" name="Google Shape;15820;p31"/>
            <p:cNvSpPr/>
            <p:nvPr/>
          </p:nvSpPr>
          <p:spPr>
            <a:xfrm>
              <a:off x="818487" y="1437664"/>
              <a:ext cx="25686" cy="55502"/>
            </a:xfrm>
            <a:custGeom>
              <a:rect b="b" l="l" r="r" t="t"/>
              <a:pathLst>
                <a:path extrusionOk="0" h="1465" w="678">
                  <a:moveTo>
                    <a:pt x="196" y="1"/>
                  </a:moveTo>
                  <a:cubicBezTo>
                    <a:pt x="181" y="1"/>
                    <a:pt x="168" y="6"/>
                    <a:pt x="158" y="16"/>
                  </a:cubicBezTo>
                  <a:cubicBezTo>
                    <a:pt x="0" y="172"/>
                    <a:pt x="109" y="362"/>
                    <a:pt x="261" y="362"/>
                  </a:cubicBezTo>
                  <a:lnTo>
                    <a:pt x="316" y="362"/>
                  </a:lnTo>
                  <a:lnTo>
                    <a:pt x="316" y="1350"/>
                  </a:lnTo>
                  <a:cubicBezTo>
                    <a:pt x="316" y="1363"/>
                    <a:pt x="322" y="1378"/>
                    <a:pt x="332" y="1387"/>
                  </a:cubicBezTo>
                  <a:cubicBezTo>
                    <a:pt x="386" y="1442"/>
                    <a:pt x="444" y="1465"/>
                    <a:pt x="497" y="1465"/>
                  </a:cubicBezTo>
                  <a:cubicBezTo>
                    <a:pt x="597" y="1465"/>
                    <a:pt x="678" y="1384"/>
                    <a:pt x="678" y="1285"/>
                  </a:cubicBezTo>
                  <a:lnTo>
                    <a:pt x="678" y="54"/>
                  </a:lnTo>
                  <a:cubicBezTo>
                    <a:pt x="678" y="26"/>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1" name="Google Shape;15821;p31"/>
            <p:cNvSpPr/>
            <p:nvPr/>
          </p:nvSpPr>
          <p:spPr>
            <a:xfrm>
              <a:off x="875807" y="1510934"/>
              <a:ext cx="22996" cy="55502"/>
            </a:xfrm>
            <a:custGeom>
              <a:rect b="b" l="l" r="r" t="t"/>
              <a:pathLst>
                <a:path extrusionOk="0" h="1465" w="607">
                  <a:moveTo>
                    <a:pt x="198" y="0"/>
                  </a:moveTo>
                  <a:cubicBezTo>
                    <a:pt x="102" y="0"/>
                    <a:pt x="17" y="70"/>
                    <a:pt x="10" y="164"/>
                  </a:cubicBezTo>
                  <a:cubicBezTo>
                    <a:pt x="0" y="271"/>
                    <a:pt x="84" y="360"/>
                    <a:pt x="189" y="360"/>
                  </a:cubicBezTo>
                  <a:lnTo>
                    <a:pt x="246" y="360"/>
                  </a:lnTo>
                  <a:lnTo>
                    <a:pt x="246" y="1283"/>
                  </a:lnTo>
                  <a:cubicBezTo>
                    <a:pt x="246" y="1385"/>
                    <a:pt x="326" y="1464"/>
                    <a:pt x="426" y="1464"/>
                  </a:cubicBezTo>
                  <a:cubicBezTo>
                    <a:pt x="525" y="1464"/>
                    <a:pt x="607" y="1383"/>
                    <a:pt x="607" y="1283"/>
                  </a:cubicBezTo>
                  <a:lnTo>
                    <a:pt x="607" y="183"/>
                  </a:lnTo>
                  <a:cubicBezTo>
                    <a:pt x="607" y="82"/>
                    <a:pt x="524"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2" name="Google Shape;15822;p31"/>
            <p:cNvSpPr/>
            <p:nvPr/>
          </p:nvSpPr>
          <p:spPr>
            <a:xfrm>
              <a:off x="909108" y="1437664"/>
              <a:ext cx="25686" cy="55502"/>
            </a:xfrm>
            <a:custGeom>
              <a:rect b="b" l="l" r="r" t="t"/>
              <a:pathLst>
                <a:path extrusionOk="0" h="1465" w="678">
                  <a:moveTo>
                    <a:pt x="196" y="1"/>
                  </a:moveTo>
                  <a:cubicBezTo>
                    <a:pt x="181" y="1"/>
                    <a:pt x="168" y="6"/>
                    <a:pt x="158" y="16"/>
                  </a:cubicBezTo>
                  <a:cubicBezTo>
                    <a:pt x="0" y="172"/>
                    <a:pt x="108" y="362"/>
                    <a:pt x="260" y="362"/>
                  </a:cubicBezTo>
                  <a:lnTo>
                    <a:pt x="316" y="362"/>
                  </a:lnTo>
                  <a:lnTo>
                    <a:pt x="316" y="1350"/>
                  </a:lnTo>
                  <a:cubicBezTo>
                    <a:pt x="316" y="1363"/>
                    <a:pt x="322" y="1378"/>
                    <a:pt x="332" y="1387"/>
                  </a:cubicBezTo>
                  <a:cubicBezTo>
                    <a:pt x="386" y="1442"/>
                    <a:pt x="444" y="1464"/>
                    <a:pt x="497" y="1464"/>
                  </a:cubicBezTo>
                  <a:cubicBezTo>
                    <a:pt x="597" y="1464"/>
                    <a:pt x="678" y="1384"/>
                    <a:pt x="678" y="1284"/>
                  </a:cubicBezTo>
                  <a:lnTo>
                    <a:pt x="678" y="54"/>
                  </a:lnTo>
                  <a:cubicBezTo>
                    <a:pt x="678" y="25"/>
                    <a:pt x="655" y="1"/>
                    <a:pt x="62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3" name="Google Shape;15823;p31"/>
            <p:cNvSpPr/>
            <p:nvPr/>
          </p:nvSpPr>
          <p:spPr>
            <a:xfrm>
              <a:off x="772116" y="1436604"/>
              <a:ext cx="38529" cy="58078"/>
            </a:xfrm>
            <a:custGeom>
              <a:rect b="b" l="l" r="r" t="t"/>
              <a:pathLst>
                <a:path extrusionOk="0" h="1533" w="1017">
                  <a:moveTo>
                    <a:pt x="510" y="349"/>
                  </a:moveTo>
                  <a:cubicBezTo>
                    <a:pt x="591" y="349"/>
                    <a:pt x="657" y="415"/>
                    <a:pt x="657" y="496"/>
                  </a:cubicBezTo>
                  <a:lnTo>
                    <a:pt x="657" y="1035"/>
                  </a:lnTo>
                  <a:cubicBezTo>
                    <a:pt x="657" y="1116"/>
                    <a:pt x="592" y="1183"/>
                    <a:pt x="510" y="1183"/>
                  </a:cubicBezTo>
                  <a:cubicBezTo>
                    <a:pt x="493" y="1183"/>
                    <a:pt x="477" y="1180"/>
                    <a:pt x="459" y="1174"/>
                  </a:cubicBezTo>
                  <a:cubicBezTo>
                    <a:pt x="401" y="1155"/>
                    <a:pt x="361" y="1097"/>
                    <a:pt x="361" y="1034"/>
                  </a:cubicBezTo>
                  <a:lnTo>
                    <a:pt x="361" y="498"/>
                  </a:lnTo>
                  <a:cubicBezTo>
                    <a:pt x="361" y="435"/>
                    <a:pt x="399" y="377"/>
                    <a:pt x="459" y="357"/>
                  </a:cubicBezTo>
                  <a:cubicBezTo>
                    <a:pt x="476" y="352"/>
                    <a:pt x="493" y="349"/>
                    <a:pt x="510" y="349"/>
                  </a:cubicBezTo>
                  <a:close/>
                  <a:moveTo>
                    <a:pt x="510" y="1"/>
                  </a:moveTo>
                  <a:cubicBezTo>
                    <a:pt x="502" y="1"/>
                    <a:pt x="494" y="1"/>
                    <a:pt x="486" y="1"/>
                  </a:cubicBezTo>
                  <a:cubicBezTo>
                    <a:pt x="212" y="14"/>
                    <a:pt x="1" y="250"/>
                    <a:pt x="1" y="525"/>
                  </a:cubicBezTo>
                  <a:lnTo>
                    <a:pt x="1" y="1027"/>
                  </a:lnTo>
                  <a:cubicBezTo>
                    <a:pt x="1" y="1305"/>
                    <a:pt x="229" y="1533"/>
                    <a:pt x="509" y="1533"/>
                  </a:cubicBezTo>
                  <a:cubicBezTo>
                    <a:pt x="789" y="1533"/>
                    <a:pt x="1017" y="1305"/>
                    <a:pt x="1017" y="1027"/>
                  </a:cubicBezTo>
                  <a:lnTo>
                    <a:pt x="1017" y="508"/>
                  </a:lnTo>
                  <a:cubicBezTo>
                    <a:pt x="1017" y="228"/>
                    <a:pt x="789" y="1"/>
                    <a:pt x="5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4" name="Google Shape;15824;p31"/>
            <p:cNvSpPr/>
            <p:nvPr/>
          </p:nvSpPr>
          <p:spPr>
            <a:xfrm>
              <a:off x="772116" y="1510025"/>
              <a:ext cx="38529" cy="58078"/>
            </a:xfrm>
            <a:custGeom>
              <a:rect b="b" l="l" r="r" t="t"/>
              <a:pathLst>
                <a:path extrusionOk="0" h="1533" w="1017">
                  <a:moveTo>
                    <a:pt x="510" y="349"/>
                  </a:moveTo>
                  <a:cubicBezTo>
                    <a:pt x="591" y="349"/>
                    <a:pt x="657" y="415"/>
                    <a:pt x="657" y="495"/>
                  </a:cubicBezTo>
                  <a:lnTo>
                    <a:pt x="657" y="1035"/>
                  </a:lnTo>
                  <a:cubicBezTo>
                    <a:pt x="657" y="1116"/>
                    <a:pt x="590" y="1181"/>
                    <a:pt x="509" y="1181"/>
                  </a:cubicBezTo>
                  <a:cubicBezTo>
                    <a:pt x="428" y="1181"/>
                    <a:pt x="361" y="1116"/>
                    <a:pt x="361" y="1035"/>
                  </a:cubicBezTo>
                  <a:lnTo>
                    <a:pt x="361" y="497"/>
                  </a:lnTo>
                  <a:cubicBezTo>
                    <a:pt x="361" y="435"/>
                    <a:pt x="399" y="377"/>
                    <a:pt x="459" y="357"/>
                  </a:cubicBezTo>
                  <a:cubicBezTo>
                    <a:pt x="476" y="351"/>
                    <a:pt x="493" y="349"/>
                    <a:pt x="510" y="349"/>
                  </a:cubicBezTo>
                  <a:close/>
                  <a:moveTo>
                    <a:pt x="510" y="0"/>
                  </a:moveTo>
                  <a:cubicBezTo>
                    <a:pt x="502" y="0"/>
                    <a:pt x="494" y="1"/>
                    <a:pt x="486" y="1"/>
                  </a:cubicBezTo>
                  <a:cubicBezTo>
                    <a:pt x="212" y="14"/>
                    <a:pt x="1" y="249"/>
                    <a:pt x="1" y="525"/>
                  </a:cubicBezTo>
                  <a:lnTo>
                    <a:pt x="1" y="1026"/>
                  </a:lnTo>
                  <a:cubicBezTo>
                    <a:pt x="1" y="1305"/>
                    <a:pt x="229" y="1532"/>
                    <a:pt x="509" y="1532"/>
                  </a:cubicBezTo>
                  <a:cubicBezTo>
                    <a:pt x="789" y="1532"/>
                    <a:pt x="1017" y="1305"/>
                    <a:pt x="1017" y="1026"/>
                  </a:cubicBezTo>
                  <a:lnTo>
                    <a:pt x="1017" y="508"/>
                  </a:lnTo>
                  <a:cubicBezTo>
                    <a:pt x="1017" y="228"/>
                    <a:pt x="789" y="0"/>
                    <a:pt x="51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5" name="Google Shape;15825;p31"/>
            <p:cNvSpPr/>
            <p:nvPr/>
          </p:nvSpPr>
          <p:spPr>
            <a:xfrm>
              <a:off x="825496" y="1509987"/>
              <a:ext cx="38491" cy="58078"/>
            </a:xfrm>
            <a:custGeom>
              <a:rect b="b" l="l" r="r" t="t"/>
              <a:pathLst>
                <a:path extrusionOk="0" h="1533" w="1016">
                  <a:moveTo>
                    <a:pt x="509" y="350"/>
                  </a:moveTo>
                  <a:cubicBezTo>
                    <a:pt x="590" y="350"/>
                    <a:pt x="655" y="416"/>
                    <a:pt x="655" y="496"/>
                  </a:cubicBezTo>
                  <a:lnTo>
                    <a:pt x="655" y="1036"/>
                  </a:lnTo>
                  <a:cubicBezTo>
                    <a:pt x="655" y="1117"/>
                    <a:pt x="590" y="1182"/>
                    <a:pt x="507" y="1182"/>
                  </a:cubicBezTo>
                  <a:cubicBezTo>
                    <a:pt x="427" y="1182"/>
                    <a:pt x="360" y="1117"/>
                    <a:pt x="360" y="1036"/>
                  </a:cubicBezTo>
                  <a:lnTo>
                    <a:pt x="360" y="498"/>
                  </a:lnTo>
                  <a:lnTo>
                    <a:pt x="361" y="498"/>
                  </a:lnTo>
                  <a:cubicBezTo>
                    <a:pt x="361" y="436"/>
                    <a:pt x="398" y="378"/>
                    <a:pt x="459" y="358"/>
                  </a:cubicBezTo>
                  <a:cubicBezTo>
                    <a:pt x="476" y="352"/>
                    <a:pt x="493" y="350"/>
                    <a:pt x="509" y="350"/>
                  </a:cubicBezTo>
                  <a:close/>
                  <a:moveTo>
                    <a:pt x="507" y="1"/>
                  </a:moveTo>
                  <a:cubicBezTo>
                    <a:pt x="229" y="1"/>
                    <a:pt x="0" y="228"/>
                    <a:pt x="0" y="507"/>
                  </a:cubicBezTo>
                  <a:lnTo>
                    <a:pt x="0" y="1008"/>
                  </a:lnTo>
                  <a:cubicBezTo>
                    <a:pt x="0" y="1282"/>
                    <a:pt x="210" y="1520"/>
                    <a:pt x="484" y="1532"/>
                  </a:cubicBezTo>
                  <a:cubicBezTo>
                    <a:pt x="492" y="1533"/>
                    <a:pt x="500" y="1533"/>
                    <a:pt x="509" y="1533"/>
                  </a:cubicBezTo>
                  <a:cubicBezTo>
                    <a:pt x="788" y="1533"/>
                    <a:pt x="1015" y="1305"/>
                    <a:pt x="1015" y="1025"/>
                  </a:cubicBezTo>
                  <a:lnTo>
                    <a:pt x="1015" y="507"/>
                  </a:lnTo>
                  <a:cubicBezTo>
                    <a:pt x="1015" y="227"/>
                    <a:pt x="788"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6" name="Google Shape;15826;p31"/>
            <p:cNvSpPr/>
            <p:nvPr/>
          </p:nvSpPr>
          <p:spPr>
            <a:xfrm>
              <a:off x="913655" y="1509987"/>
              <a:ext cx="38529" cy="58078"/>
            </a:xfrm>
            <a:custGeom>
              <a:rect b="b" l="l" r="r" t="t"/>
              <a:pathLst>
                <a:path extrusionOk="0" h="1533" w="1017">
                  <a:moveTo>
                    <a:pt x="506" y="350"/>
                  </a:moveTo>
                  <a:cubicBezTo>
                    <a:pt x="589" y="350"/>
                    <a:pt x="655" y="416"/>
                    <a:pt x="655" y="496"/>
                  </a:cubicBezTo>
                  <a:lnTo>
                    <a:pt x="655" y="1036"/>
                  </a:lnTo>
                  <a:cubicBezTo>
                    <a:pt x="655" y="1117"/>
                    <a:pt x="589" y="1182"/>
                    <a:pt x="506" y="1182"/>
                  </a:cubicBezTo>
                  <a:cubicBezTo>
                    <a:pt x="426" y="1182"/>
                    <a:pt x="359" y="1117"/>
                    <a:pt x="359" y="1036"/>
                  </a:cubicBezTo>
                  <a:lnTo>
                    <a:pt x="359" y="496"/>
                  </a:lnTo>
                  <a:cubicBezTo>
                    <a:pt x="359" y="416"/>
                    <a:pt x="426" y="350"/>
                    <a:pt x="506" y="350"/>
                  </a:cubicBezTo>
                  <a:close/>
                  <a:moveTo>
                    <a:pt x="508" y="0"/>
                  </a:moveTo>
                  <a:cubicBezTo>
                    <a:pt x="228" y="0"/>
                    <a:pt x="1" y="229"/>
                    <a:pt x="1" y="507"/>
                  </a:cubicBezTo>
                  <a:lnTo>
                    <a:pt x="1" y="1025"/>
                  </a:lnTo>
                  <a:cubicBezTo>
                    <a:pt x="1" y="1306"/>
                    <a:pt x="228" y="1532"/>
                    <a:pt x="509" y="1532"/>
                  </a:cubicBezTo>
                  <a:cubicBezTo>
                    <a:pt x="788" y="1532"/>
                    <a:pt x="1017" y="1305"/>
                    <a:pt x="1017" y="1025"/>
                  </a:cubicBezTo>
                  <a:lnTo>
                    <a:pt x="1017" y="525"/>
                  </a:lnTo>
                  <a:cubicBezTo>
                    <a:pt x="1017" y="250"/>
                    <a:pt x="807" y="14"/>
                    <a:pt x="532" y="1"/>
                  </a:cubicBezTo>
                  <a:cubicBezTo>
                    <a:pt x="524" y="1"/>
                    <a:pt x="516" y="0"/>
                    <a:pt x="50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7" name="Google Shape;15827;p31"/>
            <p:cNvSpPr/>
            <p:nvPr/>
          </p:nvSpPr>
          <p:spPr>
            <a:xfrm>
              <a:off x="860275" y="1436604"/>
              <a:ext cx="38529" cy="58078"/>
            </a:xfrm>
            <a:custGeom>
              <a:rect b="b" l="l" r="r" t="t"/>
              <a:pathLst>
                <a:path extrusionOk="0" h="1533" w="1017">
                  <a:moveTo>
                    <a:pt x="509" y="349"/>
                  </a:moveTo>
                  <a:cubicBezTo>
                    <a:pt x="590" y="349"/>
                    <a:pt x="657" y="415"/>
                    <a:pt x="657" y="496"/>
                  </a:cubicBezTo>
                  <a:lnTo>
                    <a:pt x="657" y="1035"/>
                  </a:lnTo>
                  <a:cubicBezTo>
                    <a:pt x="657" y="1117"/>
                    <a:pt x="591" y="1182"/>
                    <a:pt x="509" y="1182"/>
                  </a:cubicBezTo>
                  <a:cubicBezTo>
                    <a:pt x="427" y="1182"/>
                    <a:pt x="360" y="1117"/>
                    <a:pt x="360" y="1035"/>
                  </a:cubicBezTo>
                  <a:lnTo>
                    <a:pt x="360" y="496"/>
                  </a:lnTo>
                  <a:cubicBezTo>
                    <a:pt x="360" y="415"/>
                    <a:pt x="426" y="349"/>
                    <a:pt x="509" y="349"/>
                  </a:cubicBezTo>
                  <a:close/>
                  <a:moveTo>
                    <a:pt x="509" y="1"/>
                  </a:moveTo>
                  <a:cubicBezTo>
                    <a:pt x="230" y="1"/>
                    <a:pt x="2" y="228"/>
                    <a:pt x="2" y="508"/>
                  </a:cubicBezTo>
                  <a:lnTo>
                    <a:pt x="2" y="1027"/>
                  </a:lnTo>
                  <a:cubicBezTo>
                    <a:pt x="1" y="1305"/>
                    <a:pt x="228" y="1533"/>
                    <a:pt x="509" y="1533"/>
                  </a:cubicBezTo>
                  <a:cubicBezTo>
                    <a:pt x="789" y="1533"/>
                    <a:pt x="1017" y="1305"/>
                    <a:pt x="1017" y="1027"/>
                  </a:cubicBezTo>
                  <a:lnTo>
                    <a:pt x="1017" y="525"/>
                  </a:lnTo>
                  <a:cubicBezTo>
                    <a:pt x="1017" y="252"/>
                    <a:pt x="807" y="14"/>
                    <a:pt x="533"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8" name="Google Shape;15828;p31"/>
            <p:cNvSpPr/>
            <p:nvPr/>
          </p:nvSpPr>
          <p:spPr>
            <a:xfrm>
              <a:off x="954608" y="1436604"/>
              <a:ext cx="38529" cy="58078"/>
            </a:xfrm>
            <a:custGeom>
              <a:rect b="b" l="l" r="r" t="t"/>
              <a:pathLst>
                <a:path extrusionOk="0" h="1533" w="1017">
                  <a:moveTo>
                    <a:pt x="508" y="349"/>
                  </a:moveTo>
                  <a:cubicBezTo>
                    <a:pt x="590" y="349"/>
                    <a:pt x="656" y="415"/>
                    <a:pt x="656" y="496"/>
                  </a:cubicBezTo>
                  <a:lnTo>
                    <a:pt x="656" y="1035"/>
                  </a:lnTo>
                  <a:cubicBezTo>
                    <a:pt x="656" y="1117"/>
                    <a:pt x="591" y="1182"/>
                    <a:pt x="508" y="1182"/>
                  </a:cubicBezTo>
                  <a:cubicBezTo>
                    <a:pt x="427" y="1182"/>
                    <a:pt x="361" y="1117"/>
                    <a:pt x="361" y="1035"/>
                  </a:cubicBezTo>
                  <a:lnTo>
                    <a:pt x="361" y="496"/>
                  </a:lnTo>
                  <a:cubicBezTo>
                    <a:pt x="361" y="415"/>
                    <a:pt x="426" y="349"/>
                    <a:pt x="508" y="349"/>
                  </a:cubicBezTo>
                  <a:close/>
                  <a:moveTo>
                    <a:pt x="509" y="1"/>
                  </a:moveTo>
                  <a:cubicBezTo>
                    <a:pt x="229" y="1"/>
                    <a:pt x="2" y="228"/>
                    <a:pt x="2" y="508"/>
                  </a:cubicBezTo>
                  <a:lnTo>
                    <a:pt x="2" y="1027"/>
                  </a:lnTo>
                  <a:cubicBezTo>
                    <a:pt x="0" y="1305"/>
                    <a:pt x="229" y="1533"/>
                    <a:pt x="508" y="1533"/>
                  </a:cubicBezTo>
                  <a:cubicBezTo>
                    <a:pt x="789" y="1533"/>
                    <a:pt x="1016" y="1305"/>
                    <a:pt x="1016" y="1027"/>
                  </a:cubicBezTo>
                  <a:lnTo>
                    <a:pt x="1016" y="525"/>
                  </a:lnTo>
                  <a:cubicBezTo>
                    <a:pt x="1016" y="252"/>
                    <a:pt x="807" y="14"/>
                    <a:pt x="534" y="1"/>
                  </a:cubicBezTo>
                  <a:cubicBezTo>
                    <a:pt x="525" y="1"/>
                    <a:pt x="517"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9" name="Google Shape;15829;p31"/>
            <p:cNvSpPr/>
            <p:nvPr/>
          </p:nvSpPr>
          <p:spPr>
            <a:xfrm>
              <a:off x="742339" y="1479944"/>
              <a:ext cx="418402" cy="352937"/>
            </a:xfrm>
            <a:custGeom>
              <a:rect b="b" l="l" r="r" t="t"/>
              <a:pathLst>
                <a:path extrusionOk="0" h="9316" w="11044">
                  <a:moveTo>
                    <a:pt x="5751" y="2983"/>
                  </a:moveTo>
                  <a:cubicBezTo>
                    <a:pt x="5763" y="3147"/>
                    <a:pt x="5901" y="3277"/>
                    <a:pt x="6070" y="3277"/>
                  </a:cubicBezTo>
                  <a:lnTo>
                    <a:pt x="6428" y="3277"/>
                  </a:lnTo>
                  <a:cubicBezTo>
                    <a:pt x="6470" y="3414"/>
                    <a:pt x="6525" y="3548"/>
                    <a:pt x="6593" y="3675"/>
                  </a:cubicBezTo>
                  <a:lnTo>
                    <a:pt x="6531" y="3735"/>
                  </a:lnTo>
                  <a:lnTo>
                    <a:pt x="729" y="3735"/>
                  </a:lnTo>
                  <a:cubicBezTo>
                    <a:pt x="527" y="3735"/>
                    <a:pt x="362" y="3570"/>
                    <a:pt x="362" y="3367"/>
                  </a:cubicBezTo>
                  <a:lnTo>
                    <a:pt x="362" y="3116"/>
                  </a:lnTo>
                  <a:cubicBezTo>
                    <a:pt x="362" y="3043"/>
                    <a:pt x="422" y="2983"/>
                    <a:pt x="496" y="2983"/>
                  </a:cubicBezTo>
                  <a:close/>
                  <a:moveTo>
                    <a:pt x="8620" y="360"/>
                  </a:moveTo>
                  <a:lnTo>
                    <a:pt x="8620" y="869"/>
                  </a:lnTo>
                  <a:cubicBezTo>
                    <a:pt x="8620" y="955"/>
                    <a:pt x="8681" y="1031"/>
                    <a:pt x="8764" y="1048"/>
                  </a:cubicBezTo>
                  <a:cubicBezTo>
                    <a:pt x="8956" y="1090"/>
                    <a:pt x="9139" y="1165"/>
                    <a:pt x="9307" y="1267"/>
                  </a:cubicBezTo>
                  <a:cubicBezTo>
                    <a:pt x="9337" y="1286"/>
                    <a:pt x="9370" y="1294"/>
                    <a:pt x="9404" y="1294"/>
                  </a:cubicBezTo>
                  <a:cubicBezTo>
                    <a:pt x="9451" y="1294"/>
                    <a:pt x="9499" y="1277"/>
                    <a:pt x="9534" y="1242"/>
                  </a:cubicBezTo>
                  <a:lnTo>
                    <a:pt x="9843" y="942"/>
                  </a:lnTo>
                  <a:lnTo>
                    <a:pt x="10176" y="1266"/>
                  </a:lnTo>
                  <a:lnTo>
                    <a:pt x="9867" y="1567"/>
                  </a:lnTo>
                  <a:cubicBezTo>
                    <a:pt x="9808" y="1626"/>
                    <a:pt x="9797" y="1718"/>
                    <a:pt x="9843" y="1788"/>
                  </a:cubicBezTo>
                  <a:cubicBezTo>
                    <a:pt x="9949" y="1952"/>
                    <a:pt x="10024" y="2130"/>
                    <a:pt x="10069" y="2319"/>
                  </a:cubicBezTo>
                  <a:cubicBezTo>
                    <a:pt x="10087" y="2400"/>
                    <a:pt x="10163" y="2457"/>
                    <a:pt x="10247" y="2457"/>
                  </a:cubicBezTo>
                  <a:lnTo>
                    <a:pt x="10684" y="2457"/>
                  </a:lnTo>
                  <a:lnTo>
                    <a:pt x="10682" y="2916"/>
                  </a:lnTo>
                  <a:lnTo>
                    <a:pt x="10200" y="2916"/>
                  </a:lnTo>
                  <a:cubicBezTo>
                    <a:pt x="10116" y="2916"/>
                    <a:pt x="10044" y="2975"/>
                    <a:pt x="10027" y="3058"/>
                  </a:cubicBezTo>
                  <a:cubicBezTo>
                    <a:pt x="9986" y="3252"/>
                    <a:pt x="9911" y="3435"/>
                    <a:pt x="9808" y="3603"/>
                  </a:cubicBezTo>
                  <a:cubicBezTo>
                    <a:pt x="9762" y="3675"/>
                    <a:pt x="9773" y="3769"/>
                    <a:pt x="9833" y="3829"/>
                  </a:cubicBezTo>
                  <a:lnTo>
                    <a:pt x="10133" y="4138"/>
                  </a:lnTo>
                  <a:lnTo>
                    <a:pt x="9809" y="4472"/>
                  </a:lnTo>
                  <a:lnTo>
                    <a:pt x="9513" y="4169"/>
                  </a:lnTo>
                  <a:cubicBezTo>
                    <a:pt x="9477" y="4132"/>
                    <a:pt x="9430" y="4113"/>
                    <a:pt x="9382" y="4113"/>
                  </a:cubicBezTo>
                  <a:cubicBezTo>
                    <a:pt x="9347" y="4113"/>
                    <a:pt x="9312" y="4123"/>
                    <a:pt x="9281" y="4142"/>
                  </a:cubicBezTo>
                  <a:cubicBezTo>
                    <a:pt x="9120" y="4246"/>
                    <a:pt x="8945" y="4320"/>
                    <a:pt x="8760" y="4363"/>
                  </a:cubicBezTo>
                  <a:cubicBezTo>
                    <a:pt x="8677" y="4383"/>
                    <a:pt x="8619" y="4458"/>
                    <a:pt x="8619" y="4543"/>
                  </a:cubicBezTo>
                  <a:lnTo>
                    <a:pt x="8619" y="4980"/>
                  </a:lnTo>
                  <a:lnTo>
                    <a:pt x="8160" y="4980"/>
                  </a:lnTo>
                  <a:lnTo>
                    <a:pt x="8160" y="4606"/>
                  </a:lnTo>
                  <a:cubicBezTo>
                    <a:pt x="8160" y="4520"/>
                    <a:pt x="8101" y="4446"/>
                    <a:pt x="8019" y="4426"/>
                  </a:cubicBezTo>
                  <a:cubicBezTo>
                    <a:pt x="7822" y="4382"/>
                    <a:pt x="7634" y="4303"/>
                    <a:pt x="7463" y="4191"/>
                  </a:cubicBezTo>
                  <a:cubicBezTo>
                    <a:pt x="7432" y="4170"/>
                    <a:pt x="7398" y="4161"/>
                    <a:pt x="7364" y="4161"/>
                  </a:cubicBezTo>
                  <a:cubicBezTo>
                    <a:pt x="7316" y="4161"/>
                    <a:pt x="7268" y="4180"/>
                    <a:pt x="7232" y="4217"/>
                  </a:cubicBezTo>
                  <a:lnTo>
                    <a:pt x="6918" y="4539"/>
                  </a:lnTo>
                  <a:lnTo>
                    <a:pt x="6579" y="4191"/>
                  </a:lnTo>
                  <a:lnTo>
                    <a:pt x="6893" y="3869"/>
                  </a:lnTo>
                  <a:cubicBezTo>
                    <a:pt x="6955" y="3806"/>
                    <a:pt x="6965" y="3708"/>
                    <a:pt x="6918" y="3631"/>
                  </a:cubicBezTo>
                  <a:cubicBezTo>
                    <a:pt x="6809" y="3456"/>
                    <a:pt x="6733" y="3267"/>
                    <a:pt x="6689" y="3064"/>
                  </a:cubicBezTo>
                  <a:cubicBezTo>
                    <a:pt x="6670" y="2977"/>
                    <a:pt x="6594" y="2915"/>
                    <a:pt x="6508" y="2915"/>
                  </a:cubicBezTo>
                  <a:lnTo>
                    <a:pt x="6064" y="2915"/>
                  </a:lnTo>
                  <a:lnTo>
                    <a:pt x="6064" y="2424"/>
                  </a:lnTo>
                  <a:lnTo>
                    <a:pt x="6579" y="2424"/>
                  </a:lnTo>
                  <a:cubicBezTo>
                    <a:pt x="6662" y="2424"/>
                    <a:pt x="6735" y="2365"/>
                    <a:pt x="6751" y="2281"/>
                  </a:cubicBezTo>
                  <a:cubicBezTo>
                    <a:pt x="6793" y="2087"/>
                    <a:pt x="6869" y="1904"/>
                    <a:pt x="6971" y="1737"/>
                  </a:cubicBezTo>
                  <a:cubicBezTo>
                    <a:pt x="7016" y="1664"/>
                    <a:pt x="7006" y="1570"/>
                    <a:pt x="6947" y="1509"/>
                  </a:cubicBezTo>
                  <a:lnTo>
                    <a:pt x="6646" y="1200"/>
                  </a:lnTo>
                  <a:lnTo>
                    <a:pt x="6970" y="866"/>
                  </a:lnTo>
                  <a:lnTo>
                    <a:pt x="7272" y="1176"/>
                  </a:lnTo>
                  <a:cubicBezTo>
                    <a:pt x="7306" y="1211"/>
                    <a:pt x="7351" y="1229"/>
                    <a:pt x="7397" y="1229"/>
                  </a:cubicBezTo>
                  <a:cubicBezTo>
                    <a:pt x="7430" y="1229"/>
                    <a:pt x="7463" y="1220"/>
                    <a:pt x="7493" y="1200"/>
                  </a:cubicBezTo>
                  <a:cubicBezTo>
                    <a:pt x="7656" y="1095"/>
                    <a:pt x="7834" y="1019"/>
                    <a:pt x="8023" y="975"/>
                  </a:cubicBezTo>
                  <a:cubicBezTo>
                    <a:pt x="8105" y="957"/>
                    <a:pt x="8162" y="882"/>
                    <a:pt x="8162" y="797"/>
                  </a:cubicBezTo>
                  <a:lnTo>
                    <a:pt x="8162" y="360"/>
                  </a:lnTo>
                  <a:close/>
                  <a:moveTo>
                    <a:pt x="8080" y="0"/>
                  </a:moveTo>
                  <a:cubicBezTo>
                    <a:pt x="7907" y="0"/>
                    <a:pt x="7765" y="141"/>
                    <a:pt x="7765" y="315"/>
                  </a:cubicBezTo>
                  <a:lnTo>
                    <a:pt x="7765" y="663"/>
                  </a:lnTo>
                  <a:cubicBezTo>
                    <a:pt x="7630" y="703"/>
                    <a:pt x="7499" y="757"/>
                    <a:pt x="7375" y="825"/>
                  </a:cubicBezTo>
                  <a:lnTo>
                    <a:pt x="7133" y="582"/>
                  </a:lnTo>
                  <a:cubicBezTo>
                    <a:pt x="7091" y="540"/>
                    <a:pt x="7039" y="508"/>
                    <a:pt x="6982" y="495"/>
                  </a:cubicBezTo>
                  <a:cubicBezTo>
                    <a:pt x="6956" y="489"/>
                    <a:pt x="6931" y="486"/>
                    <a:pt x="6906" y="486"/>
                  </a:cubicBezTo>
                  <a:cubicBezTo>
                    <a:pt x="6823" y="486"/>
                    <a:pt x="6744" y="519"/>
                    <a:pt x="6685" y="577"/>
                  </a:cubicBezTo>
                  <a:lnTo>
                    <a:pt x="6278" y="985"/>
                  </a:lnTo>
                  <a:cubicBezTo>
                    <a:pt x="6219" y="1043"/>
                    <a:pt x="6186" y="1122"/>
                    <a:pt x="6186" y="1206"/>
                  </a:cubicBezTo>
                  <a:cubicBezTo>
                    <a:pt x="6186" y="1289"/>
                    <a:pt x="6219" y="1368"/>
                    <a:pt x="6278" y="1428"/>
                  </a:cubicBezTo>
                  <a:lnTo>
                    <a:pt x="6524" y="1674"/>
                  </a:lnTo>
                  <a:cubicBezTo>
                    <a:pt x="6457" y="1797"/>
                    <a:pt x="6403" y="1928"/>
                    <a:pt x="6362" y="2063"/>
                  </a:cubicBezTo>
                  <a:lnTo>
                    <a:pt x="6016" y="2063"/>
                  </a:lnTo>
                  <a:cubicBezTo>
                    <a:pt x="5842" y="2063"/>
                    <a:pt x="5701" y="2205"/>
                    <a:pt x="5701" y="2379"/>
                  </a:cubicBezTo>
                  <a:lnTo>
                    <a:pt x="5701" y="2622"/>
                  </a:lnTo>
                  <a:lnTo>
                    <a:pt x="502" y="2622"/>
                  </a:lnTo>
                  <a:cubicBezTo>
                    <a:pt x="225" y="2622"/>
                    <a:pt x="0" y="2845"/>
                    <a:pt x="0" y="3122"/>
                  </a:cubicBezTo>
                  <a:lnTo>
                    <a:pt x="0" y="3360"/>
                  </a:lnTo>
                  <a:cubicBezTo>
                    <a:pt x="0" y="3766"/>
                    <a:pt x="330" y="4095"/>
                    <a:pt x="736" y="4095"/>
                  </a:cubicBezTo>
                  <a:lnTo>
                    <a:pt x="1106" y="4095"/>
                  </a:lnTo>
                  <a:lnTo>
                    <a:pt x="2019" y="5335"/>
                  </a:lnTo>
                  <a:cubicBezTo>
                    <a:pt x="2055" y="5383"/>
                    <a:pt x="2111" y="5409"/>
                    <a:pt x="2167" y="5409"/>
                  </a:cubicBezTo>
                  <a:cubicBezTo>
                    <a:pt x="2205" y="5409"/>
                    <a:pt x="2244" y="5397"/>
                    <a:pt x="2277" y="5373"/>
                  </a:cubicBezTo>
                  <a:cubicBezTo>
                    <a:pt x="2358" y="5313"/>
                    <a:pt x="2376" y="5198"/>
                    <a:pt x="2315" y="5116"/>
                  </a:cubicBezTo>
                  <a:lnTo>
                    <a:pt x="1566" y="4096"/>
                  </a:lnTo>
                  <a:lnTo>
                    <a:pt x="6183" y="4096"/>
                  </a:lnTo>
                  <a:cubicBezTo>
                    <a:pt x="6169" y="4205"/>
                    <a:pt x="6199" y="4304"/>
                    <a:pt x="6272" y="4377"/>
                  </a:cubicBezTo>
                  <a:lnTo>
                    <a:pt x="6549" y="4654"/>
                  </a:lnTo>
                  <a:lnTo>
                    <a:pt x="4769" y="7047"/>
                  </a:lnTo>
                  <a:cubicBezTo>
                    <a:pt x="4745" y="7078"/>
                    <a:pt x="4732" y="7117"/>
                    <a:pt x="4751" y="7157"/>
                  </a:cubicBezTo>
                  <a:lnTo>
                    <a:pt x="4751" y="9132"/>
                  </a:lnTo>
                  <a:cubicBezTo>
                    <a:pt x="4733" y="9234"/>
                    <a:pt x="4814" y="9315"/>
                    <a:pt x="4916" y="9315"/>
                  </a:cubicBezTo>
                  <a:cubicBezTo>
                    <a:pt x="5018" y="9315"/>
                    <a:pt x="5111" y="9132"/>
                    <a:pt x="5111" y="9132"/>
                  </a:cubicBezTo>
                  <a:lnTo>
                    <a:pt x="5111" y="7225"/>
                  </a:lnTo>
                  <a:lnTo>
                    <a:pt x="6846" y="4881"/>
                  </a:lnTo>
                  <a:cubicBezTo>
                    <a:pt x="6866" y="4885"/>
                    <a:pt x="6886" y="4887"/>
                    <a:pt x="6906" y="4887"/>
                  </a:cubicBezTo>
                  <a:cubicBezTo>
                    <a:pt x="6986" y="4887"/>
                    <a:pt x="7067" y="4856"/>
                    <a:pt x="7127" y="4794"/>
                  </a:cubicBezTo>
                  <a:lnTo>
                    <a:pt x="7373" y="4547"/>
                  </a:lnTo>
                  <a:cubicBezTo>
                    <a:pt x="7498" y="4615"/>
                    <a:pt x="7629" y="4669"/>
                    <a:pt x="7765" y="4709"/>
                  </a:cubicBezTo>
                  <a:lnTo>
                    <a:pt x="7765" y="5060"/>
                  </a:lnTo>
                  <a:cubicBezTo>
                    <a:pt x="7765" y="5235"/>
                    <a:pt x="7907" y="5376"/>
                    <a:pt x="8080" y="5376"/>
                  </a:cubicBezTo>
                  <a:lnTo>
                    <a:pt x="8662" y="5376"/>
                  </a:lnTo>
                  <a:cubicBezTo>
                    <a:pt x="8836" y="5376"/>
                    <a:pt x="8977" y="5235"/>
                    <a:pt x="8977" y="5060"/>
                  </a:cubicBezTo>
                  <a:lnTo>
                    <a:pt x="8977" y="4714"/>
                  </a:lnTo>
                  <a:cubicBezTo>
                    <a:pt x="9112" y="4673"/>
                    <a:pt x="9243" y="4620"/>
                    <a:pt x="9368" y="4552"/>
                  </a:cubicBezTo>
                  <a:lnTo>
                    <a:pt x="9613" y="4797"/>
                  </a:lnTo>
                  <a:cubicBezTo>
                    <a:pt x="9674" y="4859"/>
                    <a:pt x="9754" y="4890"/>
                    <a:pt x="9835" y="4890"/>
                  </a:cubicBezTo>
                  <a:cubicBezTo>
                    <a:pt x="9916" y="4890"/>
                    <a:pt x="9997" y="4859"/>
                    <a:pt x="10059" y="4797"/>
                  </a:cubicBezTo>
                  <a:lnTo>
                    <a:pt x="10464" y="4392"/>
                  </a:lnTo>
                  <a:cubicBezTo>
                    <a:pt x="10586" y="4269"/>
                    <a:pt x="10586" y="4070"/>
                    <a:pt x="10464" y="3949"/>
                  </a:cubicBezTo>
                  <a:lnTo>
                    <a:pt x="10218" y="3702"/>
                  </a:lnTo>
                  <a:cubicBezTo>
                    <a:pt x="10285" y="3578"/>
                    <a:pt x="10340" y="3447"/>
                    <a:pt x="10380" y="3312"/>
                  </a:cubicBezTo>
                  <a:lnTo>
                    <a:pt x="10728" y="3312"/>
                  </a:lnTo>
                  <a:cubicBezTo>
                    <a:pt x="10902" y="3312"/>
                    <a:pt x="11043" y="3170"/>
                    <a:pt x="11043" y="2997"/>
                  </a:cubicBezTo>
                  <a:lnTo>
                    <a:pt x="11043" y="2380"/>
                  </a:lnTo>
                  <a:cubicBezTo>
                    <a:pt x="11042" y="2204"/>
                    <a:pt x="10902" y="2063"/>
                    <a:pt x="10729" y="2063"/>
                  </a:cubicBezTo>
                  <a:lnTo>
                    <a:pt x="10380" y="2063"/>
                  </a:lnTo>
                  <a:cubicBezTo>
                    <a:pt x="10341" y="1928"/>
                    <a:pt x="10286" y="1797"/>
                    <a:pt x="10218" y="1674"/>
                  </a:cubicBezTo>
                  <a:lnTo>
                    <a:pt x="10464" y="1427"/>
                  </a:lnTo>
                  <a:cubicBezTo>
                    <a:pt x="10523" y="1368"/>
                    <a:pt x="10556" y="1289"/>
                    <a:pt x="10556" y="1206"/>
                  </a:cubicBezTo>
                  <a:cubicBezTo>
                    <a:pt x="10556" y="1122"/>
                    <a:pt x="10523" y="1043"/>
                    <a:pt x="10464" y="985"/>
                  </a:cubicBezTo>
                  <a:lnTo>
                    <a:pt x="10059" y="579"/>
                  </a:lnTo>
                  <a:cubicBezTo>
                    <a:pt x="9997" y="517"/>
                    <a:pt x="9916" y="487"/>
                    <a:pt x="9836" y="487"/>
                  </a:cubicBezTo>
                  <a:cubicBezTo>
                    <a:pt x="9755" y="487"/>
                    <a:pt x="9675" y="517"/>
                    <a:pt x="9613" y="579"/>
                  </a:cubicBezTo>
                  <a:lnTo>
                    <a:pt x="9368" y="823"/>
                  </a:lnTo>
                  <a:cubicBezTo>
                    <a:pt x="9243" y="757"/>
                    <a:pt x="9112" y="702"/>
                    <a:pt x="8977" y="661"/>
                  </a:cubicBezTo>
                  <a:lnTo>
                    <a:pt x="8977" y="315"/>
                  </a:lnTo>
                  <a:cubicBezTo>
                    <a:pt x="8977" y="141"/>
                    <a:pt x="8836" y="0"/>
                    <a:pt x="86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0" name="Google Shape;15830;p31"/>
            <p:cNvSpPr/>
            <p:nvPr/>
          </p:nvSpPr>
          <p:spPr>
            <a:xfrm>
              <a:off x="1008367" y="1531051"/>
              <a:ext cx="105169" cy="101039"/>
            </a:xfrm>
            <a:custGeom>
              <a:rect b="b" l="l" r="r" t="t"/>
              <a:pathLst>
                <a:path extrusionOk="0" h="2667" w="2776">
                  <a:moveTo>
                    <a:pt x="1005" y="1631"/>
                  </a:moveTo>
                  <a:cubicBezTo>
                    <a:pt x="1078" y="1631"/>
                    <a:pt x="1138" y="1692"/>
                    <a:pt x="1138" y="1765"/>
                  </a:cubicBezTo>
                  <a:lnTo>
                    <a:pt x="1138" y="2008"/>
                  </a:lnTo>
                  <a:lnTo>
                    <a:pt x="1137" y="2008"/>
                  </a:lnTo>
                  <a:cubicBezTo>
                    <a:pt x="1137" y="2095"/>
                    <a:pt x="1107" y="2174"/>
                    <a:pt x="1056" y="2237"/>
                  </a:cubicBezTo>
                  <a:cubicBezTo>
                    <a:pt x="913" y="2191"/>
                    <a:pt x="782" y="2111"/>
                    <a:pt x="672" y="2000"/>
                  </a:cubicBezTo>
                  <a:cubicBezTo>
                    <a:pt x="566" y="1894"/>
                    <a:pt x="488" y="1768"/>
                    <a:pt x="442" y="1631"/>
                  </a:cubicBezTo>
                  <a:close/>
                  <a:moveTo>
                    <a:pt x="1344" y="361"/>
                  </a:moveTo>
                  <a:cubicBezTo>
                    <a:pt x="1605" y="361"/>
                    <a:pt x="1865" y="471"/>
                    <a:pt x="2044" y="660"/>
                  </a:cubicBezTo>
                  <a:cubicBezTo>
                    <a:pt x="2305" y="930"/>
                    <a:pt x="2375" y="1322"/>
                    <a:pt x="2233" y="1682"/>
                  </a:cubicBezTo>
                  <a:cubicBezTo>
                    <a:pt x="2096" y="2024"/>
                    <a:pt x="1798" y="2252"/>
                    <a:pt x="1446" y="2286"/>
                  </a:cubicBezTo>
                  <a:cubicBezTo>
                    <a:pt x="1478" y="2203"/>
                    <a:pt x="1497" y="2111"/>
                    <a:pt x="1497" y="2016"/>
                  </a:cubicBezTo>
                  <a:lnTo>
                    <a:pt x="1497" y="1773"/>
                  </a:lnTo>
                  <a:cubicBezTo>
                    <a:pt x="1497" y="1498"/>
                    <a:pt x="1273" y="1273"/>
                    <a:pt x="996" y="1273"/>
                  </a:cubicBezTo>
                  <a:lnTo>
                    <a:pt x="383" y="1273"/>
                  </a:lnTo>
                  <a:cubicBezTo>
                    <a:pt x="409" y="787"/>
                    <a:pt x="810" y="388"/>
                    <a:pt x="1295" y="362"/>
                  </a:cubicBezTo>
                  <a:cubicBezTo>
                    <a:pt x="1311" y="362"/>
                    <a:pt x="1328" y="361"/>
                    <a:pt x="1344" y="361"/>
                  </a:cubicBezTo>
                  <a:close/>
                  <a:moveTo>
                    <a:pt x="1350" y="0"/>
                  </a:moveTo>
                  <a:cubicBezTo>
                    <a:pt x="1327" y="0"/>
                    <a:pt x="1304" y="1"/>
                    <a:pt x="1282" y="2"/>
                  </a:cubicBezTo>
                  <a:cubicBezTo>
                    <a:pt x="607" y="37"/>
                    <a:pt x="53" y="592"/>
                    <a:pt x="19" y="1265"/>
                  </a:cubicBezTo>
                  <a:cubicBezTo>
                    <a:pt x="1" y="1642"/>
                    <a:pt x="142" y="2011"/>
                    <a:pt x="408" y="2276"/>
                  </a:cubicBezTo>
                  <a:cubicBezTo>
                    <a:pt x="658" y="2526"/>
                    <a:pt x="1000" y="2667"/>
                    <a:pt x="1353" y="2667"/>
                  </a:cubicBezTo>
                  <a:cubicBezTo>
                    <a:pt x="1895" y="2667"/>
                    <a:pt x="2378" y="2326"/>
                    <a:pt x="2577" y="1825"/>
                  </a:cubicBezTo>
                  <a:cubicBezTo>
                    <a:pt x="2775" y="1330"/>
                    <a:pt x="2675" y="788"/>
                    <a:pt x="2315" y="412"/>
                  </a:cubicBezTo>
                  <a:cubicBezTo>
                    <a:pt x="2063" y="149"/>
                    <a:pt x="1714" y="0"/>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31" name="Google Shape;15831;p31"/>
          <p:cNvGrpSpPr/>
          <p:nvPr/>
        </p:nvGrpSpPr>
        <p:grpSpPr>
          <a:xfrm>
            <a:off x="7760469" y="1347806"/>
            <a:ext cx="449582" cy="381589"/>
            <a:chOff x="7952725" y="749256"/>
            <a:chExt cx="476707" cy="404612"/>
          </a:xfrm>
        </p:grpSpPr>
        <p:sp>
          <p:nvSpPr>
            <p:cNvPr id="15832" name="Google Shape;15832;p31"/>
            <p:cNvSpPr/>
            <p:nvPr/>
          </p:nvSpPr>
          <p:spPr>
            <a:xfrm>
              <a:off x="8164957" y="779147"/>
              <a:ext cx="52243" cy="21367"/>
            </a:xfrm>
            <a:custGeom>
              <a:rect b="b" l="l" r="r" t="t"/>
              <a:pathLst>
                <a:path extrusionOk="0" h="564" w="1379">
                  <a:moveTo>
                    <a:pt x="684" y="1"/>
                  </a:moveTo>
                  <a:cubicBezTo>
                    <a:pt x="461" y="1"/>
                    <a:pt x="248" y="81"/>
                    <a:pt x="82" y="229"/>
                  </a:cubicBezTo>
                  <a:cubicBezTo>
                    <a:pt x="7" y="297"/>
                    <a:pt x="0" y="414"/>
                    <a:pt x="68" y="490"/>
                  </a:cubicBezTo>
                  <a:cubicBezTo>
                    <a:pt x="105" y="531"/>
                    <a:pt x="155" y="552"/>
                    <a:pt x="206" y="552"/>
                  </a:cubicBezTo>
                  <a:cubicBezTo>
                    <a:pt x="249" y="552"/>
                    <a:pt x="293" y="536"/>
                    <a:pt x="328" y="505"/>
                  </a:cubicBezTo>
                  <a:cubicBezTo>
                    <a:pt x="427" y="417"/>
                    <a:pt x="552" y="369"/>
                    <a:pt x="683" y="369"/>
                  </a:cubicBezTo>
                  <a:cubicBezTo>
                    <a:pt x="819" y="369"/>
                    <a:pt x="949" y="421"/>
                    <a:pt x="1049" y="514"/>
                  </a:cubicBezTo>
                  <a:cubicBezTo>
                    <a:pt x="1084" y="547"/>
                    <a:pt x="1129" y="563"/>
                    <a:pt x="1174" y="563"/>
                  </a:cubicBezTo>
                  <a:cubicBezTo>
                    <a:pt x="1223" y="563"/>
                    <a:pt x="1273" y="543"/>
                    <a:pt x="1310" y="506"/>
                  </a:cubicBezTo>
                  <a:cubicBezTo>
                    <a:pt x="1379" y="431"/>
                    <a:pt x="1374" y="315"/>
                    <a:pt x="1301" y="246"/>
                  </a:cubicBezTo>
                  <a:cubicBezTo>
                    <a:pt x="1134" y="89"/>
                    <a:pt x="915" y="1"/>
                    <a:pt x="6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3" name="Google Shape;15833;p31"/>
            <p:cNvSpPr/>
            <p:nvPr/>
          </p:nvSpPr>
          <p:spPr>
            <a:xfrm>
              <a:off x="8144386" y="749256"/>
              <a:ext cx="93424" cy="29588"/>
            </a:xfrm>
            <a:custGeom>
              <a:rect b="b" l="l" r="r" t="t"/>
              <a:pathLst>
                <a:path extrusionOk="0" h="781" w="2466">
                  <a:moveTo>
                    <a:pt x="1220" y="0"/>
                  </a:moveTo>
                  <a:cubicBezTo>
                    <a:pt x="800" y="0"/>
                    <a:pt x="397" y="155"/>
                    <a:pt x="84" y="434"/>
                  </a:cubicBezTo>
                  <a:cubicBezTo>
                    <a:pt x="7" y="502"/>
                    <a:pt x="1" y="618"/>
                    <a:pt x="69" y="694"/>
                  </a:cubicBezTo>
                  <a:cubicBezTo>
                    <a:pt x="104" y="734"/>
                    <a:pt x="154" y="755"/>
                    <a:pt x="204" y="755"/>
                  </a:cubicBezTo>
                  <a:cubicBezTo>
                    <a:pt x="248" y="755"/>
                    <a:pt x="291" y="739"/>
                    <a:pt x="327" y="708"/>
                  </a:cubicBezTo>
                  <a:cubicBezTo>
                    <a:pt x="572" y="490"/>
                    <a:pt x="889" y="368"/>
                    <a:pt x="1219" y="368"/>
                  </a:cubicBezTo>
                  <a:cubicBezTo>
                    <a:pt x="1560" y="368"/>
                    <a:pt x="1885" y="497"/>
                    <a:pt x="2135" y="730"/>
                  </a:cubicBezTo>
                  <a:cubicBezTo>
                    <a:pt x="2170" y="765"/>
                    <a:pt x="2216" y="780"/>
                    <a:pt x="2261" y="780"/>
                  </a:cubicBezTo>
                  <a:cubicBezTo>
                    <a:pt x="2310" y="780"/>
                    <a:pt x="2358" y="760"/>
                    <a:pt x="2395" y="723"/>
                  </a:cubicBezTo>
                  <a:cubicBezTo>
                    <a:pt x="2465" y="648"/>
                    <a:pt x="2461" y="532"/>
                    <a:pt x="2388" y="462"/>
                  </a:cubicBezTo>
                  <a:cubicBezTo>
                    <a:pt x="2069" y="163"/>
                    <a:pt x="1655" y="0"/>
                    <a:pt x="12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4" name="Google Shape;15834;p31"/>
            <p:cNvSpPr/>
            <p:nvPr/>
          </p:nvSpPr>
          <p:spPr>
            <a:xfrm>
              <a:off x="8006333" y="846052"/>
              <a:ext cx="368659" cy="229659"/>
            </a:xfrm>
            <a:custGeom>
              <a:rect b="b" l="l" r="r" t="t"/>
              <a:pathLst>
                <a:path extrusionOk="0" h="6062" w="9731">
                  <a:moveTo>
                    <a:pt x="9257" y="363"/>
                  </a:moveTo>
                  <a:cubicBezTo>
                    <a:pt x="9319" y="363"/>
                    <a:pt x="9372" y="414"/>
                    <a:pt x="9372" y="478"/>
                  </a:cubicBezTo>
                  <a:lnTo>
                    <a:pt x="9372" y="5555"/>
                  </a:lnTo>
                  <a:cubicBezTo>
                    <a:pt x="9370" y="5618"/>
                    <a:pt x="9319" y="5670"/>
                    <a:pt x="9257" y="5670"/>
                  </a:cubicBezTo>
                  <a:lnTo>
                    <a:pt x="476" y="5670"/>
                  </a:lnTo>
                  <a:cubicBezTo>
                    <a:pt x="413" y="5670"/>
                    <a:pt x="361" y="5619"/>
                    <a:pt x="361" y="5556"/>
                  </a:cubicBezTo>
                  <a:lnTo>
                    <a:pt x="361" y="477"/>
                  </a:lnTo>
                  <a:cubicBezTo>
                    <a:pt x="361" y="414"/>
                    <a:pt x="413" y="363"/>
                    <a:pt x="476" y="363"/>
                  </a:cubicBezTo>
                  <a:close/>
                  <a:moveTo>
                    <a:pt x="483" y="1"/>
                  </a:moveTo>
                  <a:cubicBezTo>
                    <a:pt x="216" y="1"/>
                    <a:pt x="0" y="216"/>
                    <a:pt x="0" y="483"/>
                  </a:cubicBezTo>
                  <a:lnTo>
                    <a:pt x="0" y="5579"/>
                  </a:lnTo>
                  <a:cubicBezTo>
                    <a:pt x="0" y="5846"/>
                    <a:pt x="216" y="6062"/>
                    <a:pt x="483" y="6062"/>
                  </a:cubicBezTo>
                  <a:lnTo>
                    <a:pt x="9248" y="6062"/>
                  </a:lnTo>
                  <a:cubicBezTo>
                    <a:pt x="9515" y="6062"/>
                    <a:pt x="9731" y="5846"/>
                    <a:pt x="9731" y="5579"/>
                  </a:cubicBezTo>
                  <a:lnTo>
                    <a:pt x="9731" y="484"/>
                  </a:lnTo>
                  <a:cubicBezTo>
                    <a:pt x="9730" y="217"/>
                    <a:pt x="9514" y="1"/>
                    <a:pt x="924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5" name="Google Shape;15835;p31"/>
            <p:cNvSpPr/>
            <p:nvPr/>
          </p:nvSpPr>
          <p:spPr>
            <a:xfrm>
              <a:off x="7952725" y="812524"/>
              <a:ext cx="476707" cy="341344"/>
            </a:xfrm>
            <a:custGeom>
              <a:rect b="b" l="l" r="r" t="t"/>
              <a:pathLst>
                <a:path extrusionOk="0" h="9010" w="12583">
                  <a:moveTo>
                    <a:pt x="7411" y="7799"/>
                  </a:moveTo>
                  <a:lnTo>
                    <a:pt x="7411" y="7846"/>
                  </a:lnTo>
                  <a:cubicBezTo>
                    <a:pt x="7411" y="7948"/>
                    <a:pt x="7330" y="8029"/>
                    <a:pt x="7229" y="8029"/>
                  </a:cubicBezTo>
                  <a:lnTo>
                    <a:pt x="5364" y="8029"/>
                  </a:lnTo>
                  <a:cubicBezTo>
                    <a:pt x="5263" y="8029"/>
                    <a:pt x="5181" y="7948"/>
                    <a:pt x="5181" y="7846"/>
                  </a:cubicBezTo>
                  <a:lnTo>
                    <a:pt x="5181" y="7799"/>
                  </a:lnTo>
                  <a:close/>
                  <a:moveTo>
                    <a:pt x="12062" y="7798"/>
                  </a:moveTo>
                  <a:cubicBezTo>
                    <a:pt x="12128" y="7798"/>
                    <a:pt x="12182" y="7852"/>
                    <a:pt x="12182" y="7918"/>
                  </a:cubicBezTo>
                  <a:cubicBezTo>
                    <a:pt x="12185" y="8304"/>
                    <a:pt x="11871" y="8618"/>
                    <a:pt x="11484" y="8618"/>
                  </a:cubicBezTo>
                  <a:lnTo>
                    <a:pt x="1120" y="8618"/>
                  </a:lnTo>
                  <a:cubicBezTo>
                    <a:pt x="733" y="8618"/>
                    <a:pt x="419" y="8304"/>
                    <a:pt x="419" y="7918"/>
                  </a:cubicBezTo>
                  <a:cubicBezTo>
                    <a:pt x="419" y="7852"/>
                    <a:pt x="472" y="7798"/>
                    <a:pt x="538" y="7798"/>
                  </a:cubicBezTo>
                  <a:lnTo>
                    <a:pt x="4820" y="7798"/>
                  </a:lnTo>
                  <a:lnTo>
                    <a:pt x="4820" y="7837"/>
                  </a:lnTo>
                  <a:cubicBezTo>
                    <a:pt x="4820" y="8141"/>
                    <a:pt x="5066" y="8387"/>
                    <a:pt x="5370" y="8387"/>
                  </a:cubicBezTo>
                  <a:lnTo>
                    <a:pt x="7218" y="8387"/>
                  </a:lnTo>
                  <a:cubicBezTo>
                    <a:pt x="7522" y="8387"/>
                    <a:pt x="7768" y="8141"/>
                    <a:pt x="7768" y="7837"/>
                  </a:cubicBezTo>
                  <a:lnTo>
                    <a:pt x="7768" y="7798"/>
                  </a:lnTo>
                  <a:close/>
                  <a:moveTo>
                    <a:pt x="1466" y="1"/>
                  </a:moveTo>
                  <a:cubicBezTo>
                    <a:pt x="1004" y="1"/>
                    <a:pt x="628" y="374"/>
                    <a:pt x="628" y="838"/>
                  </a:cubicBezTo>
                  <a:lnTo>
                    <a:pt x="628" y="6968"/>
                  </a:lnTo>
                  <a:cubicBezTo>
                    <a:pt x="628" y="7142"/>
                    <a:pt x="682" y="7303"/>
                    <a:pt x="772" y="7438"/>
                  </a:cubicBezTo>
                  <a:lnTo>
                    <a:pt x="488" y="7438"/>
                  </a:lnTo>
                  <a:cubicBezTo>
                    <a:pt x="488" y="7438"/>
                    <a:pt x="0" y="7654"/>
                    <a:pt x="0" y="7923"/>
                  </a:cubicBezTo>
                  <a:cubicBezTo>
                    <a:pt x="0" y="8515"/>
                    <a:pt x="482" y="8996"/>
                    <a:pt x="1074" y="9010"/>
                  </a:cubicBezTo>
                  <a:lnTo>
                    <a:pt x="11509" y="9010"/>
                  </a:lnTo>
                  <a:cubicBezTo>
                    <a:pt x="12101" y="8996"/>
                    <a:pt x="12583" y="8515"/>
                    <a:pt x="12583" y="7923"/>
                  </a:cubicBezTo>
                  <a:cubicBezTo>
                    <a:pt x="12583" y="7653"/>
                    <a:pt x="12364" y="7434"/>
                    <a:pt x="12094" y="7434"/>
                  </a:cubicBezTo>
                  <a:lnTo>
                    <a:pt x="12094" y="7438"/>
                  </a:lnTo>
                  <a:lnTo>
                    <a:pt x="11803" y="7438"/>
                  </a:lnTo>
                  <a:cubicBezTo>
                    <a:pt x="11893" y="7301"/>
                    <a:pt x="11946" y="7139"/>
                    <a:pt x="11934" y="6965"/>
                  </a:cubicBezTo>
                  <a:lnTo>
                    <a:pt x="11934" y="6067"/>
                  </a:lnTo>
                  <a:cubicBezTo>
                    <a:pt x="11947" y="5965"/>
                    <a:pt x="11865" y="5883"/>
                    <a:pt x="11763" y="5883"/>
                  </a:cubicBezTo>
                  <a:cubicBezTo>
                    <a:pt x="11661" y="5883"/>
                    <a:pt x="11573" y="6067"/>
                    <a:pt x="11573" y="6067"/>
                  </a:cubicBezTo>
                  <a:lnTo>
                    <a:pt x="11573" y="6970"/>
                  </a:lnTo>
                  <a:cubicBezTo>
                    <a:pt x="11573" y="7228"/>
                    <a:pt x="11364" y="7438"/>
                    <a:pt x="11104" y="7438"/>
                  </a:cubicBezTo>
                  <a:lnTo>
                    <a:pt x="1460" y="7438"/>
                  </a:lnTo>
                  <a:cubicBezTo>
                    <a:pt x="1200" y="7438"/>
                    <a:pt x="991" y="7228"/>
                    <a:pt x="991" y="6970"/>
                  </a:cubicBezTo>
                  <a:lnTo>
                    <a:pt x="991" y="864"/>
                  </a:lnTo>
                  <a:cubicBezTo>
                    <a:pt x="991" y="604"/>
                    <a:pt x="1200" y="394"/>
                    <a:pt x="1460" y="394"/>
                  </a:cubicBezTo>
                  <a:lnTo>
                    <a:pt x="11382" y="394"/>
                  </a:lnTo>
                  <a:cubicBezTo>
                    <a:pt x="11488" y="394"/>
                    <a:pt x="11573" y="479"/>
                    <a:pt x="11573" y="586"/>
                  </a:cubicBezTo>
                  <a:lnTo>
                    <a:pt x="11573" y="5281"/>
                  </a:lnTo>
                  <a:cubicBezTo>
                    <a:pt x="11573" y="5304"/>
                    <a:pt x="11583" y="5325"/>
                    <a:pt x="11598" y="5339"/>
                  </a:cubicBezTo>
                  <a:cubicBezTo>
                    <a:pt x="11650" y="5388"/>
                    <a:pt x="11704" y="5408"/>
                    <a:pt x="11754" y="5408"/>
                  </a:cubicBezTo>
                  <a:cubicBezTo>
                    <a:pt x="11853" y="5408"/>
                    <a:pt x="11934" y="5326"/>
                    <a:pt x="11934" y="5224"/>
                  </a:cubicBezTo>
                  <a:lnTo>
                    <a:pt x="11934" y="838"/>
                  </a:lnTo>
                  <a:cubicBezTo>
                    <a:pt x="11934" y="377"/>
                    <a:pt x="11559" y="1"/>
                    <a:pt x="1109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6" name="Google Shape;15836;p31"/>
            <p:cNvSpPr/>
            <p:nvPr/>
          </p:nvSpPr>
          <p:spPr>
            <a:xfrm>
              <a:off x="8039747" y="885756"/>
              <a:ext cx="301716" cy="144266"/>
            </a:xfrm>
            <a:custGeom>
              <a:rect b="b" l="l" r="r" t="t"/>
              <a:pathLst>
                <a:path extrusionOk="0" h="3808" w="7964">
                  <a:moveTo>
                    <a:pt x="7603" y="1410"/>
                  </a:moveTo>
                  <a:lnTo>
                    <a:pt x="7603" y="2721"/>
                  </a:lnTo>
                  <a:lnTo>
                    <a:pt x="6998" y="2721"/>
                  </a:lnTo>
                  <a:cubicBezTo>
                    <a:pt x="6825" y="2721"/>
                    <a:pt x="6685" y="2860"/>
                    <a:pt x="6685" y="3033"/>
                  </a:cubicBezTo>
                  <a:lnTo>
                    <a:pt x="6685" y="3397"/>
                  </a:lnTo>
                  <a:lnTo>
                    <a:pt x="5885" y="2785"/>
                  </a:lnTo>
                  <a:cubicBezTo>
                    <a:pt x="5832" y="2743"/>
                    <a:pt x="5763" y="2721"/>
                    <a:pt x="5695" y="2721"/>
                  </a:cubicBezTo>
                  <a:lnTo>
                    <a:pt x="2917" y="2721"/>
                  </a:lnTo>
                  <a:lnTo>
                    <a:pt x="2917" y="1410"/>
                  </a:lnTo>
                  <a:close/>
                  <a:moveTo>
                    <a:pt x="313" y="1"/>
                  </a:moveTo>
                  <a:cubicBezTo>
                    <a:pt x="140" y="1"/>
                    <a:pt x="1" y="141"/>
                    <a:pt x="1" y="314"/>
                  </a:cubicBezTo>
                  <a:lnTo>
                    <a:pt x="1" y="1720"/>
                  </a:lnTo>
                  <a:cubicBezTo>
                    <a:pt x="1" y="1893"/>
                    <a:pt x="140" y="2033"/>
                    <a:pt x="313" y="2033"/>
                  </a:cubicBezTo>
                  <a:lnTo>
                    <a:pt x="918" y="2033"/>
                  </a:lnTo>
                  <a:lnTo>
                    <a:pt x="918" y="2436"/>
                  </a:lnTo>
                  <a:cubicBezTo>
                    <a:pt x="918" y="2552"/>
                    <a:pt x="977" y="2665"/>
                    <a:pt x="1080" y="2720"/>
                  </a:cubicBezTo>
                  <a:cubicBezTo>
                    <a:pt x="1128" y="2746"/>
                    <a:pt x="1181" y="2760"/>
                    <a:pt x="1234" y="2760"/>
                  </a:cubicBezTo>
                  <a:cubicBezTo>
                    <a:pt x="1302" y="2760"/>
                    <a:pt x="1369" y="2738"/>
                    <a:pt x="1424" y="2696"/>
                  </a:cubicBezTo>
                  <a:lnTo>
                    <a:pt x="2305" y="2032"/>
                  </a:lnTo>
                  <a:lnTo>
                    <a:pt x="2556" y="2032"/>
                  </a:lnTo>
                  <a:lnTo>
                    <a:pt x="2556" y="2767"/>
                  </a:lnTo>
                  <a:cubicBezTo>
                    <a:pt x="2556" y="2940"/>
                    <a:pt x="2696" y="3080"/>
                    <a:pt x="2869" y="3080"/>
                  </a:cubicBezTo>
                  <a:lnTo>
                    <a:pt x="5702" y="3080"/>
                  </a:lnTo>
                  <a:lnTo>
                    <a:pt x="6575" y="3743"/>
                  </a:lnTo>
                  <a:cubicBezTo>
                    <a:pt x="6632" y="3785"/>
                    <a:pt x="6697" y="3807"/>
                    <a:pt x="6765" y="3807"/>
                  </a:cubicBezTo>
                  <a:cubicBezTo>
                    <a:pt x="6817" y="3807"/>
                    <a:pt x="6872" y="3793"/>
                    <a:pt x="6920" y="3766"/>
                  </a:cubicBezTo>
                  <a:cubicBezTo>
                    <a:pt x="7020" y="3710"/>
                    <a:pt x="7078" y="3600"/>
                    <a:pt x="7078" y="3483"/>
                  </a:cubicBezTo>
                  <a:lnTo>
                    <a:pt x="7078" y="3080"/>
                  </a:lnTo>
                  <a:lnTo>
                    <a:pt x="7650" y="3080"/>
                  </a:lnTo>
                  <a:cubicBezTo>
                    <a:pt x="7823" y="3080"/>
                    <a:pt x="7963" y="2940"/>
                    <a:pt x="7963" y="2767"/>
                  </a:cubicBezTo>
                  <a:lnTo>
                    <a:pt x="7963" y="1360"/>
                  </a:lnTo>
                  <a:cubicBezTo>
                    <a:pt x="7964" y="1189"/>
                    <a:pt x="7825" y="1050"/>
                    <a:pt x="7653" y="1050"/>
                  </a:cubicBezTo>
                  <a:lnTo>
                    <a:pt x="5442" y="1050"/>
                  </a:lnTo>
                  <a:lnTo>
                    <a:pt x="5442" y="193"/>
                  </a:lnTo>
                  <a:cubicBezTo>
                    <a:pt x="5442" y="88"/>
                    <a:pt x="5356" y="1"/>
                    <a:pt x="5250" y="1"/>
                  </a:cubicBezTo>
                  <a:lnTo>
                    <a:pt x="2177" y="1"/>
                  </a:lnTo>
                  <a:cubicBezTo>
                    <a:pt x="2142" y="1"/>
                    <a:pt x="2107" y="17"/>
                    <a:pt x="2084" y="46"/>
                  </a:cubicBezTo>
                  <a:cubicBezTo>
                    <a:pt x="1968" y="196"/>
                    <a:pt x="2072" y="361"/>
                    <a:pt x="2214" y="361"/>
                  </a:cubicBezTo>
                  <a:lnTo>
                    <a:pt x="5080" y="361"/>
                  </a:lnTo>
                  <a:lnTo>
                    <a:pt x="5080" y="1050"/>
                  </a:lnTo>
                  <a:lnTo>
                    <a:pt x="2871" y="1050"/>
                  </a:lnTo>
                  <a:cubicBezTo>
                    <a:pt x="2698" y="1050"/>
                    <a:pt x="2558" y="1190"/>
                    <a:pt x="2558" y="1363"/>
                  </a:cubicBezTo>
                  <a:lnTo>
                    <a:pt x="2558" y="1672"/>
                  </a:lnTo>
                  <a:lnTo>
                    <a:pt x="2276" y="1672"/>
                  </a:lnTo>
                  <a:cubicBezTo>
                    <a:pt x="2208" y="1672"/>
                    <a:pt x="2140" y="1695"/>
                    <a:pt x="2085" y="1735"/>
                  </a:cubicBezTo>
                  <a:lnTo>
                    <a:pt x="1280" y="2347"/>
                  </a:lnTo>
                  <a:lnTo>
                    <a:pt x="1280" y="1985"/>
                  </a:lnTo>
                  <a:cubicBezTo>
                    <a:pt x="1280" y="1812"/>
                    <a:pt x="1139" y="1672"/>
                    <a:pt x="967" y="1672"/>
                  </a:cubicBezTo>
                  <a:lnTo>
                    <a:pt x="362" y="1672"/>
                  </a:lnTo>
                  <a:lnTo>
                    <a:pt x="362" y="361"/>
                  </a:lnTo>
                  <a:lnTo>
                    <a:pt x="1258" y="361"/>
                  </a:lnTo>
                  <a:cubicBezTo>
                    <a:pt x="1353" y="361"/>
                    <a:pt x="1438" y="292"/>
                    <a:pt x="1446" y="198"/>
                  </a:cubicBezTo>
                  <a:cubicBezTo>
                    <a:pt x="1455" y="90"/>
                    <a:pt x="1371" y="1"/>
                    <a:pt x="126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37" name="Google Shape;15837;p31"/>
          <p:cNvGrpSpPr/>
          <p:nvPr/>
        </p:nvGrpSpPr>
        <p:grpSpPr>
          <a:xfrm>
            <a:off x="7015727" y="1322652"/>
            <a:ext cx="449761" cy="431968"/>
            <a:chOff x="7163051" y="722585"/>
            <a:chExt cx="476896" cy="458030"/>
          </a:xfrm>
        </p:grpSpPr>
        <p:sp>
          <p:nvSpPr>
            <p:cNvPr id="15838" name="Google Shape;15838;p31"/>
            <p:cNvSpPr/>
            <p:nvPr/>
          </p:nvSpPr>
          <p:spPr>
            <a:xfrm>
              <a:off x="7163051" y="722585"/>
              <a:ext cx="476896" cy="458030"/>
            </a:xfrm>
            <a:custGeom>
              <a:rect b="b" l="l" r="r" t="t"/>
              <a:pathLst>
                <a:path extrusionOk="0" h="12090" w="12588">
                  <a:moveTo>
                    <a:pt x="10624" y="359"/>
                  </a:moveTo>
                  <a:cubicBezTo>
                    <a:pt x="10640" y="359"/>
                    <a:pt x="10653" y="373"/>
                    <a:pt x="10653" y="389"/>
                  </a:cubicBezTo>
                  <a:lnTo>
                    <a:pt x="10653" y="1014"/>
                  </a:lnTo>
                  <a:lnTo>
                    <a:pt x="1938" y="1014"/>
                  </a:lnTo>
                  <a:lnTo>
                    <a:pt x="1938" y="389"/>
                  </a:lnTo>
                  <a:cubicBezTo>
                    <a:pt x="1938" y="374"/>
                    <a:pt x="1952" y="359"/>
                    <a:pt x="1968" y="359"/>
                  </a:cubicBezTo>
                  <a:close/>
                  <a:moveTo>
                    <a:pt x="1577" y="2850"/>
                  </a:moveTo>
                  <a:lnTo>
                    <a:pt x="1577" y="8748"/>
                  </a:lnTo>
                  <a:lnTo>
                    <a:pt x="1217" y="8748"/>
                  </a:lnTo>
                  <a:lnTo>
                    <a:pt x="1217" y="2914"/>
                  </a:lnTo>
                  <a:cubicBezTo>
                    <a:pt x="1217" y="2878"/>
                    <a:pt x="1245" y="2850"/>
                    <a:pt x="1281" y="2850"/>
                  </a:cubicBezTo>
                  <a:close/>
                  <a:moveTo>
                    <a:pt x="10653" y="1408"/>
                  </a:moveTo>
                  <a:lnTo>
                    <a:pt x="10653" y="8748"/>
                  </a:lnTo>
                  <a:lnTo>
                    <a:pt x="1938" y="8748"/>
                  </a:lnTo>
                  <a:lnTo>
                    <a:pt x="1938" y="1408"/>
                  </a:lnTo>
                  <a:close/>
                  <a:moveTo>
                    <a:pt x="11942" y="1998"/>
                  </a:moveTo>
                  <a:cubicBezTo>
                    <a:pt x="12100" y="1998"/>
                    <a:pt x="12229" y="2126"/>
                    <a:pt x="12229" y="2285"/>
                  </a:cubicBezTo>
                  <a:lnTo>
                    <a:pt x="12229" y="8748"/>
                  </a:lnTo>
                  <a:lnTo>
                    <a:pt x="11734" y="8748"/>
                  </a:lnTo>
                  <a:lnTo>
                    <a:pt x="11734" y="4156"/>
                  </a:lnTo>
                  <a:cubicBezTo>
                    <a:pt x="11734" y="4069"/>
                    <a:pt x="11677" y="3988"/>
                    <a:pt x="11591" y="3971"/>
                  </a:cubicBezTo>
                  <a:cubicBezTo>
                    <a:pt x="11578" y="3968"/>
                    <a:pt x="11566" y="3967"/>
                    <a:pt x="11554" y="3967"/>
                  </a:cubicBezTo>
                  <a:cubicBezTo>
                    <a:pt x="11455" y="3967"/>
                    <a:pt x="11375" y="4050"/>
                    <a:pt x="11375" y="4151"/>
                  </a:cubicBezTo>
                  <a:lnTo>
                    <a:pt x="11375" y="8747"/>
                  </a:lnTo>
                  <a:lnTo>
                    <a:pt x="11015" y="8747"/>
                  </a:lnTo>
                  <a:lnTo>
                    <a:pt x="11015" y="2849"/>
                  </a:lnTo>
                  <a:lnTo>
                    <a:pt x="11312" y="2849"/>
                  </a:lnTo>
                  <a:cubicBezTo>
                    <a:pt x="11347" y="2849"/>
                    <a:pt x="11376" y="2877"/>
                    <a:pt x="11376" y="2913"/>
                  </a:cubicBezTo>
                  <a:lnTo>
                    <a:pt x="11376" y="3278"/>
                  </a:lnTo>
                  <a:cubicBezTo>
                    <a:pt x="11376" y="3365"/>
                    <a:pt x="11434" y="3446"/>
                    <a:pt x="11520" y="3464"/>
                  </a:cubicBezTo>
                  <a:cubicBezTo>
                    <a:pt x="11532" y="3466"/>
                    <a:pt x="11545" y="3468"/>
                    <a:pt x="11557" y="3468"/>
                  </a:cubicBezTo>
                  <a:cubicBezTo>
                    <a:pt x="11656" y="3468"/>
                    <a:pt x="11737" y="3384"/>
                    <a:pt x="11737" y="3283"/>
                  </a:cubicBezTo>
                  <a:lnTo>
                    <a:pt x="11737" y="2922"/>
                  </a:lnTo>
                  <a:cubicBezTo>
                    <a:pt x="11737" y="2683"/>
                    <a:pt x="11544" y="2489"/>
                    <a:pt x="11304" y="2489"/>
                  </a:cubicBezTo>
                  <a:lnTo>
                    <a:pt x="11016" y="2489"/>
                  </a:lnTo>
                  <a:lnTo>
                    <a:pt x="11016" y="1998"/>
                  </a:lnTo>
                  <a:close/>
                  <a:moveTo>
                    <a:pt x="12225" y="9108"/>
                  </a:moveTo>
                  <a:lnTo>
                    <a:pt x="12225" y="9674"/>
                  </a:lnTo>
                  <a:cubicBezTo>
                    <a:pt x="12225" y="9832"/>
                    <a:pt x="12098" y="9961"/>
                    <a:pt x="11941" y="9961"/>
                  </a:cubicBezTo>
                  <a:lnTo>
                    <a:pt x="651" y="9961"/>
                  </a:lnTo>
                  <a:cubicBezTo>
                    <a:pt x="493" y="9961"/>
                    <a:pt x="364" y="9832"/>
                    <a:pt x="364" y="9674"/>
                  </a:cubicBezTo>
                  <a:lnTo>
                    <a:pt x="364" y="9108"/>
                  </a:lnTo>
                  <a:close/>
                  <a:moveTo>
                    <a:pt x="7026" y="10320"/>
                  </a:moveTo>
                  <a:cubicBezTo>
                    <a:pt x="7076" y="10611"/>
                    <a:pt x="7197" y="11239"/>
                    <a:pt x="7409" y="11728"/>
                  </a:cubicBezTo>
                  <a:lnTo>
                    <a:pt x="5172" y="11728"/>
                  </a:lnTo>
                  <a:cubicBezTo>
                    <a:pt x="5382" y="11239"/>
                    <a:pt x="5505" y="10611"/>
                    <a:pt x="5553" y="10320"/>
                  </a:cubicBezTo>
                  <a:close/>
                  <a:moveTo>
                    <a:pt x="1976" y="0"/>
                  </a:moveTo>
                  <a:cubicBezTo>
                    <a:pt x="1817" y="0"/>
                    <a:pt x="1680" y="95"/>
                    <a:pt x="1617" y="229"/>
                  </a:cubicBezTo>
                  <a:cubicBezTo>
                    <a:pt x="1593" y="280"/>
                    <a:pt x="1579" y="337"/>
                    <a:pt x="1579" y="399"/>
                  </a:cubicBezTo>
                  <a:lnTo>
                    <a:pt x="1579" y="1639"/>
                  </a:lnTo>
                  <a:lnTo>
                    <a:pt x="198" y="1639"/>
                  </a:lnTo>
                  <a:cubicBezTo>
                    <a:pt x="92" y="1639"/>
                    <a:pt x="7" y="1725"/>
                    <a:pt x="7" y="1830"/>
                  </a:cubicBezTo>
                  <a:lnTo>
                    <a:pt x="7" y="7457"/>
                  </a:lnTo>
                  <a:cubicBezTo>
                    <a:pt x="7" y="7471"/>
                    <a:pt x="12" y="7485"/>
                    <a:pt x="22" y="7495"/>
                  </a:cubicBezTo>
                  <a:cubicBezTo>
                    <a:pt x="76" y="7551"/>
                    <a:pt x="134" y="7575"/>
                    <a:pt x="187" y="7575"/>
                  </a:cubicBezTo>
                  <a:cubicBezTo>
                    <a:pt x="286" y="7575"/>
                    <a:pt x="367" y="7492"/>
                    <a:pt x="367" y="7390"/>
                  </a:cubicBezTo>
                  <a:lnTo>
                    <a:pt x="367" y="2285"/>
                  </a:lnTo>
                  <a:cubicBezTo>
                    <a:pt x="367" y="2126"/>
                    <a:pt x="495" y="1998"/>
                    <a:pt x="653" y="1998"/>
                  </a:cubicBezTo>
                  <a:lnTo>
                    <a:pt x="1579" y="1998"/>
                  </a:lnTo>
                  <a:lnTo>
                    <a:pt x="1579" y="2489"/>
                  </a:lnTo>
                  <a:lnTo>
                    <a:pt x="1259" y="2489"/>
                  </a:lnTo>
                  <a:cubicBezTo>
                    <a:pt x="1019" y="2489"/>
                    <a:pt x="825" y="2683"/>
                    <a:pt x="825" y="2922"/>
                  </a:cubicBezTo>
                  <a:lnTo>
                    <a:pt x="825" y="8748"/>
                  </a:lnTo>
                  <a:lnTo>
                    <a:pt x="367" y="8748"/>
                  </a:lnTo>
                  <a:lnTo>
                    <a:pt x="367" y="8246"/>
                  </a:lnTo>
                  <a:cubicBezTo>
                    <a:pt x="367" y="8246"/>
                    <a:pt x="287" y="8062"/>
                    <a:pt x="185" y="8062"/>
                  </a:cubicBezTo>
                  <a:cubicBezTo>
                    <a:pt x="83" y="8062"/>
                    <a:pt x="1" y="8144"/>
                    <a:pt x="5" y="8246"/>
                  </a:cubicBezTo>
                  <a:lnTo>
                    <a:pt x="5" y="9674"/>
                  </a:lnTo>
                  <a:cubicBezTo>
                    <a:pt x="1" y="10030"/>
                    <a:pt x="285" y="10320"/>
                    <a:pt x="640" y="10320"/>
                  </a:cubicBezTo>
                  <a:cubicBezTo>
                    <a:pt x="645" y="10320"/>
                    <a:pt x="650" y="10320"/>
                    <a:pt x="655" y="10320"/>
                  </a:cubicBezTo>
                  <a:lnTo>
                    <a:pt x="5180" y="10320"/>
                  </a:lnTo>
                  <a:cubicBezTo>
                    <a:pt x="5120" y="10660"/>
                    <a:pt x="4764" y="11728"/>
                    <a:pt x="4764" y="11728"/>
                  </a:cubicBezTo>
                  <a:lnTo>
                    <a:pt x="3745" y="11728"/>
                  </a:lnTo>
                  <a:cubicBezTo>
                    <a:pt x="3657" y="11728"/>
                    <a:pt x="3575" y="11786"/>
                    <a:pt x="3559" y="11873"/>
                  </a:cubicBezTo>
                  <a:cubicBezTo>
                    <a:pt x="3536" y="11988"/>
                    <a:pt x="3626" y="12090"/>
                    <a:pt x="3739" y="12090"/>
                  </a:cubicBezTo>
                  <a:lnTo>
                    <a:pt x="8836" y="12090"/>
                  </a:lnTo>
                  <a:cubicBezTo>
                    <a:pt x="8932" y="12090"/>
                    <a:pt x="9016" y="12021"/>
                    <a:pt x="9026" y="11926"/>
                  </a:cubicBezTo>
                  <a:cubicBezTo>
                    <a:pt x="9035" y="11820"/>
                    <a:pt x="8949" y="11731"/>
                    <a:pt x="8843" y="11731"/>
                  </a:cubicBezTo>
                  <a:lnTo>
                    <a:pt x="7818" y="11731"/>
                  </a:lnTo>
                  <a:cubicBezTo>
                    <a:pt x="7598" y="11307"/>
                    <a:pt x="7462" y="10654"/>
                    <a:pt x="7405" y="10322"/>
                  </a:cubicBezTo>
                  <a:lnTo>
                    <a:pt x="11933" y="10322"/>
                  </a:lnTo>
                  <a:cubicBezTo>
                    <a:pt x="12295" y="10322"/>
                    <a:pt x="12588" y="10029"/>
                    <a:pt x="12588" y="9667"/>
                  </a:cubicBezTo>
                  <a:lnTo>
                    <a:pt x="12588" y="2294"/>
                  </a:lnTo>
                  <a:cubicBezTo>
                    <a:pt x="12586" y="1931"/>
                    <a:pt x="12292" y="1637"/>
                    <a:pt x="11932" y="1637"/>
                  </a:cubicBezTo>
                  <a:lnTo>
                    <a:pt x="11014" y="1637"/>
                  </a:lnTo>
                  <a:lnTo>
                    <a:pt x="11014" y="398"/>
                  </a:lnTo>
                  <a:cubicBezTo>
                    <a:pt x="11014" y="324"/>
                    <a:pt x="10993" y="255"/>
                    <a:pt x="10958" y="196"/>
                  </a:cubicBezTo>
                  <a:cubicBezTo>
                    <a:pt x="10889" y="79"/>
                    <a:pt x="10762" y="0"/>
                    <a:pt x="1061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9" name="Google Shape;15839;p31"/>
            <p:cNvSpPr/>
            <p:nvPr/>
          </p:nvSpPr>
          <p:spPr>
            <a:xfrm>
              <a:off x="7293678" y="846961"/>
              <a:ext cx="119451" cy="135439"/>
            </a:xfrm>
            <a:custGeom>
              <a:rect b="b" l="l" r="r" t="t"/>
              <a:pathLst>
                <a:path extrusionOk="0" h="3575" w="3153">
                  <a:moveTo>
                    <a:pt x="1786" y="367"/>
                  </a:moveTo>
                  <a:cubicBezTo>
                    <a:pt x="2070" y="367"/>
                    <a:pt x="2346" y="451"/>
                    <a:pt x="2580" y="609"/>
                  </a:cubicBezTo>
                  <a:cubicBezTo>
                    <a:pt x="2636" y="647"/>
                    <a:pt x="2649" y="716"/>
                    <a:pt x="2612" y="773"/>
                  </a:cubicBezTo>
                  <a:cubicBezTo>
                    <a:pt x="2589" y="806"/>
                    <a:pt x="2552" y="824"/>
                    <a:pt x="2513" y="824"/>
                  </a:cubicBezTo>
                  <a:cubicBezTo>
                    <a:pt x="2491" y="824"/>
                    <a:pt x="2468" y="818"/>
                    <a:pt x="2447" y="804"/>
                  </a:cubicBezTo>
                  <a:cubicBezTo>
                    <a:pt x="2252" y="672"/>
                    <a:pt x="2023" y="603"/>
                    <a:pt x="1786" y="603"/>
                  </a:cubicBezTo>
                  <a:cubicBezTo>
                    <a:pt x="1135" y="603"/>
                    <a:pt x="603" y="1134"/>
                    <a:pt x="603" y="1786"/>
                  </a:cubicBezTo>
                  <a:cubicBezTo>
                    <a:pt x="603" y="2438"/>
                    <a:pt x="1135" y="2970"/>
                    <a:pt x="1786" y="2970"/>
                  </a:cubicBezTo>
                  <a:cubicBezTo>
                    <a:pt x="2038" y="2970"/>
                    <a:pt x="2252" y="2892"/>
                    <a:pt x="2423" y="2741"/>
                  </a:cubicBezTo>
                  <a:cubicBezTo>
                    <a:pt x="2472" y="2696"/>
                    <a:pt x="2525" y="2609"/>
                    <a:pt x="2597" y="2601"/>
                  </a:cubicBezTo>
                  <a:cubicBezTo>
                    <a:pt x="2600" y="2601"/>
                    <a:pt x="2603" y="2601"/>
                    <a:pt x="2606" y="2601"/>
                  </a:cubicBezTo>
                  <a:cubicBezTo>
                    <a:pt x="2634" y="2601"/>
                    <a:pt x="2661" y="2610"/>
                    <a:pt x="2683" y="2630"/>
                  </a:cubicBezTo>
                  <a:cubicBezTo>
                    <a:pt x="2732" y="2671"/>
                    <a:pt x="2738" y="2746"/>
                    <a:pt x="2697" y="2795"/>
                  </a:cubicBezTo>
                  <a:cubicBezTo>
                    <a:pt x="2660" y="2839"/>
                    <a:pt x="2620" y="2879"/>
                    <a:pt x="2578" y="2918"/>
                  </a:cubicBezTo>
                  <a:cubicBezTo>
                    <a:pt x="2367" y="3106"/>
                    <a:pt x="2093" y="3206"/>
                    <a:pt x="1786" y="3206"/>
                  </a:cubicBezTo>
                  <a:cubicBezTo>
                    <a:pt x="1004" y="3206"/>
                    <a:pt x="367" y="2569"/>
                    <a:pt x="367" y="1786"/>
                  </a:cubicBezTo>
                  <a:cubicBezTo>
                    <a:pt x="367" y="1003"/>
                    <a:pt x="1004" y="367"/>
                    <a:pt x="1786" y="367"/>
                  </a:cubicBezTo>
                  <a:close/>
                  <a:moveTo>
                    <a:pt x="1787" y="1"/>
                  </a:moveTo>
                  <a:cubicBezTo>
                    <a:pt x="802" y="1"/>
                    <a:pt x="1" y="802"/>
                    <a:pt x="1" y="1787"/>
                  </a:cubicBezTo>
                  <a:cubicBezTo>
                    <a:pt x="1" y="2773"/>
                    <a:pt x="803" y="3574"/>
                    <a:pt x="1787" y="3574"/>
                  </a:cubicBezTo>
                  <a:cubicBezTo>
                    <a:pt x="2185" y="3574"/>
                    <a:pt x="2545" y="3442"/>
                    <a:pt x="2826" y="3193"/>
                  </a:cubicBezTo>
                  <a:cubicBezTo>
                    <a:pt x="2881" y="3145"/>
                    <a:pt x="2933" y="3091"/>
                    <a:pt x="2980" y="3034"/>
                  </a:cubicBezTo>
                  <a:cubicBezTo>
                    <a:pt x="3152" y="2826"/>
                    <a:pt x="3125" y="2520"/>
                    <a:pt x="2919" y="2348"/>
                  </a:cubicBezTo>
                  <a:cubicBezTo>
                    <a:pt x="2830" y="2273"/>
                    <a:pt x="2722" y="2234"/>
                    <a:pt x="2608" y="2234"/>
                  </a:cubicBezTo>
                  <a:cubicBezTo>
                    <a:pt x="2594" y="2234"/>
                    <a:pt x="2579" y="2234"/>
                    <a:pt x="2565" y="2236"/>
                  </a:cubicBezTo>
                  <a:cubicBezTo>
                    <a:pt x="2435" y="2248"/>
                    <a:pt x="2318" y="2308"/>
                    <a:pt x="2235" y="2408"/>
                  </a:cubicBezTo>
                  <a:cubicBezTo>
                    <a:pt x="2217" y="2428"/>
                    <a:pt x="2198" y="2448"/>
                    <a:pt x="2178" y="2467"/>
                  </a:cubicBezTo>
                  <a:cubicBezTo>
                    <a:pt x="2075" y="2557"/>
                    <a:pt x="1948" y="2601"/>
                    <a:pt x="1787" y="2601"/>
                  </a:cubicBezTo>
                  <a:cubicBezTo>
                    <a:pt x="1339" y="2601"/>
                    <a:pt x="974" y="2237"/>
                    <a:pt x="974" y="1787"/>
                  </a:cubicBezTo>
                  <a:cubicBezTo>
                    <a:pt x="974" y="1338"/>
                    <a:pt x="1339" y="973"/>
                    <a:pt x="1787" y="973"/>
                  </a:cubicBezTo>
                  <a:cubicBezTo>
                    <a:pt x="1952" y="973"/>
                    <a:pt x="2109" y="1022"/>
                    <a:pt x="2243" y="1112"/>
                  </a:cubicBezTo>
                  <a:cubicBezTo>
                    <a:pt x="2327" y="1168"/>
                    <a:pt x="2421" y="1195"/>
                    <a:pt x="2515" y="1195"/>
                  </a:cubicBezTo>
                  <a:cubicBezTo>
                    <a:pt x="2671" y="1195"/>
                    <a:pt x="2825" y="1120"/>
                    <a:pt x="2919" y="981"/>
                  </a:cubicBezTo>
                  <a:cubicBezTo>
                    <a:pt x="2992" y="873"/>
                    <a:pt x="3018" y="744"/>
                    <a:pt x="2994" y="615"/>
                  </a:cubicBezTo>
                  <a:cubicBezTo>
                    <a:pt x="2969" y="489"/>
                    <a:pt x="2897" y="378"/>
                    <a:pt x="2788" y="305"/>
                  </a:cubicBezTo>
                  <a:cubicBezTo>
                    <a:pt x="2492" y="105"/>
                    <a:pt x="2147"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0" name="Google Shape;15840;p31"/>
            <p:cNvSpPr/>
            <p:nvPr/>
          </p:nvSpPr>
          <p:spPr>
            <a:xfrm>
              <a:off x="7414342" y="874428"/>
              <a:ext cx="95091" cy="107859"/>
            </a:xfrm>
            <a:custGeom>
              <a:rect b="b" l="l" r="r" t="t"/>
              <a:pathLst>
                <a:path extrusionOk="0" h="2847" w="2510">
                  <a:moveTo>
                    <a:pt x="1423" y="372"/>
                  </a:moveTo>
                  <a:cubicBezTo>
                    <a:pt x="1633" y="372"/>
                    <a:pt x="1838" y="435"/>
                    <a:pt x="2012" y="553"/>
                  </a:cubicBezTo>
                  <a:cubicBezTo>
                    <a:pt x="2063" y="587"/>
                    <a:pt x="2078" y="667"/>
                    <a:pt x="2043" y="717"/>
                  </a:cubicBezTo>
                  <a:cubicBezTo>
                    <a:pt x="2020" y="750"/>
                    <a:pt x="1983" y="769"/>
                    <a:pt x="1945" y="769"/>
                  </a:cubicBezTo>
                  <a:cubicBezTo>
                    <a:pt x="1922" y="769"/>
                    <a:pt x="1900" y="762"/>
                    <a:pt x="1880" y="748"/>
                  </a:cubicBezTo>
                  <a:cubicBezTo>
                    <a:pt x="1745" y="656"/>
                    <a:pt x="1586" y="608"/>
                    <a:pt x="1422" y="608"/>
                  </a:cubicBezTo>
                  <a:cubicBezTo>
                    <a:pt x="969" y="608"/>
                    <a:pt x="603" y="976"/>
                    <a:pt x="603" y="1428"/>
                  </a:cubicBezTo>
                  <a:cubicBezTo>
                    <a:pt x="603" y="1879"/>
                    <a:pt x="972" y="2246"/>
                    <a:pt x="1422" y="2246"/>
                  </a:cubicBezTo>
                  <a:cubicBezTo>
                    <a:pt x="1592" y="2246"/>
                    <a:pt x="1742" y="2192"/>
                    <a:pt x="1858" y="2090"/>
                  </a:cubicBezTo>
                  <a:cubicBezTo>
                    <a:pt x="1905" y="2047"/>
                    <a:pt x="1955" y="1980"/>
                    <a:pt x="2017" y="1980"/>
                  </a:cubicBezTo>
                  <a:cubicBezTo>
                    <a:pt x="2039" y="1980"/>
                    <a:pt x="2063" y="1988"/>
                    <a:pt x="2088" y="2009"/>
                  </a:cubicBezTo>
                  <a:cubicBezTo>
                    <a:pt x="2140" y="2051"/>
                    <a:pt x="2147" y="2121"/>
                    <a:pt x="2104" y="2174"/>
                  </a:cubicBezTo>
                  <a:cubicBezTo>
                    <a:pt x="2077" y="2206"/>
                    <a:pt x="2047" y="2237"/>
                    <a:pt x="2016" y="2264"/>
                  </a:cubicBezTo>
                  <a:cubicBezTo>
                    <a:pt x="1858" y="2405"/>
                    <a:pt x="1652" y="2480"/>
                    <a:pt x="1423" y="2480"/>
                  </a:cubicBezTo>
                  <a:cubicBezTo>
                    <a:pt x="842" y="2480"/>
                    <a:pt x="369" y="2007"/>
                    <a:pt x="369" y="1426"/>
                  </a:cubicBezTo>
                  <a:cubicBezTo>
                    <a:pt x="369" y="845"/>
                    <a:pt x="842" y="372"/>
                    <a:pt x="1423" y="372"/>
                  </a:cubicBezTo>
                  <a:close/>
                  <a:moveTo>
                    <a:pt x="1424" y="0"/>
                  </a:moveTo>
                  <a:cubicBezTo>
                    <a:pt x="640" y="0"/>
                    <a:pt x="1" y="639"/>
                    <a:pt x="1" y="1424"/>
                  </a:cubicBezTo>
                  <a:cubicBezTo>
                    <a:pt x="1" y="2207"/>
                    <a:pt x="640" y="2846"/>
                    <a:pt x="1424" y="2846"/>
                  </a:cubicBezTo>
                  <a:cubicBezTo>
                    <a:pt x="1795" y="2846"/>
                    <a:pt x="2148" y="2692"/>
                    <a:pt x="2387" y="2408"/>
                  </a:cubicBezTo>
                  <a:cubicBezTo>
                    <a:pt x="2470" y="2309"/>
                    <a:pt x="2509" y="2183"/>
                    <a:pt x="2498" y="2053"/>
                  </a:cubicBezTo>
                  <a:cubicBezTo>
                    <a:pt x="2487" y="1927"/>
                    <a:pt x="2425" y="1808"/>
                    <a:pt x="2326" y="1724"/>
                  </a:cubicBezTo>
                  <a:cubicBezTo>
                    <a:pt x="2237" y="1650"/>
                    <a:pt x="2127" y="1611"/>
                    <a:pt x="2013" y="1611"/>
                  </a:cubicBezTo>
                  <a:cubicBezTo>
                    <a:pt x="1999" y="1611"/>
                    <a:pt x="1986" y="1611"/>
                    <a:pt x="1972" y="1612"/>
                  </a:cubicBezTo>
                  <a:cubicBezTo>
                    <a:pt x="1842" y="1624"/>
                    <a:pt x="1726" y="1684"/>
                    <a:pt x="1642" y="1784"/>
                  </a:cubicBezTo>
                  <a:cubicBezTo>
                    <a:pt x="1586" y="1849"/>
                    <a:pt x="1508" y="1874"/>
                    <a:pt x="1424" y="1874"/>
                  </a:cubicBezTo>
                  <a:cubicBezTo>
                    <a:pt x="1175" y="1874"/>
                    <a:pt x="974" y="1672"/>
                    <a:pt x="974" y="1424"/>
                  </a:cubicBezTo>
                  <a:cubicBezTo>
                    <a:pt x="974" y="1175"/>
                    <a:pt x="1175" y="973"/>
                    <a:pt x="1424" y="973"/>
                  </a:cubicBezTo>
                  <a:cubicBezTo>
                    <a:pt x="1514" y="973"/>
                    <a:pt x="1601" y="1000"/>
                    <a:pt x="1675" y="1051"/>
                  </a:cubicBezTo>
                  <a:cubicBezTo>
                    <a:pt x="1759" y="1107"/>
                    <a:pt x="1853" y="1134"/>
                    <a:pt x="1947" y="1134"/>
                  </a:cubicBezTo>
                  <a:cubicBezTo>
                    <a:pt x="2103" y="1134"/>
                    <a:pt x="2257" y="1059"/>
                    <a:pt x="2351" y="920"/>
                  </a:cubicBezTo>
                  <a:cubicBezTo>
                    <a:pt x="2424" y="812"/>
                    <a:pt x="2450" y="682"/>
                    <a:pt x="2425" y="555"/>
                  </a:cubicBezTo>
                  <a:cubicBezTo>
                    <a:pt x="2401" y="428"/>
                    <a:pt x="2328" y="316"/>
                    <a:pt x="2220" y="244"/>
                  </a:cubicBezTo>
                  <a:cubicBezTo>
                    <a:pt x="1984" y="84"/>
                    <a:pt x="1710" y="0"/>
                    <a:pt x="142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1" name="Google Shape;15841;p31"/>
            <p:cNvSpPr/>
            <p:nvPr/>
          </p:nvSpPr>
          <p:spPr>
            <a:xfrm>
              <a:off x="7245072" y="792937"/>
              <a:ext cx="311756" cy="242805"/>
            </a:xfrm>
            <a:custGeom>
              <a:rect b="b" l="l" r="r" t="t"/>
              <a:pathLst>
                <a:path extrusionOk="0" h="6409" w="8229">
                  <a:moveTo>
                    <a:pt x="535" y="370"/>
                  </a:moveTo>
                  <a:cubicBezTo>
                    <a:pt x="611" y="370"/>
                    <a:pt x="672" y="431"/>
                    <a:pt x="672" y="507"/>
                  </a:cubicBezTo>
                  <a:cubicBezTo>
                    <a:pt x="672" y="585"/>
                    <a:pt x="611" y="644"/>
                    <a:pt x="535" y="644"/>
                  </a:cubicBezTo>
                  <a:cubicBezTo>
                    <a:pt x="459" y="644"/>
                    <a:pt x="398" y="584"/>
                    <a:pt x="398" y="507"/>
                  </a:cubicBezTo>
                  <a:cubicBezTo>
                    <a:pt x="398" y="431"/>
                    <a:pt x="459" y="370"/>
                    <a:pt x="535" y="370"/>
                  </a:cubicBezTo>
                  <a:close/>
                  <a:moveTo>
                    <a:pt x="7714" y="370"/>
                  </a:moveTo>
                  <a:cubicBezTo>
                    <a:pt x="7790" y="370"/>
                    <a:pt x="7852" y="431"/>
                    <a:pt x="7852" y="507"/>
                  </a:cubicBezTo>
                  <a:cubicBezTo>
                    <a:pt x="7852" y="585"/>
                    <a:pt x="7791" y="644"/>
                    <a:pt x="7714" y="644"/>
                  </a:cubicBezTo>
                  <a:cubicBezTo>
                    <a:pt x="7639" y="644"/>
                    <a:pt x="7577" y="584"/>
                    <a:pt x="7577" y="507"/>
                  </a:cubicBezTo>
                  <a:cubicBezTo>
                    <a:pt x="7577" y="431"/>
                    <a:pt x="7639" y="370"/>
                    <a:pt x="7714" y="370"/>
                  </a:cubicBezTo>
                  <a:close/>
                  <a:moveTo>
                    <a:pt x="4125" y="371"/>
                  </a:moveTo>
                  <a:cubicBezTo>
                    <a:pt x="4201" y="371"/>
                    <a:pt x="4262" y="433"/>
                    <a:pt x="4262" y="508"/>
                  </a:cubicBezTo>
                  <a:cubicBezTo>
                    <a:pt x="4262" y="585"/>
                    <a:pt x="4201" y="646"/>
                    <a:pt x="4125" y="646"/>
                  </a:cubicBezTo>
                  <a:cubicBezTo>
                    <a:pt x="4049" y="646"/>
                    <a:pt x="3987" y="585"/>
                    <a:pt x="3987" y="508"/>
                  </a:cubicBezTo>
                  <a:cubicBezTo>
                    <a:pt x="3987" y="433"/>
                    <a:pt x="4049" y="371"/>
                    <a:pt x="4125" y="371"/>
                  </a:cubicBezTo>
                  <a:close/>
                  <a:moveTo>
                    <a:pt x="535" y="3074"/>
                  </a:moveTo>
                  <a:cubicBezTo>
                    <a:pt x="611" y="3074"/>
                    <a:pt x="672" y="3136"/>
                    <a:pt x="672" y="3212"/>
                  </a:cubicBezTo>
                  <a:cubicBezTo>
                    <a:pt x="672" y="3288"/>
                    <a:pt x="611" y="3350"/>
                    <a:pt x="535" y="3350"/>
                  </a:cubicBezTo>
                  <a:cubicBezTo>
                    <a:pt x="459" y="3350"/>
                    <a:pt x="398" y="3288"/>
                    <a:pt x="398" y="3212"/>
                  </a:cubicBezTo>
                  <a:cubicBezTo>
                    <a:pt x="398" y="3136"/>
                    <a:pt x="459" y="3074"/>
                    <a:pt x="535" y="3074"/>
                  </a:cubicBezTo>
                  <a:close/>
                  <a:moveTo>
                    <a:pt x="7714" y="3074"/>
                  </a:moveTo>
                  <a:cubicBezTo>
                    <a:pt x="7790" y="3074"/>
                    <a:pt x="7852" y="3136"/>
                    <a:pt x="7852" y="3212"/>
                  </a:cubicBezTo>
                  <a:cubicBezTo>
                    <a:pt x="7852" y="3288"/>
                    <a:pt x="7791" y="3350"/>
                    <a:pt x="7714" y="3350"/>
                  </a:cubicBezTo>
                  <a:cubicBezTo>
                    <a:pt x="7639" y="3350"/>
                    <a:pt x="7577" y="3288"/>
                    <a:pt x="7577" y="3212"/>
                  </a:cubicBezTo>
                  <a:cubicBezTo>
                    <a:pt x="7577" y="3136"/>
                    <a:pt x="7639" y="3074"/>
                    <a:pt x="7714" y="3074"/>
                  </a:cubicBezTo>
                  <a:close/>
                  <a:moveTo>
                    <a:pt x="7267" y="729"/>
                  </a:moveTo>
                  <a:cubicBezTo>
                    <a:pt x="7325" y="852"/>
                    <a:pt x="7422" y="938"/>
                    <a:pt x="7537" y="981"/>
                  </a:cubicBezTo>
                  <a:lnTo>
                    <a:pt x="7537" y="2727"/>
                  </a:lnTo>
                  <a:lnTo>
                    <a:pt x="7542" y="2727"/>
                  </a:lnTo>
                  <a:lnTo>
                    <a:pt x="7542" y="2731"/>
                  </a:lnTo>
                  <a:cubicBezTo>
                    <a:pt x="7348" y="2809"/>
                    <a:pt x="7210" y="2995"/>
                    <a:pt x="7210" y="3212"/>
                  </a:cubicBezTo>
                  <a:cubicBezTo>
                    <a:pt x="7210" y="3429"/>
                    <a:pt x="7537" y="3686"/>
                    <a:pt x="7537" y="3686"/>
                  </a:cubicBezTo>
                  <a:lnTo>
                    <a:pt x="7537" y="5436"/>
                  </a:lnTo>
                  <a:cubicBezTo>
                    <a:pt x="7419" y="5480"/>
                    <a:pt x="7321" y="5567"/>
                    <a:pt x="7263" y="5678"/>
                  </a:cubicBezTo>
                  <a:lnTo>
                    <a:pt x="4563" y="5678"/>
                  </a:lnTo>
                  <a:cubicBezTo>
                    <a:pt x="4478" y="5517"/>
                    <a:pt x="4309" y="5405"/>
                    <a:pt x="4115" y="5405"/>
                  </a:cubicBezTo>
                  <a:cubicBezTo>
                    <a:pt x="3919" y="5405"/>
                    <a:pt x="3749" y="5517"/>
                    <a:pt x="3665" y="5678"/>
                  </a:cubicBezTo>
                  <a:lnTo>
                    <a:pt x="965" y="5678"/>
                  </a:lnTo>
                  <a:cubicBezTo>
                    <a:pt x="908" y="5567"/>
                    <a:pt x="810" y="5481"/>
                    <a:pt x="691" y="5436"/>
                  </a:cubicBezTo>
                  <a:lnTo>
                    <a:pt x="691" y="3680"/>
                  </a:lnTo>
                  <a:cubicBezTo>
                    <a:pt x="885" y="3608"/>
                    <a:pt x="1023" y="3423"/>
                    <a:pt x="1023" y="3204"/>
                  </a:cubicBezTo>
                  <a:cubicBezTo>
                    <a:pt x="1023" y="2985"/>
                    <a:pt x="885" y="2801"/>
                    <a:pt x="691" y="2729"/>
                  </a:cubicBezTo>
                  <a:lnTo>
                    <a:pt x="691" y="972"/>
                  </a:lnTo>
                  <a:cubicBezTo>
                    <a:pt x="810" y="928"/>
                    <a:pt x="908" y="841"/>
                    <a:pt x="965" y="729"/>
                  </a:cubicBezTo>
                  <a:lnTo>
                    <a:pt x="3677" y="729"/>
                  </a:lnTo>
                  <a:cubicBezTo>
                    <a:pt x="3677" y="729"/>
                    <a:pt x="3931" y="1013"/>
                    <a:pt x="4125" y="1013"/>
                  </a:cubicBezTo>
                  <a:cubicBezTo>
                    <a:pt x="4320" y="1013"/>
                    <a:pt x="4489" y="901"/>
                    <a:pt x="4573" y="729"/>
                  </a:cubicBezTo>
                  <a:close/>
                  <a:moveTo>
                    <a:pt x="535" y="5778"/>
                  </a:moveTo>
                  <a:cubicBezTo>
                    <a:pt x="611" y="5778"/>
                    <a:pt x="672" y="5839"/>
                    <a:pt x="672" y="5916"/>
                  </a:cubicBezTo>
                  <a:cubicBezTo>
                    <a:pt x="672" y="5991"/>
                    <a:pt x="611" y="6053"/>
                    <a:pt x="535" y="6053"/>
                  </a:cubicBezTo>
                  <a:cubicBezTo>
                    <a:pt x="459" y="6053"/>
                    <a:pt x="398" y="5991"/>
                    <a:pt x="398" y="5916"/>
                  </a:cubicBezTo>
                  <a:cubicBezTo>
                    <a:pt x="398" y="5839"/>
                    <a:pt x="459" y="5778"/>
                    <a:pt x="535" y="5778"/>
                  </a:cubicBezTo>
                  <a:close/>
                  <a:moveTo>
                    <a:pt x="4125" y="5778"/>
                  </a:moveTo>
                  <a:cubicBezTo>
                    <a:pt x="4201" y="5778"/>
                    <a:pt x="4262" y="5839"/>
                    <a:pt x="4262" y="5916"/>
                  </a:cubicBezTo>
                  <a:cubicBezTo>
                    <a:pt x="4262" y="5991"/>
                    <a:pt x="4201" y="6053"/>
                    <a:pt x="4125" y="6053"/>
                  </a:cubicBezTo>
                  <a:cubicBezTo>
                    <a:pt x="4049" y="6053"/>
                    <a:pt x="3987" y="5991"/>
                    <a:pt x="3987" y="5916"/>
                  </a:cubicBezTo>
                  <a:cubicBezTo>
                    <a:pt x="3987" y="5839"/>
                    <a:pt x="4049" y="5778"/>
                    <a:pt x="4125" y="5778"/>
                  </a:cubicBezTo>
                  <a:close/>
                  <a:moveTo>
                    <a:pt x="7714" y="5778"/>
                  </a:moveTo>
                  <a:cubicBezTo>
                    <a:pt x="7790" y="5778"/>
                    <a:pt x="7852" y="5839"/>
                    <a:pt x="7852" y="5916"/>
                  </a:cubicBezTo>
                  <a:cubicBezTo>
                    <a:pt x="7852" y="5991"/>
                    <a:pt x="7791" y="6053"/>
                    <a:pt x="7714" y="6053"/>
                  </a:cubicBezTo>
                  <a:cubicBezTo>
                    <a:pt x="7639" y="6053"/>
                    <a:pt x="7577" y="5991"/>
                    <a:pt x="7577" y="5916"/>
                  </a:cubicBezTo>
                  <a:cubicBezTo>
                    <a:pt x="7577" y="5839"/>
                    <a:pt x="7639" y="5778"/>
                    <a:pt x="7714" y="5778"/>
                  </a:cubicBezTo>
                  <a:close/>
                  <a:moveTo>
                    <a:pt x="4115" y="0"/>
                  </a:moveTo>
                  <a:cubicBezTo>
                    <a:pt x="3882" y="0"/>
                    <a:pt x="3687" y="157"/>
                    <a:pt x="3627" y="370"/>
                  </a:cubicBezTo>
                  <a:lnTo>
                    <a:pt x="1011" y="370"/>
                  </a:lnTo>
                  <a:cubicBezTo>
                    <a:pt x="953" y="157"/>
                    <a:pt x="756" y="1"/>
                    <a:pt x="525" y="1"/>
                  </a:cubicBezTo>
                  <a:cubicBezTo>
                    <a:pt x="505" y="1"/>
                    <a:pt x="484" y="2"/>
                    <a:pt x="463" y="4"/>
                  </a:cubicBezTo>
                  <a:cubicBezTo>
                    <a:pt x="230" y="32"/>
                    <a:pt x="43" y="224"/>
                    <a:pt x="22" y="459"/>
                  </a:cubicBezTo>
                  <a:cubicBezTo>
                    <a:pt x="1" y="688"/>
                    <a:pt x="135" y="889"/>
                    <a:pt x="331" y="972"/>
                  </a:cubicBezTo>
                  <a:lnTo>
                    <a:pt x="331" y="2739"/>
                  </a:lnTo>
                  <a:cubicBezTo>
                    <a:pt x="148" y="2815"/>
                    <a:pt x="20" y="2996"/>
                    <a:pt x="20" y="3205"/>
                  </a:cubicBezTo>
                  <a:cubicBezTo>
                    <a:pt x="20" y="3415"/>
                    <a:pt x="147" y="3596"/>
                    <a:pt x="331" y="3671"/>
                  </a:cubicBezTo>
                  <a:lnTo>
                    <a:pt x="331" y="5439"/>
                  </a:lnTo>
                  <a:cubicBezTo>
                    <a:pt x="135" y="5522"/>
                    <a:pt x="1" y="5723"/>
                    <a:pt x="22" y="5952"/>
                  </a:cubicBezTo>
                  <a:cubicBezTo>
                    <a:pt x="44" y="6187"/>
                    <a:pt x="230" y="6378"/>
                    <a:pt x="464" y="6405"/>
                  </a:cubicBezTo>
                  <a:cubicBezTo>
                    <a:pt x="484" y="6407"/>
                    <a:pt x="505" y="6408"/>
                    <a:pt x="525" y="6408"/>
                  </a:cubicBezTo>
                  <a:cubicBezTo>
                    <a:pt x="757" y="6408"/>
                    <a:pt x="953" y="6252"/>
                    <a:pt x="1012" y="6040"/>
                  </a:cubicBezTo>
                  <a:lnTo>
                    <a:pt x="3629" y="6040"/>
                  </a:lnTo>
                  <a:cubicBezTo>
                    <a:pt x="3687" y="6252"/>
                    <a:pt x="3883" y="6409"/>
                    <a:pt x="4116" y="6409"/>
                  </a:cubicBezTo>
                  <a:cubicBezTo>
                    <a:pt x="4347" y="6409"/>
                    <a:pt x="4542" y="6252"/>
                    <a:pt x="4603" y="6040"/>
                  </a:cubicBezTo>
                  <a:lnTo>
                    <a:pt x="7218" y="6040"/>
                  </a:lnTo>
                  <a:cubicBezTo>
                    <a:pt x="7277" y="6253"/>
                    <a:pt x="7471" y="6409"/>
                    <a:pt x="7702" y="6409"/>
                  </a:cubicBezTo>
                  <a:cubicBezTo>
                    <a:pt x="7723" y="6409"/>
                    <a:pt x="7744" y="6407"/>
                    <a:pt x="7766" y="6405"/>
                  </a:cubicBezTo>
                  <a:cubicBezTo>
                    <a:pt x="7998" y="6378"/>
                    <a:pt x="8186" y="6187"/>
                    <a:pt x="8208" y="5952"/>
                  </a:cubicBezTo>
                  <a:cubicBezTo>
                    <a:pt x="8229" y="5723"/>
                    <a:pt x="8096" y="5520"/>
                    <a:pt x="7899" y="5439"/>
                  </a:cubicBezTo>
                  <a:lnTo>
                    <a:pt x="7899" y="3671"/>
                  </a:lnTo>
                  <a:cubicBezTo>
                    <a:pt x="8081" y="3596"/>
                    <a:pt x="8211" y="3415"/>
                    <a:pt x="8211" y="3205"/>
                  </a:cubicBezTo>
                  <a:cubicBezTo>
                    <a:pt x="8211" y="2996"/>
                    <a:pt x="8082" y="2815"/>
                    <a:pt x="7899" y="2739"/>
                  </a:cubicBezTo>
                  <a:lnTo>
                    <a:pt x="7899" y="972"/>
                  </a:lnTo>
                  <a:cubicBezTo>
                    <a:pt x="8081" y="895"/>
                    <a:pt x="8210" y="716"/>
                    <a:pt x="8210" y="506"/>
                  </a:cubicBezTo>
                  <a:cubicBezTo>
                    <a:pt x="8210" y="227"/>
                    <a:pt x="7983" y="0"/>
                    <a:pt x="7704" y="0"/>
                  </a:cubicBezTo>
                  <a:cubicBezTo>
                    <a:pt x="7472" y="0"/>
                    <a:pt x="7278" y="157"/>
                    <a:pt x="7217" y="370"/>
                  </a:cubicBezTo>
                  <a:lnTo>
                    <a:pt x="4602" y="370"/>
                  </a:lnTo>
                  <a:cubicBezTo>
                    <a:pt x="4542" y="157"/>
                    <a:pt x="4346" y="0"/>
                    <a:pt x="411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842" name="Google Shape;15842;p31"/>
          <p:cNvSpPr/>
          <p:nvPr/>
        </p:nvSpPr>
        <p:spPr>
          <a:xfrm>
            <a:off x="6308885" y="1364795"/>
            <a:ext cx="17578" cy="17614"/>
          </a:xfrm>
          <a:custGeom>
            <a:rect b="b" l="l" r="r" t="t"/>
            <a:pathLst>
              <a:path extrusionOk="0" h="493" w="492">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843" name="Google Shape;15843;p31"/>
          <p:cNvGrpSpPr/>
          <p:nvPr/>
        </p:nvGrpSpPr>
        <p:grpSpPr>
          <a:xfrm>
            <a:off x="6262731" y="1339552"/>
            <a:ext cx="449761" cy="398096"/>
            <a:chOff x="6364624" y="740505"/>
            <a:chExt cx="476896" cy="422115"/>
          </a:xfrm>
        </p:grpSpPr>
        <p:sp>
          <p:nvSpPr>
            <p:cNvPr id="15844" name="Google Shape;15844;p31"/>
            <p:cNvSpPr/>
            <p:nvPr/>
          </p:nvSpPr>
          <p:spPr>
            <a:xfrm>
              <a:off x="6638230" y="799719"/>
              <a:ext cx="143622" cy="142410"/>
            </a:xfrm>
            <a:custGeom>
              <a:rect b="b" l="l" r="r" t="t"/>
              <a:pathLst>
                <a:path extrusionOk="0" h="3759" w="3791">
                  <a:moveTo>
                    <a:pt x="1880" y="370"/>
                  </a:moveTo>
                  <a:cubicBezTo>
                    <a:pt x="2712" y="370"/>
                    <a:pt x="3391" y="1049"/>
                    <a:pt x="3391" y="1881"/>
                  </a:cubicBezTo>
                  <a:cubicBezTo>
                    <a:pt x="3391" y="2730"/>
                    <a:pt x="2671" y="3380"/>
                    <a:pt x="1880" y="3390"/>
                  </a:cubicBezTo>
                  <a:cubicBezTo>
                    <a:pt x="1873" y="3390"/>
                    <a:pt x="1867" y="3390"/>
                    <a:pt x="1861" y="3390"/>
                  </a:cubicBezTo>
                  <a:cubicBezTo>
                    <a:pt x="1320" y="3390"/>
                    <a:pt x="846" y="3110"/>
                    <a:pt x="582" y="2638"/>
                  </a:cubicBezTo>
                  <a:cubicBezTo>
                    <a:pt x="413" y="2337"/>
                    <a:pt x="351" y="1983"/>
                    <a:pt x="391" y="1643"/>
                  </a:cubicBezTo>
                  <a:cubicBezTo>
                    <a:pt x="475" y="925"/>
                    <a:pt x="1173" y="370"/>
                    <a:pt x="1880" y="370"/>
                  </a:cubicBezTo>
                  <a:close/>
                  <a:moveTo>
                    <a:pt x="1880" y="0"/>
                  </a:moveTo>
                  <a:cubicBezTo>
                    <a:pt x="844" y="0"/>
                    <a:pt x="1" y="843"/>
                    <a:pt x="1" y="1879"/>
                  </a:cubicBezTo>
                  <a:cubicBezTo>
                    <a:pt x="1" y="2915"/>
                    <a:pt x="844" y="3758"/>
                    <a:pt x="1880" y="3758"/>
                  </a:cubicBezTo>
                  <a:cubicBezTo>
                    <a:pt x="2964" y="3758"/>
                    <a:pt x="3791" y="2750"/>
                    <a:pt x="3721" y="1690"/>
                  </a:cubicBezTo>
                  <a:cubicBezTo>
                    <a:pt x="3691" y="1261"/>
                    <a:pt x="3512" y="854"/>
                    <a:pt x="3209" y="550"/>
                  </a:cubicBezTo>
                  <a:cubicBezTo>
                    <a:pt x="2858" y="202"/>
                    <a:pt x="2376" y="0"/>
                    <a:pt x="188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5" name="Google Shape;15845;p31"/>
            <p:cNvSpPr/>
            <p:nvPr/>
          </p:nvSpPr>
          <p:spPr>
            <a:xfrm>
              <a:off x="6693731" y="842529"/>
              <a:ext cx="32960" cy="56903"/>
            </a:xfrm>
            <a:custGeom>
              <a:rect b="b" l="l" r="r" t="t"/>
              <a:pathLst>
                <a:path extrusionOk="0" h="1502" w="870">
                  <a:moveTo>
                    <a:pt x="661" y="1"/>
                  </a:moveTo>
                  <a:cubicBezTo>
                    <a:pt x="588" y="1"/>
                    <a:pt x="518" y="45"/>
                    <a:pt x="489" y="117"/>
                  </a:cubicBezTo>
                  <a:lnTo>
                    <a:pt x="39" y="1248"/>
                  </a:lnTo>
                  <a:cubicBezTo>
                    <a:pt x="1" y="1342"/>
                    <a:pt x="48" y="1450"/>
                    <a:pt x="142" y="1488"/>
                  </a:cubicBezTo>
                  <a:cubicBezTo>
                    <a:pt x="164" y="1497"/>
                    <a:pt x="188" y="1501"/>
                    <a:pt x="210" y="1501"/>
                  </a:cubicBezTo>
                  <a:cubicBezTo>
                    <a:pt x="284" y="1501"/>
                    <a:pt x="353" y="1456"/>
                    <a:pt x="382" y="1384"/>
                  </a:cubicBezTo>
                  <a:lnTo>
                    <a:pt x="832" y="254"/>
                  </a:lnTo>
                  <a:cubicBezTo>
                    <a:pt x="869" y="157"/>
                    <a:pt x="823" y="51"/>
                    <a:pt x="729" y="14"/>
                  </a:cubicBezTo>
                  <a:cubicBezTo>
                    <a:pt x="706" y="5"/>
                    <a:pt x="683"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6" name="Google Shape;15846;p31"/>
            <p:cNvSpPr/>
            <p:nvPr/>
          </p:nvSpPr>
          <p:spPr>
            <a:xfrm>
              <a:off x="6729078" y="844575"/>
              <a:ext cx="26785" cy="52736"/>
            </a:xfrm>
            <a:custGeom>
              <a:rect b="b" l="l" r="r" t="t"/>
              <a:pathLst>
                <a:path extrusionOk="0" h="1392" w="707">
                  <a:moveTo>
                    <a:pt x="211" y="1"/>
                  </a:moveTo>
                  <a:cubicBezTo>
                    <a:pt x="179" y="1"/>
                    <a:pt x="146" y="9"/>
                    <a:pt x="116" y="27"/>
                  </a:cubicBezTo>
                  <a:cubicBezTo>
                    <a:pt x="29" y="79"/>
                    <a:pt x="1" y="193"/>
                    <a:pt x="53" y="279"/>
                  </a:cubicBezTo>
                  <a:lnTo>
                    <a:pt x="299" y="688"/>
                  </a:lnTo>
                  <a:lnTo>
                    <a:pt x="52" y="1116"/>
                  </a:lnTo>
                  <a:cubicBezTo>
                    <a:pt x="1" y="1203"/>
                    <a:pt x="31" y="1316"/>
                    <a:pt x="119" y="1368"/>
                  </a:cubicBezTo>
                  <a:cubicBezTo>
                    <a:pt x="148" y="1384"/>
                    <a:pt x="179" y="1392"/>
                    <a:pt x="210" y="1392"/>
                  </a:cubicBezTo>
                  <a:cubicBezTo>
                    <a:pt x="275" y="1392"/>
                    <a:pt x="336" y="1359"/>
                    <a:pt x="371" y="1301"/>
                  </a:cubicBezTo>
                  <a:lnTo>
                    <a:pt x="673" y="779"/>
                  </a:lnTo>
                  <a:cubicBezTo>
                    <a:pt x="707" y="721"/>
                    <a:pt x="706" y="649"/>
                    <a:pt x="671" y="592"/>
                  </a:cubicBezTo>
                  <a:lnTo>
                    <a:pt x="370" y="91"/>
                  </a:lnTo>
                  <a:cubicBezTo>
                    <a:pt x="335" y="33"/>
                    <a:pt x="274"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7" name="Google Shape;15847;p31"/>
            <p:cNvSpPr/>
            <p:nvPr/>
          </p:nvSpPr>
          <p:spPr>
            <a:xfrm>
              <a:off x="6663044" y="844575"/>
              <a:ext cx="26785" cy="52736"/>
            </a:xfrm>
            <a:custGeom>
              <a:rect b="b" l="l" r="r" t="t"/>
              <a:pathLst>
                <a:path extrusionOk="0" h="1392" w="707">
                  <a:moveTo>
                    <a:pt x="495" y="0"/>
                  </a:moveTo>
                  <a:cubicBezTo>
                    <a:pt x="433" y="0"/>
                    <a:pt x="373" y="32"/>
                    <a:pt x="338" y="90"/>
                  </a:cubicBezTo>
                  <a:lnTo>
                    <a:pt x="36" y="591"/>
                  </a:lnTo>
                  <a:cubicBezTo>
                    <a:pt x="0" y="648"/>
                    <a:pt x="0" y="720"/>
                    <a:pt x="35" y="778"/>
                  </a:cubicBezTo>
                  <a:lnTo>
                    <a:pt x="337" y="1301"/>
                  </a:lnTo>
                  <a:cubicBezTo>
                    <a:pt x="371" y="1359"/>
                    <a:pt x="433" y="1392"/>
                    <a:pt x="497" y="1392"/>
                  </a:cubicBezTo>
                  <a:cubicBezTo>
                    <a:pt x="528" y="1392"/>
                    <a:pt x="559" y="1384"/>
                    <a:pt x="589" y="1368"/>
                  </a:cubicBezTo>
                  <a:cubicBezTo>
                    <a:pt x="676" y="1316"/>
                    <a:pt x="706" y="1203"/>
                    <a:pt x="655" y="1116"/>
                  </a:cubicBezTo>
                  <a:lnTo>
                    <a:pt x="408" y="688"/>
                  </a:lnTo>
                  <a:lnTo>
                    <a:pt x="654" y="279"/>
                  </a:lnTo>
                  <a:cubicBezTo>
                    <a:pt x="706" y="191"/>
                    <a:pt x="679" y="79"/>
                    <a:pt x="591" y="27"/>
                  </a:cubicBezTo>
                  <a:cubicBezTo>
                    <a:pt x="561" y="9"/>
                    <a:pt x="528" y="0"/>
                    <a:pt x="49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8" name="Google Shape;15848;p31"/>
            <p:cNvSpPr/>
            <p:nvPr/>
          </p:nvSpPr>
          <p:spPr>
            <a:xfrm>
              <a:off x="6449487" y="767289"/>
              <a:ext cx="18677" cy="18677"/>
            </a:xfrm>
            <a:custGeom>
              <a:rect b="b" l="l" r="r" t="t"/>
              <a:pathLst>
                <a:path extrusionOk="0" h="493" w="493">
                  <a:moveTo>
                    <a:pt x="245"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9" name="Google Shape;15849;p31"/>
            <p:cNvSpPr/>
            <p:nvPr/>
          </p:nvSpPr>
          <p:spPr>
            <a:xfrm>
              <a:off x="6485212"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0" name="Google Shape;15850;p31"/>
            <p:cNvSpPr/>
            <p:nvPr/>
          </p:nvSpPr>
          <p:spPr>
            <a:xfrm>
              <a:off x="6364624" y="740505"/>
              <a:ext cx="476896" cy="422115"/>
            </a:xfrm>
            <a:custGeom>
              <a:rect b="b" l="l" r="r" t="t"/>
              <a:pathLst>
                <a:path extrusionOk="0" h="11142" w="12588">
                  <a:moveTo>
                    <a:pt x="6537" y="3016"/>
                  </a:moveTo>
                  <a:cubicBezTo>
                    <a:pt x="6514" y="3158"/>
                    <a:pt x="6500" y="3305"/>
                    <a:pt x="6500" y="3456"/>
                  </a:cubicBezTo>
                  <a:cubicBezTo>
                    <a:pt x="6500" y="3761"/>
                    <a:pt x="6551" y="4054"/>
                    <a:pt x="6645" y="4326"/>
                  </a:cubicBezTo>
                  <a:lnTo>
                    <a:pt x="1577" y="4326"/>
                  </a:lnTo>
                  <a:lnTo>
                    <a:pt x="1577" y="3016"/>
                  </a:lnTo>
                  <a:close/>
                  <a:moveTo>
                    <a:pt x="9102" y="1160"/>
                  </a:moveTo>
                  <a:cubicBezTo>
                    <a:pt x="10361" y="1161"/>
                    <a:pt x="11385" y="2184"/>
                    <a:pt x="11385" y="3444"/>
                  </a:cubicBezTo>
                  <a:cubicBezTo>
                    <a:pt x="11385" y="3712"/>
                    <a:pt x="11338" y="3980"/>
                    <a:pt x="11244" y="4232"/>
                  </a:cubicBezTo>
                  <a:cubicBezTo>
                    <a:pt x="10908" y="5146"/>
                    <a:pt x="10023" y="5715"/>
                    <a:pt x="9102" y="5723"/>
                  </a:cubicBezTo>
                  <a:cubicBezTo>
                    <a:pt x="9095" y="5723"/>
                    <a:pt x="9088" y="5723"/>
                    <a:pt x="9081" y="5723"/>
                  </a:cubicBezTo>
                  <a:cubicBezTo>
                    <a:pt x="7849" y="5723"/>
                    <a:pt x="6818" y="4671"/>
                    <a:pt x="6818" y="3443"/>
                  </a:cubicBezTo>
                  <a:cubicBezTo>
                    <a:pt x="6818" y="2184"/>
                    <a:pt x="7843" y="1160"/>
                    <a:pt x="9102" y="1160"/>
                  </a:cubicBezTo>
                  <a:close/>
                  <a:moveTo>
                    <a:pt x="9506" y="7178"/>
                  </a:moveTo>
                  <a:lnTo>
                    <a:pt x="9506" y="9584"/>
                  </a:lnTo>
                  <a:cubicBezTo>
                    <a:pt x="9506" y="9789"/>
                    <a:pt x="9354" y="9971"/>
                    <a:pt x="9149" y="9990"/>
                  </a:cubicBezTo>
                  <a:cubicBezTo>
                    <a:pt x="9137" y="9991"/>
                    <a:pt x="9125" y="9992"/>
                    <a:pt x="9113" y="9992"/>
                  </a:cubicBezTo>
                  <a:cubicBezTo>
                    <a:pt x="8896" y="9992"/>
                    <a:pt x="8719" y="9813"/>
                    <a:pt x="8719" y="9592"/>
                  </a:cubicBezTo>
                  <a:lnTo>
                    <a:pt x="8719" y="7178"/>
                  </a:lnTo>
                  <a:close/>
                  <a:moveTo>
                    <a:pt x="621" y="1"/>
                  </a:moveTo>
                  <a:cubicBezTo>
                    <a:pt x="279" y="1"/>
                    <a:pt x="0" y="279"/>
                    <a:pt x="5" y="621"/>
                  </a:cubicBezTo>
                  <a:lnTo>
                    <a:pt x="5" y="7585"/>
                  </a:lnTo>
                  <a:cubicBezTo>
                    <a:pt x="0" y="7687"/>
                    <a:pt x="83" y="7769"/>
                    <a:pt x="184" y="7769"/>
                  </a:cubicBezTo>
                  <a:cubicBezTo>
                    <a:pt x="287" y="7769"/>
                    <a:pt x="367" y="7585"/>
                    <a:pt x="367" y="7585"/>
                  </a:cubicBezTo>
                  <a:lnTo>
                    <a:pt x="367" y="1933"/>
                  </a:lnTo>
                  <a:lnTo>
                    <a:pt x="6848" y="1933"/>
                  </a:lnTo>
                  <a:cubicBezTo>
                    <a:pt x="6704" y="2142"/>
                    <a:pt x="6592" y="2374"/>
                    <a:pt x="6514" y="2622"/>
                  </a:cubicBezTo>
                  <a:lnTo>
                    <a:pt x="1370" y="2622"/>
                  </a:lnTo>
                  <a:cubicBezTo>
                    <a:pt x="1267" y="2622"/>
                    <a:pt x="1185" y="2704"/>
                    <a:pt x="1185" y="2806"/>
                  </a:cubicBezTo>
                  <a:lnTo>
                    <a:pt x="1185" y="4502"/>
                  </a:lnTo>
                  <a:cubicBezTo>
                    <a:pt x="1185" y="4604"/>
                    <a:pt x="1267" y="4686"/>
                    <a:pt x="1370" y="4686"/>
                  </a:cubicBezTo>
                  <a:lnTo>
                    <a:pt x="6751" y="4686"/>
                  </a:lnTo>
                  <a:cubicBezTo>
                    <a:pt x="7169" y="5474"/>
                    <a:pt x="7977" y="6028"/>
                    <a:pt x="8917" y="6092"/>
                  </a:cubicBezTo>
                  <a:lnTo>
                    <a:pt x="8917" y="6817"/>
                  </a:lnTo>
                  <a:lnTo>
                    <a:pt x="8464" y="6817"/>
                  </a:lnTo>
                  <a:cubicBezTo>
                    <a:pt x="8388" y="6817"/>
                    <a:pt x="8326" y="6878"/>
                    <a:pt x="8326" y="6954"/>
                  </a:cubicBezTo>
                  <a:lnTo>
                    <a:pt x="8326" y="9714"/>
                  </a:lnTo>
                  <a:cubicBezTo>
                    <a:pt x="8326" y="9880"/>
                    <a:pt x="8436" y="10095"/>
                    <a:pt x="8573" y="10190"/>
                  </a:cubicBezTo>
                  <a:cubicBezTo>
                    <a:pt x="8749" y="10315"/>
                    <a:pt x="8929" y="10369"/>
                    <a:pt x="9097" y="10369"/>
                  </a:cubicBezTo>
                  <a:cubicBezTo>
                    <a:pt x="9522" y="10369"/>
                    <a:pt x="9867" y="10024"/>
                    <a:pt x="9867" y="9600"/>
                  </a:cubicBezTo>
                  <a:lnTo>
                    <a:pt x="9867" y="7001"/>
                  </a:lnTo>
                  <a:cubicBezTo>
                    <a:pt x="9867" y="6899"/>
                    <a:pt x="9785" y="6816"/>
                    <a:pt x="9683" y="6816"/>
                  </a:cubicBezTo>
                  <a:lnTo>
                    <a:pt x="9277" y="6816"/>
                  </a:lnTo>
                  <a:lnTo>
                    <a:pt x="9277" y="6100"/>
                  </a:lnTo>
                  <a:cubicBezTo>
                    <a:pt x="10649" y="6006"/>
                    <a:pt x="11736" y="4856"/>
                    <a:pt x="11736" y="3458"/>
                  </a:cubicBezTo>
                  <a:cubicBezTo>
                    <a:pt x="11736" y="2906"/>
                    <a:pt x="11566" y="2393"/>
                    <a:pt x="11276" y="1968"/>
                  </a:cubicBezTo>
                  <a:lnTo>
                    <a:pt x="12192" y="1968"/>
                  </a:lnTo>
                  <a:lnTo>
                    <a:pt x="12192" y="10530"/>
                  </a:lnTo>
                  <a:cubicBezTo>
                    <a:pt x="12192" y="10668"/>
                    <a:pt x="12080" y="10781"/>
                    <a:pt x="11941" y="10781"/>
                  </a:cubicBezTo>
                  <a:lnTo>
                    <a:pt x="556" y="10781"/>
                  </a:lnTo>
                  <a:cubicBezTo>
                    <a:pt x="450" y="10781"/>
                    <a:pt x="366" y="10695"/>
                    <a:pt x="366" y="10589"/>
                  </a:cubicBezTo>
                  <a:lnTo>
                    <a:pt x="366" y="8421"/>
                  </a:lnTo>
                  <a:cubicBezTo>
                    <a:pt x="366" y="8373"/>
                    <a:pt x="341" y="8327"/>
                    <a:pt x="303" y="8301"/>
                  </a:cubicBezTo>
                  <a:cubicBezTo>
                    <a:pt x="263" y="8274"/>
                    <a:pt x="223" y="8262"/>
                    <a:pt x="185" y="8262"/>
                  </a:cubicBezTo>
                  <a:cubicBezTo>
                    <a:pt x="86" y="8262"/>
                    <a:pt x="5" y="8345"/>
                    <a:pt x="5" y="8446"/>
                  </a:cubicBezTo>
                  <a:lnTo>
                    <a:pt x="5" y="10521"/>
                  </a:lnTo>
                  <a:cubicBezTo>
                    <a:pt x="5" y="10864"/>
                    <a:pt x="283" y="11141"/>
                    <a:pt x="625" y="11141"/>
                  </a:cubicBezTo>
                  <a:lnTo>
                    <a:pt x="11966" y="11141"/>
                  </a:lnTo>
                  <a:cubicBezTo>
                    <a:pt x="12308" y="11141"/>
                    <a:pt x="12586" y="10864"/>
                    <a:pt x="12586" y="10521"/>
                  </a:cubicBezTo>
                  <a:lnTo>
                    <a:pt x="12586" y="623"/>
                  </a:lnTo>
                  <a:cubicBezTo>
                    <a:pt x="12587" y="279"/>
                    <a:pt x="12307" y="2"/>
                    <a:pt x="11966" y="2"/>
                  </a:cubicBezTo>
                  <a:lnTo>
                    <a:pt x="10946" y="2"/>
                  </a:lnTo>
                  <a:cubicBezTo>
                    <a:pt x="10841" y="2"/>
                    <a:pt x="10757" y="91"/>
                    <a:pt x="10767" y="199"/>
                  </a:cubicBezTo>
                  <a:cubicBezTo>
                    <a:pt x="10775" y="293"/>
                    <a:pt x="10860" y="362"/>
                    <a:pt x="10955" y="362"/>
                  </a:cubicBezTo>
                  <a:lnTo>
                    <a:pt x="11975" y="362"/>
                  </a:lnTo>
                  <a:cubicBezTo>
                    <a:pt x="12114" y="362"/>
                    <a:pt x="12227" y="475"/>
                    <a:pt x="12227" y="613"/>
                  </a:cubicBezTo>
                  <a:lnTo>
                    <a:pt x="12227" y="1575"/>
                  </a:lnTo>
                  <a:lnTo>
                    <a:pt x="11001" y="1575"/>
                  </a:lnTo>
                  <a:cubicBezTo>
                    <a:pt x="10520" y="1086"/>
                    <a:pt x="9850" y="784"/>
                    <a:pt x="9112" y="784"/>
                  </a:cubicBezTo>
                  <a:cubicBezTo>
                    <a:pt x="8374" y="784"/>
                    <a:pt x="7704" y="1086"/>
                    <a:pt x="7223" y="1575"/>
                  </a:cubicBezTo>
                  <a:lnTo>
                    <a:pt x="366" y="1575"/>
                  </a:lnTo>
                  <a:lnTo>
                    <a:pt x="366" y="623"/>
                  </a:lnTo>
                  <a:cubicBezTo>
                    <a:pt x="366" y="623"/>
                    <a:pt x="482" y="371"/>
                    <a:pt x="621" y="362"/>
                  </a:cubicBezTo>
                  <a:lnTo>
                    <a:pt x="10091" y="362"/>
                  </a:lnTo>
                  <a:cubicBezTo>
                    <a:pt x="10096" y="362"/>
                    <a:pt x="10101" y="363"/>
                    <a:pt x="10106" y="363"/>
                  </a:cubicBezTo>
                  <a:cubicBezTo>
                    <a:pt x="10201" y="363"/>
                    <a:pt x="10276" y="283"/>
                    <a:pt x="10276" y="185"/>
                  </a:cubicBezTo>
                  <a:cubicBezTo>
                    <a:pt x="10276" y="83"/>
                    <a:pt x="10194" y="1"/>
                    <a:pt x="1009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1" name="Google Shape;15851;p31"/>
            <p:cNvSpPr/>
            <p:nvPr/>
          </p:nvSpPr>
          <p:spPr>
            <a:xfrm>
              <a:off x="6483886" y="931331"/>
              <a:ext cx="13714" cy="201927"/>
            </a:xfrm>
            <a:custGeom>
              <a:rect b="b" l="l" r="r" t="t"/>
              <a:pathLst>
                <a:path extrusionOk="0" h="5330" w="362">
                  <a:moveTo>
                    <a:pt x="181" y="1"/>
                  </a:moveTo>
                  <a:cubicBezTo>
                    <a:pt x="82" y="1"/>
                    <a:pt x="0" y="83"/>
                    <a:pt x="0" y="185"/>
                  </a:cubicBezTo>
                  <a:lnTo>
                    <a:pt x="0" y="5140"/>
                  </a:lnTo>
                  <a:cubicBezTo>
                    <a:pt x="0" y="5228"/>
                    <a:pt x="58" y="5309"/>
                    <a:pt x="145" y="5326"/>
                  </a:cubicBezTo>
                  <a:cubicBezTo>
                    <a:pt x="157" y="5329"/>
                    <a:pt x="169" y="5330"/>
                    <a:pt x="181" y="5330"/>
                  </a:cubicBezTo>
                  <a:cubicBezTo>
                    <a:pt x="281" y="5330"/>
                    <a:pt x="362" y="5247"/>
                    <a:pt x="362" y="5145"/>
                  </a:cubicBezTo>
                  <a:lnTo>
                    <a:pt x="362" y="190"/>
                  </a:lnTo>
                  <a:cubicBezTo>
                    <a:pt x="362" y="102"/>
                    <a:pt x="304" y="21"/>
                    <a:pt x="218" y="5"/>
                  </a:cubicBezTo>
                  <a:cubicBezTo>
                    <a:pt x="206" y="2"/>
                    <a:pt x="193"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2" name="Google Shape;15852;p31"/>
            <p:cNvSpPr/>
            <p:nvPr/>
          </p:nvSpPr>
          <p:spPr>
            <a:xfrm>
              <a:off x="6410162" y="949062"/>
              <a:ext cx="51940" cy="13676"/>
            </a:xfrm>
            <a:custGeom>
              <a:rect b="b" l="l" r="r" t="t"/>
              <a:pathLst>
                <a:path extrusionOk="0" h="361" w="1371">
                  <a:moveTo>
                    <a:pt x="197" y="1"/>
                  </a:moveTo>
                  <a:cubicBezTo>
                    <a:pt x="102" y="1"/>
                    <a:pt x="17" y="71"/>
                    <a:pt x="9" y="166"/>
                  </a:cubicBezTo>
                  <a:cubicBezTo>
                    <a:pt x="0" y="272"/>
                    <a:pt x="84" y="361"/>
                    <a:pt x="189" y="361"/>
                  </a:cubicBezTo>
                  <a:lnTo>
                    <a:pt x="1173" y="361"/>
                  </a:lnTo>
                  <a:cubicBezTo>
                    <a:pt x="1269" y="361"/>
                    <a:pt x="1354" y="292"/>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3" name="Google Shape;15853;p31"/>
            <p:cNvSpPr/>
            <p:nvPr/>
          </p:nvSpPr>
          <p:spPr>
            <a:xfrm>
              <a:off x="6410162" y="980127"/>
              <a:ext cx="51940" cy="13676"/>
            </a:xfrm>
            <a:custGeom>
              <a:rect b="b" l="l" r="r" t="t"/>
              <a:pathLst>
                <a:path extrusionOk="0" h="361" w="1371">
                  <a:moveTo>
                    <a:pt x="197" y="1"/>
                  </a:moveTo>
                  <a:cubicBezTo>
                    <a:pt x="102" y="1"/>
                    <a:pt x="17" y="70"/>
                    <a:pt x="9" y="165"/>
                  </a:cubicBezTo>
                  <a:cubicBezTo>
                    <a:pt x="0" y="272"/>
                    <a:pt x="84" y="361"/>
                    <a:pt x="189" y="361"/>
                  </a:cubicBezTo>
                  <a:lnTo>
                    <a:pt x="1173" y="361"/>
                  </a:lnTo>
                  <a:cubicBezTo>
                    <a:pt x="1269" y="361"/>
                    <a:pt x="1354" y="291"/>
                    <a:pt x="1362" y="196"/>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4" name="Google Shape;15854;p31"/>
            <p:cNvSpPr/>
            <p:nvPr/>
          </p:nvSpPr>
          <p:spPr>
            <a:xfrm>
              <a:off x="6410162" y="1009943"/>
              <a:ext cx="51902" cy="13676"/>
            </a:xfrm>
            <a:custGeom>
              <a:rect b="b" l="l" r="r" t="t"/>
              <a:pathLst>
                <a:path extrusionOk="0" h="361" w="1370">
                  <a:moveTo>
                    <a:pt x="197" y="0"/>
                  </a:moveTo>
                  <a:cubicBezTo>
                    <a:pt x="102" y="0"/>
                    <a:pt x="17" y="69"/>
                    <a:pt x="9" y="164"/>
                  </a:cubicBezTo>
                  <a:cubicBezTo>
                    <a:pt x="0" y="270"/>
                    <a:pt x="84" y="360"/>
                    <a:pt x="189" y="360"/>
                  </a:cubicBezTo>
                  <a:lnTo>
                    <a:pt x="1171" y="360"/>
                  </a:lnTo>
                  <a:cubicBezTo>
                    <a:pt x="1268" y="360"/>
                    <a:pt x="1353" y="290"/>
                    <a:pt x="1360" y="197"/>
                  </a:cubicBezTo>
                  <a:cubicBezTo>
                    <a:pt x="1369" y="89"/>
                    <a:pt x="1286" y="0"/>
                    <a:pt x="118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5" name="Google Shape;15855;p31"/>
            <p:cNvSpPr/>
            <p:nvPr/>
          </p:nvSpPr>
          <p:spPr>
            <a:xfrm>
              <a:off x="6410162" y="1040895"/>
              <a:ext cx="51940" cy="13714"/>
            </a:xfrm>
            <a:custGeom>
              <a:rect b="b" l="l" r="r" t="t"/>
              <a:pathLst>
                <a:path extrusionOk="0" h="362" w="1371">
                  <a:moveTo>
                    <a:pt x="197" y="0"/>
                  </a:moveTo>
                  <a:cubicBezTo>
                    <a:pt x="102" y="0"/>
                    <a:pt x="17" y="69"/>
                    <a:pt x="9" y="163"/>
                  </a:cubicBezTo>
                  <a:cubicBezTo>
                    <a:pt x="0" y="272"/>
                    <a:pt x="84" y="361"/>
                    <a:pt x="189" y="361"/>
                  </a:cubicBezTo>
                  <a:lnTo>
                    <a:pt x="1173" y="361"/>
                  </a:lnTo>
                  <a:cubicBezTo>
                    <a:pt x="1269" y="361"/>
                    <a:pt x="1354" y="292"/>
                    <a:pt x="1362" y="196"/>
                  </a:cubicBezTo>
                  <a:cubicBezTo>
                    <a:pt x="1370" y="89"/>
                    <a:pt x="1287" y="0"/>
                    <a:pt x="1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6" name="Google Shape;15856;p31"/>
            <p:cNvSpPr/>
            <p:nvPr/>
          </p:nvSpPr>
          <p:spPr>
            <a:xfrm>
              <a:off x="6410162" y="1070748"/>
              <a:ext cx="51940" cy="13639"/>
            </a:xfrm>
            <a:custGeom>
              <a:rect b="b" l="l" r="r" t="t"/>
              <a:pathLst>
                <a:path extrusionOk="0" h="360" w="1371">
                  <a:moveTo>
                    <a:pt x="197" y="1"/>
                  </a:moveTo>
                  <a:cubicBezTo>
                    <a:pt x="102" y="1"/>
                    <a:pt x="17" y="70"/>
                    <a:pt x="9" y="165"/>
                  </a:cubicBezTo>
                  <a:cubicBezTo>
                    <a:pt x="0" y="271"/>
                    <a:pt x="84" y="360"/>
                    <a:pt x="189" y="360"/>
                  </a:cubicBezTo>
                  <a:lnTo>
                    <a:pt x="1173" y="360"/>
                  </a:lnTo>
                  <a:cubicBezTo>
                    <a:pt x="1269" y="360"/>
                    <a:pt x="1354" y="291"/>
                    <a:pt x="1362" y="197"/>
                  </a:cubicBezTo>
                  <a:cubicBezTo>
                    <a:pt x="1370" y="90"/>
                    <a:pt x="1287" y="1"/>
                    <a:pt x="11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7" name="Google Shape;15857;p31"/>
            <p:cNvSpPr/>
            <p:nvPr/>
          </p:nvSpPr>
          <p:spPr>
            <a:xfrm>
              <a:off x="6410162" y="1101776"/>
              <a:ext cx="51902" cy="13714"/>
            </a:xfrm>
            <a:custGeom>
              <a:rect b="b" l="l" r="r" t="t"/>
              <a:pathLst>
                <a:path extrusionOk="0" h="362" w="1370">
                  <a:moveTo>
                    <a:pt x="197" y="1"/>
                  </a:moveTo>
                  <a:cubicBezTo>
                    <a:pt x="102" y="1"/>
                    <a:pt x="17" y="70"/>
                    <a:pt x="9" y="164"/>
                  </a:cubicBezTo>
                  <a:cubicBezTo>
                    <a:pt x="0" y="271"/>
                    <a:pt x="84" y="361"/>
                    <a:pt x="189" y="361"/>
                  </a:cubicBezTo>
                  <a:lnTo>
                    <a:pt x="1171" y="361"/>
                  </a:lnTo>
                  <a:cubicBezTo>
                    <a:pt x="1268" y="361"/>
                    <a:pt x="1353" y="292"/>
                    <a:pt x="1360" y="198"/>
                  </a:cubicBezTo>
                  <a:cubicBezTo>
                    <a:pt x="1369" y="90"/>
                    <a:pt x="1286" y="1"/>
                    <a:pt x="1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58" name="Google Shape;15858;p31"/>
          <p:cNvGrpSpPr/>
          <p:nvPr/>
        </p:nvGrpSpPr>
        <p:grpSpPr>
          <a:xfrm>
            <a:off x="5498230" y="1339588"/>
            <a:ext cx="449618" cy="398061"/>
            <a:chOff x="5553999" y="740543"/>
            <a:chExt cx="476745" cy="422077"/>
          </a:xfrm>
        </p:grpSpPr>
        <p:sp>
          <p:nvSpPr>
            <p:cNvPr id="15859" name="Google Shape;15859;p31"/>
            <p:cNvSpPr/>
            <p:nvPr/>
          </p:nvSpPr>
          <p:spPr>
            <a:xfrm>
              <a:off x="5553999" y="740543"/>
              <a:ext cx="476745" cy="422077"/>
            </a:xfrm>
            <a:custGeom>
              <a:rect b="b" l="l" r="r" t="t"/>
              <a:pathLst>
                <a:path extrusionOk="0" h="11141" w="12584">
                  <a:moveTo>
                    <a:pt x="12223" y="1967"/>
                  </a:moveTo>
                  <a:lnTo>
                    <a:pt x="12223" y="10529"/>
                  </a:lnTo>
                  <a:cubicBezTo>
                    <a:pt x="12223" y="10667"/>
                    <a:pt x="12110" y="10780"/>
                    <a:pt x="11971" y="10780"/>
                  </a:cubicBezTo>
                  <a:lnTo>
                    <a:pt x="613" y="10780"/>
                  </a:lnTo>
                  <a:cubicBezTo>
                    <a:pt x="475" y="10780"/>
                    <a:pt x="362" y="10667"/>
                    <a:pt x="362" y="10529"/>
                  </a:cubicBezTo>
                  <a:lnTo>
                    <a:pt x="362" y="1967"/>
                  </a:lnTo>
                  <a:close/>
                  <a:moveTo>
                    <a:pt x="622" y="1"/>
                  </a:moveTo>
                  <a:cubicBezTo>
                    <a:pt x="278" y="1"/>
                    <a:pt x="1" y="278"/>
                    <a:pt x="1" y="622"/>
                  </a:cubicBezTo>
                  <a:lnTo>
                    <a:pt x="1" y="10520"/>
                  </a:lnTo>
                  <a:cubicBezTo>
                    <a:pt x="1" y="10863"/>
                    <a:pt x="278" y="11140"/>
                    <a:pt x="622" y="11140"/>
                  </a:cubicBezTo>
                  <a:lnTo>
                    <a:pt x="11962" y="11140"/>
                  </a:lnTo>
                  <a:cubicBezTo>
                    <a:pt x="12305" y="11140"/>
                    <a:pt x="12583" y="10863"/>
                    <a:pt x="12583" y="10520"/>
                  </a:cubicBezTo>
                  <a:lnTo>
                    <a:pt x="12583" y="622"/>
                  </a:lnTo>
                  <a:cubicBezTo>
                    <a:pt x="12584" y="278"/>
                    <a:pt x="12305" y="1"/>
                    <a:pt x="11964" y="1"/>
                  </a:cubicBezTo>
                  <a:lnTo>
                    <a:pt x="9236" y="1"/>
                  </a:lnTo>
                  <a:cubicBezTo>
                    <a:pt x="9141" y="1"/>
                    <a:pt x="9055" y="71"/>
                    <a:pt x="9048" y="165"/>
                  </a:cubicBezTo>
                  <a:cubicBezTo>
                    <a:pt x="9038" y="272"/>
                    <a:pt x="9122" y="361"/>
                    <a:pt x="9227" y="361"/>
                  </a:cubicBezTo>
                  <a:lnTo>
                    <a:pt x="11972" y="361"/>
                  </a:lnTo>
                  <a:cubicBezTo>
                    <a:pt x="12111" y="361"/>
                    <a:pt x="12223" y="474"/>
                    <a:pt x="12223" y="612"/>
                  </a:cubicBezTo>
                  <a:lnTo>
                    <a:pt x="12223" y="1574"/>
                  </a:lnTo>
                  <a:lnTo>
                    <a:pt x="362" y="1574"/>
                  </a:lnTo>
                  <a:lnTo>
                    <a:pt x="362" y="553"/>
                  </a:lnTo>
                  <a:cubicBezTo>
                    <a:pt x="362" y="446"/>
                    <a:pt x="448" y="361"/>
                    <a:pt x="554" y="361"/>
                  </a:cubicBezTo>
                  <a:lnTo>
                    <a:pt x="8393" y="361"/>
                  </a:lnTo>
                  <a:cubicBezTo>
                    <a:pt x="8441" y="361"/>
                    <a:pt x="8487" y="337"/>
                    <a:pt x="8514" y="298"/>
                  </a:cubicBezTo>
                  <a:cubicBezTo>
                    <a:pt x="8612" y="154"/>
                    <a:pt x="8508" y="1"/>
                    <a:pt x="836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0" name="Google Shape;15860;p31"/>
            <p:cNvSpPr/>
            <p:nvPr/>
          </p:nvSpPr>
          <p:spPr>
            <a:xfrm>
              <a:off x="5603022" y="767289"/>
              <a:ext cx="18677" cy="18677"/>
            </a:xfrm>
            <a:custGeom>
              <a:rect b="b" l="l" r="r" t="t"/>
              <a:pathLst>
                <a:path extrusionOk="0" h="493" w="493">
                  <a:moveTo>
                    <a:pt x="244" y="1"/>
                  </a:moveTo>
                  <a:cubicBezTo>
                    <a:pt x="109" y="1"/>
                    <a:pt x="0" y="111"/>
                    <a:pt x="0" y="247"/>
                  </a:cubicBezTo>
                  <a:cubicBezTo>
                    <a:pt x="0" y="383"/>
                    <a:pt x="110" y="493"/>
                    <a:pt x="246" y="493"/>
                  </a:cubicBezTo>
                  <a:cubicBezTo>
                    <a:pt x="383" y="493"/>
                    <a:pt x="493" y="383"/>
                    <a:pt x="493" y="247"/>
                  </a:cubicBezTo>
                  <a:cubicBezTo>
                    <a:pt x="493" y="111"/>
                    <a:pt x="383" y="1"/>
                    <a:pt x="246" y="1"/>
                  </a:cubicBezTo>
                  <a:cubicBezTo>
                    <a:pt x="246" y="1"/>
                    <a:pt x="245"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1" name="Google Shape;15861;p31"/>
            <p:cNvSpPr/>
            <p:nvPr/>
          </p:nvSpPr>
          <p:spPr>
            <a:xfrm>
              <a:off x="5638710" y="767289"/>
              <a:ext cx="18715" cy="18677"/>
            </a:xfrm>
            <a:custGeom>
              <a:rect b="b" l="l" r="r" t="t"/>
              <a:pathLst>
                <a:path extrusionOk="0" h="493" w="494">
                  <a:moveTo>
                    <a:pt x="245" y="1"/>
                  </a:moveTo>
                  <a:cubicBezTo>
                    <a:pt x="110" y="1"/>
                    <a:pt x="1" y="111"/>
                    <a:pt x="1" y="247"/>
                  </a:cubicBezTo>
                  <a:cubicBezTo>
                    <a:pt x="1" y="383"/>
                    <a:pt x="111" y="493"/>
                    <a:pt x="247" y="493"/>
                  </a:cubicBezTo>
                  <a:cubicBezTo>
                    <a:pt x="383" y="493"/>
                    <a:pt x="493" y="383"/>
                    <a:pt x="493" y="247"/>
                  </a:cubicBezTo>
                  <a:cubicBezTo>
                    <a:pt x="493" y="111"/>
                    <a:pt x="383" y="1"/>
                    <a:pt x="247" y="1"/>
                  </a:cubicBezTo>
                  <a:cubicBezTo>
                    <a:pt x="246" y="1"/>
                    <a:pt x="246"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2" name="Google Shape;15862;p31"/>
            <p:cNvSpPr/>
            <p:nvPr/>
          </p:nvSpPr>
          <p:spPr>
            <a:xfrm>
              <a:off x="5674511" y="767289"/>
              <a:ext cx="18639" cy="18677"/>
            </a:xfrm>
            <a:custGeom>
              <a:rect b="b" l="l" r="r" t="t"/>
              <a:pathLst>
                <a:path extrusionOk="0" h="493" w="492">
                  <a:moveTo>
                    <a:pt x="244" y="1"/>
                  </a:moveTo>
                  <a:cubicBezTo>
                    <a:pt x="110" y="1"/>
                    <a:pt x="1" y="111"/>
                    <a:pt x="1" y="247"/>
                  </a:cubicBezTo>
                  <a:cubicBezTo>
                    <a:pt x="1" y="383"/>
                    <a:pt x="111" y="493"/>
                    <a:pt x="246" y="493"/>
                  </a:cubicBezTo>
                  <a:cubicBezTo>
                    <a:pt x="382" y="493"/>
                    <a:pt x="492" y="383"/>
                    <a:pt x="492" y="247"/>
                  </a:cubicBezTo>
                  <a:cubicBezTo>
                    <a:pt x="492" y="111"/>
                    <a:pt x="382" y="1"/>
                    <a:pt x="246" y="1"/>
                  </a:cubicBezTo>
                  <a:cubicBezTo>
                    <a:pt x="245" y="1"/>
                    <a:pt x="244"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3" name="Google Shape;15863;p31"/>
            <p:cNvSpPr/>
            <p:nvPr/>
          </p:nvSpPr>
          <p:spPr>
            <a:xfrm>
              <a:off x="5711866" y="985166"/>
              <a:ext cx="53077" cy="61146"/>
            </a:xfrm>
            <a:custGeom>
              <a:rect b="b" l="l" r="r" t="t"/>
              <a:pathLst>
                <a:path extrusionOk="0" h="1614" w="1401">
                  <a:moveTo>
                    <a:pt x="700" y="663"/>
                  </a:moveTo>
                  <a:lnTo>
                    <a:pt x="809" y="948"/>
                  </a:lnTo>
                  <a:lnTo>
                    <a:pt x="592" y="948"/>
                  </a:lnTo>
                  <a:lnTo>
                    <a:pt x="700" y="663"/>
                  </a:lnTo>
                  <a:close/>
                  <a:moveTo>
                    <a:pt x="702" y="1"/>
                  </a:moveTo>
                  <a:cubicBezTo>
                    <a:pt x="615" y="1"/>
                    <a:pt x="538" y="53"/>
                    <a:pt x="505" y="134"/>
                  </a:cubicBezTo>
                  <a:cubicBezTo>
                    <a:pt x="505" y="135"/>
                    <a:pt x="504" y="136"/>
                    <a:pt x="504" y="137"/>
                  </a:cubicBezTo>
                  <a:lnTo>
                    <a:pt x="37" y="1364"/>
                  </a:lnTo>
                  <a:cubicBezTo>
                    <a:pt x="0" y="1460"/>
                    <a:pt x="48" y="1565"/>
                    <a:pt x="143" y="1602"/>
                  </a:cubicBezTo>
                  <a:cubicBezTo>
                    <a:pt x="163" y="1610"/>
                    <a:pt x="185" y="1614"/>
                    <a:pt x="207" y="1614"/>
                  </a:cubicBezTo>
                  <a:cubicBezTo>
                    <a:pt x="281" y="1614"/>
                    <a:pt x="352" y="1569"/>
                    <a:pt x="381" y="1496"/>
                  </a:cubicBezTo>
                  <a:lnTo>
                    <a:pt x="452" y="1309"/>
                  </a:lnTo>
                  <a:lnTo>
                    <a:pt x="948" y="1309"/>
                  </a:lnTo>
                  <a:lnTo>
                    <a:pt x="1016" y="1488"/>
                  </a:lnTo>
                  <a:cubicBezTo>
                    <a:pt x="1044" y="1563"/>
                    <a:pt x="1116" y="1613"/>
                    <a:pt x="1192" y="1613"/>
                  </a:cubicBezTo>
                  <a:cubicBezTo>
                    <a:pt x="1206" y="1613"/>
                    <a:pt x="1219" y="1612"/>
                    <a:pt x="1233" y="1608"/>
                  </a:cubicBezTo>
                  <a:cubicBezTo>
                    <a:pt x="1343" y="1581"/>
                    <a:pt x="1400" y="1467"/>
                    <a:pt x="1363" y="1363"/>
                  </a:cubicBezTo>
                  <a:lnTo>
                    <a:pt x="901" y="139"/>
                  </a:lnTo>
                  <a:cubicBezTo>
                    <a:pt x="901" y="137"/>
                    <a:pt x="900" y="135"/>
                    <a:pt x="898" y="134"/>
                  </a:cubicBezTo>
                  <a:cubicBezTo>
                    <a:pt x="865" y="53"/>
                    <a:pt x="788" y="1"/>
                    <a:pt x="70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4" name="Google Shape;15864;p31"/>
            <p:cNvSpPr/>
            <p:nvPr/>
          </p:nvSpPr>
          <p:spPr>
            <a:xfrm>
              <a:off x="5861890" y="985810"/>
              <a:ext cx="45955" cy="60275"/>
            </a:xfrm>
            <a:custGeom>
              <a:rect b="b" l="l" r="r" t="t"/>
              <a:pathLst>
                <a:path extrusionOk="0" h="1591" w="1213">
                  <a:moveTo>
                    <a:pt x="186" y="1"/>
                  </a:moveTo>
                  <a:cubicBezTo>
                    <a:pt x="149" y="1"/>
                    <a:pt x="111" y="12"/>
                    <a:pt x="77" y="36"/>
                  </a:cubicBezTo>
                  <a:cubicBezTo>
                    <a:pt x="27" y="72"/>
                    <a:pt x="0" y="129"/>
                    <a:pt x="0" y="190"/>
                  </a:cubicBezTo>
                  <a:lnTo>
                    <a:pt x="0" y="1402"/>
                  </a:lnTo>
                  <a:cubicBezTo>
                    <a:pt x="0" y="1497"/>
                    <a:pt x="69" y="1583"/>
                    <a:pt x="164" y="1590"/>
                  </a:cubicBezTo>
                  <a:cubicBezTo>
                    <a:pt x="169" y="1591"/>
                    <a:pt x="175" y="1591"/>
                    <a:pt x="180" y="1591"/>
                  </a:cubicBezTo>
                  <a:cubicBezTo>
                    <a:pt x="280" y="1591"/>
                    <a:pt x="360" y="1510"/>
                    <a:pt x="360" y="1411"/>
                  </a:cubicBezTo>
                  <a:lnTo>
                    <a:pt x="360" y="774"/>
                  </a:lnTo>
                  <a:lnTo>
                    <a:pt x="854" y="1490"/>
                  </a:lnTo>
                  <a:cubicBezTo>
                    <a:pt x="901" y="1558"/>
                    <a:pt x="963" y="1582"/>
                    <a:pt x="1019" y="1582"/>
                  </a:cubicBezTo>
                  <a:cubicBezTo>
                    <a:pt x="1040" y="1582"/>
                    <a:pt x="1059" y="1579"/>
                    <a:pt x="1077" y="1573"/>
                  </a:cubicBezTo>
                  <a:cubicBezTo>
                    <a:pt x="1108" y="1563"/>
                    <a:pt x="1213" y="1519"/>
                    <a:pt x="1213" y="1369"/>
                  </a:cubicBezTo>
                  <a:lnTo>
                    <a:pt x="1213" y="183"/>
                  </a:lnTo>
                  <a:cubicBezTo>
                    <a:pt x="1213" y="83"/>
                    <a:pt x="1132" y="2"/>
                    <a:pt x="1033" y="2"/>
                  </a:cubicBezTo>
                  <a:cubicBezTo>
                    <a:pt x="933" y="2"/>
                    <a:pt x="853" y="83"/>
                    <a:pt x="853" y="183"/>
                  </a:cubicBezTo>
                  <a:lnTo>
                    <a:pt x="853" y="825"/>
                  </a:lnTo>
                  <a:lnTo>
                    <a:pt x="338" y="81"/>
                  </a:lnTo>
                  <a:cubicBezTo>
                    <a:pt x="303" y="30"/>
                    <a:pt x="245"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5" name="Google Shape;15865;p31"/>
            <p:cNvSpPr/>
            <p:nvPr/>
          </p:nvSpPr>
          <p:spPr>
            <a:xfrm>
              <a:off x="5607417" y="986416"/>
              <a:ext cx="29891" cy="61109"/>
            </a:xfrm>
            <a:custGeom>
              <a:rect b="b" l="l" r="r" t="t"/>
              <a:pathLst>
                <a:path extrusionOk="0" h="1613" w="789">
                  <a:moveTo>
                    <a:pt x="181" y="0"/>
                  </a:moveTo>
                  <a:cubicBezTo>
                    <a:pt x="82" y="0"/>
                    <a:pt x="2" y="82"/>
                    <a:pt x="2" y="184"/>
                  </a:cubicBezTo>
                  <a:lnTo>
                    <a:pt x="2" y="1428"/>
                  </a:lnTo>
                  <a:cubicBezTo>
                    <a:pt x="1" y="1517"/>
                    <a:pt x="64" y="1596"/>
                    <a:pt x="150" y="1612"/>
                  </a:cubicBezTo>
                  <a:cubicBezTo>
                    <a:pt x="150" y="1612"/>
                    <a:pt x="292" y="1613"/>
                    <a:pt x="428" y="1613"/>
                  </a:cubicBezTo>
                  <a:cubicBezTo>
                    <a:pt x="496" y="1613"/>
                    <a:pt x="562" y="1613"/>
                    <a:pt x="609" y="1612"/>
                  </a:cubicBezTo>
                  <a:cubicBezTo>
                    <a:pt x="709" y="1612"/>
                    <a:pt x="788" y="1528"/>
                    <a:pt x="788" y="1427"/>
                  </a:cubicBezTo>
                  <a:cubicBezTo>
                    <a:pt x="788" y="1326"/>
                    <a:pt x="706" y="1243"/>
                    <a:pt x="607" y="1243"/>
                  </a:cubicBezTo>
                  <a:lnTo>
                    <a:pt x="606" y="1243"/>
                  </a:lnTo>
                  <a:cubicBezTo>
                    <a:pt x="522" y="1243"/>
                    <a:pt x="434" y="1244"/>
                    <a:pt x="361" y="1244"/>
                  </a:cubicBezTo>
                  <a:lnTo>
                    <a:pt x="361" y="191"/>
                  </a:lnTo>
                  <a:cubicBezTo>
                    <a:pt x="361" y="95"/>
                    <a:pt x="292" y="10"/>
                    <a:pt x="197" y="1"/>
                  </a:cubicBezTo>
                  <a:cubicBezTo>
                    <a:pt x="192" y="1"/>
                    <a:pt x="187"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6" name="Google Shape;15866;p31"/>
            <p:cNvSpPr/>
            <p:nvPr/>
          </p:nvSpPr>
          <p:spPr>
            <a:xfrm>
              <a:off x="5833325" y="987894"/>
              <a:ext cx="13714" cy="57661"/>
            </a:xfrm>
            <a:custGeom>
              <a:rect b="b" l="l" r="r" t="t"/>
              <a:pathLst>
                <a:path extrusionOk="0" h="1522" w="362">
                  <a:moveTo>
                    <a:pt x="181" y="1"/>
                  </a:moveTo>
                  <a:cubicBezTo>
                    <a:pt x="82" y="1"/>
                    <a:pt x="0" y="83"/>
                    <a:pt x="0" y="182"/>
                  </a:cubicBezTo>
                  <a:lnTo>
                    <a:pt x="0" y="1332"/>
                  </a:lnTo>
                  <a:cubicBezTo>
                    <a:pt x="0" y="1428"/>
                    <a:pt x="69" y="1513"/>
                    <a:pt x="163" y="1521"/>
                  </a:cubicBezTo>
                  <a:cubicBezTo>
                    <a:pt x="169" y="1521"/>
                    <a:pt x="175" y="1521"/>
                    <a:pt x="180" y="1521"/>
                  </a:cubicBezTo>
                  <a:cubicBezTo>
                    <a:pt x="280" y="1521"/>
                    <a:pt x="360" y="1441"/>
                    <a:pt x="360" y="1341"/>
                  </a:cubicBezTo>
                  <a:lnTo>
                    <a:pt x="360" y="181"/>
                  </a:lnTo>
                  <a:cubicBezTo>
                    <a:pt x="361" y="80"/>
                    <a:pt x="281"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7" name="Google Shape;15867;p31"/>
            <p:cNvSpPr/>
            <p:nvPr/>
          </p:nvSpPr>
          <p:spPr>
            <a:xfrm>
              <a:off x="5775020" y="987553"/>
              <a:ext cx="45348" cy="59669"/>
            </a:xfrm>
            <a:custGeom>
              <a:rect b="b" l="l" r="r" t="t"/>
              <a:pathLst>
                <a:path extrusionOk="0" h="1575" w="1197">
                  <a:moveTo>
                    <a:pt x="514" y="361"/>
                  </a:moveTo>
                  <a:cubicBezTo>
                    <a:pt x="795" y="361"/>
                    <a:pt x="817" y="681"/>
                    <a:pt x="817" y="780"/>
                  </a:cubicBezTo>
                  <a:cubicBezTo>
                    <a:pt x="816" y="985"/>
                    <a:pt x="725" y="1194"/>
                    <a:pt x="521" y="1198"/>
                  </a:cubicBezTo>
                  <a:cubicBezTo>
                    <a:pt x="482" y="1199"/>
                    <a:pt x="419" y="1199"/>
                    <a:pt x="359" y="1199"/>
                  </a:cubicBezTo>
                  <a:cubicBezTo>
                    <a:pt x="359" y="1058"/>
                    <a:pt x="357" y="506"/>
                    <a:pt x="357" y="361"/>
                  </a:cubicBezTo>
                  <a:close/>
                  <a:moveTo>
                    <a:pt x="184" y="0"/>
                  </a:moveTo>
                  <a:cubicBezTo>
                    <a:pt x="136" y="0"/>
                    <a:pt x="89" y="20"/>
                    <a:pt x="55" y="55"/>
                  </a:cubicBezTo>
                  <a:cubicBezTo>
                    <a:pt x="20" y="88"/>
                    <a:pt x="1" y="136"/>
                    <a:pt x="1" y="186"/>
                  </a:cubicBezTo>
                  <a:lnTo>
                    <a:pt x="4" y="1391"/>
                  </a:lnTo>
                  <a:cubicBezTo>
                    <a:pt x="4" y="1440"/>
                    <a:pt x="24" y="1487"/>
                    <a:pt x="57" y="1521"/>
                  </a:cubicBezTo>
                  <a:cubicBezTo>
                    <a:pt x="92" y="1555"/>
                    <a:pt x="139" y="1575"/>
                    <a:pt x="187" y="1575"/>
                  </a:cubicBezTo>
                  <a:cubicBezTo>
                    <a:pt x="197" y="1575"/>
                    <a:pt x="440" y="1574"/>
                    <a:pt x="538" y="1571"/>
                  </a:cubicBezTo>
                  <a:cubicBezTo>
                    <a:pt x="919" y="1565"/>
                    <a:pt x="1195" y="1235"/>
                    <a:pt x="1195" y="788"/>
                  </a:cubicBezTo>
                  <a:cubicBezTo>
                    <a:pt x="1197" y="317"/>
                    <a:pt x="926"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8" name="Google Shape;15868;p31"/>
            <p:cNvSpPr/>
            <p:nvPr/>
          </p:nvSpPr>
          <p:spPr>
            <a:xfrm>
              <a:off x="5909701" y="986795"/>
              <a:ext cx="66678" cy="59820"/>
            </a:xfrm>
            <a:custGeom>
              <a:rect b="b" l="l" r="r" t="t"/>
              <a:pathLst>
                <a:path extrusionOk="0" h="1579" w="1760">
                  <a:moveTo>
                    <a:pt x="1054" y="1"/>
                  </a:moveTo>
                  <a:cubicBezTo>
                    <a:pt x="860" y="1"/>
                    <a:pt x="658" y="71"/>
                    <a:pt x="478" y="220"/>
                  </a:cubicBezTo>
                  <a:cubicBezTo>
                    <a:pt x="466" y="232"/>
                    <a:pt x="455" y="244"/>
                    <a:pt x="445" y="256"/>
                  </a:cubicBezTo>
                  <a:cubicBezTo>
                    <a:pt x="0" y="893"/>
                    <a:pt x="448" y="1579"/>
                    <a:pt x="1054" y="1579"/>
                  </a:cubicBezTo>
                  <a:cubicBezTo>
                    <a:pt x="1470" y="1579"/>
                    <a:pt x="1760" y="1254"/>
                    <a:pt x="1760" y="790"/>
                  </a:cubicBezTo>
                  <a:cubicBezTo>
                    <a:pt x="1760" y="691"/>
                    <a:pt x="1679" y="610"/>
                    <a:pt x="1580" y="610"/>
                  </a:cubicBezTo>
                  <a:lnTo>
                    <a:pt x="1146" y="610"/>
                  </a:lnTo>
                  <a:cubicBezTo>
                    <a:pt x="1136" y="610"/>
                    <a:pt x="1125" y="614"/>
                    <a:pt x="1117" y="622"/>
                  </a:cubicBezTo>
                  <a:cubicBezTo>
                    <a:pt x="953" y="779"/>
                    <a:pt x="1062" y="971"/>
                    <a:pt x="1216" y="971"/>
                  </a:cubicBezTo>
                  <a:lnTo>
                    <a:pt x="1376" y="971"/>
                  </a:lnTo>
                  <a:cubicBezTo>
                    <a:pt x="1323" y="1151"/>
                    <a:pt x="1185" y="1219"/>
                    <a:pt x="1056" y="1219"/>
                  </a:cubicBezTo>
                  <a:cubicBezTo>
                    <a:pt x="727" y="1219"/>
                    <a:pt x="483" y="847"/>
                    <a:pt x="724" y="501"/>
                  </a:cubicBezTo>
                  <a:cubicBezTo>
                    <a:pt x="729" y="493"/>
                    <a:pt x="737" y="487"/>
                    <a:pt x="743" y="480"/>
                  </a:cubicBezTo>
                  <a:cubicBezTo>
                    <a:pt x="840" y="399"/>
                    <a:pt x="950" y="361"/>
                    <a:pt x="1055" y="361"/>
                  </a:cubicBezTo>
                  <a:cubicBezTo>
                    <a:pt x="1161" y="361"/>
                    <a:pt x="1262" y="399"/>
                    <a:pt x="1341" y="471"/>
                  </a:cubicBezTo>
                  <a:cubicBezTo>
                    <a:pt x="1349" y="478"/>
                    <a:pt x="1359" y="481"/>
                    <a:pt x="1369" y="481"/>
                  </a:cubicBezTo>
                  <a:cubicBezTo>
                    <a:pt x="1370" y="481"/>
                    <a:pt x="1372" y="481"/>
                    <a:pt x="1373" y="481"/>
                  </a:cubicBezTo>
                  <a:cubicBezTo>
                    <a:pt x="1606" y="448"/>
                    <a:pt x="1625" y="223"/>
                    <a:pt x="1496" y="136"/>
                  </a:cubicBezTo>
                  <a:cubicBezTo>
                    <a:pt x="1365" y="48"/>
                    <a:pt x="1212"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9" name="Google Shape;15869;p31"/>
            <p:cNvSpPr/>
            <p:nvPr/>
          </p:nvSpPr>
          <p:spPr>
            <a:xfrm>
              <a:off x="5644771" y="985772"/>
              <a:ext cx="61109" cy="61146"/>
            </a:xfrm>
            <a:custGeom>
              <a:rect b="b" l="l" r="r" t="t"/>
              <a:pathLst>
                <a:path extrusionOk="0" h="1614" w="1613">
                  <a:moveTo>
                    <a:pt x="807" y="369"/>
                  </a:moveTo>
                  <a:cubicBezTo>
                    <a:pt x="1048" y="369"/>
                    <a:pt x="1244" y="565"/>
                    <a:pt x="1244" y="807"/>
                  </a:cubicBezTo>
                  <a:cubicBezTo>
                    <a:pt x="1244" y="1050"/>
                    <a:pt x="1048" y="1246"/>
                    <a:pt x="807" y="1246"/>
                  </a:cubicBezTo>
                  <a:cubicBezTo>
                    <a:pt x="566" y="1246"/>
                    <a:pt x="368" y="1050"/>
                    <a:pt x="368" y="807"/>
                  </a:cubicBezTo>
                  <a:cubicBezTo>
                    <a:pt x="368" y="566"/>
                    <a:pt x="564" y="369"/>
                    <a:pt x="807" y="369"/>
                  </a:cubicBezTo>
                  <a:close/>
                  <a:moveTo>
                    <a:pt x="807" y="0"/>
                  </a:moveTo>
                  <a:cubicBezTo>
                    <a:pt x="361" y="0"/>
                    <a:pt x="0" y="362"/>
                    <a:pt x="0" y="807"/>
                  </a:cubicBezTo>
                  <a:cubicBezTo>
                    <a:pt x="0" y="1252"/>
                    <a:pt x="361" y="1613"/>
                    <a:pt x="807" y="1613"/>
                  </a:cubicBezTo>
                  <a:cubicBezTo>
                    <a:pt x="1252" y="1613"/>
                    <a:pt x="1613" y="1252"/>
                    <a:pt x="1613" y="807"/>
                  </a:cubicBezTo>
                  <a:cubicBezTo>
                    <a:pt x="1613" y="364"/>
                    <a:pt x="1252" y="0"/>
                    <a:pt x="80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0" name="Google Shape;15870;p31"/>
            <p:cNvSpPr/>
            <p:nvPr/>
          </p:nvSpPr>
          <p:spPr>
            <a:xfrm>
              <a:off x="5607379" y="916746"/>
              <a:ext cx="369985" cy="47318"/>
            </a:xfrm>
            <a:custGeom>
              <a:rect b="b" l="l" r="r" t="t"/>
              <a:pathLst>
                <a:path extrusionOk="0" h="1249" w="9766">
                  <a:moveTo>
                    <a:pt x="2131" y="363"/>
                  </a:moveTo>
                  <a:lnTo>
                    <a:pt x="2131" y="887"/>
                  </a:lnTo>
                  <a:lnTo>
                    <a:pt x="362" y="887"/>
                  </a:lnTo>
                  <a:lnTo>
                    <a:pt x="362" y="363"/>
                  </a:lnTo>
                  <a:close/>
                  <a:moveTo>
                    <a:pt x="185" y="1"/>
                  </a:moveTo>
                  <a:cubicBezTo>
                    <a:pt x="83" y="1"/>
                    <a:pt x="0" y="84"/>
                    <a:pt x="0" y="186"/>
                  </a:cubicBezTo>
                  <a:lnTo>
                    <a:pt x="0" y="1065"/>
                  </a:lnTo>
                  <a:cubicBezTo>
                    <a:pt x="2" y="1166"/>
                    <a:pt x="84" y="1246"/>
                    <a:pt x="187" y="1246"/>
                  </a:cubicBezTo>
                  <a:lnTo>
                    <a:pt x="3188" y="1246"/>
                  </a:lnTo>
                  <a:cubicBezTo>
                    <a:pt x="3283" y="1246"/>
                    <a:pt x="3368" y="1177"/>
                    <a:pt x="3376" y="1083"/>
                  </a:cubicBezTo>
                  <a:cubicBezTo>
                    <a:pt x="3386" y="976"/>
                    <a:pt x="3301" y="887"/>
                    <a:pt x="3196" y="887"/>
                  </a:cubicBezTo>
                  <a:lnTo>
                    <a:pt x="2525" y="887"/>
                  </a:lnTo>
                  <a:lnTo>
                    <a:pt x="2525" y="363"/>
                  </a:lnTo>
                  <a:lnTo>
                    <a:pt x="9406" y="363"/>
                  </a:lnTo>
                  <a:lnTo>
                    <a:pt x="9406" y="887"/>
                  </a:lnTo>
                  <a:lnTo>
                    <a:pt x="4075" y="887"/>
                  </a:lnTo>
                  <a:cubicBezTo>
                    <a:pt x="3987" y="887"/>
                    <a:pt x="3906" y="944"/>
                    <a:pt x="3889" y="1031"/>
                  </a:cubicBezTo>
                  <a:cubicBezTo>
                    <a:pt x="3865" y="1146"/>
                    <a:pt x="3955" y="1248"/>
                    <a:pt x="4069" y="1248"/>
                  </a:cubicBezTo>
                  <a:lnTo>
                    <a:pt x="9582" y="1248"/>
                  </a:lnTo>
                  <a:cubicBezTo>
                    <a:pt x="9683" y="1248"/>
                    <a:pt x="9766" y="1166"/>
                    <a:pt x="9766" y="1063"/>
                  </a:cubicBezTo>
                  <a:lnTo>
                    <a:pt x="9766" y="186"/>
                  </a:lnTo>
                  <a:cubicBezTo>
                    <a:pt x="9766" y="84"/>
                    <a:pt x="9683" y="1"/>
                    <a:pt x="958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71" name="Google Shape;15871;p31"/>
          <p:cNvGrpSpPr/>
          <p:nvPr/>
        </p:nvGrpSpPr>
        <p:grpSpPr>
          <a:xfrm>
            <a:off x="4839738" y="1313863"/>
            <a:ext cx="248462" cy="449512"/>
            <a:chOff x="4855778" y="713265"/>
            <a:chExt cx="263452" cy="476632"/>
          </a:xfrm>
        </p:grpSpPr>
        <p:sp>
          <p:nvSpPr>
            <p:cNvPr id="15872" name="Google Shape;15872;p31"/>
            <p:cNvSpPr/>
            <p:nvPr/>
          </p:nvSpPr>
          <p:spPr>
            <a:xfrm>
              <a:off x="4973032" y="1139055"/>
              <a:ext cx="29361" cy="13676"/>
            </a:xfrm>
            <a:custGeom>
              <a:rect b="b" l="l" r="r" t="t"/>
              <a:pathLst>
                <a:path extrusionOk="0" h="361" w="775">
                  <a:moveTo>
                    <a:pt x="197" y="0"/>
                  </a:moveTo>
                  <a:cubicBezTo>
                    <a:pt x="102" y="0"/>
                    <a:pt x="17" y="69"/>
                    <a:pt x="10" y="164"/>
                  </a:cubicBezTo>
                  <a:cubicBezTo>
                    <a:pt x="1" y="269"/>
                    <a:pt x="84" y="361"/>
                    <a:pt x="189" y="361"/>
                  </a:cubicBezTo>
                  <a:lnTo>
                    <a:pt x="577" y="361"/>
                  </a:lnTo>
                  <a:cubicBezTo>
                    <a:pt x="672" y="361"/>
                    <a:pt x="757" y="290"/>
                    <a:pt x="765" y="196"/>
                  </a:cubicBezTo>
                  <a:cubicBezTo>
                    <a:pt x="775" y="89"/>
                    <a:pt x="691" y="0"/>
                    <a:pt x="5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3" name="Google Shape;15873;p31"/>
            <p:cNvSpPr/>
            <p:nvPr/>
          </p:nvSpPr>
          <p:spPr>
            <a:xfrm>
              <a:off x="4855968" y="893712"/>
              <a:ext cx="263149" cy="296185"/>
            </a:xfrm>
            <a:custGeom>
              <a:rect b="b" l="l" r="r" t="t"/>
              <a:pathLst>
                <a:path extrusionOk="0" h="7818" w="6946">
                  <a:moveTo>
                    <a:pt x="6586" y="5853"/>
                  </a:moveTo>
                  <a:lnTo>
                    <a:pt x="6586" y="6918"/>
                  </a:lnTo>
                  <a:cubicBezTo>
                    <a:pt x="6586" y="7217"/>
                    <a:pt x="6344" y="7458"/>
                    <a:pt x="6046" y="7458"/>
                  </a:cubicBezTo>
                  <a:lnTo>
                    <a:pt x="901" y="7458"/>
                  </a:lnTo>
                  <a:cubicBezTo>
                    <a:pt x="603" y="7458"/>
                    <a:pt x="360" y="7217"/>
                    <a:pt x="360" y="6918"/>
                  </a:cubicBezTo>
                  <a:lnTo>
                    <a:pt x="360" y="5853"/>
                  </a:lnTo>
                  <a:close/>
                  <a:moveTo>
                    <a:pt x="6767" y="0"/>
                  </a:moveTo>
                  <a:cubicBezTo>
                    <a:pt x="6667" y="0"/>
                    <a:pt x="6586" y="83"/>
                    <a:pt x="6586" y="186"/>
                  </a:cubicBezTo>
                  <a:lnTo>
                    <a:pt x="6586" y="5460"/>
                  </a:lnTo>
                  <a:lnTo>
                    <a:pt x="361" y="5460"/>
                  </a:lnTo>
                  <a:lnTo>
                    <a:pt x="361" y="4749"/>
                  </a:lnTo>
                  <a:cubicBezTo>
                    <a:pt x="361" y="4654"/>
                    <a:pt x="291" y="4568"/>
                    <a:pt x="197" y="4560"/>
                  </a:cubicBezTo>
                  <a:cubicBezTo>
                    <a:pt x="191" y="4559"/>
                    <a:pt x="186" y="4559"/>
                    <a:pt x="181" y="4559"/>
                  </a:cubicBezTo>
                  <a:cubicBezTo>
                    <a:pt x="81" y="4559"/>
                    <a:pt x="1" y="4640"/>
                    <a:pt x="1" y="4743"/>
                  </a:cubicBezTo>
                  <a:lnTo>
                    <a:pt x="1" y="6915"/>
                  </a:lnTo>
                  <a:cubicBezTo>
                    <a:pt x="1" y="7414"/>
                    <a:pt x="405" y="7818"/>
                    <a:pt x="904" y="7818"/>
                  </a:cubicBezTo>
                  <a:lnTo>
                    <a:pt x="6041" y="7818"/>
                  </a:lnTo>
                  <a:cubicBezTo>
                    <a:pt x="6542" y="7818"/>
                    <a:pt x="6946" y="7413"/>
                    <a:pt x="6946" y="6913"/>
                  </a:cubicBezTo>
                  <a:lnTo>
                    <a:pt x="6946" y="184"/>
                  </a:lnTo>
                  <a:cubicBezTo>
                    <a:pt x="6946" y="83"/>
                    <a:pt x="6866" y="0"/>
                    <a:pt x="67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4" name="Google Shape;15874;p31"/>
            <p:cNvSpPr/>
            <p:nvPr/>
          </p:nvSpPr>
          <p:spPr>
            <a:xfrm>
              <a:off x="4855778" y="713265"/>
              <a:ext cx="263452" cy="335775"/>
            </a:xfrm>
            <a:custGeom>
              <a:rect b="b" l="l" r="r" t="t"/>
              <a:pathLst>
                <a:path extrusionOk="0" h="8863" w="6954">
                  <a:moveTo>
                    <a:pt x="906" y="0"/>
                  </a:moveTo>
                  <a:cubicBezTo>
                    <a:pt x="406" y="0"/>
                    <a:pt x="1" y="405"/>
                    <a:pt x="6" y="906"/>
                  </a:cubicBezTo>
                  <a:lnTo>
                    <a:pt x="6" y="8680"/>
                  </a:lnTo>
                  <a:cubicBezTo>
                    <a:pt x="1" y="8780"/>
                    <a:pt x="82" y="8863"/>
                    <a:pt x="184" y="8863"/>
                  </a:cubicBezTo>
                  <a:cubicBezTo>
                    <a:pt x="284" y="8863"/>
                    <a:pt x="367" y="8780"/>
                    <a:pt x="367" y="8680"/>
                  </a:cubicBezTo>
                  <a:lnTo>
                    <a:pt x="367" y="906"/>
                  </a:lnTo>
                  <a:cubicBezTo>
                    <a:pt x="367" y="609"/>
                    <a:pt x="907" y="360"/>
                    <a:pt x="907" y="360"/>
                  </a:cubicBezTo>
                  <a:lnTo>
                    <a:pt x="6401" y="360"/>
                  </a:lnTo>
                  <a:cubicBezTo>
                    <a:pt x="6506" y="360"/>
                    <a:pt x="6593" y="446"/>
                    <a:pt x="6593" y="552"/>
                  </a:cubicBezTo>
                  <a:lnTo>
                    <a:pt x="6593" y="4144"/>
                  </a:lnTo>
                  <a:cubicBezTo>
                    <a:pt x="6593" y="4162"/>
                    <a:pt x="6600" y="4181"/>
                    <a:pt x="6615" y="4194"/>
                  </a:cubicBezTo>
                  <a:cubicBezTo>
                    <a:pt x="6667" y="4244"/>
                    <a:pt x="6722" y="4265"/>
                    <a:pt x="6773" y="4265"/>
                  </a:cubicBezTo>
                  <a:cubicBezTo>
                    <a:pt x="6873" y="4265"/>
                    <a:pt x="6954" y="4184"/>
                    <a:pt x="6954" y="4085"/>
                  </a:cubicBezTo>
                  <a:lnTo>
                    <a:pt x="6954" y="891"/>
                  </a:lnTo>
                  <a:cubicBezTo>
                    <a:pt x="6951" y="399"/>
                    <a:pt x="6552" y="0"/>
                    <a:pt x="606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5" name="Google Shape;15875;p31"/>
            <p:cNvSpPr/>
            <p:nvPr/>
          </p:nvSpPr>
          <p:spPr>
            <a:xfrm>
              <a:off x="4888208" y="750468"/>
              <a:ext cx="199919" cy="105585"/>
            </a:xfrm>
            <a:custGeom>
              <a:rect b="b" l="l" r="r" t="t"/>
              <a:pathLst>
                <a:path extrusionOk="0" h="2787" w="5277">
                  <a:moveTo>
                    <a:pt x="4288" y="361"/>
                  </a:moveTo>
                  <a:lnTo>
                    <a:pt x="2626" y="1181"/>
                  </a:lnTo>
                  <a:lnTo>
                    <a:pt x="963" y="361"/>
                  </a:lnTo>
                  <a:close/>
                  <a:moveTo>
                    <a:pt x="361" y="488"/>
                  </a:moveTo>
                  <a:lnTo>
                    <a:pt x="2210" y="1401"/>
                  </a:lnTo>
                  <a:lnTo>
                    <a:pt x="361" y="2313"/>
                  </a:lnTo>
                  <a:lnTo>
                    <a:pt x="361" y="488"/>
                  </a:lnTo>
                  <a:close/>
                  <a:moveTo>
                    <a:pt x="4883" y="488"/>
                  </a:moveTo>
                  <a:lnTo>
                    <a:pt x="4883" y="2313"/>
                  </a:lnTo>
                  <a:lnTo>
                    <a:pt x="3032" y="1401"/>
                  </a:lnTo>
                  <a:lnTo>
                    <a:pt x="4883" y="488"/>
                  </a:lnTo>
                  <a:close/>
                  <a:moveTo>
                    <a:pt x="2627" y="1606"/>
                  </a:moveTo>
                  <a:lnTo>
                    <a:pt x="4289" y="2425"/>
                  </a:lnTo>
                  <a:lnTo>
                    <a:pt x="964" y="2425"/>
                  </a:lnTo>
                  <a:lnTo>
                    <a:pt x="2627" y="1606"/>
                  </a:lnTo>
                  <a:close/>
                  <a:moveTo>
                    <a:pt x="184" y="1"/>
                  </a:moveTo>
                  <a:cubicBezTo>
                    <a:pt x="83" y="1"/>
                    <a:pt x="0" y="83"/>
                    <a:pt x="0" y="184"/>
                  </a:cubicBezTo>
                  <a:lnTo>
                    <a:pt x="0" y="2603"/>
                  </a:lnTo>
                  <a:cubicBezTo>
                    <a:pt x="0" y="2705"/>
                    <a:pt x="83" y="2786"/>
                    <a:pt x="184" y="2786"/>
                  </a:cubicBezTo>
                  <a:lnTo>
                    <a:pt x="5094" y="2786"/>
                  </a:lnTo>
                  <a:cubicBezTo>
                    <a:pt x="5194" y="2786"/>
                    <a:pt x="5277" y="2705"/>
                    <a:pt x="5277" y="2603"/>
                  </a:cubicBezTo>
                  <a:lnTo>
                    <a:pt x="5277" y="184"/>
                  </a:lnTo>
                  <a:cubicBezTo>
                    <a:pt x="5277" y="82"/>
                    <a:pt x="5194" y="1"/>
                    <a:pt x="509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6" name="Google Shape;15876;p31"/>
            <p:cNvSpPr/>
            <p:nvPr/>
          </p:nvSpPr>
          <p:spPr>
            <a:xfrm>
              <a:off x="4888018" y="875640"/>
              <a:ext cx="64821" cy="75315"/>
            </a:xfrm>
            <a:custGeom>
              <a:rect b="b" l="l" r="r" t="t"/>
              <a:pathLst>
                <a:path extrusionOk="0" h="1988" w="1711">
                  <a:moveTo>
                    <a:pt x="994" y="1"/>
                  </a:moveTo>
                  <a:cubicBezTo>
                    <a:pt x="446" y="1"/>
                    <a:pt x="0" y="448"/>
                    <a:pt x="0" y="995"/>
                  </a:cubicBezTo>
                  <a:cubicBezTo>
                    <a:pt x="0" y="1541"/>
                    <a:pt x="447" y="1988"/>
                    <a:pt x="994" y="1988"/>
                  </a:cubicBezTo>
                  <a:cubicBezTo>
                    <a:pt x="1213" y="1988"/>
                    <a:pt x="1409" y="1915"/>
                    <a:pt x="1561" y="1780"/>
                  </a:cubicBezTo>
                  <a:cubicBezTo>
                    <a:pt x="1591" y="1754"/>
                    <a:pt x="1618" y="1724"/>
                    <a:pt x="1644" y="1693"/>
                  </a:cubicBezTo>
                  <a:cubicBezTo>
                    <a:pt x="1710" y="1617"/>
                    <a:pt x="1700" y="1502"/>
                    <a:pt x="1622" y="1436"/>
                  </a:cubicBezTo>
                  <a:cubicBezTo>
                    <a:pt x="1588" y="1407"/>
                    <a:pt x="1546" y="1393"/>
                    <a:pt x="1505" y="1393"/>
                  </a:cubicBezTo>
                  <a:cubicBezTo>
                    <a:pt x="1453" y="1393"/>
                    <a:pt x="1401" y="1415"/>
                    <a:pt x="1365" y="1458"/>
                  </a:cubicBezTo>
                  <a:cubicBezTo>
                    <a:pt x="1350" y="1476"/>
                    <a:pt x="1334" y="1492"/>
                    <a:pt x="1318" y="1507"/>
                  </a:cubicBezTo>
                  <a:cubicBezTo>
                    <a:pt x="1232" y="1582"/>
                    <a:pt x="1124" y="1622"/>
                    <a:pt x="994" y="1622"/>
                  </a:cubicBezTo>
                  <a:cubicBezTo>
                    <a:pt x="648" y="1622"/>
                    <a:pt x="367" y="1340"/>
                    <a:pt x="367" y="995"/>
                  </a:cubicBezTo>
                  <a:cubicBezTo>
                    <a:pt x="367" y="649"/>
                    <a:pt x="648" y="367"/>
                    <a:pt x="994" y="367"/>
                  </a:cubicBezTo>
                  <a:cubicBezTo>
                    <a:pt x="1120" y="367"/>
                    <a:pt x="1241" y="404"/>
                    <a:pt x="1345" y="475"/>
                  </a:cubicBezTo>
                  <a:cubicBezTo>
                    <a:pt x="1376" y="496"/>
                    <a:pt x="1411" y="506"/>
                    <a:pt x="1446" y="506"/>
                  </a:cubicBezTo>
                  <a:cubicBezTo>
                    <a:pt x="1505" y="506"/>
                    <a:pt x="1563" y="478"/>
                    <a:pt x="1598" y="425"/>
                  </a:cubicBezTo>
                  <a:cubicBezTo>
                    <a:pt x="1655" y="341"/>
                    <a:pt x="1633" y="227"/>
                    <a:pt x="1549" y="172"/>
                  </a:cubicBezTo>
                  <a:cubicBezTo>
                    <a:pt x="1384" y="61"/>
                    <a:pt x="1193" y="1"/>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7" name="Google Shape;15877;p31"/>
            <p:cNvSpPr/>
            <p:nvPr/>
          </p:nvSpPr>
          <p:spPr>
            <a:xfrm>
              <a:off x="4962728" y="936673"/>
              <a:ext cx="124035" cy="13714"/>
            </a:xfrm>
            <a:custGeom>
              <a:rect b="b" l="l" r="r" t="t"/>
              <a:pathLst>
                <a:path extrusionOk="0" h="362" w="3274">
                  <a:moveTo>
                    <a:pt x="198" y="1"/>
                  </a:moveTo>
                  <a:cubicBezTo>
                    <a:pt x="102" y="1"/>
                    <a:pt x="17" y="70"/>
                    <a:pt x="10" y="164"/>
                  </a:cubicBezTo>
                  <a:cubicBezTo>
                    <a:pt x="0" y="272"/>
                    <a:pt x="84" y="361"/>
                    <a:pt x="189" y="361"/>
                  </a:cubicBezTo>
                  <a:lnTo>
                    <a:pt x="3075" y="361"/>
                  </a:lnTo>
                  <a:cubicBezTo>
                    <a:pt x="3171" y="361"/>
                    <a:pt x="3256" y="291"/>
                    <a:pt x="3264" y="197"/>
                  </a:cubicBezTo>
                  <a:cubicBezTo>
                    <a:pt x="3273" y="90"/>
                    <a:pt x="3189" y="1"/>
                    <a:pt x="308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8" name="Google Shape;15878;p31"/>
            <p:cNvSpPr/>
            <p:nvPr/>
          </p:nvSpPr>
          <p:spPr>
            <a:xfrm>
              <a:off x="4989096" y="968989"/>
              <a:ext cx="97857" cy="13639"/>
            </a:xfrm>
            <a:custGeom>
              <a:rect b="b" l="l" r="r" t="t"/>
              <a:pathLst>
                <a:path extrusionOk="0" h="360" w="2583">
                  <a:moveTo>
                    <a:pt x="198" y="0"/>
                  </a:moveTo>
                  <a:cubicBezTo>
                    <a:pt x="102" y="0"/>
                    <a:pt x="17" y="69"/>
                    <a:pt x="9" y="164"/>
                  </a:cubicBezTo>
                  <a:cubicBezTo>
                    <a:pt x="1" y="271"/>
                    <a:pt x="85" y="360"/>
                    <a:pt x="189" y="360"/>
                  </a:cubicBezTo>
                  <a:lnTo>
                    <a:pt x="2384" y="360"/>
                  </a:lnTo>
                  <a:cubicBezTo>
                    <a:pt x="2480" y="360"/>
                    <a:pt x="2566" y="290"/>
                    <a:pt x="2573" y="196"/>
                  </a:cubicBezTo>
                  <a:cubicBezTo>
                    <a:pt x="2582" y="88"/>
                    <a:pt x="2499"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9" name="Google Shape;15879;p31"/>
            <p:cNvSpPr/>
            <p:nvPr/>
          </p:nvSpPr>
          <p:spPr>
            <a:xfrm>
              <a:off x="4888359" y="968989"/>
              <a:ext cx="82097" cy="13639"/>
            </a:xfrm>
            <a:custGeom>
              <a:rect b="b" l="l" r="r" t="t"/>
              <a:pathLst>
                <a:path extrusionOk="0" h="360" w="2167">
                  <a:moveTo>
                    <a:pt x="198" y="0"/>
                  </a:moveTo>
                  <a:cubicBezTo>
                    <a:pt x="102" y="0"/>
                    <a:pt x="17" y="69"/>
                    <a:pt x="10" y="164"/>
                  </a:cubicBezTo>
                  <a:cubicBezTo>
                    <a:pt x="1" y="271"/>
                    <a:pt x="84" y="360"/>
                    <a:pt x="189" y="360"/>
                  </a:cubicBezTo>
                  <a:lnTo>
                    <a:pt x="1968" y="360"/>
                  </a:lnTo>
                  <a:cubicBezTo>
                    <a:pt x="2064" y="360"/>
                    <a:pt x="2149" y="290"/>
                    <a:pt x="2157" y="196"/>
                  </a:cubicBezTo>
                  <a:cubicBezTo>
                    <a:pt x="2166" y="89"/>
                    <a:pt x="2082"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0" name="Google Shape;15880;p31"/>
            <p:cNvSpPr/>
            <p:nvPr/>
          </p:nvSpPr>
          <p:spPr>
            <a:xfrm>
              <a:off x="4889231" y="1000017"/>
              <a:ext cx="196926" cy="13676"/>
            </a:xfrm>
            <a:custGeom>
              <a:rect b="b" l="l" r="r" t="t"/>
              <a:pathLst>
                <a:path extrusionOk="0" h="361" w="5198">
                  <a:moveTo>
                    <a:pt x="198" y="0"/>
                  </a:moveTo>
                  <a:cubicBezTo>
                    <a:pt x="103" y="0"/>
                    <a:pt x="18" y="69"/>
                    <a:pt x="10" y="164"/>
                  </a:cubicBezTo>
                  <a:cubicBezTo>
                    <a:pt x="1" y="271"/>
                    <a:pt x="85" y="361"/>
                    <a:pt x="190" y="361"/>
                  </a:cubicBezTo>
                  <a:lnTo>
                    <a:pt x="5000" y="361"/>
                  </a:lnTo>
                  <a:cubicBezTo>
                    <a:pt x="5095" y="361"/>
                    <a:pt x="5181" y="290"/>
                    <a:pt x="5188" y="197"/>
                  </a:cubicBezTo>
                  <a:cubicBezTo>
                    <a:pt x="5197" y="89"/>
                    <a:pt x="5114" y="0"/>
                    <a:pt x="50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1" name="Google Shape;15881;p31"/>
            <p:cNvSpPr/>
            <p:nvPr/>
          </p:nvSpPr>
          <p:spPr>
            <a:xfrm>
              <a:off x="5059562" y="1032257"/>
              <a:ext cx="27959" cy="13676"/>
            </a:xfrm>
            <a:custGeom>
              <a:rect b="b" l="l" r="r" t="t"/>
              <a:pathLst>
                <a:path extrusionOk="0" h="361" w="738">
                  <a:moveTo>
                    <a:pt x="199" y="1"/>
                  </a:moveTo>
                  <a:cubicBezTo>
                    <a:pt x="103" y="1"/>
                    <a:pt x="18" y="70"/>
                    <a:pt x="10" y="164"/>
                  </a:cubicBezTo>
                  <a:cubicBezTo>
                    <a:pt x="1" y="271"/>
                    <a:pt x="85" y="360"/>
                    <a:pt x="189" y="360"/>
                  </a:cubicBezTo>
                  <a:lnTo>
                    <a:pt x="539" y="360"/>
                  </a:lnTo>
                  <a:cubicBezTo>
                    <a:pt x="634" y="360"/>
                    <a:pt x="719" y="291"/>
                    <a:pt x="728" y="197"/>
                  </a:cubicBezTo>
                  <a:cubicBezTo>
                    <a:pt x="737" y="90"/>
                    <a:pt x="653"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2" name="Google Shape;15882;p31"/>
            <p:cNvSpPr/>
            <p:nvPr/>
          </p:nvSpPr>
          <p:spPr>
            <a:xfrm>
              <a:off x="4888928" y="1032257"/>
              <a:ext cx="152373" cy="13676"/>
            </a:xfrm>
            <a:custGeom>
              <a:rect b="b" l="l" r="r" t="t"/>
              <a:pathLst>
                <a:path extrusionOk="0" h="361" w="4022">
                  <a:moveTo>
                    <a:pt x="197" y="1"/>
                  </a:moveTo>
                  <a:cubicBezTo>
                    <a:pt x="102" y="1"/>
                    <a:pt x="17" y="70"/>
                    <a:pt x="9" y="164"/>
                  </a:cubicBezTo>
                  <a:cubicBezTo>
                    <a:pt x="0" y="271"/>
                    <a:pt x="84" y="360"/>
                    <a:pt x="189" y="360"/>
                  </a:cubicBezTo>
                  <a:lnTo>
                    <a:pt x="3824" y="360"/>
                  </a:lnTo>
                  <a:cubicBezTo>
                    <a:pt x="3919" y="360"/>
                    <a:pt x="4005" y="291"/>
                    <a:pt x="4013" y="197"/>
                  </a:cubicBezTo>
                  <a:cubicBezTo>
                    <a:pt x="4022" y="90"/>
                    <a:pt x="3938" y="1"/>
                    <a:pt x="383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3" name="Google Shape;15883;p31"/>
            <p:cNvSpPr/>
            <p:nvPr/>
          </p:nvSpPr>
          <p:spPr>
            <a:xfrm>
              <a:off x="4889231" y="1063285"/>
              <a:ext cx="196926" cy="13714"/>
            </a:xfrm>
            <a:custGeom>
              <a:rect b="b" l="l" r="r" t="t"/>
              <a:pathLst>
                <a:path extrusionOk="0" h="362" w="5198">
                  <a:moveTo>
                    <a:pt x="198" y="1"/>
                  </a:moveTo>
                  <a:cubicBezTo>
                    <a:pt x="103" y="1"/>
                    <a:pt x="18" y="70"/>
                    <a:pt x="10" y="164"/>
                  </a:cubicBezTo>
                  <a:cubicBezTo>
                    <a:pt x="1" y="272"/>
                    <a:pt x="85" y="361"/>
                    <a:pt x="190" y="361"/>
                  </a:cubicBezTo>
                  <a:lnTo>
                    <a:pt x="5000" y="361"/>
                  </a:lnTo>
                  <a:cubicBezTo>
                    <a:pt x="5095" y="361"/>
                    <a:pt x="5181" y="292"/>
                    <a:pt x="5188" y="198"/>
                  </a:cubicBezTo>
                  <a:cubicBezTo>
                    <a:pt x="5197" y="90"/>
                    <a:pt x="5114" y="1"/>
                    <a:pt x="50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84" name="Google Shape;15884;p31"/>
          <p:cNvGrpSpPr/>
          <p:nvPr/>
        </p:nvGrpSpPr>
        <p:grpSpPr>
          <a:xfrm>
            <a:off x="3944647" y="1313791"/>
            <a:ext cx="443723" cy="449475"/>
            <a:chOff x="3906683" y="713190"/>
            <a:chExt cx="470494" cy="476593"/>
          </a:xfrm>
        </p:grpSpPr>
        <p:sp>
          <p:nvSpPr>
            <p:cNvPr id="15885" name="Google Shape;15885;p31"/>
            <p:cNvSpPr/>
            <p:nvPr/>
          </p:nvSpPr>
          <p:spPr>
            <a:xfrm>
              <a:off x="4044016" y="1026044"/>
              <a:ext cx="150100" cy="13676"/>
            </a:xfrm>
            <a:custGeom>
              <a:rect b="b" l="l" r="r" t="t"/>
              <a:pathLst>
                <a:path extrusionOk="0" h="361" w="3962">
                  <a:moveTo>
                    <a:pt x="199" y="0"/>
                  </a:moveTo>
                  <a:cubicBezTo>
                    <a:pt x="104" y="0"/>
                    <a:pt x="18" y="71"/>
                    <a:pt x="10" y="165"/>
                  </a:cubicBezTo>
                  <a:cubicBezTo>
                    <a:pt x="1" y="272"/>
                    <a:pt x="85" y="361"/>
                    <a:pt x="192" y="361"/>
                  </a:cubicBezTo>
                  <a:lnTo>
                    <a:pt x="3764" y="361"/>
                  </a:lnTo>
                  <a:cubicBezTo>
                    <a:pt x="3859" y="361"/>
                    <a:pt x="3944" y="292"/>
                    <a:pt x="3953" y="197"/>
                  </a:cubicBezTo>
                  <a:cubicBezTo>
                    <a:pt x="3961" y="89"/>
                    <a:pt x="3877" y="0"/>
                    <a:pt x="377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6" name="Google Shape;15886;p31"/>
            <p:cNvSpPr/>
            <p:nvPr/>
          </p:nvSpPr>
          <p:spPr>
            <a:xfrm>
              <a:off x="3971391" y="1026044"/>
              <a:ext cx="52774" cy="13676"/>
            </a:xfrm>
            <a:custGeom>
              <a:rect b="b" l="l" r="r" t="t"/>
              <a:pathLst>
                <a:path extrusionOk="0" h="361" w="1393">
                  <a:moveTo>
                    <a:pt x="198" y="0"/>
                  </a:moveTo>
                  <a:cubicBezTo>
                    <a:pt x="103" y="0"/>
                    <a:pt x="17" y="71"/>
                    <a:pt x="10" y="165"/>
                  </a:cubicBezTo>
                  <a:cubicBezTo>
                    <a:pt x="0" y="272"/>
                    <a:pt x="84" y="361"/>
                    <a:pt x="189" y="361"/>
                  </a:cubicBezTo>
                  <a:lnTo>
                    <a:pt x="1194" y="361"/>
                  </a:lnTo>
                  <a:cubicBezTo>
                    <a:pt x="1290" y="361"/>
                    <a:pt x="1375" y="292"/>
                    <a:pt x="1383" y="197"/>
                  </a:cubicBezTo>
                  <a:cubicBezTo>
                    <a:pt x="1392" y="89"/>
                    <a:pt x="1308" y="0"/>
                    <a:pt x="120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7" name="Google Shape;15887;p31"/>
            <p:cNvSpPr/>
            <p:nvPr/>
          </p:nvSpPr>
          <p:spPr>
            <a:xfrm>
              <a:off x="3970785" y="1052147"/>
              <a:ext cx="225075" cy="13676"/>
            </a:xfrm>
            <a:custGeom>
              <a:rect b="b" l="l" r="r" t="t"/>
              <a:pathLst>
                <a:path extrusionOk="0" h="361" w="5941">
                  <a:moveTo>
                    <a:pt x="201" y="1"/>
                  </a:moveTo>
                  <a:cubicBezTo>
                    <a:pt x="105" y="1"/>
                    <a:pt x="20" y="70"/>
                    <a:pt x="11" y="165"/>
                  </a:cubicBezTo>
                  <a:cubicBezTo>
                    <a:pt x="1" y="272"/>
                    <a:pt x="88" y="361"/>
                    <a:pt x="194" y="361"/>
                  </a:cubicBezTo>
                  <a:lnTo>
                    <a:pt x="5741" y="361"/>
                  </a:lnTo>
                  <a:cubicBezTo>
                    <a:pt x="5837" y="361"/>
                    <a:pt x="5922" y="291"/>
                    <a:pt x="5932" y="196"/>
                  </a:cubicBezTo>
                  <a:cubicBezTo>
                    <a:pt x="5940" y="90"/>
                    <a:pt x="5855" y="1"/>
                    <a:pt x="574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8" name="Google Shape;15888;p31"/>
            <p:cNvSpPr/>
            <p:nvPr/>
          </p:nvSpPr>
          <p:spPr>
            <a:xfrm>
              <a:off x="4132213" y="1076961"/>
              <a:ext cx="62927" cy="13676"/>
            </a:xfrm>
            <a:custGeom>
              <a:rect b="b" l="l" r="r" t="t"/>
              <a:pathLst>
                <a:path extrusionOk="0" h="361" w="1661">
                  <a:moveTo>
                    <a:pt x="197" y="0"/>
                  </a:moveTo>
                  <a:cubicBezTo>
                    <a:pt x="102" y="0"/>
                    <a:pt x="17" y="69"/>
                    <a:pt x="9" y="164"/>
                  </a:cubicBezTo>
                  <a:cubicBezTo>
                    <a:pt x="0" y="271"/>
                    <a:pt x="84" y="360"/>
                    <a:pt x="189" y="360"/>
                  </a:cubicBezTo>
                  <a:lnTo>
                    <a:pt x="1462" y="360"/>
                  </a:lnTo>
                  <a:cubicBezTo>
                    <a:pt x="1558" y="360"/>
                    <a:pt x="1642" y="290"/>
                    <a:pt x="1651" y="195"/>
                  </a:cubicBezTo>
                  <a:cubicBezTo>
                    <a:pt x="1660" y="89"/>
                    <a:pt x="1576" y="0"/>
                    <a:pt x="147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9" name="Google Shape;15889;p31"/>
            <p:cNvSpPr/>
            <p:nvPr/>
          </p:nvSpPr>
          <p:spPr>
            <a:xfrm>
              <a:off x="3972376" y="1076923"/>
              <a:ext cx="139530" cy="13714"/>
            </a:xfrm>
            <a:custGeom>
              <a:rect b="b" l="l" r="r" t="t"/>
              <a:pathLst>
                <a:path extrusionOk="0" h="362" w="3683">
                  <a:moveTo>
                    <a:pt x="198" y="0"/>
                  </a:moveTo>
                  <a:cubicBezTo>
                    <a:pt x="103" y="0"/>
                    <a:pt x="17" y="69"/>
                    <a:pt x="10" y="163"/>
                  </a:cubicBezTo>
                  <a:cubicBezTo>
                    <a:pt x="0" y="272"/>
                    <a:pt x="84" y="361"/>
                    <a:pt x="189" y="361"/>
                  </a:cubicBezTo>
                  <a:lnTo>
                    <a:pt x="3486" y="361"/>
                  </a:lnTo>
                  <a:cubicBezTo>
                    <a:pt x="3581" y="361"/>
                    <a:pt x="3666" y="291"/>
                    <a:pt x="3675" y="196"/>
                  </a:cubicBezTo>
                  <a:cubicBezTo>
                    <a:pt x="3683" y="89"/>
                    <a:pt x="3599" y="0"/>
                    <a:pt x="349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0" name="Google Shape;15890;p31"/>
            <p:cNvSpPr/>
            <p:nvPr/>
          </p:nvSpPr>
          <p:spPr>
            <a:xfrm>
              <a:off x="3971239" y="891969"/>
              <a:ext cx="124187" cy="95622"/>
            </a:xfrm>
            <a:custGeom>
              <a:rect b="b" l="l" r="r" t="t"/>
              <a:pathLst>
                <a:path extrusionOk="0" h="2524" w="3278">
                  <a:moveTo>
                    <a:pt x="2917" y="363"/>
                  </a:moveTo>
                  <a:lnTo>
                    <a:pt x="2917" y="2131"/>
                  </a:lnTo>
                  <a:lnTo>
                    <a:pt x="361" y="2131"/>
                  </a:lnTo>
                  <a:lnTo>
                    <a:pt x="361" y="363"/>
                  </a:lnTo>
                  <a:close/>
                  <a:moveTo>
                    <a:pt x="185" y="0"/>
                  </a:moveTo>
                  <a:cubicBezTo>
                    <a:pt x="83" y="0"/>
                    <a:pt x="0" y="83"/>
                    <a:pt x="0" y="186"/>
                  </a:cubicBezTo>
                  <a:lnTo>
                    <a:pt x="0" y="2339"/>
                  </a:lnTo>
                  <a:cubicBezTo>
                    <a:pt x="0" y="2442"/>
                    <a:pt x="83" y="2523"/>
                    <a:pt x="185" y="2523"/>
                  </a:cubicBezTo>
                  <a:lnTo>
                    <a:pt x="3093" y="2523"/>
                  </a:lnTo>
                  <a:cubicBezTo>
                    <a:pt x="3195" y="2523"/>
                    <a:pt x="3277" y="2442"/>
                    <a:pt x="3277" y="2339"/>
                  </a:cubicBezTo>
                  <a:lnTo>
                    <a:pt x="3277" y="186"/>
                  </a:lnTo>
                  <a:cubicBezTo>
                    <a:pt x="3277" y="83"/>
                    <a:pt x="3195" y="0"/>
                    <a:pt x="309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1" name="Google Shape;15891;p31"/>
            <p:cNvSpPr/>
            <p:nvPr/>
          </p:nvSpPr>
          <p:spPr>
            <a:xfrm>
              <a:off x="3971239" y="788960"/>
              <a:ext cx="273189" cy="63382"/>
            </a:xfrm>
            <a:custGeom>
              <a:rect b="b" l="l" r="r" t="t"/>
              <a:pathLst>
                <a:path extrusionOk="0" h="1673" w="7211">
                  <a:moveTo>
                    <a:pt x="185" y="0"/>
                  </a:moveTo>
                  <a:cubicBezTo>
                    <a:pt x="83" y="0"/>
                    <a:pt x="0" y="83"/>
                    <a:pt x="0" y="186"/>
                  </a:cubicBezTo>
                  <a:lnTo>
                    <a:pt x="0" y="1491"/>
                  </a:lnTo>
                  <a:cubicBezTo>
                    <a:pt x="0" y="1591"/>
                    <a:pt x="82" y="1672"/>
                    <a:pt x="182" y="1672"/>
                  </a:cubicBezTo>
                  <a:lnTo>
                    <a:pt x="1997" y="1672"/>
                  </a:lnTo>
                  <a:cubicBezTo>
                    <a:pt x="2093" y="1672"/>
                    <a:pt x="2178" y="1603"/>
                    <a:pt x="2185" y="1509"/>
                  </a:cubicBezTo>
                  <a:cubicBezTo>
                    <a:pt x="2194" y="1402"/>
                    <a:pt x="2111" y="1313"/>
                    <a:pt x="2006" y="1313"/>
                  </a:cubicBezTo>
                  <a:lnTo>
                    <a:pt x="360" y="1313"/>
                  </a:lnTo>
                  <a:lnTo>
                    <a:pt x="360" y="362"/>
                  </a:lnTo>
                  <a:lnTo>
                    <a:pt x="6849" y="362"/>
                  </a:lnTo>
                  <a:lnTo>
                    <a:pt x="6849" y="1313"/>
                  </a:lnTo>
                  <a:lnTo>
                    <a:pt x="3003" y="1313"/>
                  </a:lnTo>
                  <a:cubicBezTo>
                    <a:pt x="2907" y="1313"/>
                    <a:pt x="2822" y="1382"/>
                    <a:pt x="2814" y="1476"/>
                  </a:cubicBezTo>
                  <a:cubicBezTo>
                    <a:pt x="2805" y="1583"/>
                    <a:pt x="2889" y="1672"/>
                    <a:pt x="2993" y="1672"/>
                  </a:cubicBezTo>
                  <a:lnTo>
                    <a:pt x="7026" y="1672"/>
                  </a:lnTo>
                  <a:cubicBezTo>
                    <a:pt x="7127" y="1672"/>
                    <a:pt x="7210" y="1590"/>
                    <a:pt x="7210" y="1488"/>
                  </a:cubicBezTo>
                  <a:lnTo>
                    <a:pt x="7210" y="185"/>
                  </a:lnTo>
                  <a:cubicBezTo>
                    <a:pt x="7209" y="82"/>
                    <a:pt x="7126" y="0"/>
                    <a:pt x="702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2" name="Google Shape;15892;p31"/>
            <p:cNvSpPr/>
            <p:nvPr/>
          </p:nvSpPr>
          <p:spPr>
            <a:xfrm>
              <a:off x="4238101" y="930498"/>
              <a:ext cx="116762" cy="42204"/>
            </a:xfrm>
            <a:custGeom>
              <a:rect b="b" l="l" r="r" t="t"/>
              <a:pathLst>
                <a:path extrusionOk="0" h="1114" w="3082">
                  <a:moveTo>
                    <a:pt x="2721" y="360"/>
                  </a:moveTo>
                  <a:lnTo>
                    <a:pt x="2721" y="720"/>
                  </a:lnTo>
                  <a:lnTo>
                    <a:pt x="361" y="720"/>
                  </a:lnTo>
                  <a:lnTo>
                    <a:pt x="361" y="360"/>
                  </a:lnTo>
                  <a:close/>
                  <a:moveTo>
                    <a:pt x="186" y="0"/>
                  </a:moveTo>
                  <a:cubicBezTo>
                    <a:pt x="83" y="0"/>
                    <a:pt x="1" y="82"/>
                    <a:pt x="1" y="185"/>
                  </a:cubicBezTo>
                  <a:lnTo>
                    <a:pt x="1" y="929"/>
                  </a:lnTo>
                  <a:cubicBezTo>
                    <a:pt x="1" y="1032"/>
                    <a:pt x="83" y="1114"/>
                    <a:pt x="186" y="1114"/>
                  </a:cubicBezTo>
                  <a:lnTo>
                    <a:pt x="2898" y="1114"/>
                  </a:lnTo>
                  <a:cubicBezTo>
                    <a:pt x="2999" y="1114"/>
                    <a:pt x="3082" y="1032"/>
                    <a:pt x="3082" y="929"/>
                  </a:cubicBezTo>
                  <a:lnTo>
                    <a:pt x="3082" y="185"/>
                  </a:lnTo>
                  <a:cubicBezTo>
                    <a:pt x="3081" y="82"/>
                    <a:pt x="2999" y="0"/>
                    <a:pt x="289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3" name="Google Shape;15893;p31"/>
            <p:cNvSpPr/>
            <p:nvPr/>
          </p:nvSpPr>
          <p:spPr>
            <a:xfrm>
              <a:off x="3906683" y="713190"/>
              <a:ext cx="470494" cy="476593"/>
            </a:xfrm>
            <a:custGeom>
              <a:rect b="b" l="l" r="r" t="t"/>
              <a:pathLst>
                <a:path extrusionOk="0" h="12580" w="12419">
                  <a:moveTo>
                    <a:pt x="10075" y="361"/>
                  </a:moveTo>
                  <a:cubicBezTo>
                    <a:pt x="10175" y="361"/>
                    <a:pt x="10256" y="443"/>
                    <a:pt x="10256" y="544"/>
                  </a:cubicBezTo>
                  <a:lnTo>
                    <a:pt x="10256" y="1312"/>
                  </a:lnTo>
                  <a:lnTo>
                    <a:pt x="361" y="1312"/>
                  </a:lnTo>
                  <a:lnTo>
                    <a:pt x="361" y="544"/>
                  </a:lnTo>
                  <a:cubicBezTo>
                    <a:pt x="361" y="444"/>
                    <a:pt x="442" y="361"/>
                    <a:pt x="544" y="361"/>
                  </a:cubicBezTo>
                  <a:close/>
                  <a:moveTo>
                    <a:pt x="10256" y="1705"/>
                  </a:moveTo>
                  <a:lnTo>
                    <a:pt x="10256" y="3999"/>
                  </a:lnTo>
                  <a:lnTo>
                    <a:pt x="361" y="3999"/>
                  </a:lnTo>
                  <a:lnTo>
                    <a:pt x="361" y="1705"/>
                  </a:lnTo>
                  <a:close/>
                  <a:moveTo>
                    <a:pt x="8553" y="5081"/>
                  </a:moveTo>
                  <a:lnTo>
                    <a:pt x="8553" y="5229"/>
                  </a:lnTo>
                  <a:cubicBezTo>
                    <a:pt x="8323" y="5312"/>
                    <a:pt x="8159" y="5538"/>
                    <a:pt x="8159" y="5804"/>
                  </a:cubicBezTo>
                  <a:lnTo>
                    <a:pt x="8159" y="6850"/>
                  </a:lnTo>
                  <a:lnTo>
                    <a:pt x="5996" y="6850"/>
                  </a:lnTo>
                  <a:lnTo>
                    <a:pt x="5996" y="5081"/>
                  </a:lnTo>
                  <a:close/>
                  <a:moveTo>
                    <a:pt x="10256" y="4359"/>
                  </a:moveTo>
                  <a:lnTo>
                    <a:pt x="10256" y="5211"/>
                  </a:lnTo>
                  <a:lnTo>
                    <a:pt x="8913" y="5211"/>
                  </a:lnTo>
                  <a:lnTo>
                    <a:pt x="8913" y="4904"/>
                  </a:lnTo>
                  <a:cubicBezTo>
                    <a:pt x="8913" y="4801"/>
                    <a:pt x="8830" y="4718"/>
                    <a:pt x="8728" y="4718"/>
                  </a:cubicBezTo>
                  <a:lnTo>
                    <a:pt x="5820" y="4718"/>
                  </a:lnTo>
                  <a:cubicBezTo>
                    <a:pt x="5719" y="4718"/>
                    <a:pt x="5636" y="4801"/>
                    <a:pt x="5636" y="4904"/>
                  </a:cubicBezTo>
                  <a:lnTo>
                    <a:pt x="5636" y="7058"/>
                  </a:lnTo>
                  <a:cubicBezTo>
                    <a:pt x="5636" y="7161"/>
                    <a:pt x="5719" y="7242"/>
                    <a:pt x="5820" y="7242"/>
                  </a:cubicBezTo>
                  <a:lnTo>
                    <a:pt x="8125" y="7242"/>
                  </a:lnTo>
                  <a:lnTo>
                    <a:pt x="8125" y="7603"/>
                  </a:lnTo>
                  <a:lnTo>
                    <a:pt x="361" y="7603"/>
                  </a:lnTo>
                  <a:lnTo>
                    <a:pt x="361" y="4359"/>
                  </a:lnTo>
                  <a:close/>
                  <a:moveTo>
                    <a:pt x="11816" y="5572"/>
                  </a:moveTo>
                  <a:cubicBezTo>
                    <a:pt x="11951" y="5572"/>
                    <a:pt x="12060" y="5681"/>
                    <a:pt x="12060" y="5816"/>
                  </a:cubicBezTo>
                  <a:lnTo>
                    <a:pt x="12060" y="6981"/>
                  </a:lnTo>
                  <a:lnTo>
                    <a:pt x="10017" y="6981"/>
                  </a:lnTo>
                  <a:cubicBezTo>
                    <a:pt x="9921" y="6981"/>
                    <a:pt x="9836" y="7051"/>
                    <a:pt x="9828" y="7145"/>
                  </a:cubicBezTo>
                  <a:cubicBezTo>
                    <a:pt x="9819" y="7252"/>
                    <a:pt x="9903" y="7341"/>
                    <a:pt x="10007" y="7341"/>
                  </a:cubicBezTo>
                  <a:lnTo>
                    <a:pt x="12059" y="7341"/>
                  </a:lnTo>
                  <a:lnTo>
                    <a:pt x="12059" y="9242"/>
                  </a:lnTo>
                  <a:lnTo>
                    <a:pt x="8520" y="9242"/>
                  </a:lnTo>
                  <a:lnTo>
                    <a:pt x="8520" y="7341"/>
                  </a:lnTo>
                  <a:lnTo>
                    <a:pt x="9135" y="7341"/>
                  </a:lnTo>
                  <a:cubicBezTo>
                    <a:pt x="9231" y="7341"/>
                    <a:pt x="9316" y="7272"/>
                    <a:pt x="9324" y="7178"/>
                  </a:cubicBezTo>
                  <a:cubicBezTo>
                    <a:pt x="9333" y="7070"/>
                    <a:pt x="9249" y="6981"/>
                    <a:pt x="9144" y="6981"/>
                  </a:cubicBezTo>
                  <a:lnTo>
                    <a:pt x="8520" y="6981"/>
                  </a:lnTo>
                  <a:lnTo>
                    <a:pt x="8520" y="5816"/>
                  </a:lnTo>
                  <a:cubicBezTo>
                    <a:pt x="8520" y="5681"/>
                    <a:pt x="8629" y="5572"/>
                    <a:pt x="8763" y="5572"/>
                  </a:cubicBezTo>
                  <a:close/>
                  <a:moveTo>
                    <a:pt x="8126" y="7963"/>
                  </a:moveTo>
                  <a:lnTo>
                    <a:pt x="8126" y="10257"/>
                  </a:lnTo>
                  <a:lnTo>
                    <a:pt x="544" y="10257"/>
                  </a:lnTo>
                  <a:cubicBezTo>
                    <a:pt x="442" y="10257"/>
                    <a:pt x="361" y="10175"/>
                    <a:pt x="361" y="10074"/>
                  </a:cubicBezTo>
                  <a:lnTo>
                    <a:pt x="361" y="7963"/>
                  </a:lnTo>
                  <a:close/>
                  <a:moveTo>
                    <a:pt x="12059" y="9635"/>
                  </a:moveTo>
                  <a:lnTo>
                    <a:pt x="12059" y="11043"/>
                  </a:lnTo>
                  <a:lnTo>
                    <a:pt x="8520" y="11043"/>
                  </a:lnTo>
                  <a:lnTo>
                    <a:pt x="8520" y="9635"/>
                  </a:lnTo>
                  <a:close/>
                  <a:moveTo>
                    <a:pt x="12057" y="11436"/>
                  </a:moveTo>
                  <a:lnTo>
                    <a:pt x="12057" y="11980"/>
                  </a:lnTo>
                  <a:cubicBezTo>
                    <a:pt x="12059" y="12115"/>
                    <a:pt x="11950" y="12223"/>
                    <a:pt x="11815" y="12223"/>
                  </a:cubicBezTo>
                  <a:lnTo>
                    <a:pt x="8762" y="12223"/>
                  </a:lnTo>
                  <a:cubicBezTo>
                    <a:pt x="8627" y="12223"/>
                    <a:pt x="8519" y="12115"/>
                    <a:pt x="8519" y="11980"/>
                  </a:cubicBezTo>
                  <a:lnTo>
                    <a:pt x="8519" y="11436"/>
                  </a:lnTo>
                  <a:close/>
                  <a:moveTo>
                    <a:pt x="551" y="0"/>
                  </a:moveTo>
                  <a:cubicBezTo>
                    <a:pt x="247" y="0"/>
                    <a:pt x="0" y="247"/>
                    <a:pt x="0" y="550"/>
                  </a:cubicBezTo>
                  <a:lnTo>
                    <a:pt x="0" y="10065"/>
                  </a:lnTo>
                  <a:cubicBezTo>
                    <a:pt x="0" y="10369"/>
                    <a:pt x="247" y="10615"/>
                    <a:pt x="551" y="10615"/>
                  </a:cubicBezTo>
                  <a:lnTo>
                    <a:pt x="8157" y="10615"/>
                  </a:lnTo>
                  <a:lnTo>
                    <a:pt x="8157" y="11969"/>
                  </a:lnTo>
                  <a:cubicBezTo>
                    <a:pt x="8157" y="12306"/>
                    <a:pt x="8431" y="12580"/>
                    <a:pt x="8768" y="12580"/>
                  </a:cubicBezTo>
                  <a:lnTo>
                    <a:pt x="11805" y="12580"/>
                  </a:lnTo>
                  <a:cubicBezTo>
                    <a:pt x="12142" y="12580"/>
                    <a:pt x="12416" y="12306"/>
                    <a:pt x="12416" y="11969"/>
                  </a:cubicBezTo>
                  <a:lnTo>
                    <a:pt x="12416" y="5819"/>
                  </a:lnTo>
                  <a:cubicBezTo>
                    <a:pt x="12418" y="5486"/>
                    <a:pt x="12145" y="5211"/>
                    <a:pt x="11809" y="5211"/>
                  </a:cubicBezTo>
                  <a:lnTo>
                    <a:pt x="10616" y="5211"/>
                  </a:lnTo>
                  <a:lnTo>
                    <a:pt x="10616" y="552"/>
                  </a:lnTo>
                  <a:cubicBezTo>
                    <a:pt x="10616" y="248"/>
                    <a:pt x="10370" y="0"/>
                    <a:pt x="1006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4" name="Google Shape;15894;p31"/>
            <p:cNvSpPr/>
            <p:nvPr/>
          </p:nvSpPr>
          <p:spPr>
            <a:xfrm>
              <a:off x="4288526" y="1086849"/>
              <a:ext cx="65579" cy="13714"/>
            </a:xfrm>
            <a:custGeom>
              <a:rect b="b" l="l" r="r" t="t"/>
              <a:pathLst>
                <a:path extrusionOk="0" h="362" w="1731">
                  <a:moveTo>
                    <a:pt x="198" y="1"/>
                  </a:moveTo>
                  <a:cubicBezTo>
                    <a:pt x="102" y="1"/>
                    <a:pt x="18" y="70"/>
                    <a:pt x="9" y="165"/>
                  </a:cubicBezTo>
                  <a:cubicBezTo>
                    <a:pt x="1" y="272"/>
                    <a:pt x="85" y="361"/>
                    <a:pt x="189" y="361"/>
                  </a:cubicBezTo>
                  <a:lnTo>
                    <a:pt x="1533" y="361"/>
                  </a:lnTo>
                  <a:cubicBezTo>
                    <a:pt x="1629" y="361"/>
                    <a:pt x="1714" y="291"/>
                    <a:pt x="1722" y="197"/>
                  </a:cubicBezTo>
                  <a:cubicBezTo>
                    <a:pt x="1731" y="90"/>
                    <a:pt x="1647"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5" name="Google Shape;15895;p31"/>
            <p:cNvSpPr/>
            <p:nvPr/>
          </p:nvSpPr>
          <p:spPr>
            <a:xfrm>
              <a:off x="4237647" y="1086849"/>
              <a:ext cx="32846" cy="13714"/>
            </a:xfrm>
            <a:custGeom>
              <a:rect b="b" l="l" r="r" t="t"/>
              <a:pathLst>
                <a:path extrusionOk="0" h="362" w="867">
                  <a:moveTo>
                    <a:pt x="198" y="1"/>
                  </a:moveTo>
                  <a:cubicBezTo>
                    <a:pt x="102" y="1"/>
                    <a:pt x="17" y="70"/>
                    <a:pt x="9" y="165"/>
                  </a:cubicBezTo>
                  <a:cubicBezTo>
                    <a:pt x="0" y="272"/>
                    <a:pt x="84" y="361"/>
                    <a:pt x="189" y="361"/>
                  </a:cubicBezTo>
                  <a:lnTo>
                    <a:pt x="669" y="361"/>
                  </a:lnTo>
                  <a:cubicBezTo>
                    <a:pt x="765" y="361"/>
                    <a:pt x="849" y="291"/>
                    <a:pt x="858" y="197"/>
                  </a:cubicBezTo>
                  <a:cubicBezTo>
                    <a:pt x="866" y="90"/>
                    <a:pt x="782"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6" name="Google Shape;15896;p31"/>
            <p:cNvSpPr/>
            <p:nvPr/>
          </p:nvSpPr>
          <p:spPr>
            <a:xfrm>
              <a:off x="4238594" y="1109239"/>
              <a:ext cx="114981" cy="13639"/>
            </a:xfrm>
            <a:custGeom>
              <a:rect b="b" l="l" r="r" t="t"/>
              <a:pathLst>
                <a:path extrusionOk="0" h="360" w="3035">
                  <a:moveTo>
                    <a:pt x="198" y="1"/>
                  </a:moveTo>
                  <a:cubicBezTo>
                    <a:pt x="102" y="1"/>
                    <a:pt x="17" y="70"/>
                    <a:pt x="10" y="164"/>
                  </a:cubicBezTo>
                  <a:cubicBezTo>
                    <a:pt x="0" y="270"/>
                    <a:pt x="84" y="360"/>
                    <a:pt x="189" y="360"/>
                  </a:cubicBezTo>
                  <a:lnTo>
                    <a:pt x="2837" y="360"/>
                  </a:lnTo>
                  <a:cubicBezTo>
                    <a:pt x="2933" y="360"/>
                    <a:pt x="3018" y="291"/>
                    <a:pt x="3026" y="197"/>
                  </a:cubicBezTo>
                  <a:cubicBezTo>
                    <a:pt x="3034" y="90"/>
                    <a:pt x="2951" y="1"/>
                    <a:pt x="284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7" name="Google Shape;15897;p31"/>
            <p:cNvSpPr/>
            <p:nvPr/>
          </p:nvSpPr>
          <p:spPr>
            <a:xfrm>
              <a:off x="4238139" y="1002442"/>
              <a:ext cx="54668" cy="49743"/>
            </a:xfrm>
            <a:custGeom>
              <a:rect b="b" l="l" r="r" t="t"/>
              <a:pathLst>
                <a:path extrusionOk="0" h="1313" w="1443">
                  <a:moveTo>
                    <a:pt x="1081" y="395"/>
                  </a:moveTo>
                  <a:lnTo>
                    <a:pt x="1081" y="951"/>
                  </a:lnTo>
                  <a:lnTo>
                    <a:pt x="360" y="951"/>
                  </a:lnTo>
                  <a:lnTo>
                    <a:pt x="360" y="395"/>
                  </a:lnTo>
                  <a:close/>
                  <a:moveTo>
                    <a:pt x="184" y="0"/>
                  </a:moveTo>
                  <a:cubicBezTo>
                    <a:pt x="81" y="0"/>
                    <a:pt x="1" y="84"/>
                    <a:pt x="1" y="188"/>
                  </a:cubicBezTo>
                  <a:lnTo>
                    <a:pt x="1" y="1128"/>
                  </a:lnTo>
                  <a:cubicBezTo>
                    <a:pt x="1" y="1230"/>
                    <a:pt x="82" y="1313"/>
                    <a:pt x="185" y="1313"/>
                  </a:cubicBezTo>
                  <a:lnTo>
                    <a:pt x="1258" y="1313"/>
                  </a:lnTo>
                  <a:cubicBezTo>
                    <a:pt x="1360" y="1313"/>
                    <a:pt x="1443" y="1230"/>
                    <a:pt x="1443" y="1128"/>
                  </a:cubicBezTo>
                  <a:lnTo>
                    <a:pt x="1443" y="186"/>
                  </a:lnTo>
                  <a:cubicBezTo>
                    <a:pt x="1443" y="83"/>
                    <a:pt x="1360" y="0"/>
                    <a:pt x="12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8" name="Google Shape;15898;p31"/>
            <p:cNvSpPr/>
            <p:nvPr/>
          </p:nvSpPr>
          <p:spPr>
            <a:xfrm>
              <a:off x="4300157" y="1002404"/>
              <a:ext cx="54706" cy="49743"/>
            </a:xfrm>
            <a:custGeom>
              <a:rect b="b" l="l" r="r" t="t"/>
              <a:pathLst>
                <a:path extrusionOk="0" h="1313" w="1444">
                  <a:moveTo>
                    <a:pt x="1084" y="396"/>
                  </a:moveTo>
                  <a:lnTo>
                    <a:pt x="1084" y="952"/>
                  </a:lnTo>
                  <a:lnTo>
                    <a:pt x="362" y="952"/>
                  </a:lnTo>
                  <a:lnTo>
                    <a:pt x="362" y="396"/>
                  </a:lnTo>
                  <a:close/>
                  <a:moveTo>
                    <a:pt x="186" y="0"/>
                  </a:moveTo>
                  <a:cubicBezTo>
                    <a:pt x="83" y="0"/>
                    <a:pt x="1" y="83"/>
                    <a:pt x="1" y="184"/>
                  </a:cubicBezTo>
                  <a:lnTo>
                    <a:pt x="1" y="1125"/>
                  </a:lnTo>
                  <a:cubicBezTo>
                    <a:pt x="1" y="1230"/>
                    <a:pt x="83" y="1312"/>
                    <a:pt x="184" y="1312"/>
                  </a:cubicBezTo>
                  <a:lnTo>
                    <a:pt x="1260" y="1312"/>
                  </a:lnTo>
                  <a:cubicBezTo>
                    <a:pt x="1361" y="1312"/>
                    <a:pt x="1444" y="1230"/>
                    <a:pt x="1444" y="1127"/>
                  </a:cubicBezTo>
                  <a:lnTo>
                    <a:pt x="1444" y="184"/>
                  </a:lnTo>
                  <a:cubicBezTo>
                    <a:pt x="1444" y="83"/>
                    <a:pt x="1361"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99" name="Google Shape;15899;p31"/>
          <p:cNvGrpSpPr/>
          <p:nvPr/>
        </p:nvGrpSpPr>
        <p:grpSpPr>
          <a:xfrm>
            <a:off x="3276687" y="1313899"/>
            <a:ext cx="374658" cy="449475"/>
            <a:chOff x="3198385" y="713303"/>
            <a:chExt cx="397262" cy="476593"/>
          </a:xfrm>
        </p:grpSpPr>
        <p:sp>
          <p:nvSpPr>
            <p:cNvPr id="15900" name="Google Shape;15900;p31"/>
            <p:cNvSpPr/>
            <p:nvPr/>
          </p:nvSpPr>
          <p:spPr>
            <a:xfrm>
              <a:off x="3198385" y="713303"/>
              <a:ext cx="397262" cy="476593"/>
            </a:xfrm>
            <a:custGeom>
              <a:rect b="b" l="l" r="r" t="t"/>
              <a:pathLst>
                <a:path extrusionOk="0" h="12580" w="10486">
                  <a:moveTo>
                    <a:pt x="7669" y="666"/>
                  </a:moveTo>
                  <a:lnTo>
                    <a:pt x="9145" y="2358"/>
                  </a:lnTo>
                  <a:lnTo>
                    <a:pt x="7669" y="2358"/>
                  </a:lnTo>
                  <a:lnTo>
                    <a:pt x="7669" y="666"/>
                  </a:lnTo>
                  <a:close/>
                  <a:moveTo>
                    <a:pt x="10126" y="7469"/>
                  </a:moveTo>
                  <a:lnTo>
                    <a:pt x="10126" y="9730"/>
                  </a:lnTo>
                  <a:lnTo>
                    <a:pt x="7711" y="9730"/>
                  </a:lnTo>
                  <a:cubicBezTo>
                    <a:pt x="7616" y="9730"/>
                    <a:pt x="7531" y="9799"/>
                    <a:pt x="7523" y="9893"/>
                  </a:cubicBezTo>
                  <a:cubicBezTo>
                    <a:pt x="7515" y="10001"/>
                    <a:pt x="7598" y="10090"/>
                    <a:pt x="7703" y="10090"/>
                  </a:cubicBezTo>
                  <a:lnTo>
                    <a:pt x="9372" y="10090"/>
                  </a:lnTo>
                  <a:lnTo>
                    <a:pt x="9372" y="12220"/>
                  </a:lnTo>
                  <a:lnTo>
                    <a:pt x="1115" y="12220"/>
                  </a:lnTo>
                  <a:lnTo>
                    <a:pt x="1115" y="10090"/>
                  </a:lnTo>
                  <a:lnTo>
                    <a:pt x="6853" y="10090"/>
                  </a:lnTo>
                  <a:cubicBezTo>
                    <a:pt x="6949" y="10090"/>
                    <a:pt x="7034" y="10020"/>
                    <a:pt x="7043" y="9926"/>
                  </a:cubicBezTo>
                  <a:cubicBezTo>
                    <a:pt x="7052" y="9819"/>
                    <a:pt x="6967" y="9730"/>
                    <a:pt x="6860" y="9730"/>
                  </a:cubicBezTo>
                  <a:lnTo>
                    <a:pt x="362" y="9730"/>
                  </a:lnTo>
                  <a:lnTo>
                    <a:pt x="362" y="7469"/>
                  </a:lnTo>
                  <a:close/>
                  <a:moveTo>
                    <a:pt x="935" y="0"/>
                  </a:moveTo>
                  <a:cubicBezTo>
                    <a:pt x="835" y="0"/>
                    <a:pt x="754" y="81"/>
                    <a:pt x="754" y="182"/>
                  </a:cubicBezTo>
                  <a:lnTo>
                    <a:pt x="754" y="1012"/>
                  </a:lnTo>
                  <a:cubicBezTo>
                    <a:pt x="754" y="1107"/>
                    <a:pt x="823" y="1193"/>
                    <a:pt x="917" y="1201"/>
                  </a:cubicBezTo>
                  <a:cubicBezTo>
                    <a:pt x="923" y="1202"/>
                    <a:pt x="928" y="1202"/>
                    <a:pt x="934" y="1202"/>
                  </a:cubicBezTo>
                  <a:cubicBezTo>
                    <a:pt x="1033" y="1202"/>
                    <a:pt x="1113" y="1121"/>
                    <a:pt x="1113" y="1018"/>
                  </a:cubicBezTo>
                  <a:lnTo>
                    <a:pt x="1113" y="361"/>
                  </a:lnTo>
                  <a:lnTo>
                    <a:pt x="7306" y="361"/>
                  </a:lnTo>
                  <a:lnTo>
                    <a:pt x="7306" y="2536"/>
                  </a:lnTo>
                  <a:cubicBezTo>
                    <a:pt x="7306" y="2638"/>
                    <a:pt x="7389" y="2720"/>
                    <a:pt x="7491" y="2720"/>
                  </a:cubicBezTo>
                  <a:lnTo>
                    <a:pt x="9370" y="2720"/>
                  </a:lnTo>
                  <a:lnTo>
                    <a:pt x="9370" y="7112"/>
                  </a:lnTo>
                  <a:lnTo>
                    <a:pt x="1113" y="7112"/>
                  </a:lnTo>
                  <a:lnTo>
                    <a:pt x="1113" y="1869"/>
                  </a:lnTo>
                  <a:cubicBezTo>
                    <a:pt x="1113" y="1772"/>
                    <a:pt x="1044" y="1687"/>
                    <a:pt x="950" y="1678"/>
                  </a:cubicBezTo>
                  <a:cubicBezTo>
                    <a:pt x="945" y="1678"/>
                    <a:pt x="940" y="1677"/>
                    <a:pt x="935" y="1677"/>
                  </a:cubicBezTo>
                  <a:cubicBezTo>
                    <a:pt x="835" y="1677"/>
                    <a:pt x="754" y="1759"/>
                    <a:pt x="754" y="1861"/>
                  </a:cubicBezTo>
                  <a:lnTo>
                    <a:pt x="754" y="7112"/>
                  </a:lnTo>
                  <a:lnTo>
                    <a:pt x="184" y="7112"/>
                  </a:lnTo>
                  <a:cubicBezTo>
                    <a:pt x="82" y="7112"/>
                    <a:pt x="1" y="7194"/>
                    <a:pt x="1" y="7296"/>
                  </a:cubicBezTo>
                  <a:lnTo>
                    <a:pt x="1" y="9909"/>
                  </a:lnTo>
                  <a:cubicBezTo>
                    <a:pt x="1" y="10012"/>
                    <a:pt x="84" y="10093"/>
                    <a:pt x="184" y="10093"/>
                  </a:cubicBezTo>
                  <a:lnTo>
                    <a:pt x="754" y="10093"/>
                  </a:lnTo>
                  <a:lnTo>
                    <a:pt x="754" y="12397"/>
                  </a:lnTo>
                  <a:cubicBezTo>
                    <a:pt x="754" y="12499"/>
                    <a:pt x="836" y="12580"/>
                    <a:pt x="937" y="12580"/>
                  </a:cubicBezTo>
                  <a:lnTo>
                    <a:pt x="9549" y="12580"/>
                  </a:lnTo>
                  <a:cubicBezTo>
                    <a:pt x="9651" y="12580"/>
                    <a:pt x="9732" y="12497"/>
                    <a:pt x="9732" y="12397"/>
                  </a:cubicBezTo>
                  <a:lnTo>
                    <a:pt x="9732" y="10090"/>
                  </a:lnTo>
                  <a:lnTo>
                    <a:pt x="10302" y="10090"/>
                  </a:lnTo>
                  <a:cubicBezTo>
                    <a:pt x="10403" y="10090"/>
                    <a:pt x="10486" y="10008"/>
                    <a:pt x="10486" y="9905"/>
                  </a:cubicBezTo>
                  <a:lnTo>
                    <a:pt x="10486" y="7292"/>
                  </a:lnTo>
                  <a:cubicBezTo>
                    <a:pt x="10486" y="7191"/>
                    <a:pt x="10405" y="7109"/>
                    <a:pt x="10304" y="7109"/>
                  </a:cubicBezTo>
                  <a:lnTo>
                    <a:pt x="9732" y="7109"/>
                  </a:lnTo>
                  <a:lnTo>
                    <a:pt x="9732" y="2546"/>
                  </a:lnTo>
                  <a:cubicBezTo>
                    <a:pt x="9732" y="2502"/>
                    <a:pt x="9716" y="2458"/>
                    <a:pt x="9686" y="2426"/>
                  </a:cubicBezTo>
                  <a:lnTo>
                    <a:pt x="7621" y="63"/>
                  </a:lnTo>
                  <a:cubicBezTo>
                    <a:pt x="7586" y="22"/>
                    <a:pt x="7537" y="0"/>
                    <a:pt x="748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1" name="Google Shape;15901;p31"/>
            <p:cNvSpPr/>
            <p:nvPr/>
          </p:nvSpPr>
          <p:spPr>
            <a:xfrm>
              <a:off x="3252674" y="1008882"/>
              <a:ext cx="56562" cy="60995"/>
            </a:xfrm>
            <a:custGeom>
              <a:rect b="b" l="l" r="r" t="t"/>
              <a:pathLst>
                <a:path extrusionOk="0" h="1610" w="1493">
                  <a:moveTo>
                    <a:pt x="747" y="0"/>
                  </a:moveTo>
                  <a:cubicBezTo>
                    <a:pt x="646" y="0"/>
                    <a:pt x="566" y="81"/>
                    <a:pt x="566" y="180"/>
                  </a:cubicBezTo>
                  <a:lnTo>
                    <a:pt x="566" y="491"/>
                  </a:lnTo>
                  <a:lnTo>
                    <a:pt x="297" y="336"/>
                  </a:lnTo>
                  <a:cubicBezTo>
                    <a:pt x="268" y="320"/>
                    <a:pt x="237" y="312"/>
                    <a:pt x="207" y="312"/>
                  </a:cubicBezTo>
                  <a:cubicBezTo>
                    <a:pt x="144" y="312"/>
                    <a:pt x="84" y="344"/>
                    <a:pt x="51" y="401"/>
                  </a:cubicBezTo>
                  <a:cubicBezTo>
                    <a:pt x="1" y="488"/>
                    <a:pt x="31" y="598"/>
                    <a:pt x="116" y="647"/>
                  </a:cubicBezTo>
                  <a:lnTo>
                    <a:pt x="387" y="803"/>
                  </a:lnTo>
                  <a:lnTo>
                    <a:pt x="116" y="959"/>
                  </a:lnTo>
                  <a:cubicBezTo>
                    <a:pt x="30" y="1011"/>
                    <a:pt x="2" y="1121"/>
                    <a:pt x="51" y="1206"/>
                  </a:cubicBezTo>
                  <a:cubicBezTo>
                    <a:pt x="83" y="1264"/>
                    <a:pt x="145" y="1297"/>
                    <a:pt x="207" y="1297"/>
                  </a:cubicBezTo>
                  <a:cubicBezTo>
                    <a:pt x="237" y="1297"/>
                    <a:pt x="269" y="1289"/>
                    <a:pt x="297" y="1273"/>
                  </a:cubicBezTo>
                  <a:lnTo>
                    <a:pt x="567" y="1117"/>
                  </a:lnTo>
                  <a:lnTo>
                    <a:pt x="567" y="1420"/>
                  </a:lnTo>
                  <a:cubicBezTo>
                    <a:pt x="567" y="1515"/>
                    <a:pt x="636" y="1600"/>
                    <a:pt x="731" y="1609"/>
                  </a:cubicBezTo>
                  <a:cubicBezTo>
                    <a:pt x="736" y="1609"/>
                    <a:pt x="742" y="1609"/>
                    <a:pt x="747" y="1609"/>
                  </a:cubicBezTo>
                  <a:cubicBezTo>
                    <a:pt x="846" y="1609"/>
                    <a:pt x="927" y="1529"/>
                    <a:pt x="927" y="1430"/>
                  </a:cubicBezTo>
                  <a:lnTo>
                    <a:pt x="927" y="1117"/>
                  </a:lnTo>
                  <a:lnTo>
                    <a:pt x="1197" y="1273"/>
                  </a:lnTo>
                  <a:cubicBezTo>
                    <a:pt x="1225" y="1290"/>
                    <a:pt x="1255" y="1297"/>
                    <a:pt x="1287" y="1297"/>
                  </a:cubicBezTo>
                  <a:cubicBezTo>
                    <a:pt x="1350" y="1297"/>
                    <a:pt x="1409" y="1264"/>
                    <a:pt x="1443" y="1206"/>
                  </a:cubicBezTo>
                  <a:cubicBezTo>
                    <a:pt x="1492" y="1120"/>
                    <a:pt x="1464" y="1011"/>
                    <a:pt x="1377" y="960"/>
                  </a:cubicBezTo>
                  <a:lnTo>
                    <a:pt x="1108" y="804"/>
                  </a:lnTo>
                  <a:lnTo>
                    <a:pt x="1370" y="652"/>
                  </a:lnTo>
                  <a:cubicBezTo>
                    <a:pt x="1451" y="605"/>
                    <a:pt x="1491" y="502"/>
                    <a:pt x="1450" y="416"/>
                  </a:cubicBezTo>
                  <a:cubicBezTo>
                    <a:pt x="1419" y="349"/>
                    <a:pt x="1354" y="312"/>
                    <a:pt x="1287" y="312"/>
                  </a:cubicBezTo>
                  <a:cubicBezTo>
                    <a:pt x="1257" y="312"/>
                    <a:pt x="1225" y="320"/>
                    <a:pt x="1197" y="336"/>
                  </a:cubicBezTo>
                  <a:lnTo>
                    <a:pt x="927" y="491"/>
                  </a:lnTo>
                  <a:lnTo>
                    <a:pt x="927" y="189"/>
                  </a:lnTo>
                  <a:cubicBezTo>
                    <a:pt x="927" y="93"/>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2" name="Google Shape;15902;p31"/>
            <p:cNvSpPr/>
            <p:nvPr/>
          </p:nvSpPr>
          <p:spPr>
            <a:xfrm>
              <a:off x="3329467" y="1008920"/>
              <a:ext cx="56676" cy="60957"/>
            </a:xfrm>
            <a:custGeom>
              <a:rect b="b" l="l" r="r" t="t"/>
              <a:pathLst>
                <a:path extrusionOk="0" h="1609" w="1496">
                  <a:moveTo>
                    <a:pt x="750" y="0"/>
                  </a:moveTo>
                  <a:cubicBezTo>
                    <a:pt x="650" y="0"/>
                    <a:pt x="570" y="81"/>
                    <a:pt x="570" y="180"/>
                  </a:cubicBezTo>
                  <a:lnTo>
                    <a:pt x="570" y="492"/>
                  </a:lnTo>
                  <a:lnTo>
                    <a:pt x="308" y="340"/>
                  </a:lnTo>
                  <a:cubicBezTo>
                    <a:pt x="277" y="323"/>
                    <a:pt x="243" y="314"/>
                    <a:pt x="209" y="314"/>
                  </a:cubicBezTo>
                  <a:cubicBezTo>
                    <a:pt x="152" y="314"/>
                    <a:pt x="97" y="339"/>
                    <a:pt x="62" y="387"/>
                  </a:cubicBezTo>
                  <a:cubicBezTo>
                    <a:pt x="0" y="474"/>
                    <a:pt x="29" y="594"/>
                    <a:pt x="120" y="646"/>
                  </a:cubicBezTo>
                  <a:lnTo>
                    <a:pt x="390" y="802"/>
                  </a:lnTo>
                  <a:lnTo>
                    <a:pt x="120" y="958"/>
                  </a:lnTo>
                  <a:cubicBezTo>
                    <a:pt x="35" y="1010"/>
                    <a:pt x="5" y="1120"/>
                    <a:pt x="55" y="1205"/>
                  </a:cubicBezTo>
                  <a:cubicBezTo>
                    <a:pt x="87" y="1263"/>
                    <a:pt x="149" y="1296"/>
                    <a:pt x="211" y="1296"/>
                  </a:cubicBezTo>
                  <a:cubicBezTo>
                    <a:pt x="240" y="1296"/>
                    <a:pt x="272" y="1288"/>
                    <a:pt x="301" y="1272"/>
                  </a:cubicBezTo>
                  <a:lnTo>
                    <a:pt x="570" y="1116"/>
                  </a:lnTo>
                  <a:lnTo>
                    <a:pt x="570" y="1419"/>
                  </a:lnTo>
                  <a:cubicBezTo>
                    <a:pt x="570" y="1514"/>
                    <a:pt x="640" y="1599"/>
                    <a:pt x="735" y="1608"/>
                  </a:cubicBezTo>
                  <a:cubicBezTo>
                    <a:pt x="740" y="1608"/>
                    <a:pt x="745" y="1608"/>
                    <a:pt x="751" y="1608"/>
                  </a:cubicBezTo>
                  <a:cubicBezTo>
                    <a:pt x="850" y="1608"/>
                    <a:pt x="930" y="1528"/>
                    <a:pt x="930" y="1429"/>
                  </a:cubicBezTo>
                  <a:lnTo>
                    <a:pt x="930" y="1116"/>
                  </a:lnTo>
                  <a:lnTo>
                    <a:pt x="1201" y="1272"/>
                  </a:lnTo>
                  <a:cubicBezTo>
                    <a:pt x="1229" y="1289"/>
                    <a:pt x="1259" y="1296"/>
                    <a:pt x="1291" y="1296"/>
                  </a:cubicBezTo>
                  <a:cubicBezTo>
                    <a:pt x="1353" y="1296"/>
                    <a:pt x="1413" y="1263"/>
                    <a:pt x="1447" y="1205"/>
                  </a:cubicBezTo>
                  <a:cubicBezTo>
                    <a:pt x="1496" y="1119"/>
                    <a:pt x="1466" y="1010"/>
                    <a:pt x="1381" y="959"/>
                  </a:cubicBezTo>
                  <a:lnTo>
                    <a:pt x="1109" y="803"/>
                  </a:lnTo>
                  <a:lnTo>
                    <a:pt x="1381" y="648"/>
                  </a:lnTo>
                  <a:cubicBezTo>
                    <a:pt x="1468" y="598"/>
                    <a:pt x="1496" y="488"/>
                    <a:pt x="1447" y="402"/>
                  </a:cubicBezTo>
                  <a:cubicBezTo>
                    <a:pt x="1413" y="344"/>
                    <a:pt x="1353" y="312"/>
                    <a:pt x="1291" y="312"/>
                  </a:cubicBezTo>
                  <a:cubicBezTo>
                    <a:pt x="1260" y="312"/>
                    <a:pt x="1229" y="320"/>
                    <a:pt x="1201" y="336"/>
                  </a:cubicBezTo>
                  <a:lnTo>
                    <a:pt x="930" y="492"/>
                  </a:lnTo>
                  <a:lnTo>
                    <a:pt x="930" y="190"/>
                  </a:lnTo>
                  <a:cubicBezTo>
                    <a:pt x="930" y="94"/>
                    <a:pt x="861" y="8"/>
                    <a:pt x="767" y="1"/>
                  </a:cubicBezTo>
                  <a:cubicBezTo>
                    <a:pt x="761" y="0"/>
                    <a:pt x="756"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3" name="Google Shape;15903;p31"/>
            <p:cNvSpPr/>
            <p:nvPr/>
          </p:nvSpPr>
          <p:spPr>
            <a:xfrm>
              <a:off x="3407814"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8" y="312"/>
                    <a:pt x="207" y="312"/>
                  </a:cubicBezTo>
                  <a:cubicBezTo>
                    <a:pt x="145" y="312"/>
                    <a:pt x="84" y="344"/>
                    <a:pt x="51" y="402"/>
                  </a:cubicBezTo>
                  <a:cubicBezTo>
                    <a:pt x="1" y="488"/>
                    <a:pt x="31" y="598"/>
                    <a:pt x="116" y="648"/>
                  </a:cubicBezTo>
                  <a:lnTo>
                    <a:pt x="387" y="803"/>
                  </a:lnTo>
                  <a:lnTo>
                    <a:pt x="116" y="959"/>
                  </a:lnTo>
                  <a:cubicBezTo>
                    <a:pt x="31" y="1010"/>
                    <a:pt x="2" y="1120"/>
                    <a:pt x="51" y="1205"/>
                  </a:cubicBezTo>
                  <a:cubicBezTo>
                    <a:pt x="86" y="1263"/>
                    <a:pt x="145" y="1296"/>
                    <a:pt x="207" y="1296"/>
                  </a:cubicBezTo>
                  <a:cubicBezTo>
                    <a:pt x="238" y="1296"/>
                    <a:pt x="269" y="1288"/>
                    <a:pt x="297" y="1272"/>
                  </a:cubicBezTo>
                  <a:lnTo>
                    <a:pt x="567" y="1116"/>
                  </a:lnTo>
                  <a:lnTo>
                    <a:pt x="567" y="1419"/>
                  </a:lnTo>
                  <a:cubicBezTo>
                    <a:pt x="567" y="1514"/>
                    <a:pt x="637" y="1599"/>
                    <a:pt x="731" y="1608"/>
                  </a:cubicBezTo>
                  <a:cubicBezTo>
                    <a:pt x="736" y="1608"/>
                    <a:pt x="742" y="1608"/>
                    <a:pt x="747" y="1608"/>
                  </a:cubicBezTo>
                  <a:cubicBezTo>
                    <a:pt x="847" y="1608"/>
                    <a:pt x="927" y="1528"/>
                    <a:pt x="927" y="1429"/>
                  </a:cubicBezTo>
                  <a:lnTo>
                    <a:pt x="927" y="1116"/>
                  </a:lnTo>
                  <a:lnTo>
                    <a:pt x="1197" y="1272"/>
                  </a:lnTo>
                  <a:cubicBezTo>
                    <a:pt x="1225" y="1289"/>
                    <a:pt x="1256" y="1296"/>
                    <a:pt x="1287" y="1296"/>
                  </a:cubicBezTo>
                  <a:cubicBezTo>
                    <a:pt x="1350" y="1296"/>
                    <a:pt x="1411" y="1263"/>
                    <a:pt x="1443" y="1205"/>
                  </a:cubicBezTo>
                  <a:cubicBezTo>
                    <a:pt x="1492" y="1119"/>
                    <a:pt x="1463" y="1010"/>
                    <a:pt x="1377" y="959"/>
                  </a:cubicBezTo>
                  <a:lnTo>
                    <a:pt x="1108"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8"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4" name="Google Shape;15904;p31"/>
            <p:cNvSpPr/>
            <p:nvPr/>
          </p:nvSpPr>
          <p:spPr>
            <a:xfrm>
              <a:off x="3484796" y="1008920"/>
              <a:ext cx="56562" cy="60957"/>
            </a:xfrm>
            <a:custGeom>
              <a:rect b="b" l="l" r="r" t="t"/>
              <a:pathLst>
                <a:path extrusionOk="0" h="1609" w="1493">
                  <a:moveTo>
                    <a:pt x="747" y="0"/>
                  </a:moveTo>
                  <a:cubicBezTo>
                    <a:pt x="646" y="0"/>
                    <a:pt x="566" y="81"/>
                    <a:pt x="566" y="180"/>
                  </a:cubicBezTo>
                  <a:lnTo>
                    <a:pt x="566" y="492"/>
                  </a:lnTo>
                  <a:lnTo>
                    <a:pt x="297" y="336"/>
                  </a:lnTo>
                  <a:cubicBezTo>
                    <a:pt x="269" y="320"/>
                    <a:pt x="237" y="312"/>
                    <a:pt x="207" y="312"/>
                  </a:cubicBezTo>
                  <a:cubicBezTo>
                    <a:pt x="144" y="312"/>
                    <a:pt x="84" y="344"/>
                    <a:pt x="51" y="402"/>
                  </a:cubicBezTo>
                  <a:cubicBezTo>
                    <a:pt x="1" y="488"/>
                    <a:pt x="30" y="598"/>
                    <a:pt x="116" y="648"/>
                  </a:cubicBezTo>
                  <a:lnTo>
                    <a:pt x="386" y="803"/>
                  </a:lnTo>
                  <a:lnTo>
                    <a:pt x="116" y="959"/>
                  </a:lnTo>
                  <a:cubicBezTo>
                    <a:pt x="30" y="1010"/>
                    <a:pt x="2" y="1120"/>
                    <a:pt x="51" y="1205"/>
                  </a:cubicBezTo>
                  <a:cubicBezTo>
                    <a:pt x="83" y="1263"/>
                    <a:pt x="145" y="1296"/>
                    <a:pt x="207" y="1296"/>
                  </a:cubicBezTo>
                  <a:cubicBezTo>
                    <a:pt x="237" y="1296"/>
                    <a:pt x="269" y="1288"/>
                    <a:pt x="297" y="1272"/>
                  </a:cubicBezTo>
                  <a:lnTo>
                    <a:pt x="567" y="1116"/>
                  </a:lnTo>
                  <a:lnTo>
                    <a:pt x="567" y="1419"/>
                  </a:lnTo>
                  <a:cubicBezTo>
                    <a:pt x="567" y="1514"/>
                    <a:pt x="636" y="1599"/>
                    <a:pt x="731" y="1608"/>
                  </a:cubicBezTo>
                  <a:cubicBezTo>
                    <a:pt x="736" y="1608"/>
                    <a:pt x="742" y="1608"/>
                    <a:pt x="747" y="1608"/>
                  </a:cubicBezTo>
                  <a:cubicBezTo>
                    <a:pt x="846" y="1608"/>
                    <a:pt x="927" y="1528"/>
                    <a:pt x="927" y="1429"/>
                  </a:cubicBezTo>
                  <a:lnTo>
                    <a:pt x="927" y="1116"/>
                  </a:lnTo>
                  <a:lnTo>
                    <a:pt x="1197" y="1272"/>
                  </a:lnTo>
                  <a:cubicBezTo>
                    <a:pt x="1225" y="1289"/>
                    <a:pt x="1255" y="1296"/>
                    <a:pt x="1287" y="1296"/>
                  </a:cubicBezTo>
                  <a:cubicBezTo>
                    <a:pt x="1350" y="1296"/>
                    <a:pt x="1409" y="1263"/>
                    <a:pt x="1443" y="1205"/>
                  </a:cubicBezTo>
                  <a:cubicBezTo>
                    <a:pt x="1492" y="1119"/>
                    <a:pt x="1462" y="1010"/>
                    <a:pt x="1377" y="959"/>
                  </a:cubicBezTo>
                  <a:lnTo>
                    <a:pt x="1107" y="803"/>
                  </a:lnTo>
                  <a:lnTo>
                    <a:pt x="1377" y="648"/>
                  </a:lnTo>
                  <a:cubicBezTo>
                    <a:pt x="1464" y="598"/>
                    <a:pt x="1492" y="488"/>
                    <a:pt x="1443" y="402"/>
                  </a:cubicBezTo>
                  <a:cubicBezTo>
                    <a:pt x="1409" y="344"/>
                    <a:pt x="1349" y="312"/>
                    <a:pt x="1287" y="312"/>
                  </a:cubicBezTo>
                  <a:cubicBezTo>
                    <a:pt x="1256" y="312"/>
                    <a:pt x="1225" y="320"/>
                    <a:pt x="1197" y="336"/>
                  </a:cubicBezTo>
                  <a:lnTo>
                    <a:pt x="927" y="492"/>
                  </a:lnTo>
                  <a:lnTo>
                    <a:pt x="927" y="190"/>
                  </a:lnTo>
                  <a:cubicBezTo>
                    <a:pt x="927" y="94"/>
                    <a:pt x="857" y="8"/>
                    <a:pt x="763" y="1"/>
                  </a:cubicBezTo>
                  <a:cubicBezTo>
                    <a:pt x="758" y="0"/>
                    <a:pt x="752"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5" name="Google Shape;15905;p31"/>
            <p:cNvSpPr/>
            <p:nvPr/>
          </p:nvSpPr>
          <p:spPr>
            <a:xfrm>
              <a:off x="3342424" y="807220"/>
              <a:ext cx="109260" cy="154343"/>
            </a:xfrm>
            <a:custGeom>
              <a:rect b="b" l="l" r="r" t="t"/>
              <a:pathLst>
                <a:path extrusionOk="0" h="4074" w="2884">
                  <a:moveTo>
                    <a:pt x="1457" y="380"/>
                  </a:moveTo>
                  <a:cubicBezTo>
                    <a:pt x="1776" y="380"/>
                    <a:pt x="2032" y="645"/>
                    <a:pt x="2032" y="972"/>
                  </a:cubicBezTo>
                  <a:lnTo>
                    <a:pt x="2032" y="1517"/>
                  </a:lnTo>
                  <a:lnTo>
                    <a:pt x="885" y="1517"/>
                  </a:lnTo>
                  <a:lnTo>
                    <a:pt x="885" y="954"/>
                  </a:lnTo>
                  <a:cubicBezTo>
                    <a:pt x="885" y="654"/>
                    <a:pt x="1116" y="405"/>
                    <a:pt x="1411" y="381"/>
                  </a:cubicBezTo>
                  <a:cubicBezTo>
                    <a:pt x="1426" y="380"/>
                    <a:pt x="1442" y="380"/>
                    <a:pt x="1457" y="380"/>
                  </a:cubicBezTo>
                  <a:close/>
                  <a:moveTo>
                    <a:pt x="2342" y="1878"/>
                  </a:moveTo>
                  <a:cubicBezTo>
                    <a:pt x="2441" y="1878"/>
                    <a:pt x="2524" y="1959"/>
                    <a:pt x="2524" y="2058"/>
                  </a:cubicBezTo>
                  <a:lnTo>
                    <a:pt x="2524" y="3532"/>
                  </a:lnTo>
                  <a:cubicBezTo>
                    <a:pt x="2524" y="3631"/>
                    <a:pt x="2442" y="3712"/>
                    <a:pt x="2343" y="3712"/>
                  </a:cubicBezTo>
                  <a:lnTo>
                    <a:pt x="576" y="3712"/>
                  </a:lnTo>
                  <a:cubicBezTo>
                    <a:pt x="476" y="3712"/>
                    <a:pt x="395" y="3631"/>
                    <a:pt x="395" y="3532"/>
                  </a:cubicBezTo>
                  <a:lnTo>
                    <a:pt x="395" y="2058"/>
                  </a:lnTo>
                  <a:cubicBezTo>
                    <a:pt x="395" y="1959"/>
                    <a:pt x="476" y="1878"/>
                    <a:pt x="576" y="1878"/>
                  </a:cubicBezTo>
                  <a:close/>
                  <a:moveTo>
                    <a:pt x="1442" y="0"/>
                  </a:moveTo>
                  <a:cubicBezTo>
                    <a:pt x="918" y="0"/>
                    <a:pt x="492" y="428"/>
                    <a:pt x="492" y="951"/>
                  </a:cubicBezTo>
                  <a:lnTo>
                    <a:pt x="492" y="1513"/>
                  </a:lnTo>
                  <a:cubicBezTo>
                    <a:pt x="216" y="1545"/>
                    <a:pt x="1" y="1778"/>
                    <a:pt x="1" y="2057"/>
                  </a:cubicBezTo>
                  <a:lnTo>
                    <a:pt x="1" y="3525"/>
                  </a:lnTo>
                  <a:cubicBezTo>
                    <a:pt x="1" y="3828"/>
                    <a:pt x="247" y="4073"/>
                    <a:pt x="549" y="4073"/>
                  </a:cubicBezTo>
                  <a:lnTo>
                    <a:pt x="2334" y="4073"/>
                  </a:lnTo>
                  <a:cubicBezTo>
                    <a:pt x="2638" y="4073"/>
                    <a:pt x="2883" y="3827"/>
                    <a:pt x="2883" y="3525"/>
                  </a:cubicBezTo>
                  <a:lnTo>
                    <a:pt x="2883" y="2057"/>
                  </a:lnTo>
                  <a:cubicBezTo>
                    <a:pt x="2883" y="1778"/>
                    <a:pt x="2668" y="1545"/>
                    <a:pt x="2392" y="1513"/>
                  </a:cubicBezTo>
                  <a:lnTo>
                    <a:pt x="2392" y="950"/>
                  </a:lnTo>
                  <a:cubicBezTo>
                    <a:pt x="2393" y="427"/>
                    <a:pt x="1966"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6" name="Google Shape;15906;p31"/>
            <p:cNvSpPr/>
            <p:nvPr/>
          </p:nvSpPr>
          <p:spPr>
            <a:xfrm>
              <a:off x="3387735" y="903637"/>
              <a:ext cx="18715" cy="18677"/>
            </a:xfrm>
            <a:custGeom>
              <a:rect b="b" l="l" r="r" t="t"/>
              <a:pathLst>
                <a:path extrusionOk="0" h="493" w="494">
                  <a:moveTo>
                    <a:pt x="247" y="0"/>
                  </a:moveTo>
                  <a:cubicBezTo>
                    <a:pt x="111" y="0"/>
                    <a:pt x="1" y="110"/>
                    <a:pt x="1" y="246"/>
                  </a:cubicBezTo>
                  <a:cubicBezTo>
                    <a:pt x="1" y="383"/>
                    <a:pt x="111" y="493"/>
                    <a:pt x="247" y="493"/>
                  </a:cubicBezTo>
                  <a:cubicBezTo>
                    <a:pt x="383" y="493"/>
                    <a:pt x="493" y="383"/>
                    <a:pt x="493" y="246"/>
                  </a:cubicBezTo>
                  <a:cubicBezTo>
                    <a:pt x="493" y="110"/>
                    <a:pt x="383"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07" name="Google Shape;15907;p31"/>
          <p:cNvGrpSpPr/>
          <p:nvPr/>
        </p:nvGrpSpPr>
        <p:grpSpPr>
          <a:xfrm>
            <a:off x="2462772" y="1347055"/>
            <a:ext cx="450154" cy="383269"/>
            <a:chOff x="2335403" y="748460"/>
            <a:chExt cx="477313" cy="406392"/>
          </a:xfrm>
        </p:grpSpPr>
        <p:sp>
          <p:nvSpPr>
            <p:cNvPr id="15908" name="Google Shape;15908;p31"/>
            <p:cNvSpPr/>
            <p:nvPr/>
          </p:nvSpPr>
          <p:spPr>
            <a:xfrm>
              <a:off x="2419697" y="928793"/>
              <a:ext cx="35044" cy="13676"/>
            </a:xfrm>
            <a:custGeom>
              <a:rect b="b" l="l" r="r" t="t"/>
              <a:pathLst>
                <a:path extrusionOk="0" h="361" w="925">
                  <a:moveTo>
                    <a:pt x="199" y="0"/>
                  </a:moveTo>
                  <a:cubicBezTo>
                    <a:pt x="102" y="0"/>
                    <a:pt x="17" y="69"/>
                    <a:pt x="10" y="164"/>
                  </a:cubicBezTo>
                  <a:cubicBezTo>
                    <a:pt x="1" y="272"/>
                    <a:pt x="85" y="361"/>
                    <a:pt x="189" y="361"/>
                  </a:cubicBezTo>
                  <a:lnTo>
                    <a:pt x="728" y="361"/>
                  </a:lnTo>
                  <a:cubicBezTo>
                    <a:pt x="823" y="361"/>
                    <a:pt x="908" y="291"/>
                    <a:pt x="916"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9" name="Google Shape;15909;p31"/>
            <p:cNvSpPr/>
            <p:nvPr/>
          </p:nvSpPr>
          <p:spPr>
            <a:xfrm>
              <a:off x="2466106" y="928793"/>
              <a:ext cx="51713" cy="13676"/>
            </a:xfrm>
            <a:custGeom>
              <a:rect b="b" l="l" r="r" t="t"/>
              <a:pathLst>
                <a:path extrusionOk="0" h="361" w="1365">
                  <a:moveTo>
                    <a:pt x="197" y="0"/>
                  </a:moveTo>
                  <a:cubicBezTo>
                    <a:pt x="102" y="0"/>
                    <a:pt x="17" y="69"/>
                    <a:pt x="8" y="164"/>
                  </a:cubicBezTo>
                  <a:cubicBezTo>
                    <a:pt x="0" y="272"/>
                    <a:pt x="84" y="361"/>
                    <a:pt x="189" y="361"/>
                  </a:cubicBezTo>
                  <a:lnTo>
                    <a:pt x="1166" y="361"/>
                  </a:lnTo>
                  <a:cubicBezTo>
                    <a:pt x="1262" y="361"/>
                    <a:pt x="1347" y="291"/>
                    <a:pt x="1354" y="197"/>
                  </a:cubicBezTo>
                  <a:cubicBezTo>
                    <a:pt x="1365" y="89"/>
                    <a:pt x="1281"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0" name="Google Shape;15910;p31"/>
            <p:cNvSpPr/>
            <p:nvPr/>
          </p:nvSpPr>
          <p:spPr>
            <a:xfrm>
              <a:off x="2420152" y="900266"/>
              <a:ext cx="80354" cy="13676"/>
            </a:xfrm>
            <a:custGeom>
              <a:rect b="b" l="l" r="r" t="t"/>
              <a:pathLst>
                <a:path extrusionOk="0" h="361" w="2121">
                  <a:moveTo>
                    <a:pt x="198" y="0"/>
                  </a:moveTo>
                  <a:cubicBezTo>
                    <a:pt x="103" y="0"/>
                    <a:pt x="17" y="70"/>
                    <a:pt x="10" y="165"/>
                  </a:cubicBezTo>
                  <a:cubicBezTo>
                    <a:pt x="0" y="270"/>
                    <a:pt x="84" y="361"/>
                    <a:pt x="189" y="361"/>
                  </a:cubicBezTo>
                  <a:lnTo>
                    <a:pt x="1922" y="361"/>
                  </a:lnTo>
                  <a:cubicBezTo>
                    <a:pt x="2017" y="361"/>
                    <a:pt x="2103" y="291"/>
                    <a:pt x="2111" y="197"/>
                  </a:cubicBezTo>
                  <a:cubicBezTo>
                    <a:pt x="2120" y="89"/>
                    <a:pt x="2036" y="0"/>
                    <a:pt x="193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1" name="Google Shape;15911;p31"/>
            <p:cNvSpPr/>
            <p:nvPr/>
          </p:nvSpPr>
          <p:spPr>
            <a:xfrm>
              <a:off x="2419659" y="871700"/>
              <a:ext cx="35044" cy="13676"/>
            </a:xfrm>
            <a:custGeom>
              <a:rect b="b" l="l" r="r" t="t"/>
              <a:pathLst>
                <a:path extrusionOk="0" h="361" w="925">
                  <a:moveTo>
                    <a:pt x="198" y="0"/>
                  </a:moveTo>
                  <a:cubicBezTo>
                    <a:pt x="102" y="0"/>
                    <a:pt x="17" y="70"/>
                    <a:pt x="9" y="165"/>
                  </a:cubicBezTo>
                  <a:cubicBezTo>
                    <a:pt x="1" y="271"/>
                    <a:pt x="84" y="360"/>
                    <a:pt x="189" y="360"/>
                  </a:cubicBezTo>
                  <a:lnTo>
                    <a:pt x="726" y="360"/>
                  </a:lnTo>
                  <a:cubicBezTo>
                    <a:pt x="823" y="360"/>
                    <a:pt x="908" y="291"/>
                    <a:pt x="915" y="197"/>
                  </a:cubicBezTo>
                  <a:cubicBezTo>
                    <a:pt x="924" y="89"/>
                    <a:pt x="841" y="0"/>
                    <a:pt x="73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2" name="Google Shape;15912;p31"/>
            <p:cNvSpPr/>
            <p:nvPr/>
          </p:nvSpPr>
          <p:spPr>
            <a:xfrm>
              <a:off x="2466485" y="871700"/>
              <a:ext cx="84597" cy="13676"/>
            </a:xfrm>
            <a:custGeom>
              <a:rect b="b" l="l" r="r" t="t"/>
              <a:pathLst>
                <a:path extrusionOk="0" h="361" w="2233">
                  <a:moveTo>
                    <a:pt x="197" y="0"/>
                  </a:moveTo>
                  <a:cubicBezTo>
                    <a:pt x="102" y="0"/>
                    <a:pt x="17" y="70"/>
                    <a:pt x="9" y="165"/>
                  </a:cubicBezTo>
                  <a:cubicBezTo>
                    <a:pt x="1" y="271"/>
                    <a:pt x="83" y="360"/>
                    <a:pt x="188" y="360"/>
                  </a:cubicBezTo>
                  <a:lnTo>
                    <a:pt x="2035" y="360"/>
                  </a:lnTo>
                  <a:cubicBezTo>
                    <a:pt x="2130" y="360"/>
                    <a:pt x="2216" y="291"/>
                    <a:pt x="2223" y="197"/>
                  </a:cubicBezTo>
                  <a:cubicBezTo>
                    <a:pt x="2232" y="89"/>
                    <a:pt x="2149" y="0"/>
                    <a:pt x="204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3" name="Google Shape;15913;p31"/>
            <p:cNvSpPr/>
            <p:nvPr/>
          </p:nvSpPr>
          <p:spPr>
            <a:xfrm>
              <a:off x="2428714" y="978953"/>
              <a:ext cx="61828" cy="72171"/>
            </a:xfrm>
            <a:custGeom>
              <a:rect b="b" l="l" r="r" t="t"/>
              <a:pathLst>
                <a:path extrusionOk="0" h="1905" w="1632">
                  <a:moveTo>
                    <a:pt x="821" y="648"/>
                  </a:moveTo>
                  <a:lnTo>
                    <a:pt x="1015" y="1167"/>
                  </a:lnTo>
                  <a:lnTo>
                    <a:pt x="623" y="1167"/>
                  </a:lnTo>
                  <a:lnTo>
                    <a:pt x="821" y="648"/>
                  </a:lnTo>
                  <a:close/>
                  <a:moveTo>
                    <a:pt x="820" y="0"/>
                  </a:moveTo>
                  <a:cubicBezTo>
                    <a:pt x="730" y="0"/>
                    <a:pt x="650" y="54"/>
                    <a:pt x="616" y="136"/>
                  </a:cubicBezTo>
                  <a:cubicBezTo>
                    <a:pt x="616" y="137"/>
                    <a:pt x="615" y="138"/>
                    <a:pt x="615" y="141"/>
                  </a:cubicBezTo>
                  <a:lnTo>
                    <a:pt x="37" y="1655"/>
                  </a:lnTo>
                  <a:cubicBezTo>
                    <a:pt x="0" y="1757"/>
                    <a:pt x="60" y="1855"/>
                    <a:pt x="146" y="1891"/>
                  </a:cubicBezTo>
                  <a:cubicBezTo>
                    <a:pt x="166" y="1899"/>
                    <a:pt x="187" y="1903"/>
                    <a:pt x="208" y="1903"/>
                  </a:cubicBezTo>
                  <a:cubicBezTo>
                    <a:pt x="282" y="1903"/>
                    <a:pt x="357" y="1856"/>
                    <a:pt x="383" y="1786"/>
                  </a:cubicBezTo>
                  <a:lnTo>
                    <a:pt x="481" y="1528"/>
                  </a:lnTo>
                  <a:lnTo>
                    <a:pt x="1155" y="1528"/>
                  </a:lnTo>
                  <a:lnTo>
                    <a:pt x="1251" y="1786"/>
                  </a:lnTo>
                  <a:cubicBezTo>
                    <a:pt x="1279" y="1860"/>
                    <a:pt x="1349" y="1905"/>
                    <a:pt x="1423" y="1905"/>
                  </a:cubicBezTo>
                  <a:cubicBezTo>
                    <a:pt x="1444" y="1905"/>
                    <a:pt x="1466" y="1901"/>
                    <a:pt x="1488" y="1893"/>
                  </a:cubicBezTo>
                  <a:cubicBezTo>
                    <a:pt x="1584" y="1858"/>
                    <a:pt x="1631" y="1750"/>
                    <a:pt x="1596" y="1656"/>
                  </a:cubicBezTo>
                  <a:lnTo>
                    <a:pt x="1024" y="142"/>
                  </a:lnTo>
                  <a:cubicBezTo>
                    <a:pt x="1024" y="139"/>
                    <a:pt x="1022" y="137"/>
                    <a:pt x="1022" y="136"/>
                  </a:cubicBezTo>
                  <a:cubicBezTo>
                    <a:pt x="988" y="54"/>
                    <a:pt x="909"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4" name="Google Shape;15914;p31"/>
            <p:cNvSpPr/>
            <p:nvPr/>
          </p:nvSpPr>
          <p:spPr>
            <a:xfrm>
              <a:off x="2492701" y="998388"/>
              <a:ext cx="48265" cy="52660"/>
            </a:xfrm>
            <a:custGeom>
              <a:rect b="b" l="l" r="r" t="t"/>
              <a:pathLst>
                <a:path extrusionOk="0" h="1390" w="1274">
                  <a:moveTo>
                    <a:pt x="654" y="430"/>
                  </a:moveTo>
                  <a:cubicBezTo>
                    <a:pt x="801" y="430"/>
                    <a:pt x="919" y="549"/>
                    <a:pt x="919" y="696"/>
                  </a:cubicBezTo>
                  <a:cubicBezTo>
                    <a:pt x="919" y="842"/>
                    <a:pt x="801" y="961"/>
                    <a:pt x="654" y="961"/>
                  </a:cubicBezTo>
                  <a:cubicBezTo>
                    <a:pt x="508" y="961"/>
                    <a:pt x="388" y="842"/>
                    <a:pt x="388" y="696"/>
                  </a:cubicBezTo>
                  <a:cubicBezTo>
                    <a:pt x="388" y="549"/>
                    <a:pt x="508" y="430"/>
                    <a:pt x="654" y="430"/>
                  </a:cubicBezTo>
                  <a:close/>
                  <a:moveTo>
                    <a:pt x="1089" y="1"/>
                  </a:moveTo>
                  <a:cubicBezTo>
                    <a:pt x="1008" y="1"/>
                    <a:pt x="941" y="52"/>
                    <a:pt x="916" y="123"/>
                  </a:cubicBezTo>
                  <a:cubicBezTo>
                    <a:pt x="832" y="83"/>
                    <a:pt x="736" y="59"/>
                    <a:pt x="635" y="59"/>
                  </a:cubicBezTo>
                  <a:cubicBezTo>
                    <a:pt x="623" y="59"/>
                    <a:pt x="611" y="59"/>
                    <a:pt x="599" y="60"/>
                  </a:cubicBezTo>
                  <a:cubicBezTo>
                    <a:pt x="267" y="81"/>
                    <a:pt x="1" y="366"/>
                    <a:pt x="5" y="699"/>
                  </a:cubicBezTo>
                  <a:cubicBezTo>
                    <a:pt x="7" y="1049"/>
                    <a:pt x="291" y="1331"/>
                    <a:pt x="640" y="1331"/>
                  </a:cubicBezTo>
                  <a:cubicBezTo>
                    <a:pt x="739" y="1331"/>
                    <a:pt x="831" y="1309"/>
                    <a:pt x="916" y="1267"/>
                  </a:cubicBezTo>
                  <a:cubicBezTo>
                    <a:pt x="941" y="1339"/>
                    <a:pt x="1009" y="1389"/>
                    <a:pt x="1088" y="1389"/>
                  </a:cubicBezTo>
                  <a:cubicBezTo>
                    <a:pt x="1101" y="1389"/>
                    <a:pt x="1114" y="1388"/>
                    <a:pt x="1128" y="1385"/>
                  </a:cubicBezTo>
                  <a:cubicBezTo>
                    <a:pt x="1214" y="1367"/>
                    <a:pt x="1273" y="1288"/>
                    <a:pt x="1273" y="1200"/>
                  </a:cubicBezTo>
                  <a:lnTo>
                    <a:pt x="1273" y="190"/>
                  </a:lnTo>
                  <a:cubicBezTo>
                    <a:pt x="1273" y="102"/>
                    <a:pt x="1214" y="22"/>
                    <a:pt x="1128" y="5"/>
                  </a:cubicBezTo>
                  <a:cubicBezTo>
                    <a:pt x="1115" y="2"/>
                    <a:pt x="1101" y="1"/>
                    <a:pt x="108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5" name="Google Shape;15915;p31"/>
            <p:cNvSpPr/>
            <p:nvPr/>
          </p:nvSpPr>
          <p:spPr>
            <a:xfrm>
              <a:off x="2597264" y="977437"/>
              <a:ext cx="36635" cy="75164"/>
            </a:xfrm>
            <a:custGeom>
              <a:rect b="b" l="l" r="r" t="t"/>
              <a:pathLst>
                <a:path extrusionOk="0" h="1984" w="967">
                  <a:moveTo>
                    <a:pt x="771" y="0"/>
                  </a:moveTo>
                  <a:cubicBezTo>
                    <a:pt x="467" y="0"/>
                    <a:pt x="217" y="223"/>
                    <a:pt x="217" y="497"/>
                  </a:cubicBezTo>
                  <a:lnTo>
                    <a:pt x="217" y="731"/>
                  </a:lnTo>
                  <a:cubicBezTo>
                    <a:pt x="205" y="788"/>
                    <a:pt x="181" y="807"/>
                    <a:pt x="142" y="820"/>
                  </a:cubicBezTo>
                  <a:cubicBezTo>
                    <a:pt x="83" y="841"/>
                    <a:pt x="35" y="890"/>
                    <a:pt x="23" y="950"/>
                  </a:cubicBezTo>
                  <a:cubicBezTo>
                    <a:pt x="1" y="1042"/>
                    <a:pt x="53" y="1134"/>
                    <a:pt x="139" y="1162"/>
                  </a:cubicBezTo>
                  <a:cubicBezTo>
                    <a:pt x="180" y="1177"/>
                    <a:pt x="205" y="1194"/>
                    <a:pt x="217" y="1252"/>
                  </a:cubicBezTo>
                  <a:lnTo>
                    <a:pt x="217" y="1487"/>
                  </a:lnTo>
                  <a:cubicBezTo>
                    <a:pt x="217" y="1758"/>
                    <a:pt x="462" y="1979"/>
                    <a:pt x="764" y="1983"/>
                  </a:cubicBezTo>
                  <a:cubicBezTo>
                    <a:pt x="765" y="1983"/>
                    <a:pt x="766" y="1983"/>
                    <a:pt x="766" y="1983"/>
                  </a:cubicBezTo>
                  <a:cubicBezTo>
                    <a:pt x="854" y="1983"/>
                    <a:pt x="934" y="1921"/>
                    <a:pt x="948" y="1833"/>
                  </a:cubicBezTo>
                  <a:cubicBezTo>
                    <a:pt x="966" y="1719"/>
                    <a:pt x="880" y="1623"/>
                    <a:pt x="770" y="1623"/>
                  </a:cubicBezTo>
                  <a:cubicBezTo>
                    <a:pt x="666" y="1623"/>
                    <a:pt x="578" y="1561"/>
                    <a:pt x="578" y="1487"/>
                  </a:cubicBezTo>
                  <a:lnTo>
                    <a:pt x="578" y="1235"/>
                  </a:lnTo>
                  <a:cubicBezTo>
                    <a:pt x="578" y="1225"/>
                    <a:pt x="577" y="1214"/>
                    <a:pt x="576" y="1204"/>
                  </a:cubicBezTo>
                  <a:cubicBezTo>
                    <a:pt x="560" y="1116"/>
                    <a:pt x="530" y="1047"/>
                    <a:pt x="490" y="992"/>
                  </a:cubicBezTo>
                  <a:cubicBezTo>
                    <a:pt x="530" y="937"/>
                    <a:pt x="560" y="868"/>
                    <a:pt x="576" y="780"/>
                  </a:cubicBezTo>
                  <a:cubicBezTo>
                    <a:pt x="577" y="769"/>
                    <a:pt x="578" y="759"/>
                    <a:pt x="578" y="748"/>
                  </a:cubicBezTo>
                  <a:lnTo>
                    <a:pt x="578" y="497"/>
                  </a:lnTo>
                  <a:cubicBezTo>
                    <a:pt x="578" y="425"/>
                    <a:pt x="661" y="365"/>
                    <a:pt x="764" y="361"/>
                  </a:cubicBezTo>
                  <a:cubicBezTo>
                    <a:pt x="859" y="359"/>
                    <a:pt x="944" y="287"/>
                    <a:pt x="951" y="192"/>
                  </a:cubicBezTo>
                  <a:cubicBezTo>
                    <a:pt x="958" y="87"/>
                    <a:pt x="875" y="0"/>
                    <a:pt x="77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6" name="Google Shape;15916;p31"/>
            <p:cNvSpPr/>
            <p:nvPr/>
          </p:nvSpPr>
          <p:spPr>
            <a:xfrm>
              <a:off x="2692507" y="977513"/>
              <a:ext cx="36673" cy="75126"/>
            </a:xfrm>
            <a:custGeom>
              <a:rect b="b" l="l" r="r" t="t"/>
              <a:pathLst>
                <a:path extrusionOk="0" h="1983" w="968">
                  <a:moveTo>
                    <a:pt x="200" y="0"/>
                  </a:moveTo>
                  <a:cubicBezTo>
                    <a:pt x="113" y="0"/>
                    <a:pt x="34" y="63"/>
                    <a:pt x="20" y="149"/>
                  </a:cubicBezTo>
                  <a:cubicBezTo>
                    <a:pt x="0" y="263"/>
                    <a:pt x="88" y="360"/>
                    <a:pt x="198" y="360"/>
                  </a:cubicBezTo>
                  <a:cubicBezTo>
                    <a:pt x="303" y="360"/>
                    <a:pt x="390" y="422"/>
                    <a:pt x="390" y="496"/>
                  </a:cubicBezTo>
                  <a:lnTo>
                    <a:pt x="390" y="749"/>
                  </a:lnTo>
                  <a:cubicBezTo>
                    <a:pt x="390" y="760"/>
                    <a:pt x="392" y="770"/>
                    <a:pt x="393" y="781"/>
                  </a:cubicBezTo>
                  <a:cubicBezTo>
                    <a:pt x="409" y="868"/>
                    <a:pt x="439" y="936"/>
                    <a:pt x="478" y="991"/>
                  </a:cubicBezTo>
                  <a:cubicBezTo>
                    <a:pt x="440" y="1045"/>
                    <a:pt x="409" y="1114"/>
                    <a:pt x="393" y="1202"/>
                  </a:cubicBezTo>
                  <a:cubicBezTo>
                    <a:pt x="390" y="1211"/>
                    <a:pt x="390" y="1222"/>
                    <a:pt x="390" y="1232"/>
                  </a:cubicBezTo>
                  <a:lnTo>
                    <a:pt x="390" y="1485"/>
                  </a:lnTo>
                  <a:cubicBezTo>
                    <a:pt x="390" y="1557"/>
                    <a:pt x="305" y="1618"/>
                    <a:pt x="204" y="1621"/>
                  </a:cubicBezTo>
                  <a:cubicBezTo>
                    <a:pt x="109" y="1623"/>
                    <a:pt x="23" y="1694"/>
                    <a:pt x="18" y="1789"/>
                  </a:cubicBezTo>
                  <a:cubicBezTo>
                    <a:pt x="12" y="1894"/>
                    <a:pt x="95" y="1982"/>
                    <a:pt x="198" y="1982"/>
                  </a:cubicBezTo>
                  <a:cubicBezTo>
                    <a:pt x="503" y="1982"/>
                    <a:pt x="751" y="1759"/>
                    <a:pt x="751" y="1486"/>
                  </a:cubicBezTo>
                  <a:lnTo>
                    <a:pt x="751" y="1251"/>
                  </a:lnTo>
                  <a:cubicBezTo>
                    <a:pt x="765" y="1196"/>
                    <a:pt x="788" y="1176"/>
                    <a:pt x="828" y="1162"/>
                  </a:cubicBezTo>
                  <a:cubicBezTo>
                    <a:pt x="886" y="1141"/>
                    <a:pt x="933" y="1093"/>
                    <a:pt x="947" y="1033"/>
                  </a:cubicBezTo>
                  <a:cubicBezTo>
                    <a:pt x="968" y="940"/>
                    <a:pt x="916" y="850"/>
                    <a:pt x="829" y="821"/>
                  </a:cubicBezTo>
                  <a:cubicBezTo>
                    <a:pt x="788" y="806"/>
                    <a:pt x="764" y="788"/>
                    <a:pt x="750" y="730"/>
                  </a:cubicBezTo>
                  <a:lnTo>
                    <a:pt x="750" y="496"/>
                  </a:lnTo>
                  <a:cubicBezTo>
                    <a:pt x="750" y="226"/>
                    <a:pt x="505" y="4"/>
                    <a:pt x="204" y="0"/>
                  </a:cubicBezTo>
                  <a:cubicBezTo>
                    <a:pt x="203" y="0"/>
                    <a:pt x="202"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7" name="Google Shape;15917;p31"/>
            <p:cNvSpPr/>
            <p:nvPr/>
          </p:nvSpPr>
          <p:spPr>
            <a:xfrm>
              <a:off x="2643749" y="978536"/>
              <a:ext cx="39249" cy="72891"/>
            </a:xfrm>
            <a:custGeom>
              <a:rect b="b" l="l" r="r" t="t"/>
              <a:pathLst>
                <a:path extrusionOk="0" h="1924" w="1036">
                  <a:moveTo>
                    <a:pt x="826" y="0"/>
                  </a:moveTo>
                  <a:cubicBezTo>
                    <a:pt x="753" y="0"/>
                    <a:pt x="683" y="44"/>
                    <a:pt x="655" y="117"/>
                  </a:cubicBezTo>
                  <a:lnTo>
                    <a:pt x="37" y="1671"/>
                  </a:lnTo>
                  <a:cubicBezTo>
                    <a:pt x="0" y="1765"/>
                    <a:pt x="46" y="1872"/>
                    <a:pt x="140" y="1911"/>
                  </a:cubicBezTo>
                  <a:cubicBezTo>
                    <a:pt x="162" y="1919"/>
                    <a:pt x="186" y="1924"/>
                    <a:pt x="208" y="1924"/>
                  </a:cubicBezTo>
                  <a:cubicBezTo>
                    <a:pt x="282" y="1924"/>
                    <a:pt x="351" y="1880"/>
                    <a:pt x="380" y="1807"/>
                  </a:cubicBezTo>
                  <a:lnTo>
                    <a:pt x="998" y="253"/>
                  </a:lnTo>
                  <a:cubicBezTo>
                    <a:pt x="1036" y="159"/>
                    <a:pt x="990" y="52"/>
                    <a:pt x="894" y="13"/>
                  </a:cubicBezTo>
                  <a:cubicBezTo>
                    <a:pt x="872" y="4"/>
                    <a:pt x="849" y="0"/>
                    <a:pt x="82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8" name="Google Shape;15918;p31"/>
            <p:cNvSpPr/>
            <p:nvPr/>
          </p:nvSpPr>
          <p:spPr>
            <a:xfrm>
              <a:off x="2335403" y="748460"/>
              <a:ext cx="477313" cy="406392"/>
            </a:xfrm>
            <a:custGeom>
              <a:rect b="b" l="l" r="r" t="t"/>
              <a:pathLst>
                <a:path extrusionOk="0" h="10727" w="12599">
                  <a:moveTo>
                    <a:pt x="10849" y="378"/>
                  </a:moveTo>
                  <a:cubicBezTo>
                    <a:pt x="10913" y="378"/>
                    <a:pt x="10994" y="438"/>
                    <a:pt x="11079" y="499"/>
                  </a:cubicBezTo>
                  <a:cubicBezTo>
                    <a:pt x="11240" y="616"/>
                    <a:pt x="11385" y="675"/>
                    <a:pt x="11582" y="707"/>
                  </a:cubicBezTo>
                  <a:cubicBezTo>
                    <a:pt x="11680" y="723"/>
                    <a:pt x="11781" y="740"/>
                    <a:pt x="11823" y="781"/>
                  </a:cubicBezTo>
                  <a:cubicBezTo>
                    <a:pt x="11864" y="823"/>
                    <a:pt x="11882" y="925"/>
                    <a:pt x="11898" y="1022"/>
                  </a:cubicBezTo>
                  <a:cubicBezTo>
                    <a:pt x="11929" y="1211"/>
                    <a:pt x="11994" y="1371"/>
                    <a:pt x="12105" y="1525"/>
                  </a:cubicBezTo>
                  <a:cubicBezTo>
                    <a:pt x="12167" y="1611"/>
                    <a:pt x="12226" y="1692"/>
                    <a:pt x="12226" y="1755"/>
                  </a:cubicBezTo>
                  <a:cubicBezTo>
                    <a:pt x="12226" y="1820"/>
                    <a:pt x="12167" y="1901"/>
                    <a:pt x="12105" y="1986"/>
                  </a:cubicBezTo>
                  <a:cubicBezTo>
                    <a:pt x="11993" y="2142"/>
                    <a:pt x="11929" y="2300"/>
                    <a:pt x="11898" y="2489"/>
                  </a:cubicBezTo>
                  <a:cubicBezTo>
                    <a:pt x="11880" y="2587"/>
                    <a:pt x="11864" y="2688"/>
                    <a:pt x="11823" y="2730"/>
                  </a:cubicBezTo>
                  <a:cubicBezTo>
                    <a:pt x="11781" y="2771"/>
                    <a:pt x="11680" y="2789"/>
                    <a:pt x="11582" y="2805"/>
                  </a:cubicBezTo>
                  <a:cubicBezTo>
                    <a:pt x="11385" y="2837"/>
                    <a:pt x="11241" y="2895"/>
                    <a:pt x="11079" y="3012"/>
                  </a:cubicBezTo>
                  <a:cubicBezTo>
                    <a:pt x="10994" y="3074"/>
                    <a:pt x="10913" y="3133"/>
                    <a:pt x="10849" y="3133"/>
                  </a:cubicBezTo>
                  <a:cubicBezTo>
                    <a:pt x="10785" y="3133"/>
                    <a:pt x="10704" y="3074"/>
                    <a:pt x="10618" y="3012"/>
                  </a:cubicBezTo>
                  <a:cubicBezTo>
                    <a:pt x="10459" y="2897"/>
                    <a:pt x="10311" y="2837"/>
                    <a:pt x="10115" y="2805"/>
                  </a:cubicBezTo>
                  <a:cubicBezTo>
                    <a:pt x="10018" y="2787"/>
                    <a:pt x="9916" y="2771"/>
                    <a:pt x="9875" y="2730"/>
                  </a:cubicBezTo>
                  <a:cubicBezTo>
                    <a:pt x="9833" y="2688"/>
                    <a:pt x="9816" y="2587"/>
                    <a:pt x="9800" y="2489"/>
                  </a:cubicBezTo>
                  <a:cubicBezTo>
                    <a:pt x="9769" y="2300"/>
                    <a:pt x="9705" y="2141"/>
                    <a:pt x="9592" y="1986"/>
                  </a:cubicBezTo>
                  <a:cubicBezTo>
                    <a:pt x="9531" y="1901"/>
                    <a:pt x="9472" y="1820"/>
                    <a:pt x="9472" y="1755"/>
                  </a:cubicBezTo>
                  <a:cubicBezTo>
                    <a:pt x="9472" y="1691"/>
                    <a:pt x="9531" y="1611"/>
                    <a:pt x="9592" y="1525"/>
                  </a:cubicBezTo>
                  <a:cubicBezTo>
                    <a:pt x="9709" y="1365"/>
                    <a:pt x="9768" y="1218"/>
                    <a:pt x="9800" y="1022"/>
                  </a:cubicBezTo>
                  <a:cubicBezTo>
                    <a:pt x="9816" y="925"/>
                    <a:pt x="9833" y="823"/>
                    <a:pt x="9875" y="781"/>
                  </a:cubicBezTo>
                  <a:cubicBezTo>
                    <a:pt x="9916" y="740"/>
                    <a:pt x="10018" y="723"/>
                    <a:pt x="10115" y="707"/>
                  </a:cubicBezTo>
                  <a:cubicBezTo>
                    <a:pt x="10309" y="675"/>
                    <a:pt x="10459" y="614"/>
                    <a:pt x="10618" y="499"/>
                  </a:cubicBezTo>
                  <a:cubicBezTo>
                    <a:pt x="10704" y="438"/>
                    <a:pt x="10785" y="378"/>
                    <a:pt x="10849" y="378"/>
                  </a:cubicBezTo>
                  <a:close/>
                  <a:moveTo>
                    <a:pt x="2977" y="2945"/>
                  </a:moveTo>
                  <a:cubicBezTo>
                    <a:pt x="4233" y="2945"/>
                    <a:pt x="6113" y="2946"/>
                    <a:pt x="6113" y="2946"/>
                  </a:cubicBezTo>
                  <a:lnTo>
                    <a:pt x="6113" y="5416"/>
                  </a:lnTo>
                  <a:lnTo>
                    <a:pt x="1788" y="5416"/>
                  </a:lnTo>
                  <a:lnTo>
                    <a:pt x="1788" y="3053"/>
                  </a:lnTo>
                  <a:cubicBezTo>
                    <a:pt x="1788" y="3002"/>
                    <a:pt x="1824" y="2957"/>
                    <a:pt x="1875" y="2946"/>
                  </a:cubicBezTo>
                  <a:cubicBezTo>
                    <a:pt x="1877" y="2946"/>
                    <a:pt x="2349" y="2945"/>
                    <a:pt x="2977" y="2945"/>
                  </a:cubicBezTo>
                  <a:close/>
                  <a:moveTo>
                    <a:pt x="9578" y="2959"/>
                  </a:moveTo>
                  <a:cubicBezTo>
                    <a:pt x="9585" y="2968"/>
                    <a:pt x="9595" y="2979"/>
                    <a:pt x="9604" y="2988"/>
                  </a:cubicBezTo>
                  <a:cubicBezTo>
                    <a:pt x="9730" y="3112"/>
                    <a:pt x="9898" y="3140"/>
                    <a:pt x="10045" y="3164"/>
                  </a:cubicBezTo>
                  <a:cubicBezTo>
                    <a:pt x="10186" y="3188"/>
                    <a:pt x="10277" y="3224"/>
                    <a:pt x="10393" y="3307"/>
                  </a:cubicBezTo>
                  <a:cubicBezTo>
                    <a:pt x="10501" y="3384"/>
                    <a:pt x="10633" y="3478"/>
                    <a:pt x="10796" y="3494"/>
                  </a:cubicBezTo>
                  <a:lnTo>
                    <a:pt x="10796" y="4467"/>
                  </a:lnTo>
                  <a:lnTo>
                    <a:pt x="9910" y="3523"/>
                  </a:lnTo>
                  <a:cubicBezTo>
                    <a:pt x="9874" y="3485"/>
                    <a:pt x="9824" y="3465"/>
                    <a:pt x="9775" y="3465"/>
                  </a:cubicBezTo>
                  <a:cubicBezTo>
                    <a:pt x="9730" y="3465"/>
                    <a:pt x="9685" y="3481"/>
                    <a:pt x="9649" y="3514"/>
                  </a:cubicBezTo>
                  <a:lnTo>
                    <a:pt x="8559" y="4515"/>
                  </a:lnTo>
                  <a:lnTo>
                    <a:pt x="8448" y="4396"/>
                  </a:lnTo>
                  <a:cubicBezTo>
                    <a:pt x="8416" y="4362"/>
                    <a:pt x="8373" y="4344"/>
                    <a:pt x="8328" y="4344"/>
                  </a:cubicBezTo>
                  <a:cubicBezTo>
                    <a:pt x="8316" y="4344"/>
                    <a:pt x="8303" y="4346"/>
                    <a:pt x="8290" y="4349"/>
                  </a:cubicBezTo>
                  <a:cubicBezTo>
                    <a:pt x="8134" y="4387"/>
                    <a:pt x="8097" y="4557"/>
                    <a:pt x="8189" y="4656"/>
                  </a:cubicBezTo>
                  <a:lnTo>
                    <a:pt x="8731" y="5233"/>
                  </a:lnTo>
                  <a:cubicBezTo>
                    <a:pt x="8767" y="5272"/>
                    <a:pt x="8816" y="5292"/>
                    <a:pt x="8866" y="5292"/>
                  </a:cubicBezTo>
                  <a:cubicBezTo>
                    <a:pt x="8944" y="5292"/>
                    <a:pt x="9023" y="5242"/>
                    <a:pt x="9050" y="5143"/>
                  </a:cubicBezTo>
                  <a:cubicBezTo>
                    <a:pt x="9064" y="5095"/>
                    <a:pt x="9042" y="5028"/>
                    <a:pt x="9009" y="4994"/>
                  </a:cubicBezTo>
                  <a:lnTo>
                    <a:pt x="8811" y="4784"/>
                  </a:lnTo>
                  <a:lnTo>
                    <a:pt x="9767" y="3907"/>
                  </a:lnTo>
                  <a:lnTo>
                    <a:pt x="10798" y="5005"/>
                  </a:lnTo>
                  <a:lnTo>
                    <a:pt x="10798" y="5418"/>
                  </a:lnTo>
                  <a:lnTo>
                    <a:pt x="6473" y="5418"/>
                  </a:lnTo>
                  <a:lnTo>
                    <a:pt x="6473" y="4835"/>
                  </a:lnTo>
                  <a:lnTo>
                    <a:pt x="7483" y="3907"/>
                  </a:lnTo>
                  <a:lnTo>
                    <a:pt x="7606" y="4038"/>
                  </a:lnTo>
                  <a:cubicBezTo>
                    <a:pt x="7642" y="4077"/>
                    <a:pt x="7692" y="4096"/>
                    <a:pt x="7741" y="4096"/>
                  </a:cubicBezTo>
                  <a:cubicBezTo>
                    <a:pt x="7786" y="4096"/>
                    <a:pt x="7831" y="4080"/>
                    <a:pt x="7867" y="4047"/>
                  </a:cubicBezTo>
                  <a:cubicBezTo>
                    <a:pt x="7941" y="3978"/>
                    <a:pt x="7945" y="3863"/>
                    <a:pt x="7876" y="3787"/>
                  </a:cubicBezTo>
                  <a:lnTo>
                    <a:pt x="7627" y="3523"/>
                  </a:lnTo>
                  <a:cubicBezTo>
                    <a:pt x="7591" y="3485"/>
                    <a:pt x="7541" y="3465"/>
                    <a:pt x="7492" y="3465"/>
                  </a:cubicBezTo>
                  <a:cubicBezTo>
                    <a:pt x="7447" y="3465"/>
                    <a:pt x="7402" y="3481"/>
                    <a:pt x="7366" y="3514"/>
                  </a:cubicBezTo>
                  <a:lnTo>
                    <a:pt x="6473" y="4335"/>
                  </a:lnTo>
                  <a:lnTo>
                    <a:pt x="6473" y="2959"/>
                  </a:lnTo>
                  <a:close/>
                  <a:moveTo>
                    <a:pt x="6113" y="5809"/>
                  </a:moveTo>
                  <a:lnTo>
                    <a:pt x="6113" y="8266"/>
                  </a:lnTo>
                  <a:lnTo>
                    <a:pt x="1903" y="8266"/>
                  </a:lnTo>
                  <a:cubicBezTo>
                    <a:pt x="1840" y="8266"/>
                    <a:pt x="1790" y="8216"/>
                    <a:pt x="1790" y="8153"/>
                  </a:cubicBezTo>
                  <a:lnTo>
                    <a:pt x="1790" y="5809"/>
                  </a:lnTo>
                  <a:close/>
                  <a:moveTo>
                    <a:pt x="10799" y="5809"/>
                  </a:moveTo>
                  <a:lnTo>
                    <a:pt x="10799" y="8153"/>
                  </a:lnTo>
                  <a:cubicBezTo>
                    <a:pt x="10799" y="8216"/>
                    <a:pt x="10748" y="8266"/>
                    <a:pt x="10685" y="8266"/>
                  </a:cubicBezTo>
                  <a:lnTo>
                    <a:pt x="6475" y="8266"/>
                  </a:lnTo>
                  <a:lnTo>
                    <a:pt x="6475" y="5809"/>
                  </a:lnTo>
                  <a:close/>
                  <a:moveTo>
                    <a:pt x="9197" y="2108"/>
                  </a:moveTo>
                  <a:cubicBezTo>
                    <a:pt x="9223" y="2147"/>
                    <a:pt x="9250" y="2184"/>
                    <a:pt x="9275" y="2219"/>
                  </a:cubicBezTo>
                  <a:cubicBezTo>
                    <a:pt x="9362" y="2336"/>
                    <a:pt x="9395" y="2415"/>
                    <a:pt x="9420" y="2557"/>
                  </a:cubicBezTo>
                  <a:cubicBezTo>
                    <a:pt x="9422" y="2571"/>
                    <a:pt x="9425" y="2586"/>
                    <a:pt x="9427" y="2599"/>
                  </a:cubicBezTo>
                  <a:lnTo>
                    <a:pt x="1910" y="2599"/>
                  </a:lnTo>
                  <a:cubicBezTo>
                    <a:pt x="1775" y="2599"/>
                    <a:pt x="1665" y="2644"/>
                    <a:pt x="1570" y="2739"/>
                  </a:cubicBezTo>
                  <a:cubicBezTo>
                    <a:pt x="1478" y="2828"/>
                    <a:pt x="1429" y="2957"/>
                    <a:pt x="1429" y="3084"/>
                  </a:cubicBezTo>
                  <a:lnTo>
                    <a:pt x="1429" y="8178"/>
                  </a:lnTo>
                  <a:cubicBezTo>
                    <a:pt x="1429" y="8445"/>
                    <a:pt x="1644" y="8661"/>
                    <a:pt x="1912" y="8661"/>
                  </a:cubicBezTo>
                  <a:lnTo>
                    <a:pt x="10690" y="8661"/>
                  </a:lnTo>
                  <a:cubicBezTo>
                    <a:pt x="10690" y="8661"/>
                    <a:pt x="11174" y="8424"/>
                    <a:pt x="11160" y="8157"/>
                  </a:cubicBezTo>
                  <a:lnTo>
                    <a:pt x="11160" y="3396"/>
                  </a:lnTo>
                  <a:cubicBezTo>
                    <a:pt x="11217" y="3368"/>
                    <a:pt x="11259" y="3339"/>
                    <a:pt x="11297" y="3313"/>
                  </a:cubicBezTo>
                  <a:cubicBezTo>
                    <a:pt x="11391" y="3245"/>
                    <a:pt x="11475" y="3199"/>
                    <a:pt x="11586" y="3178"/>
                  </a:cubicBezTo>
                  <a:lnTo>
                    <a:pt x="11586" y="8675"/>
                  </a:lnTo>
                  <a:lnTo>
                    <a:pt x="11585" y="8675"/>
                  </a:lnTo>
                  <a:cubicBezTo>
                    <a:pt x="11589" y="8934"/>
                    <a:pt x="11120" y="9152"/>
                    <a:pt x="11120" y="9152"/>
                  </a:cubicBezTo>
                  <a:lnTo>
                    <a:pt x="1471" y="9152"/>
                  </a:lnTo>
                  <a:cubicBezTo>
                    <a:pt x="1211" y="9152"/>
                    <a:pt x="1001" y="8942"/>
                    <a:pt x="1001" y="8683"/>
                  </a:cubicBezTo>
                  <a:lnTo>
                    <a:pt x="1001" y="2577"/>
                  </a:lnTo>
                  <a:cubicBezTo>
                    <a:pt x="1001" y="2318"/>
                    <a:pt x="1211" y="2108"/>
                    <a:pt x="1471" y="2108"/>
                  </a:cubicBezTo>
                  <a:close/>
                  <a:moveTo>
                    <a:pt x="7424" y="9511"/>
                  </a:moveTo>
                  <a:lnTo>
                    <a:pt x="7424" y="9558"/>
                  </a:lnTo>
                  <a:cubicBezTo>
                    <a:pt x="7425" y="9660"/>
                    <a:pt x="7343" y="9740"/>
                    <a:pt x="7243" y="9740"/>
                  </a:cubicBezTo>
                  <a:lnTo>
                    <a:pt x="5378" y="9740"/>
                  </a:lnTo>
                  <a:cubicBezTo>
                    <a:pt x="5278" y="9740"/>
                    <a:pt x="5196" y="9660"/>
                    <a:pt x="5196" y="9558"/>
                  </a:cubicBezTo>
                  <a:lnTo>
                    <a:pt x="5196" y="9511"/>
                  </a:lnTo>
                  <a:close/>
                  <a:moveTo>
                    <a:pt x="10836" y="0"/>
                  </a:moveTo>
                  <a:cubicBezTo>
                    <a:pt x="10652" y="0"/>
                    <a:pt x="10506" y="106"/>
                    <a:pt x="10390" y="190"/>
                  </a:cubicBezTo>
                  <a:cubicBezTo>
                    <a:pt x="10280" y="270"/>
                    <a:pt x="10176" y="312"/>
                    <a:pt x="10042" y="334"/>
                  </a:cubicBezTo>
                  <a:cubicBezTo>
                    <a:pt x="9894" y="358"/>
                    <a:pt x="9727" y="387"/>
                    <a:pt x="9602" y="512"/>
                  </a:cubicBezTo>
                  <a:cubicBezTo>
                    <a:pt x="9393" y="722"/>
                    <a:pt x="9452" y="1064"/>
                    <a:pt x="9282" y="1302"/>
                  </a:cubicBezTo>
                  <a:cubicBezTo>
                    <a:pt x="9203" y="1412"/>
                    <a:pt x="9105" y="1546"/>
                    <a:pt x="9093" y="1714"/>
                  </a:cubicBezTo>
                  <a:lnTo>
                    <a:pt x="1479" y="1714"/>
                  </a:lnTo>
                  <a:cubicBezTo>
                    <a:pt x="1017" y="1714"/>
                    <a:pt x="641" y="2089"/>
                    <a:pt x="641" y="2551"/>
                  </a:cubicBezTo>
                  <a:lnTo>
                    <a:pt x="641" y="8678"/>
                  </a:lnTo>
                  <a:cubicBezTo>
                    <a:pt x="641" y="8854"/>
                    <a:pt x="695" y="9017"/>
                    <a:pt x="787" y="9152"/>
                  </a:cubicBezTo>
                  <a:lnTo>
                    <a:pt x="492" y="9152"/>
                  </a:lnTo>
                  <a:cubicBezTo>
                    <a:pt x="221" y="9152"/>
                    <a:pt x="0" y="9373"/>
                    <a:pt x="0" y="9644"/>
                  </a:cubicBezTo>
                  <a:cubicBezTo>
                    <a:pt x="0" y="10239"/>
                    <a:pt x="484" y="10725"/>
                    <a:pt x="1081" y="10725"/>
                  </a:cubicBezTo>
                  <a:lnTo>
                    <a:pt x="2934" y="10725"/>
                  </a:lnTo>
                  <a:cubicBezTo>
                    <a:pt x="3009" y="10725"/>
                    <a:pt x="3080" y="10682"/>
                    <a:pt x="3109" y="10613"/>
                  </a:cubicBezTo>
                  <a:cubicBezTo>
                    <a:pt x="3169" y="10469"/>
                    <a:pt x="3066" y="10332"/>
                    <a:pt x="2930" y="10332"/>
                  </a:cubicBezTo>
                  <a:lnTo>
                    <a:pt x="1084" y="10332"/>
                  </a:lnTo>
                  <a:cubicBezTo>
                    <a:pt x="698" y="10332"/>
                    <a:pt x="382" y="10017"/>
                    <a:pt x="383" y="9631"/>
                  </a:cubicBezTo>
                  <a:cubicBezTo>
                    <a:pt x="383" y="9566"/>
                    <a:pt x="438" y="9514"/>
                    <a:pt x="504" y="9514"/>
                  </a:cubicBezTo>
                  <a:lnTo>
                    <a:pt x="4835" y="9514"/>
                  </a:lnTo>
                  <a:lnTo>
                    <a:pt x="4835" y="9553"/>
                  </a:lnTo>
                  <a:cubicBezTo>
                    <a:pt x="4835" y="9857"/>
                    <a:pt x="5081" y="10103"/>
                    <a:pt x="5385" y="10103"/>
                  </a:cubicBezTo>
                  <a:lnTo>
                    <a:pt x="7233" y="10103"/>
                  </a:lnTo>
                  <a:cubicBezTo>
                    <a:pt x="7537" y="10103"/>
                    <a:pt x="7783" y="9857"/>
                    <a:pt x="7783" y="9553"/>
                  </a:cubicBezTo>
                  <a:lnTo>
                    <a:pt x="7783" y="9514"/>
                  </a:lnTo>
                  <a:lnTo>
                    <a:pt x="12077" y="9514"/>
                  </a:lnTo>
                  <a:cubicBezTo>
                    <a:pt x="12142" y="9514"/>
                    <a:pt x="12196" y="9568"/>
                    <a:pt x="12196" y="9634"/>
                  </a:cubicBezTo>
                  <a:cubicBezTo>
                    <a:pt x="12196" y="10019"/>
                    <a:pt x="11882" y="10333"/>
                    <a:pt x="11496" y="10333"/>
                  </a:cubicBezTo>
                  <a:lnTo>
                    <a:pt x="3783" y="10333"/>
                  </a:lnTo>
                  <a:cubicBezTo>
                    <a:pt x="3708" y="10333"/>
                    <a:pt x="3637" y="10377"/>
                    <a:pt x="3608" y="10446"/>
                  </a:cubicBezTo>
                  <a:cubicBezTo>
                    <a:pt x="3547" y="10589"/>
                    <a:pt x="3651" y="10726"/>
                    <a:pt x="3787" y="10726"/>
                  </a:cubicBezTo>
                  <a:lnTo>
                    <a:pt x="11516" y="10726"/>
                  </a:lnTo>
                  <a:cubicBezTo>
                    <a:pt x="12111" y="10726"/>
                    <a:pt x="12597" y="10242"/>
                    <a:pt x="12597" y="9645"/>
                  </a:cubicBezTo>
                  <a:cubicBezTo>
                    <a:pt x="12599" y="9372"/>
                    <a:pt x="12377" y="9152"/>
                    <a:pt x="12105" y="9152"/>
                  </a:cubicBezTo>
                  <a:lnTo>
                    <a:pt x="11801" y="9152"/>
                  </a:lnTo>
                  <a:cubicBezTo>
                    <a:pt x="11891" y="9018"/>
                    <a:pt x="11945" y="8855"/>
                    <a:pt x="11945" y="8682"/>
                  </a:cubicBezTo>
                  <a:lnTo>
                    <a:pt x="11945" y="3077"/>
                  </a:lnTo>
                  <a:cubicBezTo>
                    <a:pt x="11989" y="3053"/>
                    <a:pt x="12032" y="3025"/>
                    <a:pt x="12071" y="2986"/>
                  </a:cubicBezTo>
                  <a:cubicBezTo>
                    <a:pt x="12196" y="2860"/>
                    <a:pt x="12224" y="2693"/>
                    <a:pt x="12249" y="2545"/>
                  </a:cubicBezTo>
                  <a:cubicBezTo>
                    <a:pt x="12271" y="2410"/>
                    <a:pt x="12312" y="2308"/>
                    <a:pt x="12392" y="2197"/>
                  </a:cubicBezTo>
                  <a:cubicBezTo>
                    <a:pt x="12478" y="2079"/>
                    <a:pt x="12583" y="1934"/>
                    <a:pt x="12583" y="1749"/>
                  </a:cubicBezTo>
                  <a:cubicBezTo>
                    <a:pt x="12583" y="1565"/>
                    <a:pt x="12478" y="1419"/>
                    <a:pt x="12392" y="1302"/>
                  </a:cubicBezTo>
                  <a:cubicBezTo>
                    <a:pt x="12312" y="1189"/>
                    <a:pt x="12272" y="1089"/>
                    <a:pt x="12249" y="953"/>
                  </a:cubicBezTo>
                  <a:cubicBezTo>
                    <a:pt x="12224" y="806"/>
                    <a:pt x="12196" y="638"/>
                    <a:pt x="12071" y="512"/>
                  </a:cubicBezTo>
                  <a:cubicBezTo>
                    <a:pt x="11945" y="387"/>
                    <a:pt x="11778" y="359"/>
                    <a:pt x="11631" y="334"/>
                  </a:cubicBezTo>
                  <a:cubicBezTo>
                    <a:pt x="11486" y="310"/>
                    <a:pt x="11400" y="276"/>
                    <a:pt x="11282" y="190"/>
                  </a:cubicBezTo>
                  <a:cubicBezTo>
                    <a:pt x="11166" y="105"/>
                    <a:pt x="11020"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9" name="Google Shape;15919;p31"/>
            <p:cNvSpPr/>
            <p:nvPr/>
          </p:nvSpPr>
          <p:spPr>
            <a:xfrm>
              <a:off x="2716147" y="788278"/>
              <a:ext cx="60540" cy="53418"/>
            </a:xfrm>
            <a:custGeom>
              <a:rect b="b" l="l" r="r" t="t"/>
              <a:pathLst>
                <a:path extrusionOk="0" h="1410" w="1598">
                  <a:moveTo>
                    <a:pt x="1390" y="0"/>
                  </a:moveTo>
                  <a:cubicBezTo>
                    <a:pt x="1332" y="0"/>
                    <a:pt x="1275" y="28"/>
                    <a:pt x="1238" y="78"/>
                  </a:cubicBezTo>
                  <a:lnTo>
                    <a:pt x="635" y="923"/>
                  </a:lnTo>
                  <a:lnTo>
                    <a:pt x="348" y="578"/>
                  </a:lnTo>
                  <a:cubicBezTo>
                    <a:pt x="312" y="534"/>
                    <a:pt x="260" y="511"/>
                    <a:pt x="208" y="511"/>
                  </a:cubicBezTo>
                  <a:cubicBezTo>
                    <a:pt x="166" y="511"/>
                    <a:pt x="124" y="526"/>
                    <a:pt x="89" y="555"/>
                  </a:cubicBezTo>
                  <a:cubicBezTo>
                    <a:pt x="11" y="620"/>
                    <a:pt x="0" y="735"/>
                    <a:pt x="65" y="813"/>
                  </a:cubicBezTo>
                  <a:lnTo>
                    <a:pt x="506" y="1342"/>
                  </a:lnTo>
                  <a:cubicBezTo>
                    <a:pt x="541" y="1384"/>
                    <a:pt x="592" y="1409"/>
                    <a:pt x="648" y="1409"/>
                  </a:cubicBezTo>
                  <a:lnTo>
                    <a:pt x="654" y="1409"/>
                  </a:lnTo>
                  <a:cubicBezTo>
                    <a:pt x="712" y="1406"/>
                    <a:pt x="764" y="1379"/>
                    <a:pt x="796" y="1332"/>
                  </a:cubicBezTo>
                  <a:lnTo>
                    <a:pt x="1539" y="291"/>
                  </a:lnTo>
                  <a:cubicBezTo>
                    <a:pt x="1598" y="209"/>
                    <a:pt x="1580" y="94"/>
                    <a:pt x="1495" y="34"/>
                  </a:cubicBezTo>
                  <a:cubicBezTo>
                    <a:pt x="1463" y="11"/>
                    <a:pt x="1427" y="0"/>
                    <a:pt x="139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20" name="Google Shape;15920;p31"/>
          <p:cNvGrpSpPr/>
          <p:nvPr/>
        </p:nvGrpSpPr>
        <p:grpSpPr>
          <a:xfrm>
            <a:off x="1730410" y="1313899"/>
            <a:ext cx="448403" cy="449511"/>
            <a:chOff x="1558836" y="713303"/>
            <a:chExt cx="475457" cy="476631"/>
          </a:xfrm>
        </p:grpSpPr>
        <p:sp>
          <p:nvSpPr>
            <p:cNvPr id="15921" name="Google Shape;15921;p31"/>
            <p:cNvSpPr/>
            <p:nvPr/>
          </p:nvSpPr>
          <p:spPr>
            <a:xfrm>
              <a:off x="1611458" y="819874"/>
              <a:ext cx="39855" cy="85128"/>
            </a:xfrm>
            <a:custGeom>
              <a:rect b="b" l="l" r="r" t="t"/>
              <a:pathLst>
                <a:path extrusionOk="0" h="2247" w="1052">
                  <a:moveTo>
                    <a:pt x="865" y="0"/>
                  </a:moveTo>
                  <a:cubicBezTo>
                    <a:pt x="526" y="0"/>
                    <a:pt x="252" y="246"/>
                    <a:pt x="252" y="548"/>
                  </a:cubicBezTo>
                  <a:lnTo>
                    <a:pt x="252" y="824"/>
                  </a:lnTo>
                  <a:cubicBezTo>
                    <a:pt x="235" y="902"/>
                    <a:pt x="199" y="931"/>
                    <a:pt x="147" y="951"/>
                  </a:cubicBezTo>
                  <a:cubicBezTo>
                    <a:pt x="86" y="973"/>
                    <a:pt x="37" y="1020"/>
                    <a:pt x="22" y="1082"/>
                  </a:cubicBezTo>
                  <a:cubicBezTo>
                    <a:pt x="0" y="1174"/>
                    <a:pt x="54" y="1266"/>
                    <a:pt x="139" y="1294"/>
                  </a:cubicBezTo>
                  <a:cubicBezTo>
                    <a:pt x="195" y="1314"/>
                    <a:pt x="232" y="1341"/>
                    <a:pt x="251" y="1424"/>
                  </a:cubicBezTo>
                  <a:lnTo>
                    <a:pt x="251" y="1700"/>
                  </a:lnTo>
                  <a:cubicBezTo>
                    <a:pt x="251" y="1999"/>
                    <a:pt x="520" y="2242"/>
                    <a:pt x="854" y="2247"/>
                  </a:cubicBezTo>
                  <a:cubicBezTo>
                    <a:pt x="855" y="2247"/>
                    <a:pt x="855" y="2247"/>
                    <a:pt x="856" y="2247"/>
                  </a:cubicBezTo>
                  <a:cubicBezTo>
                    <a:pt x="951" y="2247"/>
                    <a:pt x="1038" y="2176"/>
                    <a:pt x="1044" y="2078"/>
                  </a:cubicBezTo>
                  <a:cubicBezTo>
                    <a:pt x="1052" y="1974"/>
                    <a:pt x="969" y="1886"/>
                    <a:pt x="865" y="1886"/>
                  </a:cubicBezTo>
                  <a:cubicBezTo>
                    <a:pt x="728" y="1886"/>
                    <a:pt x="612" y="1801"/>
                    <a:pt x="612" y="1698"/>
                  </a:cubicBezTo>
                  <a:lnTo>
                    <a:pt x="612" y="1405"/>
                  </a:lnTo>
                  <a:cubicBezTo>
                    <a:pt x="612" y="1394"/>
                    <a:pt x="610" y="1384"/>
                    <a:pt x="609" y="1376"/>
                  </a:cubicBezTo>
                  <a:cubicBezTo>
                    <a:pt x="589" y="1268"/>
                    <a:pt x="551" y="1187"/>
                    <a:pt x="502" y="1124"/>
                  </a:cubicBezTo>
                  <a:cubicBezTo>
                    <a:pt x="550" y="1061"/>
                    <a:pt x="589" y="980"/>
                    <a:pt x="608" y="874"/>
                  </a:cubicBezTo>
                  <a:cubicBezTo>
                    <a:pt x="610" y="863"/>
                    <a:pt x="612" y="853"/>
                    <a:pt x="612" y="842"/>
                  </a:cubicBezTo>
                  <a:lnTo>
                    <a:pt x="612" y="549"/>
                  </a:lnTo>
                  <a:cubicBezTo>
                    <a:pt x="612" y="449"/>
                    <a:pt x="727" y="363"/>
                    <a:pt x="863" y="362"/>
                  </a:cubicBezTo>
                  <a:cubicBezTo>
                    <a:pt x="956" y="361"/>
                    <a:pt x="1039" y="287"/>
                    <a:pt x="1044" y="192"/>
                  </a:cubicBezTo>
                  <a:cubicBezTo>
                    <a:pt x="1052" y="87"/>
                    <a:pt x="968" y="0"/>
                    <a:pt x="86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2" name="Google Shape;15922;p31"/>
            <p:cNvSpPr/>
            <p:nvPr/>
          </p:nvSpPr>
          <p:spPr>
            <a:xfrm>
              <a:off x="1874873" y="849235"/>
              <a:ext cx="39817" cy="85165"/>
            </a:xfrm>
            <a:custGeom>
              <a:rect b="b" l="l" r="r" t="t"/>
              <a:pathLst>
                <a:path extrusionOk="0" h="2248" w="1051">
                  <a:moveTo>
                    <a:pt x="186" y="0"/>
                  </a:moveTo>
                  <a:cubicBezTo>
                    <a:pt x="82" y="0"/>
                    <a:pt x="1" y="87"/>
                    <a:pt x="7" y="192"/>
                  </a:cubicBezTo>
                  <a:cubicBezTo>
                    <a:pt x="12" y="286"/>
                    <a:pt x="95" y="361"/>
                    <a:pt x="189" y="362"/>
                  </a:cubicBezTo>
                  <a:cubicBezTo>
                    <a:pt x="325" y="363"/>
                    <a:pt x="440" y="449"/>
                    <a:pt x="440" y="549"/>
                  </a:cubicBezTo>
                  <a:lnTo>
                    <a:pt x="440" y="842"/>
                  </a:lnTo>
                  <a:cubicBezTo>
                    <a:pt x="440" y="853"/>
                    <a:pt x="442" y="863"/>
                    <a:pt x="443" y="874"/>
                  </a:cubicBezTo>
                  <a:cubicBezTo>
                    <a:pt x="462" y="981"/>
                    <a:pt x="501" y="1062"/>
                    <a:pt x="550" y="1125"/>
                  </a:cubicBezTo>
                  <a:cubicBezTo>
                    <a:pt x="501" y="1188"/>
                    <a:pt x="462" y="1269"/>
                    <a:pt x="443" y="1377"/>
                  </a:cubicBezTo>
                  <a:cubicBezTo>
                    <a:pt x="442" y="1387"/>
                    <a:pt x="440" y="1398"/>
                    <a:pt x="440" y="1408"/>
                  </a:cubicBezTo>
                  <a:lnTo>
                    <a:pt x="440" y="1701"/>
                  </a:lnTo>
                  <a:cubicBezTo>
                    <a:pt x="440" y="1802"/>
                    <a:pt x="325" y="1887"/>
                    <a:pt x="189" y="1888"/>
                  </a:cubicBezTo>
                  <a:cubicBezTo>
                    <a:pt x="95" y="1890"/>
                    <a:pt x="12" y="1963"/>
                    <a:pt x="7" y="2058"/>
                  </a:cubicBezTo>
                  <a:cubicBezTo>
                    <a:pt x="2" y="2163"/>
                    <a:pt x="84" y="2248"/>
                    <a:pt x="186" y="2248"/>
                  </a:cubicBezTo>
                  <a:cubicBezTo>
                    <a:pt x="525" y="2248"/>
                    <a:pt x="800" y="2002"/>
                    <a:pt x="800" y="1701"/>
                  </a:cubicBezTo>
                  <a:lnTo>
                    <a:pt x="800" y="1425"/>
                  </a:lnTo>
                  <a:cubicBezTo>
                    <a:pt x="818" y="1346"/>
                    <a:pt x="852" y="1317"/>
                    <a:pt x="904" y="1298"/>
                  </a:cubicBezTo>
                  <a:cubicBezTo>
                    <a:pt x="965" y="1275"/>
                    <a:pt x="1014" y="1228"/>
                    <a:pt x="1029" y="1167"/>
                  </a:cubicBezTo>
                  <a:cubicBezTo>
                    <a:pt x="1050" y="1074"/>
                    <a:pt x="998" y="984"/>
                    <a:pt x="912" y="955"/>
                  </a:cubicBezTo>
                  <a:cubicBezTo>
                    <a:pt x="855" y="935"/>
                    <a:pt x="819" y="907"/>
                    <a:pt x="800" y="825"/>
                  </a:cubicBezTo>
                  <a:lnTo>
                    <a:pt x="800" y="549"/>
                  </a:lnTo>
                  <a:cubicBezTo>
                    <a:pt x="800" y="247"/>
                    <a:pt x="525"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3" name="Google Shape;15923;p31"/>
            <p:cNvSpPr/>
            <p:nvPr/>
          </p:nvSpPr>
          <p:spPr>
            <a:xfrm>
              <a:off x="1673476" y="818813"/>
              <a:ext cx="36067" cy="13639"/>
            </a:xfrm>
            <a:custGeom>
              <a:rect b="b" l="l" r="r" t="t"/>
              <a:pathLst>
                <a:path extrusionOk="0" h="360" w="952">
                  <a:moveTo>
                    <a:pt x="198" y="0"/>
                  </a:moveTo>
                  <a:cubicBezTo>
                    <a:pt x="103" y="0"/>
                    <a:pt x="18" y="69"/>
                    <a:pt x="10" y="163"/>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4" name="Google Shape;15924;p31"/>
            <p:cNvSpPr/>
            <p:nvPr/>
          </p:nvSpPr>
          <p:spPr>
            <a:xfrm>
              <a:off x="1674348" y="966489"/>
              <a:ext cx="113011" cy="13676"/>
            </a:xfrm>
            <a:custGeom>
              <a:rect b="b" l="l" r="r" t="t"/>
              <a:pathLst>
                <a:path extrusionOk="0" h="361" w="2983">
                  <a:moveTo>
                    <a:pt x="198" y="0"/>
                  </a:moveTo>
                  <a:cubicBezTo>
                    <a:pt x="102" y="0"/>
                    <a:pt x="17" y="69"/>
                    <a:pt x="10" y="164"/>
                  </a:cubicBezTo>
                  <a:cubicBezTo>
                    <a:pt x="0" y="271"/>
                    <a:pt x="84" y="361"/>
                    <a:pt x="189" y="361"/>
                  </a:cubicBezTo>
                  <a:lnTo>
                    <a:pt x="2785" y="361"/>
                  </a:lnTo>
                  <a:cubicBezTo>
                    <a:pt x="2881" y="361"/>
                    <a:pt x="2965" y="291"/>
                    <a:pt x="2974" y="197"/>
                  </a:cubicBezTo>
                  <a:cubicBezTo>
                    <a:pt x="2982" y="89"/>
                    <a:pt x="2898" y="0"/>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5" name="Google Shape;15925;p31"/>
            <p:cNvSpPr/>
            <p:nvPr/>
          </p:nvSpPr>
          <p:spPr>
            <a:xfrm>
              <a:off x="1673476" y="878368"/>
              <a:ext cx="36067" cy="13639"/>
            </a:xfrm>
            <a:custGeom>
              <a:rect b="b" l="l" r="r" t="t"/>
              <a:pathLst>
                <a:path extrusionOk="0" h="360" w="952">
                  <a:moveTo>
                    <a:pt x="198" y="0"/>
                  </a:moveTo>
                  <a:cubicBezTo>
                    <a:pt x="103" y="0"/>
                    <a:pt x="18" y="69"/>
                    <a:pt x="10" y="164"/>
                  </a:cubicBezTo>
                  <a:cubicBezTo>
                    <a:pt x="0" y="269"/>
                    <a:pt x="85" y="359"/>
                    <a:pt x="190" y="359"/>
                  </a:cubicBezTo>
                  <a:lnTo>
                    <a:pt x="753" y="359"/>
                  </a:lnTo>
                  <a:cubicBezTo>
                    <a:pt x="850" y="359"/>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6" name="Google Shape;15926;p31"/>
            <p:cNvSpPr/>
            <p:nvPr/>
          </p:nvSpPr>
          <p:spPr>
            <a:xfrm>
              <a:off x="1673476" y="906933"/>
              <a:ext cx="36067" cy="13676"/>
            </a:xfrm>
            <a:custGeom>
              <a:rect b="b" l="l" r="r" t="t"/>
              <a:pathLst>
                <a:path extrusionOk="0" h="361" w="952">
                  <a:moveTo>
                    <a:pt x="198" y="0"/>
                  </a:moveTo>
                  <a:cubicBezTo>
                    <a:pt x="103" y="0"/>
                    <a:pt x="18" y="69"/>
                    <a:pt x="10" y="164"/>
                  </a:cubicBezTo>
                  <a:cubicBezTo>
                    <a:pt x="0" y="269"/>
                    <a:pt x="85" y="361"/>
                    <a:pt x="190" y="361"/>
                  </a:cubicBezTo>
                  <a:lnTo>
                    <a:pt x="753" y="361"/>
                  </a:lnTo>
                  <a:cubicBezTo>
                    <a:pt x="850" y="361"/>
                    <a:pt x="935" y="290"/>
                    <a:pt x="942" y="196"/>
                  </a:cubicBezTo>
                  <a:cubicBezTo>
                    <a:pt x="951" y="89"/>
                    <a:pt x="867"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7" name="Google Shape;15927;p31"/>
            <p:cNvSpPr/>
            <p:nvPr/>
          </p:nvSpPr>
          <p:spPr>
            <a:xfrm>
              <a:off x="1771901" y="936673"/>
              <a:ext cx="25156" cy="13714"/>
            </a:xfrm>
            <a:custGeom>
              <a:rect b="b" l="l" r="r" t="t"/>
              <a:pathLst>
                <a:path extrusionOk="0" h="362" w="664">
                  <a:moveTo>
                    <a:pt x="189" y="1"/>
                  </a:moveTo>
                  <a:cubicBezTo>
                    <a:pt x="85" y="1"/>
                    <a:pt x="1" y="90"/>
                    <a:pt x="9" y="197"/>
                  </a:cubicBezTo>
                  <a:cubicBezTo>
                    <a:pt x="17" y="291"/>
                    <a:pt x="103" y="361"/>
                    <a:pt x="198" y="361"/>
                  </a:cubicBezTo>
                  <a:lnTo>
                    <a:pt x="467" y="361"/>
                  </a:lnTo>
                  <a:cubicBezTo>
                    <a:pt x="562" y="361"/>
                    <a:pt x="647" y="291"/>
                    <a:pt x="655" y="197"/>
                  </a:cubicBezTo>
                  <a:cubicBezTo>
                    <a:pt x="664" y="90"/>
                    <a:pt x="580" y="1"/>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8" name="Google Shape;15928;p31"/>
            <p:cNvSpPr/>
            <p:nvPr/>
          </p:nvSpPr>
          <p:spPr>
            <a:xfrm>
              <a:off x="1673931" y="936673"/>
              <a:ext cx="78801" cy="13714"/>
            </a:xfrm>
            <a:custGeom>
              <a:rect b="b" l="l" r="r" t="t"/>
              <a:pathLst>
                <a:path extrusionOk="0" h="362" w="2080">
                  <a:moveTo>
                    <a:pt x="199" y="1"/>
                  </a:moveTo>
                  <a:cubicBezTo>
                    <a:pt x="102" y="1"/>
                    <a:pt x="18" y="70"/>
                    <a:pt x="10" y="164"/>
                  </a:cubicBezTo>
                  <a:cubicBezTo>
                    <a:pt x="1" y="272"/>
                    <a:pt x="85" y="361"/>
                    <a:pt x="189" y="361"/>
                  </a:cubicBezTo>
                  <a:lnTo>
                    <a:pt x="1882" y="361"/>
                  </a:lnTo>
                  <a:cubicBezTo>
                    <a:pt x="1977" y="361"/>
                    <a:pt x="2063" y="291"/>
                    <a:pt x="2070" y="197"/>
                  </a:cubicBezTo>
                  <a:cubicBezTo>
                    <a:pt x="2080" y="90"/>
                    <a:pt x="1996" y="1"/>
                    <a:pt x="189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9" name="Google Shape;15929;p31"/>
            <p:cNvSpPr/>
            <p:nvPr/>
          </p:nvSpPr>
          <p:spPr>
            <a:xfrm>
              <a:off x="1728447" y="878368"/>
              <a:ext cx="36029" cy="13639"/>
            </a:xfrm>
            <a:custGeom>
              <a:rect b="b" l="l" r="r" t="t"/>
              <a:pathLst>
                <a:path extrusionOk="0" h="360" w="951">
                  <a:moveTo>
                    <a:pt x="189" y="0"/>
                  </a:moveTo>
                  <a:cubicBezTo>
                    <a:pt x="85" y="0"/>
                    <a:pt x="1" y="89"/>
                    <a:pt x="9" y="196"/>
                  </a:cubicBezTo>
                  <a:cubicBezTo>
                    <a:pt x="18" y="290"/>
                    <a:pt x="104" y="359"/>
                    <a:pt x="198" y="359"/>
                  </a:cubicBezTo>
                  <a:lnTo>
                    <a:pt x="753" y="359"/>
                  </a:lnTo>
                  <a:cubicBezTo>
                    <a:pt x="849" y="359"/>
                    <a:pt x="934" y="290"/>
                    <a:pt x="941" y="196"/>
                  </a:cubicBezTo>
                  <a:cubicBezTo>
                    <a:pt x="951" y="89"/>
                    <a:pt x="86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0" name="Google Shape;15930;p31"/>
            <p:cNvSpPr/>
            <p:nvPr/>
          </p:nvSpPr>
          <p:spPr>
            <a:xfrm>
              <a:off x="1778152" y="878330"/>
              <a:ext cx="75429" cy="13639"/>
            </a:xfrm>
            <a:custGeom>
              <a:rect b="b" l="l" r="r" t="t"/>
              <a:pathLst>
                <a:path extrusionOk="0" h="360" w="1991">
                  <a:moveTo>
                    <a:pt x="198" y="0"/>
                  </a:moveTo>
                  <a:cubicBezTo>
                    <a:pt x="102" y="0"/>
                    <a:pt x="17" y="69"/>
                    <a:pt x="10" y="163"/>
                  </a:cubicBezTo>
                  <a:cubicBezTo>
                    <a:pt x="0" y="270"/>
                    <a:pt x="84" y="359"/>
                    <a:pt x="189" y="359"/>
                  </a:cubicBezTo>
                  <a:lnTo>
                    <a:pt x="1809" y="359"/>
                  </a:lnTo>
                  <a:cubicBezTo>
                    <a:pt x="1810" y="359"/>
                    <a:pt x="1810" y="359"/>
                    <a:pt x="1811" y="359"/>
                  </a:cubicBezTo>
                  <a:cubicBezTo>
                    <a:pt x="1911" y="359"/>
                    <a:pt x="1990" y="279"/>
                    <a:pt x="1990" y="180"/>
                  </a:cubicBezTo>
                  <a:cubicBezTo>
                    <a:pt x="1990" y="81"/>
                    <a:pt x="1909" y="0"/>
                    <a:pt x="18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1" name="Google Shape;15931;p31"/>
            <p:cNvSpPr/>
            <p:nvPr/>
          </p:nvSpPr>
          <p:spPr>
            <a:xfrm>
              <a:off x="1729773" y="818699"/>
              <a:ext cx="164383" cy="13714"/>
            </a:xfrm>
            <a:custGeom>
              <a:rect b="b" l="l" r="r" t="t"/>
              <a:pathLst>
                <a:path extrusionOk="0" h="362" w="4339">
                  <a:moveTo>
                    <a:pt x="198" y="1"/>
                  </a:moveTo>
                  <a:cubicBezTo>
                    <a:pt x="103" y="1"/>
                    <a:pt x="18" y="71"/>
                    <a:pt x="10" y="165"/>
                  </a:cubicBezTo>
                  <a:cubicBezTo>
                    <a:pt x="0" y="272"/>
                    <a:pt x="84" y="361"/>
                    <a:pt x="189" y="361"/>
                  </a:cubicBezTo>
                  <a:lnTo>
                    <a:pt x="4137" y="361"/>
                  </a:lnTo>
                  <a:cubicBezTo>
                    <a:pt x="4234" y="361"/>
                    <a:pt x="4319" y="292"/>
                    <a:pt x="4326" y="198"/>
                  </a:cubicBezTo>
                  <a:cubicBezTo>
                    <a:pt x="4339" y="92"/>
                    <a:pt x="4255" y="1"/>
                    <a:pt x="414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2" name="Google Shape;15932;p31"/>
            <p:cNvSpPr/>
            <p:nvPr/>
          </p:nvSpPr>
          <p:spPr>
            <a:xfrm>
              <a:off x="1673097" y="848553"/>
              <a:ext cx="182000" cy="13639"/>
            </a:xfrm>
            <a:custGeom>
              <a:rect b="b" l="l" r="r" t="t"/>
              <a:pathLst>
                <a:path extrusionOk="0" h="360" w="4804">
                  <a:moveTo>
                    <a:pt x="199" y="1"/>
                  </a:moveTo>
                  <a:cubicBezTo>
                    <a:pt x="103" y="1"/>
                    <a:pt x="19" y="70"/>
                    <a:pt x="9" y="164"/>
                  </a:cubicBezTo>
                  <a:cubicBezTo>
                    <a:pt x="1" y="271"/>
                    <a:pt x="87" y="360"/>
                    <a:pt x="193" y="360"/>
                  </a:cubicBezTo>
                  <a:lnTo>
                    <a:pt x="4595" y="360"/>
                  </a:lnTo>
                  <a:cubicBezTo>
                    <a:pt x="4681" y="360"/>
                    <a:pt x="4763" y="302"/>
                    <a:pt x="4780" y="216"/>
                  </a:cubicBezTo>
                  <a:cubicBezTo>
                    <a:pt x="4804" y="101"/>
                    <a:pt x="4713" y="1"/>
                    <a:pt x="460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3" name="Google Shape;15933;p31"/>
            <p:cNvSpPr/>
            <p:nvPr/>
          </p:nvSpPr>
          <p:spPr>
            <a:xfrm>
              <a:off x="1558836" y="713303"/>
              <a:ext cx="475457" cy="476631"/>
            </a:xfrm>
            <a:custGeom>
              <a:rect b="b" l="l" r="r" t="t"/>
              <a:pathLst>
                <a:path extrusionOk="0" h="12581" w="12550">
                  <a:moveTo>
                    <a:pt x="10487" y="358"/>
                  </a:moveTo>
                  <a:cubicBezTo>
                    <a:pt x="10595" y="358"/>
                    <a:pt x="10684" y="446"/>
                    <a:pt x="10684" y="556"/>
                  </a:cubicBezTo>
                  <a:lnTo>
                    <a:pt x="10684" y="1374"/>
                  </a:lnTo>
                  <a:lnTo>
                    <a:pt x="363" y="1374"/>
                  </a:lnTo>
                  <a:lnTo>
                    <a:pt x="363" y="556"/>
                  </a:lnTo>
                  <a:cubicBezTo>
                    <a:pt x="363" y="447"/>
                    <a:pt x="451" y="358"/>
                    <a:pt x="561" y="358"/>
                  </a:cubicBezTo>
                  <a:close/>
                  <a:moveTo>
                    <a:pt x="11338" y="6826"/>
                  </a:moveTo>
                  <a:lnTo>
                    <a:pt x="11956" y="7535"/>
                  </a:lnTo>
                  <a:lnTo>
                    <a:pt x="11338" y="7535"/>
                  </a:lnTo>
                  <a:lnTo>
                    <a:pt x="11338" y="6826"/>
                  </a:lnTo>
                  <a:close/>
                  <a:moveTo>
                    <a:pt x="192" y="0"/>
                  </a:moveTo>
                  <a:cubicBezTo>
                    <a:pt x="86" y="0"/>
                    <a:pt x="2" y="86"/>
                    <a:pt x="2" y="191"/>
                  </a:cubicBezTo>
                  <a:lnTo>
                    <a:pt x="2" y="7202"/>
                  </a:lnTo>
                  <a:cubicBezTo>
                    <a:pt x="2" y="7220"/>
                    <a:pt x="9" y="7237"/>
                    <a:pt x="22" y="7249"/>
                  </a:cubicBezTo>
                  <a:cubicBezTo>
                    <a:pt x="75" y="7301"/>
                    <a:pt x="131" y="7323"/>
                    <a:pt x="183" y="7323"/>
                  </a:cubicBezTo>
                  <a:cubicBezTo>
                    <a:pt x="282" y="7323"/>
                    <a:pt x="363" y="7241"/>
                    <a:pt x="363" y="7139"/>
                  </a:cubicBezTo>
                  <a:lnTo>
                    <a:pt x="363" y="1736"/>
                  </a:lnTo>
                  <a:lnTo>
                    <a:pt x="10683" y="1736"/>
                  </a:lnTo>
                  <a:lnTo>
                    <a:pt x="10683" y="6160"/>
                  </a:lnTo>
                  <a:lnTo>
                    <a:pt x="9249" y="6160"/>
                  </a:lnTo>
                  <a:cubicBezTo>
                    <a:pt x="9152" y="6160"/>
                    <a:pt x="9067" y="6229"/>
                    <a:pt x="9060" y="6323"/>
                  </a:cubicBezTo>
                  <a:cubicBezTo>
                    <a:pt x="9051" y="6431"/>
                    <a:pt x="9134" y="6520"/>
                    <a:pt x="9239" y="6520"/>
                  </a:cubicBezTo>
                  <a:lnTo>
                    <a:pt x="10978" y="6520"/>
                  </a:lnTo>
                  <a:lnTo>
                    <a:pt x="10978" y="7713"/>
                  </a:lnTo>
                  <a:cubicBezTo>
                    <a:pt x="10978" y="7814"/>
                    <a:pt x="11060" y="7897"/>
                    <a:pt x="11162" y="7897"/>
                  </a:cubicBezTo>
                  <a:lnTo>
                    <a:pt x="12190" y="7897"/>
                  </a:lnTo>
                  <a:lnTo>
                    <a:pt x="12190" y="12223"/>
                  </a:lnTo>
                  <a:lnTo>
                    <a:pt x="7537" y="12223"/>
                  </a:lnTo>
                  <a:lnTo>
                    <a:pt x="7537" y="6519"/>
                  </a:lnTo>
                  <a:lnTo>
                    <a:pt x="8330" y="6519"/>
                  </a:lnTo>
                  <a:cubicBezTo>
                    <a:pt x="8426" y="6519"/>
                    <a:pt x="8511" y="6449"/>
                    <a:pt x="8519" y="6354"/>
                  </a:cubicBezTo>
                  <a:cubicBezTo>
                    <a:pt x="8528" y="6248"/>
                    <a:pt x="8444" y="6159"/>
                    <a:pt x="8339" y="6159"/>
                  </a:cubicBezTo>
                  <a:lnTo>
                    <a:pt x="7328" y="6159"/>
                  </a:lnTo>
                  <a:cubicBezTo>
                    <a:pt x="7225" y="6159"/>
                    <a:pt x="7143" y="6241"/>
                    <a:pt x="7143" y="6343"/>
                  </a:cubicBezTo>
                  <a:lnTo>
                    <a:pt x="7143" y="9436"/>
                  </a:lnTo>
                  <a:lnTo>
                    <a:pt x="427" y="9436"/>
                  </a:lnTo>
                  <a:cubicBezTo>
                    <a:pt x="390" y="9436"/>
                    <a:pt x="360" y="9405"/>
                    <a:pt x="360" y="9369"/>
                  </a:cubicBezTo>
                  <a:lnTo>
                    <a:pt x="360" y="7960"/>
                  </a:lnTo>
                  <a:cubicBezTo>
                    <a:pt x="360" y="7941"/>
                    <a:pt x="352" y="7924"/>
                    <a:pt x="339" y="7911"/>
                  </a:cubicBezTo>
                  <a:cubicBezTo>
                    <a:pt x="286" y="7861"/>
                    <a:pt x="231" y="7840"/>
                    <a:pt x="180" y="7840"/>
                  </a:cubicBezTo>
                  <a:cubicBezTo>
                    <a:pt x="81" y="7840"/>
                    <a:pt x="0" y="7920"/>
                    <a:pt x="0" y="8020"/>
                  </a:cubicBezTo>
                  <a:lnTo>
                    <a:pt x="0" y="9604"/>
                  </a:lnTo>
                  <a:cubicBezTo>
                    <a:pt x="0" y="9709"/>
                    <a:pt x="85" y="9795"/>
                    <a:pt x="191" y="9795"/>
                  </a:cubicBezTo>
                  <a:lnTo>
                    <a:pt x="7143" y="9795"/>
                  </a:lnTo>
                  <a:lnTo>
                    <a:pt x="7143" y="12397"/>
                  </a:lnTo>
                  <a:cubicBezTo>
                    <a:pt x="7143" y="12499"/>
                    <a:pt x="7225" y="12581"/>
                    <a:pt x="7328" y="12581"/>
                  </a:cubicBezTo>
                  <a:lnTo>
                    <a:pt x="12365" y="12581"/>
                  </a:lnTo>
                  <a:cubicBezTo>
                    <a:pt x="12467" y="12581"/>
                    <a:pt x="12550" y="12499"/>
                    <a:pt x="12550" y="12397"/>
                  </a:cubicBezTo>
                  <a:lnTo>
                    <a:pt x="12550" y="7724"/>
                  </a:lnTo>
                  <a:cubicBezTo>
                    <a:pt x="12550" y="7679"/>
                    <a:pt x="12534" y="7636"/>
                    <a:pt x="12506" y="7604"/>
                  </a:cubicBezTo>
                  <a:lnTo>
                    <a:pt x="11307" y="6222"/>
                  </a:lnTo>
                  <a:cubicBezTo>
                    <a:pt x="11272" y="6182"/>
                    <a:pt x="11221" y="6160"/>
                    <a:pt x="11168" y="6160"/>
                  </a:cubicBezTo>
                  <a:lnTo>
                    <a:pt x="11043" y="6160"/>
                  </a:lnTo>
                  <a:lnTo>
                    <a:pt x="11043" y="566"/>
                  </a:lnTo>
                  <a:cubicBezTo>
                    <a:pt x="11043" y="254"/>
                    <a:pt x="10790" y="0"/>
                    <a:pt x="1048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4" name="Google Shape;15934;p31"/>
            <p:cNvSpPr/>
            <p:nvPr/>
          </p:nvSpPr>
          <p:spPr>
            <a:xfrm>
              <a:off x="1906431" y="1036614"/>
              <a:ext cx="48341" cy="63760"/>
            </a:xfrm>
            <a:custGeom>
              <a:rect b="b" l="l" r="r" t="t"/>
              <a:pathLst>
                <a:path extrusionOk="0" h="1683" w="1276">
                  <a:moveTo>
                    <a:pt x="1096" y="0"/>
                  </a:moveTo>
                  <a:cubicBezTo>
                    <a:pt x="997" y="0"/>
                    <a:pt x="917" y="81"/>
                    <a:pt x="917" y="180"/>
                  </a:cubicBezTo>
                  <a:lnTo>
                    <a:pt x="917" y="638"/>
                  </a:lnTo>
                  <a:lnTo>
                    <a:pt x="359" y="638"/>
                  </a:lnTo>
                  <a:lnTo>
                    <a:pt x="359" y="180"/>
                  </a:lnTo>
                  <a:cubicBezTo>
                    <a:pt x="362" y="81"/>
                    <a:pt x="280" y="1"/>
                    <a:pt x="180" y="1"/>
                  </a:cubicBezTo>
                  <a:cubicBezTo>
                    <a:pt x="81" y="1"/>
                    <a:pt x="0" y="82"/>
                    <a:pt x="0" y="181"/>
                  </a:cubicBezTo>
                  <a:lnTo>
                    <a:pt x="0" y="1494"/>
                  </a:lnTo>
                  <a:cubicBezTo>
                    <a:pt x="0" y="1589"/>
                    <a:pt x="69" y="1674"/>
                    <a:pt x="164" y="1682"/>
                  </a:cubicBezTo>
                  <a:cubicBezTo>
                    <a:pt x="169" y="1682"/>
                    <a:pt x="173" y="1683"/>
                    <a:pt x="178" y="1683"/>
                  </a:cubicBezTo>
                  <a:cubicBezTo>
                    <a:pt x="279" y="1683"/>
                    <a:pt x="359" y="1602"/>
                    <a:pt x="359" y="1502"/>
                  </a:cubicBezTo>
                  <a:lnTo>
                    <a:pt x="359" y="998"/>
                  </a:lnTo>
                  <a:lnTo>
                    <a:pt x="917" y="998"/>
                  </a:lnTo>
                  <a:lnTo>
                    <a:pt x="917" y="1494"/>
                  </a:lnTo>
                  <a:cubicBezTo>
                    <a:pt x="917" y="1589"/>
                    <a:pt x="986" y="1674"/>
                    <a:pt x="1080" y="1682"/>
                  </a:cubicBezTo>
                  <a:cubicBezTo>
                    <a:pt x="1085" y="1682"/>
                    <a:pt x="1090" y="1683"/>
                    <a:pt x="1095" y="1683"/>
                  </a:cubicBezTo>
                  <a:cubicBezTo>
                    <a:pt x="1195" y="1683"/>
                    <a:pt x="1276" y="1602"/>
                    <a:pt x="1276" y="1502"/>
                  </a:cubicBezTo>
                  <a:lnTo>
                    <a:pt x="1276" y="189"/>
                  </a:lnTo>
                  <a:cubicBezTo>
                    <a:pt x="1276" y="93"/>
                    <a:pt x="1207" y="8"/>
                    <a:pt x="1113" y="1"/>
                  </a:cubicBezTo>
                  <a:cubicBezTo>
                    <a:pt x="1107" y="1"/>
                    <a:pt x="1102"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5" name="Google Shape;15935;p31"/>
            <p:cNvSpPr/>
            <p:nvPr/>
          </p:nvSpPr>
          <p:spPr>
            <a:xfrm>
              <a:off x="1857976" y="1035970"/>
              <a:ext cx="42128" cy="65200"/>
            </a:xfrm>
            <a:custGeom>
              <a:rect b="b" l="l" r="r" t="t"/>
              <a:pathLst>
                <a:path extrusionOk="0" h="1721" w="1112">
                  <a:moveTo>
                    <a:pt x="550" y="362"/>
                  </a:moveTo>
                  <a:cubicBezTo>
                    <a:pt x="659" y="362"/>
                    <a:pt x="752" y="451"/>
                    <a:pt x="752" y="558"/>
                  </a:cubicBezTo>
                  <a:cubicBezTo>
                    <a:pt x="752" y="665"/>
                    <a:pt x="659" y="756"/>
                    <a:pt x="548" y="756"/>
                  </a:cubicBezTo>
                  <a:cubicBezTo>
                    <a:pt x="504" y="756"/>
                    <a:pt x="429" y="756"/>
                    <a:pt x="359" y="757"/>
                  </a:cubicBezTo>
                  <a:cubicBezTo>
                    <a:pt x="359" y="684"/>
                    <a:pt x="358" y="439"/>
                    <a:pt x="358" y="362"/>
                  </a:cubicBezTo>
                  <a:lnTo>
                    <a:pt x="548" y="362"/>
                  </a:lnTo>
                  <a:cubicBezTo>
                    <a:pt x="549" y="362"/>
                    <a:pt x="549" y="362"/>
                    <a:pt x="550" y="362"/>
                  </a:cubicBezTo>
                  <a:close/>
                  <a:moveTo>
                    <a:pt x="182" y="0"/>
                  </a:moveTo>
                  <a:cubicBezTo>
                    <a:pt x="87" y="0"/>
                    <a:pt x="0" y="88"/>
                    <a:pt x="0" y="186"/>
                  </a:cubicBezTo>
                  <a:lnTo>
                    <a:pt x="0" y="1531"/>
                  </a:lnTo>
                  <a:cubicBezTo>
                    <a:pt x="0" y="1618"/>
                    <a:pt x="59" y="1699"/>
                    <a:pt x="145" y="1717"/>
                  </a:cubicBezTo>
                  <a:cubicBezTo>
                    <a:pt x="158" y="1719"/>
                    <a:pt x="170" y="1721"/>
                    <a:pt x="182" y="1721"/>
                  </a:cubicBezTo>
                  <a:cubicBezTo>
                    <a:pt x="281" y="1721"/>
                    <a:pt x="363" y="1637"/>
                    <a:pt x="363" y="1537"/>
                  </a:cubicBezTo>
                  <a:lnTo>
                    <a:pt x="363" y="1133"/>
                  </a:lnTo>
                  <a:cubicBezTo>
                    <a:pt x="432" y="1133"/>
                    <a:pt x="506" y="1131"/>
                    <a:pt x="551" y="1131"/>
                  </a:cubicBezTo>
                  <a:cubicBezTo>
                    <a:pt x="860" y="1131"/>
                    <a:pt x="1112" y="878"/>
                    <a:pt x="1112" y="566"/>
                  </a:cubicBezTo>
                  <a:cubicBezTo>
                    <a:pt x="1112" y="255"/>
                    <a:pt x="860" y="0"/>
                    <a:pt x="55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6" name="Google Shape;15936;p31"/>
            <p:cNvSpPr/>
            <p:nvPr/>
          </p:nvSpPr>
          <p:spPr>
            <a:xfrm>
              <a:off x="1964433" y="1035932"/>
              <a:ext cx="42962" cy="65200"/>
            </a:xfrm>
            <a:custGeom>
              <a:rect b="b" l="l" r="r" t="t"/>
              <a:pathLst>
                <a:path extrusionOk="0" h="1721" w="1134">
                  <a:moveTo>
                    <a:pt x="566" y="362"/>
                  </a:moveTo>
                  <a:cubicBezTo>
                    <a:pt x="677" y="362"/>
                    <a:pt x="770" y="452"/>
                    <a:pt x="770" y="558"/>
                  </a:cubicBezTo>
                  <a:cubicBezTo>
                    <a:pt x="770" y="665"/>
                    <a:pt x="676" y="755"/>
                    <a:pt x="566" y="755"/>
                  </a:cubicBezTo>
                  <a:cubicBezTo>
                    <a:pt x="522" y="755"/>
                    <a:pt x="447" y="755"/>
                    <a:pt x="376" y="757"/>
                  </a:cubicBezTo>
                  <a:cubicBezTo>
                    <a:pt x="376" y="684"/>
                    <a:pt x="375" y="439"/>
                    <a:pt x="375" y="362"/>
                  </a:cubicBezTo>
                  <a:close/>
                  <a:moveTo>
                    <a:pt x="187" y="0"/>
                  </a:moveTo>
                  <a:cubicBezTo>
                    <a:pt x="79" y="0"/>
                    <a:pt x="4" y="87"/>
                    <a:pt x="2" y="190"/>
                  </a:cubicBezTo>
                  <a:cubicBezTo>
                    <a:pt x="0" y="235"/>
                    <a:pt x="2" y="1503"/>
                    <a:pt x="2" y="1535"/>
                  </a:cubicBezTo>
                  <a:cubicBezTo>
                    <a:pt x="2" y="1638"/>
                    <a:pt x="84" y="1721"/>
                    <a:pt x="185" y="1721"/>
                  </a:cubicBezTo>
                  <a:cubicBezTo>
                    <a:pt x="287" y="1721"/>
                    <a:pt x="370" y="1638"/>
                    <a:pt x="370" y="1536"/>
                  </a:cubicBezTo>
                  <a:lnTo>
                    <a:pt x="370" y="1132"/>
                  </a:lnTo>
                  <a:cubicBezTo>
                    <a:pt x="441" y="1132"/>
                    <a:pt x="517" y="1131"/>
                    <a:pt x="562" y="1131"/>
                  </a:cubicBezTo>
                  <a:cubicBezTo>
                    <a:pt x="878" y="1131"/>
                    <a:pt x="1134" y="878"/>
                    <a:pt x="1134" y="566"/>
                  </a:cubicBezTo>
                  <a:cubicBezTo>
                    <a:pt x="1134" y="254"/>
                    <a:pt x="878"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937" name="Google Shape;15937;p31"/>
          <p:cNvSpPr/>
          <p:nvPr/>
        </p:nvSpPr>
        <p:spPr>
          <a:xfrm>
            <a:off x="2092848" y="-2715259"/>
            <a:ext cx="13018" cy="13045"/>
          </a:xfrm>
          <a:custGeom>
            <a:rect b="b" l="l" r="r" t="t"/>
            <a:pathLst>
              <a:path extrusionOk="0" h="493" w="492">
                <a:moveTo>
                  <a:pt x="245" y="1"/>
                </a:moveTo>
                <a:cubicBezTo>
                  <a:pt x="111" y="1"/>
                  <a:pt x="1" y="111"/>
                  <a:pt x="1" y="247"/>
                </a:cubicBezTo>
                <a:cubicBezTo>
                  <a:pt x="1" y="383"/>
                  <a:pt x="111" y="493"/>
                  <a:pt x="247" y="493"/>
                </a:cubicBezTo>
                <a:cubicBezTo>
                  <a:pt x="382" y="493"/>
                  <a:pt x="492" y="383"/>
                  <a:pt x="492" y="247"/>
                </a:cubicBezTo>
                <a:cubicBezTo>
                  <a:pt x="492" y="111"/>
                  <a:pt x="382" y="1"/>
                  <a:pt x="247" y="1"/>
                </a:cubicBezTo>
                <a:cubicBezTo>
                  <a:pt x="246" y="1"/>
                  <a:pt x="246" y="1"/>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8" name="Google Shape;15938;p3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Icon pack</a:t>
            </a:r>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42" name="Shape 15942"/>
        <p:cNvGrpSpPr/>
        <p:nvPr/>
      </p:nvGrpSpPr>
      <p:grpSpPr>
        <a:xfrm>
          <a:off x="0" y="0"/>
          <a:ext cx="0" cy="0"/>
          <a:chOff x="0" y="0"/>
          <a:chExt cx="0" cy="0"/>
        </a:xfrm>
      </p:grpSpPr>
      <p:sp>
        <p:nvSpPr>
          <p:cNvPr id="15943" name="Google Shape;15943;p3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Alternative resources</a:t>
            </a:r>
            <a:endParaRPr/>
          </a:p>
        </p:txBody>
      </p:sp>
      <p:sp>
        <p:nvSpPr>
          <p:cNvPr id="15944" name="Google Shape;15944;p32"/>
          <p:cNvSpPr txBox="1"/>
          <p:nvPr>
            <p:ph idx="1" type="body"/>
          </p:nvPr>
        </p:nvSpPr>
        <p:spPr>
          <a:xfrm>
            <a:off x="720000" y="1139550"/>
            <a:ext cx="4528500" cy="697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200"/>
              <a:buNone/>
            </a:pPr>
            <a:r>
              <a:rPr lang="en"/>
              <a:t>Here’s an assortment of alternative resources whose style fits that of this template:</a:t>
            </a:r>
            <a:endParaRPr/>
          </a:p>
        </p:txBody>
      </p:sp>
      <p:grpSp>
        <p:nvGrpSpPr>
          <p:cNvPr id="15945" name="Google Shape;15945;p32"/>
          <p:cNvGrpSpPr/>
          <p:nvPr/>
        </p:nvGrpSpPr>
        <p:grpSpPr>
          <a:xfrm>
            <a:off x="2652751" y="2322808"/>
            <a:ext cx="876721" cy="1462860"/>
            <a:chOff x="4849314" y="2333683"/>
            <a:chExt cx="876721" cy="1462860"/>
          </a:xfrm>
        </p:grpSpPr>
        <p:grpSp>
          <p:nvGrpSpPr>
            <p:cNvPr id="15946" name="Google Shape;15946;p32"/>
            <p:cNvGrpSpPr/>
            <p:nvPr/>
          </p:nvGrpSpPr>
          <p:grpSpPr>
            <a:xfrm>
              <a:off x="4849314" y="2333683"/>
              <a:ext cx="876721" cy="589313"/>
              <a:chOff x="3772339" y="3287983"/>
              <a:chExt cx="876721" cy="589313"/>
            </a:xfrm>
          </p:grpSpPr>
          <p:grpSp>
            <p:nvGrpSpPr>
              <p:cNvPr id="15947" name="Google Shape;15947;p32"/>
              <p:cNvGrpSpPr/>
              <p:nvPr/>
            </p:nvGrpSpPr>
            <p:grpSpPr>
              <a:xfrm>
                <a:off x="3772339" y="3287983"/>
                <a:ext cx="237498" cy="589194"/>
                <a:chOff x="3772375" y="3304350"/>
                <a:chExt cx="237498" cy="572700"/>
              </a:xfrm>
            </p:grpSpPr>
            <p:cxnSp>
              <p:nvCxnSpPr>
                <p:cNvPr id="15948" name="Google Shape;15948;p32"/>
                <p:cNvCxnSpPr/>
                <p:nvPr/>
              </p:nvCxnSpPr>
              <p:spPr>
                <a:xfrm>
                  <a:off x="3772375"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15949" name="Google Shape;15949;p32"/>
                <p:cNvCxnSpPr/>
                <p:nvPr/>
              </p:nvCxnSpPr>
              <p:spPr>
                <a:xfrm>
                  <a:off x="3851541"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15950" name="Google Shape;15950;p32"/>
                <p:cNvCxnSpPr/>
                <p:nvPr/>
              </p:nvCxnSpPr>
              <p:spPr>
                <a:xfrm>
                  <a:off x="3930707"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15951" name="Google Shape;15951;p32"/>
                <p:cNvCxnSpPr/>
                <p:nvPr/>
              </p:nvCxnSpPr>
              <p:spPr>
                <a:xfrm>
                  <a:off x="4009873" y="3304350"/>
                  <a:ext cx="0" cy="572700"/>
                </a:xfrm>
                <a:prstGeom prst="straightConnector1">
                  <a:avLst/>
                </a:prstGeom>
                <a:noFill/>
                <a:ln cap="flat" cmpd="sng" w="9525">
                  <a:solidFill>
                    <a:schemeClr val="dk1"/>
                  </a:solidFill>
                  <a:prstDash val="solid"/>
                  <a:round/>
                  <a:headEnd len="sm" w="sm" type="none"/>
                  <a:tailEnd len="sm" w="sm" type="none"/>
                </a:ln>
              </p:spPr>
            </p:cxnSp>
          </p:grpSp>
          <p:grpSp>
            <p:nvGrpSpPr>
              <p:cNvPr id="15952" name="Google Shape;15952;p32"/>
              <p:cNvGrpSpPr/>
              <p:nvPr/>
            </p:nvGrpSpPr>
            <p:grpSpPr>
              <a:xfrm>
                <a:off x="4089039" y="3596196"/>
                <a:ext cx="237497" cy="281100"/>
                <a:chOff x="4089039" y="3596196"/>
                <a:chExt cx="237497" cy="281100"/>
              </a:xfrm>
            </p:grpSpPr>
            <p:cxnSp>
              <p:nvCxnSpPr>
                <p:cNvPr id="15953" name="Google Shape;15953;p32"/>
                <p:cNvCxnSpPr/>
                <p:nvPr/>
              </p:nvCxnSpPr>
              <p:spPr>
                <a:xfrm>
                  <a:off x="4089039"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54" name="Google Shape;15954;p32"/>
                <p:cNvCxnSpPr/>
                <p:nvPr/>
              </p:nvCxnSpPr>
              <p:spPr>
                <a:xfrm>
                  <a:off x="4168205"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55" name="Google Shape;15955;p32"/>
                <p:cNvCxnSpPr/>
                <p:nvPr/>
              </p:nvCxnSpPr>
              <p:spPr>
                <a:xfrm>
                  <a:off x="4247370"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56" name="Google Shape;15956;p32"/>
                <p:cNvCxnSpPr/>
                <p:nvPr/>
              </p:nvCxnSpPr>
              <p:spPr>
                <a:xfrm>
                  <a:off x="4326536" y="3596196"/>
                  <a:ext cx="0" cy="281100"/>
                </a:xfrm>
                <a:prstGeom prst="straightConnector1">
                  <a:avLst/>
                </a:prstGeom>
                <a:noFill/>
                <a:ln cap="flat" cmpd="sng" w="9525">
                  <a:solidFill>
                    <a:schemeClr val="dk1"/>
                  </a:solidFill>
                  <a:prstDash val="solid"/>
                  <a:round/>
                  <a:headEnd len="sm" w="sm" type="none"/>
                  <a:tailEnd len="sm" w="sm" type="none"/>
                </a:ln>
              </p:spPr>
            </p:cxnSp>
          </p:grpSp>
          <p:grpSp>
            <p:nvGrpSpPr>
              <p:cNvPr id="15957" name="Google Shape;15957;p32"/>
              <p:cNvGrpSpPr/>
              <p:nvPr/>
            </p:nvGrpSpPr>
            <p:grpSpPr>
              <a:xfrm>
                <a:off x="4405702" y="3596196"/>
                <a:ext cx="237498" cy="281100"/>
                <a:chOff x="4405702" y="3596196"/>
                <a:chExt cx="237498" cy="281100"/>
              </a:xfrm>
            </p:grpSpPr>
            <p:cxnSp>
              <p:nvCxnSpPr>
                <p:cNvPr id="15958" name="Google Shape;15958;p32"/>
                <p:cNvCxnSpPr/>
                <p:nvPr/>
              </p:nvCxnSpPr>
              <p:spPr>
                <a:xfrm>
                  <a:off x="4405702"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59" name="Google Shape;15959;p32"/>
                <p:cNvCxnSpPr/>
                <p:nvPr/>
              </p:nvCxnSpPr>
              <p:spPr>
                <a:xfrm>
                  <a:off x="4484868"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60" name="Google Shape;15960;p32"/>
                <p:cNvCxnSpPr/>
                <p:nvPr/>
              </p:nvCxnSpPr>
              <p:spPr>
                <a:xfrm>
                  <a:off x="4564034"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61" name="Google Shape;15961;p32"/>
                <p:cNvCxnSpPr/>
                <p:nvPr/>
              </p:nvCxnSpPr>
              <p:spPr>
                <a:xfrm>
                  <a:off x="4643200" y="3596196"/>
                  <a:ext cx="0" cy="281100"/>
                </a:xfrm>
                <a:prstGeom prst="straightConnector1">
                  <a:avLst/>
                </a:prstGeom>
                <a:noFill/>
                <a:ln cap="flat" cmpd="sng" w="9525">
                  <a:solidFill>
                    <a:schemeClr val="dk1"/>
                  </a:solidFill>
                  <a:prstDash val="solid"/>
                  <a:round/>
                  <a:headEnd len="sm" w="sm" type="none"/>
                  <a:tailEnd len="sm" w="sm" type="none"/>
                </a:ln>
              </p:spPr>
            </p:cxnSp>
          </p:grpSp>
          <p:grpSp>
            <p:nvGrpSpPr>
              <p:cNvPr id="15962" name="Google Shape;15962;p32"/>
              <p:cNvGrpSpPr/>
              <p:nvPr/>
            </p:nvGrpSpPr>
            <p:grpSpPr>
              <a:xfrm rot="5400000">
                <a:off x="4239406" y="3115771"/>
                <a:ext cx="237402" cy="581905"/>
                <a:chOff x="4089039" y="3596196"/>
                <a:chExt cx="237497" cy="281100"/>
              </a:xfrm>
            </p:grpSpPr>
            <p:cxnSp>
              <p:nvCxnSpPr>
                <p:cNvPr id="15963" name="Google Shape;15963;p32"/>
                <p:cNvCxnSpPr/>
                <p:nvPr/>
              </p:nvCxnSpPr>
              <p:spPr>
                <a:xfrm>
                  <a:off x="4089039"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64" name="Google Shape;15964;p32"/>
                <p:cNvCxnSpPr/>
                <p:nvPr/>
              </p:nvCxnSpPr>
              <p:spPr>
                <a:xfrm>
                  <a:off x="4168205"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65" name="Google Shape;15965;p32"/>
                <p:cNvCxnSpPr/>
                <p:nvPr/>
              </p:nvCxnSpPr>
              <p:spPr>
                <a:xfrm>
                  <a:off x="4247370"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66" name="Google Shape;15966;p32"/>
                <p:cNvCxnSpPr/>
                <p:nvPr/>
              </p:nvCxnSpPr>
              <p:spPr>
                <a:xfrm>
                  <a:off x="4326536" y="3596196"/>
                  <a:ext cx="0" cy="281100"/>
                </a:xfrm>
                <a:prstGeom prst="straightConnector1">
                  <a:avLst/>
                </a:prstGeom>
                <a:noFill/>
                <a:ln cap="flat" cmpd="sng" w="9525">
                  <a:solidFill>
                    <a:schemeClr val="dk1"/>
                  </a:solidFill>
                  <a:prstDash val="solid"/>
                  <a:round/>
                  <a:headEnd len="sm" w="sm" type="none"/>
                  <a:tailEnd len="sm" w="sm" type="none"/>
                </a:ln>
              </p:spPr>
            </p:cxnSp>
          </p:grpSp>
        </p:grpSp>
        <p:grpSp>
          <p:nvGrpSpPr>
            <p:cNvPr id="15967" name="Google Shape;15967;p32"/>
            <p:cNvGrpSpPr/>
            <p:nvPr/>
          </p:nvGrpSpPr>
          <p:grpSpPr>
            <a:xfrm>
              <a:off x="4849423" y="2961468"/>
              <a:ext cx="237498" cy="834997"/>
              <a:chOff x="3772375" y="3304350"/>
              <a:chExt cx="237498" cy="572700"/>
            </a:xfrm>
          </p:grpSpPr>
          <p:cxnSp>
            <p:nvCxnSpPr>
              <p:cNvPr id="15968" name="Google Shape;15968;p32"/>
              <p:cNvCxnSpPr/>
              <p:nvPr/>
            </p:nvCxnSpPr>
            <p:spPr>
              <a:xfrm>
                <a:off x="3772375"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15969" name="Google Shape;15969;p32"/>
              <p:cNvCxnSpPr/>
              <p:nvPr/>
            </p:nvCxnSpPr>
            <p:spPr>
              <a:xfrm>
                <a:off x="3851541"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15970" name="Google Shape;15970;p32"/>
              <p:cNvCxnSpPr/>
              <p:nvPr/>
            </p:nvCxnSpPr>
            <p:spPr>
              <a:xfrm>
                <a:off x="3930707" y="3304350"/>
                <a:ext cx="0" cy="572700"/>
              </a:xfrm>
              <a:prstGeom prst="straightConnector1">
                <a:avLst/>
              </a:prstGeom>
              <a:noFill/>
              <a:ln cap="flat" cmpd="sng" w="9525">
                <a:solidFill>
                  <a:schemeClr val="dk1"/>
                </a:solidFill>
                <a:prstDash val="solid"/>
                <a:round/>
                <a:headEnd len="sm" w="sm" type="none"/>
                <a:tailEnd len="sm" w="sm" type="none"/>
              </a:ln>
            </p:spPr>
          </p:cxnSp>
          <p:cxnSp>
            <p:nvCxnSpPr>
              <p:cNvPr id="15971" name="Google Shape;15971;p32"/>
              <p:cNvCxnSpPr/>
              <p:nvPr/>
            </p:nvCxnSpPr>
            <p:spPr>
              <a:xfrm>
                <a:off x="4009873" y="3304350"/>
                <a:ext cx="0" cy="572700"/>
              </a:xfrm>
              <a:prstGeom prst="straightConnector1">
                <a:avLst/>
              </a:prstGeom>
              <a:noFill/>
              <a:ln cap="flat" cmpd="sng" w="9525">
                <a:solidFill>
                  <a:schemeClr val="dk1"/>
                </a:solidFill>
                <a:prstDash val="solid"/>
                <a:round/>
                <a:headEnd len="sm" w="sm" type="none"/>
                <a:tailEnd len="sm" w="sm" type="none"/>
              </a:ln>
            </p:spPr>
          </p:cxnSp>
        </p:grpSp>
        <p:grpSp>
          <p:nvGrpSpPr>
            <p:cNvPr id="15972" name="Google Shape;15972;p32"/>
            <p:cNvGrpSpPr/>
            <p:nvPr/>
          </p:nvGrpSpPr>
          <p:grpSpPr>
            <a:xfrm>
              <a:off x="5166209" y="3265405"/>
              <a:ext cx="237497" cy="531138"/>
              <a:chOff x="4089039" y="3596196"/>
              <a:chExt cx="237497" cy="281100"/>
            </a:xfrm>
          </p:grpSpPr>
          <p:cxnSp>
            <p:nvCxnSpPr>
              <p:cNvPr id="15973" name="Google Shape;15973;p32"/>
              <p:cNvCxnSpPr/>
              <p:nvPr/>
            </p:nvCxnSpPr>
            <p:spPr>
              <a:xfrm>
                <a:off x="4089039"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74" name="Google Shape;15974;p32"/>
              <p:cNvCxnSpPr/>
              <p:nvPr/>
            </p:nvCxnSpPr>
            <p:spPr>
              <a:xfrm>
                <a:off x="4168205"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75" name="Google Shape;15975;p32"/>
              <p:cNvCxnSpPr/>
              <p:nvPr/>
            </p:nvCxnSpPr>
            <p:spPr>
              <a:xfrm>
                <a:off x="4247370"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76" name="Google Shape;15976;p32"/>
              <p:cNvCxnSpPr/>
              <p:nvPr/>
            </p:nvCxnSpPr>
            <p:spPr>
              <a:xfrm>
                <a:off x="4326536" y="3596196"/>
                <a:ext cx="0" cy="281100"/>
              </a:xfrm>
              <a:prstGeom prst="straightConnector1">
                <a:avLst/>
              </a:prstGeom>
              <a:noFill/>
              <a:ln cap="flat" cmpd="sng" w="9525">
                <a:solidFill>
                  <a:schemeClr val="dk1"/>
                </a:solidFill>
                <a:prstDash val="solid"/>
                <a:round/>
                <a:headEnd len="sm" w="sm" type="none"/>
                <a:tailEnd len="sm" w="sm" type="none"/>
              </a:ln>
            </p:spPr>
          </p:cxnSp>
        </p:grpSp>
        <p:grpSp>
          <p:nvGrpSpPr>
            <p:cNvPr id="15977" name="Google Shape;15977;p32"/>
            <p:cNvGrpSpPr/>
            <p:nvPr/>
          </p:nvGrpSpPr>
          <p:grpSpPr>
            <a:xfrm>
              <a:off x="5482872" y="3265405"/>
              <a:ext cx="237498" cy="531138"/>
              <a:chOff x="4405702" y="3596196"/>
              <a:chExt cx="237498" cy="281100"/>
            </a:xfrm>
          </p:grpSpPr>
          <p:cxnSp>
            <p:nvCxnSpPr>
              <p:cNvPr id="15978" name="Google Shape;15978;p32"/>
              <p:cNvCxnSpPr/>
              <p:nvPr/>
            </p:nvCxnSpPr>
            <p:spPr>
              <a:xfrm>
                <a:off x="4405702"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79" name="Google Shape;15979;p32"/>
              <p:cNvCxnSpPr/>
              <p:nvPr/>
            </p:nvCxnSpPr>
            <p:spPr>
              <a:xfrm>
                <a:off x="4484868"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80" name="Google Shape;15980;p32"/>
              <p:cNvCxnSpPr/>
              <p:nvPr/>
            </p:nvCxnSpPr>
            <p:spPr>
              <a:xfrm>
                <a:off x="4564034"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81" name="Google Shape;15981;p32"/>
              <p:cNvCxnSpPr/>
              <p:nvPr/>
            </p:nvCxnSpPr>
            <p:spPr>
              <a:xfrm>
                <a:off x="4643200" y="3596196"/>
                <a:ext cx="0" cy="281100"/>
              </a:xfrm>
              <a:prstGeom prst="straightConnector1">
                <a:avLst/>
              </a:prstGeom>
              <a:noFill/>
              <a:ln cap="flat" cmpd="sng" w="9525">
                <a:solidFill>
                  <a:schemeClr val="dk1"/>
                </a:solidFill>
                <a:prstDash val="solid"/>
                <a:round/>
                <a:headEnd len="sm" w="sm" type="none"/>
                <a:tailEnd len="sm" w="sm" type="none"/>
              </a:ln>
            </p:spPr>
          </p:cxnSp>
        </p:grpSp>
        <p:grpSp>
          <p:nvGrpSpPr>
            <p:cNvPr id="15982" name="Google Shape;15982;p32"/>
            <p:cNvGrpSpPr/>
            <p:nvPr/>
          </p:nvGrpSpPr>
          <p:grpSpPr>
            <a:xfrm rot="5400000">
              <a:off x="5316381" y="2789246"/>
              <a:ext cx="237402" cy="581905"/>
              <a:chOff x="4089039" y="3596196"/>
              <a:chExt cx="237497" cy="281100"/>
            </a:xfrm>
          </p:grpSpPr>
          <p:cxnSp>
            <p:nvCxnSpPr>
              <p:cNvPr id="15983" name="Google Shape;15983;p32"/>
              <p:cNvCxnSpPr/>
              <p:nvPr/>
            </p:nvCxnSpPr>
            <p:spPr>
              <a:xfrm>
                <a:off x="4089039"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84" name="Google Shape;15984;p32"/>
              <p:cNvCxnSpPr/>
              <p:nvPr/>
            </p:nvCxnSpPr>
            <p:spPr>
              <a:xfrm>
                <a:off x="4168205"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85" name="Google Shape;15985;p32"/>
              <p:cNvCxnSpPr/>
              <p:nvPr/>
            </p:nvCxnSpPr>
            <p:spPr>
              <a:xfrm>
                <a:off x="4247370" y="3596196"/>
                <a:ext cx="0" cy="281100"/>
              </a:xfrm>
              <a:prstGeom prst="straightConnector1">
                <a:avLst/>
              </a:prstGeom>
              <a:noFill/>
              <a:ln cap="flat" cmpd="sng" w="9525">
                <a:solidFill>
                  <a:schemeClr val="dk1"/>
                </a:solidFill>
                <a:prstDash val="solid"/>
                <a:round/>
                <a:headEnd len="sm" w="sm" type="none"/>
                <a:tailEnd len="sm" w="sm" type="none"/>
              </a:ln>
            </p:spPr>
          </p:cxnSp>
          <p:cxnSp>
            <p:nvCxnSpPr>
              <p:cNvPr id="15986" name="Google Shape;15986;p32"/>
              <p:cNvCxnSpPr/>
              <p:nvPr/>
            </p:nvCxnSpPr>
            <p:spPr>
              <a:xfrm>
                <a:off x="4326536" y="3596196"/>
                <a:ext cx="0" cy="281100"/>
              </a:xfrm>
              <a:prstGeom prst="straightConnector1">
                <a:avLst/>
              </a:prstGeom>
              <a:noFill/>
              <a:ln cap="flat" cmpd="sng" w="9525">
                <a:solidFill>
                  <a:schemeClr val="dk1"/>
                </a:solidFill>
                <a:prstDash val="solid"/>
                <a:round/>
                <a:headEnd len="sm" w="sm" type="none"/>
                <a:tailEnd len="sm" w="sm" type="none"/>
              </a:ln>
            </p:spPr>
          </p:cxnSp>
        </p:grpSp>
      </p:grpSp>
      <p:grpSp>
        <p:nvGrpSpPr>
          <p:cNvPr id="15987" name="Google Shape;15987;p32"/>
          <p:cNvGrpSpPr/>
          <p:nvPr/>
        </p:nvGrpSpPr>
        <p:grpSpPr>
          <a:xfrm>
            <a:off x="4077076" y="2311862"/>
            <a:ext cx="989838" cy="1484757"/>
            <a:chOff x="5713925" y="2311950"/>
            <a:chExt cx="1039200" cy="1558800"/>
          </a:xfrm>
        </p:grpSpPr>
        <p:sp>
          <p:nvSpPr>
            <p:cNvPr id="15988" name="Google Shape;15988;p32"/>
            <p:cNvSpPr/>
            <p:nvPr/>
          </p:nvSpPr>
          <p:spPr>
            <a:xfrm>
              <a:off x="5713925" y="2311950"/>
              <a:ext cx="519600" cy="5196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9" name="Google Shape;15989;p32"/>
            <p:cNvSpPr/>
            <p:nvPr/>
          </p:nvSpPr>
          <p:spPr>
            <a:xfrm>
              <a:off x="6233525" y="2311950"/>
              <a:ext cx="519600" cy="519600"/>
            </a:xfrm>
            <a:prstGeom prst="ellipse">
              <a:avLst/>
            </a:prstGeom>
            <a:gradFill>
              <a:gsLst>
                <a:gs pos="0">
                  <a:schemeClr val="dk2"/>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0" name="Google Shape;15990;p32"/>
            <p:cNvSpPr/>
            <p:nvPr/>
          </p:nvSpPr>
          <p:spPr>
            <a:xfrm>
              <a:off x="5713925" y="2831550"/>
              <a:ext cx="519600" cy="519600"/>
            </a:xfrm>
            <a:prstGeom prst="ellipse">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1" name="Google Shape;15991;p32"/>
            <p:cNvSpPr/>
            <p:nvPr/>
          </p:nvSpPr>
          <p:spPr>
            <a:xfrm>
              <a:off x="6233525" y="2831550"/>
              <a:ext cx="519600" cy="519600"/>
            </a:xfrm>
            <a:prstGeom prst="ellipse">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2" name="Google Shape;15992;p32"/>
            <p:cNvSpPr/>
            <p:nvPr/>
          </p:nvSpPr>
          <p:spPr>
            <a:xfrm>
              <a:off x="5713925" y="3351150"/>
              <a:ext cx="519600" cy="519600"/>
            </a:xfrm>
            <a:prstGeom prst="ellipse">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3" name="Google Shape;15993;p32"/>
            <p:cNvSpPr/>
            <p:nvPr/>
          </p:nvSpPr>
          <p:spPr>
            <a:xfrm>
              <a:off x="6233525" y="3351150"/>
              <a:ext cx="519600" cy="519600"/>
            </a:xfrm>
            <a:prstGeom prst="ellipse">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94" name="Google Shape;15994;p32"/>
          <p:cNvGrpSpPr/>
          <p:nvPr/>
        </p:nvGrpSpPr>
        <p:grpSpPr>
          <a:xfrm>
            <a:off x="293519" y="1837246"/>
            <a:ext cx="1892093" cy="1948807"/>
            <a:chOff x="229175" y="1404950"/>
            <a:chExt cx="1576350" cy="1623600"/>
          </a:xfrm>
        </p:grpSpPr>
        <p:sp>
          <p:nvSpPr>
            <p:cNvPr id="15995" name="Google Shape;15995;p32"/>
            <p:cNvSpPr/>
            <p:nvPr/>
          </p:nvSpPr>
          <p:spPr>
            <a:xfrm rot="10800000">
              <a:off x="713225" y="19461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6" name="Google Shape;15996;p32"/>
            <p:cNvSpPr/>
            <p:nvPr/>
          </p:nvSpPr>
          <p:spPr>
            <a:xfrm rot="10800000">
              <a:off x="551875" y="1751325"/>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7" name="Google Shape;15997;p32"/>
            <p:cNvSpPr/>
            <p:nvPr/>
          </p:nvSpPr>
          <p:spPr>
            <a:xfrm rot="10800000">
              <a:off x="390525" y="15835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8" name="Google Shape;15998;p32"/>
            <p:cNvSpPr/>
            <p:nvPr/>
          </p:nvSpPr>
          <p:spPr>
            <a:xfrm rot="10800000">
              <a:off x="229175" y="1404950"/>
              <a:ext cx="1092300" cy="1082400"/>
            </a:xfrm>
            <a:prstGeom prst="roundRect">
              <a:avLst>
                <a:gd fmla="val 16667" name="adj"/>
              </a:avLst>
            </a:prstGeom>
            <a:gradFill>
              <a:gsLst>
                <a:gs pos="0">
                  <a:schemeClr val="lt1"/>
                </a:gs>
                <a:gs pos="18000">
                  <a:schemeClr val="lt1"/>
                </a:gs>
                <a:gs pos="56000">
                  <a:srgbClr val="FFFFFF">
                    <a:alpha val="0"/>
                  </a:srgbClr>
                </a:gs>
                <a:gs pos="74000">
                  <a:schemeClr val="lt1"/>
                </a:gs>
                <a:gs pos="100000">
                  <a:srgbClr val="9900FF">
                    <a:alpha val="28235"/>
                  </a:srgbClr>
                </a:gs>
              </a:gsLst>
              <a:path path="circle">
                <a:fillToRect b="100%" r="100%"/>
              </a:path>
              <a:tileRect l="-100%" t="-10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99" name="Google Shape;15999;p32"/>
          <p:cNvGrpSpPr/>
          <p:nvPr/>
        </p:nvGrpSpPr>
        <p:grpSpPr>
          <a:xfrm>
            <a:off x="5501248" y="2333706"/>
            <a:ext cx="1095921" cy="1462828"/>
            <a:chOff x="379925" y="2141500"/>
            <a:chExt cx="948275" cy="2315700"/>
          </a:xfrm>
        </p:grpSpPr>
        <p:sp>
          <p:nvSpPr>
            <p:cNvPr id="16000" name="Google Shape;16000;p32"/>
            <p:cNvSpPr/>
            <p:nvPr/>
          </p:nvSpPr>
          <p:spPr>
            <a:xfrm>
              <a:off x="379925"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1" name="Google Shape;16001;p32"/>
            <p:cNvSpPr/>
            <p:nvPr/>
          </p:nvSpPr>
          <p:spPr>
            <a:xfrm>
              <a:off x="552417"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2" name="Google Shape;16002;p32"/>
            <p:cNvSpPr/>
            <p:nvPr/>
          </p:nvSpPr>
          <p:spPr>
            <a:xfrm>
              <a:off x="724908"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3" name="Google Shape;16003;p32"/>
            <p:cNvSpPr/>
            <p:nvPr/>
          </p:nvSpPr>
          <p:spPr>
            <a:xfrm>
              <a:off x="897400" y="2141500"/>
              <a:ext cx="430800" cy="2315700"/>
            </a:xfrm>
            <a:prstGeom prst="parallelogram">
              <a:avLst>
                <a:gd fmla="val 60301" name="adj"/>
              </a:avLst>
            </a:prstGeom>
            <a:gradFill>
              <a:gsLst>
                <a:gs pos="0">
                  <a:schemeClr val="lt2"/>
                </a:gs>
                <a:gs pos="78000">
                  <a:schemeClr val="lt1"/>
                </a:gs>
                <a:gs pos="100000">
                  <a:schemeClr val="lt1"/>
                </a:gs>
              </a:gsLst>
              <a:lin ang="0"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04" name="Google Shape;16004;p32"/>
          <p:cNvGrpSpPr/>
          <p:nvPr/>
        </p:nvGrpSpPr>
        <p:grpSpPr>
          <a:xfrm flipH="1">
            <a:off x="6812113" y="2333688"/>
            <a:ext cx="2806875" cy="2625875"/>
            <a:chOff x="-943975" y="2874825"/>
            <a:chExt cx="2806875" cy="2625875"/>
          </a:xfrm>
        </p:grpSpPr>
        <p:sp>
          <p:nvSpPr>
            <p:cNvPr id="16005" name="Google Shape;16005;p32"/>
            <p:cNvSpPr/>
            <p:nvPr/>
          </p:nvSpPr>
          <p:spPr>
            <a:xfrm>
              <a:off x="-272200" y="2874825"/>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6" name="Google Shape;16006;p32"/>
            <p:cNvSpPr/>
            <p:nvPr/>
          </p:nvSpPr>
          <p:spPr>
            <a:xfrm>
              <a:off x="-440144" y="2997519"/>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7" name="Google Shape;16007;p32"/>
            <p:cNvSpPr/>
            <p:nvPr/>
          </p:nvSpPr>
          <p:spPr>
            <a:xfrm>
              <a:off x="-608087" y="3120213"/>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8" name="Google Shape;16008;p32"/>
            <p:cNvSpPr/>
            <p:nvPr/>
          </p:nvSpPr>
          <p:spPr>
            <a:xfrm>
              <a:off x="-776031" y="3242906"/>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9" name="Google Shape;16009;p32"/>
            <p:cNvSpPr/>
            <p:nvPr/>
          </p:nvSpPr>
          <p:spPr>
            <a:xfrm>
              <a:off x="-943975" y="3365600"/>
              <a:ext cx="2135100" cy="2135100"/>
            </a:xfrm>
            <a:prstGeom prst="blockArc">
              <a:avLst>
                <a:gd fmla="val 10800000" name="adj1"/>
                <a:gd fmla="val 138848" name="adj2"/>
                <a:gd fmla="val 4531" name="adj3"/>
              </a:avLst>
            </a:prstGeom>
            <a:gradFill>
              <a:gsLst>
                <a:gs pos="0">
                  <a:schemeClr val="lt1"/>
                </a:gs>
                <a:gs pos="22000">
                  <a:schemeClr val="lt1"/>
                </a:gs>
                <a:gs pos="45000">
                  <a:srgbClr val="FFFFFF">
                    <a:alpha val="0"/>
                  </a:srgbClr>
                </a:gs>
                <a:gs pos="100000">
                  <a:srgbClr val="0C0A9E">
                    <a:alpha val="49803"/>
                  </a:srgbClr>
                </a:gs>
              </a:gsLst>
              <a:lin ang="2698631"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13" name="Shape 16013"/>
        <p:cNvGrpSpPr/>
        <p:nvPr/>
      </p:nvGrpSpPr>
      <p:grpSpPr>
        <a:xfrm>
          <a:off x="0" y="0"/>
          <a:ext cx="0" cy="0"/>
          <a:chOff x="0" y="0"/>
          <a:chExt cx="0" cy="0"/>
        </a:xfrm>
      </p:grpSpPr>
      <p:sp>
        <p:nvSpPr>
          <p:cNvPr id="16014" name="Google Shape;16014;p33"/>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Resources</a:t>
            </a:r>
            <a:endParaRPr/>
          </a:p>
        </p:txBody>
      </p:sp>
      <p:sp>
        <p:nvSpPr>
          <p:cNvPr id="16015" name="Google Shape;16015;p33"/>
          <p:cNvSpPr txBox="1"/>
          <p:nvPr>
            <p:ph idx="1" type="body"/>
          </p:nvPr>
        </p:nvSpPr>
        <p:spPr>
          <a:xfrm>
            <a:off x="720000" y="1139550"/>
            <a:ext cx="4290900" cy="3431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200"/>
              <a:buNone/>
            </a:pPr>
            <a:r>
              <a:rPr lang="en" sz="1400">
                <a:solidFill>
                  <a:schemeClr val="dk1"/>
                </a:solidFill>
              </a:rPr>
              <a:t>Did you like the resources in this template? Get them for free at our other websites:</a:t>
            </a:r>
            <a:endParaRPr sz="1400">
              <a:solidFill>
                <a:schemeClr val="dk1"/>
              </a:solidFill>
            </a:endParaRPr>
          </a:p>
          <a:p>
            <a:pPr indent="0" lvl="0" marL="0" rtl="0" algn="l">
              <a:lnSpc>
                <a:spcPct val="115000"/>
              </a:lnSpc>
              <a:spcBef>
                <a:spcPts val="1000"/>
              </a:spcBef>
              <a:spcAft>
                <a:spcPts val="0"/>
              </a:spcAft>
              <a:buSzPts val="1200"/>
              <a:buNone/>
            </a:pPr>
            <a:r>
              <a:rPr b="1" lang="en" sz="2000">
                <a:solidFill>
                  <a:schemeClr val="dk1"/>
                </a:solidFill>
                <a:latin typeface="IBM Plex Mono"/>
                <a:ea typeface="IBM Plex Mono"/>
                <a:cs typeface="IBM Plex Mono"/>
                <a:sym typeface="IBM Plex Mono"/>
              </a:rPr>
              <a:t>Photos:</a:t>
            </a:r>
            <a:endParaRPr b="1" sz="2000">
              <a:solidFill>
                <a:schemeClr val="dk1"/>
              </a:solidFill>
              <a:latin typeface="IBM Plex Mono"/>
              <a:ea typeface="IBM Plex Mono"/>
              <a:cs typeface="IBM Plex Mono"/>
              <a:sym typeface="IBM Plex Mono"/>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3">
                  <a:extLst>
                    <a:ext uri="{A12FA001-AC4F-418D-AE19-62706E023703}">
                      <ahyp:hlinkClr val="tx"/>
                    </a:ext>
                  </a:extLst>
                </a:hlinkClick>
              </a:rPr>
              <a:t>Medium shot man working on laptop</a:t>
            </a:r>
            <a:endParaRPr sz="1400">
              <a:solidFill>
                <a:schemeClr val="dk1"/>
              </a:solidFill>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4">
                  <a:extLst>
                    <a:ext uri="{A12FA001-AC4F-418D-AE19-62706E023703}">
                      <ahyp:hlinkClr val="tx"/>
                    </a:ext>
                  </a:extLst>
                </a:hlinkClick>
              </a:rPr>
              <a:t>Group of friends planning a trip in a cafe</a:t>
            </a:r>
            <a:endParaRPr sz="1400">
              <a:solidFill>
                <a:schemeClr val="dk1"/>
              </a:solidFill>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5">
                  <a:extLst>
                    <a:ext uri="{A12FA001-AC4F-418D-AE19-62706E023703}">
                      <ahyp:hlinkClr val="tx"/>
                    </a:ext>
                  </a:extLst>
                </a:hlinkClick>
              </a:rPr>
              <a:t>Medium shot man working on laptop</a:t>
            </a:r>
            <a:endParaRPr sz="1400">
              <a:solidFill>
                <a:schemeClr val="dk1"/>
              </a:solidFill>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6">
                  <a:extLst>
                    <a:ext uri="{A12FA001-AC4F-418D-AE19-62706E023703}">
                      <ahyp:hlinkClr val="tx"/>
                    </a:ext>
                  </a:extLst>
                </a:hlinkClick>
              </a:rPr>
              <a:t>Side view of men working on laptops at the office</a:t>
            </a:r>
            <a:endParaRPr sz="1400">
              <a:solidFill>
                <a:schemeClr val="dk1"/>
              </a:solidFill>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7">
                  <a:extLst>
                    <a:ext uri="{A12FA001-AC4F-418D-AE19-62706E023703}">
                      <ahyp:hlinkClr val="tx"/>
                    </a:ext>
                  </a:extLst>
                </a:hlinkClick>
              </a:rPr>
              <a:t>Lifestyle of woman in the office</a:t>
            </a:r>
            <a:endParaRPr sz="1400">
              <a:solidFill>
                <a:schemeClr val="dk1"/>
              </a:solidFill>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8">
                  <a:extLst>
                    <a:ext uri="{A12FA001-AC4F-418D-AE19-62706E023703}">
                      <ahyp:hlinkClr val="tx"/>
                    </a:ext>
                  </a:extLst>
                </a:hlinkClick>
              </a:rPr>
              <a:t>Secretary working on laptop</a:t>
            </a:r>
            <a:endParaRPr sz="1400">
              <a:solidFill>
                <a:schemeClr val="dk1"/>
              </a:solidFill>
            </a:endParaRPr>
          </a:p>
        </p:txBody>
      </p:sp>
      <p:sp>
        <p:nvSpPr>
          <p:cNvPr id="16016" name="Google Shape;16016;p33"/>
          <p:cNvSpPr txBox="1"/>
          <p:nvPr>
            <p:ph idx="2" type="body"/>
          </p:nvPr>
        </p:nvSpPr>
        <p:spPr>
          <a:xfrm>
            <a:off x="5249025" y="1139550"/>
            <a:ext cx="3174900" cy="3431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200"/>
              <a:buNone/>
            </a:pPr>
            <a:r>
              <a:rPr b="1" lang="en" sz="2000">
                <a:solidFill>
                  <a:schemeClr val="dk1"/>
                </a:solidFill>
                <a:latin typeface="IBM Plex Mono"/>
                <a:ea typeface="IBM Plex Mono"/>
                <a:cs typeface="IBM Plex Mono"/>
                <a:sym typeface="IBM Plex Mono"/>
              </a:rPr>
              <a:t>Vectors:</a:t>
            </a:r>
            <a:endParaRPr b="1" sz="2000">
              <a:solidFill>
                <a:schemeClr val="dk1"/>
              </a:solidFill>
              <a:latin typeface="IBM Plex Mono"/>
              <a:ea typeface="IBM Plex Mono"/>
              <a:cs typeface="IBM Plex Mono"/>
              <a:sym typeface="IBM Plex Mono"/>
            </a:endParaRPr>
          </a:p>
          <a:p>
            <a:pPr indent="-317500" lvl="0" marL="320040" rtl="0" algn="l">
              <a:lnSpc>
                <a:spcPct val="115000"/>
              </a:lnSpc>
              <a:spcBef>
                <a:spcPts val="0"/>
              </a:spcBef>
              <a:spcAft>
                <a:spcPts val="0"/>
              </a:spcAft>
              <a:buClr>
                <a:schemeClr val="dk1"/>
              </a:buClr>
              <a:buSzPts val="1400"/>
              <a:buChar char="●"/>
            </a:pPr>
            <a:r>
              <a:rPr lang="en" sz="1400" u="sng">
                <a:solidFill>
                  <a:schemeClr val="dk1"/>
                </a:solidFill>
                <a:hlinkClick r:id="rId9">
                  <a:extLst>
                    <a:ext uri="{A12FA001-AC4F-418D-AE19-62706E023703}">
                      <ahyp:hlinkClr val="tx"/>
                    </a:ext>
                  </a:extLst>
                </a:hlinkClick>
              </a:rPr>
              <a:t>Abstract gradient circuit board background</a:t>
            </a:r>
            <a:endParaRPr>
              <a:solidFill>
                <a:schemeClr val="dk1"/>
              </a:solidFill>
            </a:endParaRPr>
          </a:p>
          <a:p>
            <a:pPr indent="0" lvl="0" marL="0" rtl="0" algn="l">
              <a:lnSpc>
                <a:spcPct val="115000"/>
              </a:lnSpc>
              <a:spcBef>
                <a:spcPts val="600"/>
              </a:spcBef>
              <a:spcAft>
                <a:spcPts val="0"/>
              </a:spcAft>
              <a:buSzPts val="1200"/>
              <a:buNone/>
            </a:pPr>
            <a:r>
              <a:rPr b="1" lang="en" sz="2000">
                <a:solidFill>
                  <a:schemeClr val="dk1"/>
                </a:solidFill>
                <a:latin typeface="IBM Plex Mono"/>
                <a:ea typeface="IBM Plex Mono"/>
                <a:cs typeface="IBM Plex Mono"/>
                <a:sym typeface="IBM Plex Mono"/>
              </a:rPr>
              <a:t>Icon pack:</a:t>
            </a:r>
            <a:endParaRPr b="1" sz="2000">
              <a:solidFill>
                <a:schemeClr val="dk1"/>
              </a:solidFill>
              <a:latin typeface="IBM Plex Mono"/>
              <a:ea typeface="IBM Plex Mono"/>
              <a:cs typeface="IBM Plex Mono"/>
              <a:sym typeface="IBM Plex Mono"/>
            </a:endParaRPr>
          </a:p>
          <a:p>
            <a:pPr indent="-304800" lvl="0" marL="320040" rtl="0" algn="l">
              <a:lnSpc>
                <a:spcPct val="115000"/>
              </a:lnSpc>
              <a:spcBef>
                <a:spcPts val="0"/>
              </a:spcBef>
              <a:spcAft>
                <a:spcPts val="600"/>
              </a:spcAft>
              <a:buClr>
                <a:schemeClr val="dk1"/>
              </a:buClr>
              <a:buSzPts val="1200"/>
              <a:buChar char="●"/>
            </a:pPr>
            <a:r>
              <a:rPr lang="en" sz="1400" u="sng">
                <a:solidFill>
                  <a:schemeClr val="dk1"/>
                </a:solidFill>
                <a:hlinkClick r:id="rId10">
                  <a:extLst>
                    <a:ext uri="{A12FA001-AC4F-418D-AE19-62706E023703}">
                      <ahyp:hlinkClr val="tx"/>
                    </a:ext>
                  </a:extLst>
                </a:hlinkClick>
              </a:rPr>
              <a:t>Icon Pack: Coding | Lineal</a:t>
            </a:r>
            <a:endParaRPr>
              <a:solidFill>
                <a:schemeClr val="dk1"/>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20" name="Shape 16020"/>
        <p:cNvGrpSpPr/>
        <p:nvPr/>
      </p:nvGrpSpPr>
      <p:grpSpPr>
        <a:xfrm>
          <a:off x="0" y="0"/>
          <a:ext cx="0" cy="0"/>
          <a:chOff x="0" y="0"/>
          <a:chExt cx="0" cy="0"/>
        </a:xfrm>
      </p:grpSpPr>
      <p:sp>
        <p:nvSpPr>
          <p:cNvPr id="16021" name="Google Shape;16021;p34"/>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Instructions for use</a:t>
            </a:r>
            <a:endParaRPr/>
          </a:p>
        </p:txBody>
      </p:sp>
      <p:sp>
        <p:nvSpPr>
          <p:cNvPr id="16022" name="Google Shape;16022;p34"/>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E2A47"/>
              </a:buClr>
              <a:buSzPts val="1100"/>
              <a:buFont typeface="Arial"/>
              <a:buNone/>
            </a:pPr>
            <a:r>
              <a:rPr b="0" i="0" lang="en" sz="1100" u="none" cap="none" strike="noStrike">
                <a:solidFill>
                  <a:schemeClr val="lt1"/>
                </a:solidFill>
                <a:latin typeface="Arial"/>
                <a:ea typeface="Arial"/>
                <a:cs typeface="Arial"/>
                <a:sym typeface="Arial"/>
              </a:rPr>
              <a:t>If you have a free account, in order to use this template, you must credit </a:t>
            </a:r>
            <a:r>
              <a:rPr b="1" i="0" lang="en" sz="1100" u="sng" cap="none" strike="noStrike">
                <a:solidFill>
                  <a:schemeClr val="hlink"/>
                </a:solidFill>
                <a:latin typeface="Arial"/>
                <a:ea typeface="Arial"/>
                <a:cs typeface="Arial"/>
                <a:sym typeface="Arial"/>
                <a:hlinkClick r:id="rId3"/>
              </a:rPr>
              <a:t>Slidesgo</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by keeping the </a:t>
            </a:r>
            <a:r>
              <a:rPr b="1" i="0" lang="en" sz="1100" u="sng" cap="none" strike="noStrike">
                <a:solidFill>
                  <a:schemeClr val="hlink"/>
                </a:solidFill>
                <a:latin typeface="Arial"/>
                <a:ea typeface="Arial"/>
                <a:cs typeface="Arial"/>
                <a:sym typeface="Arial"/>
                <a:hlinkClick action="ppaction://hlinksldjump" r:id="rId4"/>
              </a:rPr>
              <a:t>Thanks</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slide. Please refer to the next slide to read the instructions for premium users.</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rgbClr val="0E2A47"/>
              </a:buClr>
              <a:buSzPts val="1100"/>
              <a:buFont typeface="Arial"/>
              <a:buNone/>
            </a:pPr>
            <a:r>
              <a:rPr b="1" i="0" lang="en" sz="1100" u="none" cap="none" strike="noStrike">
                <a:solidFill>
                  <a:schemeClr val="hlink"/>
                </a:solidFill>
                <a:latin typeface="Arial"/>
                <a:ea typeface="Arial"/>
                <a:cs typeface="Arial"/>
                <a:sym typeface="Arial"/>
              </a:rPr>
              <a:t>As a Free user, you are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40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Modify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it for both personal and commercial projects.</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400"/>
              </a:spcBef>
              <a:spcAft>
                <a:spcPts val="0"/>
              </a:spcAft>
              <a:buClr>
                <a:srgbClr val="0E2A47"/>
              </a:buClr>
              <a:buSzPts val="1100"/>
              <a:buFont typeface="Arial"/>
              <a:buNone/>
            </a:pPr>
            <a:r>
              <a:rPr b="1" i="0" lang="en" sz="1100" u="none" cap="none" strike="noStrike">
                <a:solidFill>
                  <a:schemeClr val="hlink"/>
                </a:solidFill>
                <a:latin typeface="Arial"/>
                <a:ea typeface="Arial"/>
                <a:cs typeface="Arial"/>
                <a:sym typeface="Arial"/>
              </a:rPr>
              <a:t>You are not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Sublicense, sell or rent any of Slidesgo Content (or a modified version of Slidesgo Content).</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Distribute Slidesgo Content unless it has been expressly authorized by Slidesgo.</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Include Slidesgo Content in an online or offline database or file.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Offer Slidesgo templates (or modified versions of Slidesgo templates) for download.</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Acquire the copyright of Slidesgo Content.</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E2A47"/>
              </a:buClr>
              <a:buSzPts val="1100"/>
              <a:buFont typeface="Arial"/>
              <a:buNone/>
            </a:pPr>
            <a:r>
              <a:rPr b="0" i="0" lang="en" sz="1100" u="none" cap="none" strike="noStrike">
                <a:solidFill>
                  <a:schemeClr val="lt1"/>
                </a:solidFill>
                <a:latin typeface="Arial"/>
                <a:ea typeface="Arial"/>
                <a:cs typeface="Arial"/>
                <a:sym typeface="Arial"/>
              </a:rPr>
              <a:t>For more information about editing slides, please read our FAQs or visit our blog:</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E2A47"/>
              </a:buClr>
              <a:buSzPts val="1100"/>
              <a:buFont typeface="Arial"/>
              <a:buNone/>
            </a:pPr>
            <a:r>
              <a:rPr b="1" i="0" lang="en" sz="1100" u="sng" cap="none" strike="noStrike">
                <a:solidFill>
                  <a:schemeClr val="hlink"/>
                </a:solidFill>
                <a:latin typeface="Arial"/>
                <a:ea typeface="Arial"/>
                <a:cs typeface="Arial"/>
                <a:sym typeface="Arial"/>
                <a:hlinkClick r:id="rId5"/>
              </a:rPr>
              <a:t>https://slidesgo.com/faqs</a:t>
            </a:r>
            <a:r>
              <a:rPr b="0" i="0" lang="en" sz="1100" u="none" cap="none" strike="noStrike">
                <a:solidFill>
                  <a:schemeClr val="lt1"/>
                </a:solidFill>
                <a:latin typeface="Arial"/>
                <a:ea typeface="Arial"/>
                <a:cs typeface="Arial"/>
                <a:sym typeface="Arial"/>
              </a:rPr>
              <a:t> and </a:t>
            </a:r>
            <a:r>
              <a:rPr b="1" i="0" lang="en" sz="1100" u="sng" cap="none" strike="noStrike">
                <a:solidFill>
                  <a:schemeClr val="hlink"/>
                </a:solidFill>
                <a:latin typeface="Arial"/>
                <a:ea typeface="Arial"/>
                <a:cs typeface="Arial"/>
                <a:sym typeface="Arial"/>
                <a:hlinkClick r:id="rId6"/>
              </a:rPr>
              <a:t>https://slidesgo.com/slidesgo-school</a:t>
            </a:r>
            <a:endParaRPr b="0" i="0" sz="1000" u="none" cap="none" strike="noStrike">
              <a:solidFill>
                <a:srgbClr val="FFFFFF"/>
              </a:solidFill>
              <a:latin typeface="Arial"/>
              <a:ea typeface="Arial"/>
              <a:cs typeface="Arial"/>
              <a:sym typeface="Arial"/>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26" name="Shape 16026"/>
        <p:cNvGrpSpPr/>
        <p:nvPr/>
      </p:nvGrpSpPr>
      <p:grpSpPr>
        <a:xfrm>
          <a:off x="0" y="0"/>
          <a:ext cx="0" cy="0"/>
          <a:chOff x="0" y="0"/>
          <a:chExt cx="0" cy="0"/>
        </a:xfrm>
      </p:grpSpPr>
      <p:sp>
        <p:nvSpPr>
          <p:cNvPr id="16027" name="Google Shape;16027;p35"/>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As a Premium user, you can use this template without attributing </a:t>
            </a:r>
            <a:r>
              <a:rPr b="1" i="0" lang="en" sz="1100" u="sng" cap="none" strike="noStrike">
                <a:solidFill>
                  <a:schemeClr val="hlink"/>
                </a:solidFill>
                <a:latin typeface="Arial"/>
                <a:ea typeface="Arial"/>
                <a:cs typeface="Arial"/>
                <a:sym typeface="Arial"/>
                <a:hlinkClick r:id="rId3"/>
              </a:rPr>
              <a:t>Slidesgo</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or keeping the </a:t>
            </a:r>
            <a:r>
              <a:rPr b="1" i="0" lang="en" sz="1100" u="sng" cap="none" strike="noStrike">
                <a:solidFill>
                  <a:schemeClr val="hlink"/>
                </a:solidFill>
                <a:latin typeface="Arial"/>
                <a:ea typeface="Arial"/>
                <a:cs typeface="Arial"/>
                <a:sym typeface="Arial"/>
                <a:hlinkClick action="ppaction://hlinksldjump" r:id="rId4"/>
              </a:rPr>
              <a:t>Thanks</a:t>
            </a:r>
            <a:r>
              <a:rPr b="0" i="0" lang="en" sz="1100" u="none" cap="none" strike="noStrike">
                <a:solidFill>
                  <a:schemeClr val="lt1"/>
                </a:solidFill>
                <a:latin typeface="Arial"/>
                <a:ea typeface="Arial"/>
                <a:cs typeface="Arial"/>
                <a:sym typeface="Arial"/>
              </a:rPr>
              <a:t> slide.</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chemeClr val="dk1"/>
              </a:buClr>
              <a:buSzPts val="1100"/>
              <a:buFont typeface="Arial"/>
              <a:buNone/>
            </a:pPr>
            <a:r>
              <a:rPr b="1" i="0" lang="en" sz="1100" u="none" cap="none" strike="noStrike">
                <a:solidFill>
                  <a:schemeClr val="hlink"/>
                </a:solidFill>
                <a:latin typeface="Arial"/>
                <a:ea typeface="Arial"/>
                <a:cs typeface="Arial"/>
                <a:sym typeface="Arial"/>
              </a:rPr>
              <a:t>You are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Modify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it for both personal and commercial purposes.</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Hide or delete the “Thanks” slide and the mention to Slidesgo in the credits.</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Share this template in an editable format with people who are not part of your team.</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chemeClr val="dk1"/>
              </a:buClr>
              <a:buSzPts val="1100"/>
              <a:buFont typeface="Arial"/>
              <a:buNone/>
            </a:pPr>
            <a:r>
              <a:rPr b="1" i="0" lang="en" sz="1100" u="none" cap="none" strike="noStrike">
                <a:solidFill>
                  <a:schemeClr val="hlink"/>
                </a:solidFill>
                <a:latin typeface="Arial"/>
                <a:ea typeface="Arial"/>
                <a:cs typeface="Arial"/>
                <a:sym typeface="Arial"/>
              </a:rPr>
              <a:t>You are not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Sublicense, sell or rent this Slidesgo Template (or a modified version of this Slidesgo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any of the elements that are part of this Slidesgo Template in an isolated and separated way from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Register any of the elements that are part of this template as a trademark or logo, or register it as a work in an intellectual property registry or similar.</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chemeClr val="dk1"/>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For more information about editing slides, please read our FAQs or visit our blog:</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1" i="0" lang="en" sz="1100" u="sng" cap="none" strike="noStrike">
                <a:solidFill>
                  <a:schemeClr val="hlink"/>
                </a:solidFill>
                <a:latin typeface="Arial"/>
                <a:ea typeface="Arial"/>
                <a:cs typeface="Arial"/>
                <a:sym typeface="Arial"/>
                <a:hlinkClick r:id="rId5"/>
              </a:rPr>
              <a:t>https://slidesgo.com/faqs</a:t>
            </a:r>
            <a:r>
              <a:rPr b="0" i="0" lang="en" sz="1100" u="none" cap="none" strike="noStrike">
                <a:solidFill>
                  <a:schemeClr val="lt1"/>
                </a:solidFill>
                <a:latin typeface="Arial"/>
                <a:ea typeface="Arial"/>
                <a:cs typeface="Arial"/>
                <a:sym typeface="Arial"/>
              </a:rPr>
              <a:t> and </a:t>
            </a:r>
            <a:r>
              <a:rPr b="1" i="0" lang="en" sz="1100" u="sng" cap="none" strike="noStrike">
                <a:solidFill>
                  <a:schemeClr val="hlink"/>
                </a:solidFill>
                <a:latin typeface="Arial"/>
                <a:ea typeface="Arial"/>
                <a:cs typeface="Arial"/>
                <a:sym typeface="Arial"/>
                <a:hlinkClick r:id="rId6"/>
              </a:rPr>
              <a:t>https://slidesgo.com/slidesgo-school</a:t>
            </a:r>
            <a:endParaRPr b="0" i="0" sz="1000" u="none" cap="none" strike="noStrike">
              <a:solidFill>
                <a:schemeClr val="lt1"/>
              </a:solidFill>
              <a:latin typeface="Arial"/>
              <a:ea typeface="Arial"/>
              <a:cs typeface="Arial"/>
              <a:sym typeface="Arial"/>
            </a:endParaRPr>
          </a:p>
        </p:txBody>
      </p:sp>
      <p:sp>
        <p:nvSpPr>
          <p:cNvPr id="16028" name="Google Shape;16028;p35"/>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Instructions for use (premium users)</a:t>
            </a:r>
            <a:endParaRPr/>
          </a:p>
        </p:txBody>
      </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32" name="Shape 16032"/>
        <p:cNvGrpSpPr/>
        <p:nvPr/>
      </p:nvGrpSpPr>
      <p:grpSpPr>
        <a:xfrm>
          <a:off x="0" y="0"/>
          <a:ext cx="0" cy="0"/>
          <a:chOff x="0" y="0"/>
          <a:chExt cx="0" cy="0"/>
        </a:xfrm>
      </p:grpSpPr>
      <p:sp>
        <p:nvSpPr>
          <p:cNvPr id="16033" name="Google Shape;16033;p36"/>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rgbClr val="FFFFFF"/>
                </a:solidFill>
                <a:latin typeface="Arial"/>
                <a:ea typeface="Arial"/>
                <a:cs typeface="Arial"/>
                <a:sym typeface="Arial"/>
              </a:rPr>
              <a:t>This presentation has been made using the following fonts:</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1000"/>
              </a:spcBef>
              <a:spcAft>
                <a:spcPts val="0"/>
              </a:spcAft>
              <a:buClr>
                <a:schemeClr val="dk1"/>
              </a:buClr>
              <a:buSzPts val="1100"/>
              <a:buFont typeface="Arial"/>
              <a:buNone/>
            </a:pPr>
            <a:r>
              <a:rPr b="1" i="0" lang="en" sz="1100" u="none" cap="none" strike="noStrike">
                <a:solidFill>
                  <a:srgbClr val="FFFFFF"/>
                </a:solidFill>
                <a:latin typeface="Arial"/>
                <a:ea typeface="Arial"/>
                <a:cs typeface="Arial"/>
                <a:sym typeface="Arial"/>
              </a:rPr>
              <a:t>IBM Plex Mono Bold</a:t>
            </a:r>
            <a:endParaRPr b="1"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rgbClr val="FFFFFF"/>
                </a:solidFill>
                <a:latin typeface="Arial"/>
                <a:ea typeface="Arial"/>
                <a:cs typeface="Arial"/>
                <a:sym typeface="Arial"/>
              </a:rPr>
              <a:t>(</a:t>
            </a:r>
            <a:r>
              <a:rPr b="0" i="0" lang="en" sz="1100" u="sng" cap="none" strike="noStrike">
                <a:solidFill>
                  <a:srgbClr val="FFFFFF"/>
                </a:solidFill>
                <a:latin typeface="Arial"/>
                <a:ea typeface="Arial"/>
                <a:cs typeface="Arial"/>
                <a:sym typeface="Arial"/>
                <a:hlinkClick r:id="rId3">
                  <a:extLst>
                    <a:ext uri="{A12FA001-AC4F-418D-AE19-62706E023703}">
                      <ahyp:hlinkClr val="tx"/>
                    </a:ext>
                  </a:extLst>
                </a:hlinkClick>
              </a:rPr>
              <a:t>https://fonts.google.com/specimen/IBM+Plex+Mono</a:t>
            </a:r>
            <a:r>
              <a:rPr b="0" i="0" lang="en" sz="1100" u="none" cap="none" strike="noStrike">
                <a:solidFill>
                  <a:srgbClr val="FFFFFF"/>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t/>
            </a:r>
            <a:endParaRPr b="0"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1" i="0" lang="en" sz="1100" u="none" cap="none" strike="noStrike">
                <a:solidFill>
                  <a:srgbClr val="FFFFFF"/>
                </a:solidFill>
                <a:latin typeface="Arial"/>
                <a:ea typeface="Arial"/>
                <a:cs typeface="Arial"/>
                <a:sym typeface="Arial"/>
              </a:rPr>
              <a:t>Poppins Normal &amp; Bold</a:t>
            </a:r>
            <a:endParaRPr b="1" i="0" sz="1100" u="none" cap="none" strike="noStrike">
              <a:solidFill>
                <a:srgbClr val="FFFFFF"/>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rgbClr val="FFFFFF"/>
                </a:solidFill>
                <a:latin typeface="Arial"/>
                <a:ea typeface="Arial"/>
                <a:cs typeface="Arial"/>
                <a:sym typeface="Arial"/>
              </a:rPr>
              <a:t>(</a:t>
            </a:r>
            <a:r>
              <a:rPr b="0" i="0" lang="en" sz="1100" u="sng" cap="none" strike="noStrike">
                <a:solidFill>
                  <a:srgbClr val="FFFFFF"/>
                </a:solidFill>
                <a:latin typeface="Arial"/>
                <a:ea typeface="Arial"/>
                <a:cs typeface="Arial"/>
                <a:sym typeface="Arial"/>
                <a:hlinkClick r:id="rId4">
                  <a:extLst>
                    <a:ext uri="{A12FA001-AC4F-418D-AE19-62706E023703}">
                      <ahyp:hlinkClr val="tx"/>
                    </a:ext>
                  </a:extLst>
                </a:hlinkClick>
              </a:rPr>
              <a:t>https://fonts.google.com/specimen/Poppins</a:t>
            </a:r>
            <a:r>
              <a:rPr b="0" i="0" lang="en" sz="1100" u="none" cap="none" strike="noStrike">
                <a:solidFill>
                  <a:srgbClr val="FFFFFF"/>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p:txBody>
      </p:sp>
      <p:sp>
        <p:nvSpPr>
          <p:cNvPr id="16034" name="Google Shape;16034;p36"/>
          <p:cNvSpPr/>
          <p:nvPr/>
        </p:nvSpPr>
        <p:spPr>
          <a:xfrm>
            <a:off x="2583638" y="2947800"/>
            <a:ext cx="791400" cy="754200"/>
          </a:xfrm>
          <a:prstGeom prst="roundRect">
            <a:avLst>
              <a:gd fmla="val 16667" name="adj"/>
            </a:avLst>
          </a:prstGeom>
          <a:solidFill>
            <a:srgbClr val="F5F8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5" name="Google Shape;16035;p36"/>
          <p:cNvSpPr/>
          <p:nvPr/>
        </p:nvSpPr>
        <p:spPr>
          <a:xfrm>
            <a:off x="3645457" y="2947800"/>
            <a:ext cx="791400" cy="754200"/>
          </a:xfrm>
          <a:prstGeom prst="roundRect">
            <a:avLst>
              <a:gd fmla="val 16667" name="adj"/>
            </a:avLst>
          </a:prstGeom>
          <a:solidFill>
            <a:srgbClr val="BFBEF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6" name="Google Shape;16036;p36"/>
          <p:cNvSpPr/>
          <p:nvPr/>
        </p:nvSpPr>
        <p:spPr>
          <a:xfrm>
            <a:off x="4707277" y="2947800"/>
            <a:ext cx="791400" cy="754200"/>
          </a:xfrm>
          <a:prstGeom prst="roundRect">
            <a:avLst>
              <a:gd fmla="val 16667" name="adj"/>
            </a:avLst>
          </a:prstGeom>
          <a:solidFill>
            <a:srgbClr val="0C0A9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7" name="Google Shape;16037;p36"/>
          <p:cNvSpPr txBox="1"/>
          <p:nvPr/>
        </p:nvSpPr>
        <p:spPr>
          <a:xfrm>
            <a:off x="2583638"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000000"/>
                </a:solidFill>
                <a:latin typeface="Arial"/>
                <a:ea typeface="Arial"/>
                <a:cs typeface="Arial"/>
                <a:sym typeface="Arial"/>
              </a:rPr>
              <a:t>#f5f8ff</a:t>
            </a:r>
            <a:endParaRPr b="0" i="0" sz="1000" u="none" cap="none" strike="noStrike">
              <a:solidFill>
                <a:srgbClr val="000000"/>
              </a:solidFill>
              <a:latin typeface="Arial"/>
              <a:ea typeface="Arial"/>
              <a:cs typeface="Arial"/>
              <a:sym typeface="Arial"/>
            </a:endParaRPr>
          </a:p>
        </p:txBody>
      </p:sp>
      <p:sp>
        <p:nvSpPr>
          <p:cNvPr id="16038" name="Google Shape;16038;p36"/>
          <p:cNvSpPr txBox="1"/>
          <p:nvPr/>
        </p:nvSpPr>
        <p:spPr>
          <a:xfrm>
            <a:off x="3645463"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000000"/>
                </a:solidFill>
                <a:latin typeface="Arial"/>
                <a:ea typeface="Arial"/>
                <a:cs typeface="Arial"/>
                <a:sym typeface="Arial"/>
              </a:rPr>
              <a:t>#bfbef7</a:t>
            </a:r>
            <a:endParaRPr b="0" i="0" sz="1000" u="none" cap="none" strike="noStrike">
              <a:solidFill>
                <a:srgbClr val="000000"/>
              </a:solidFill>
              <a:latin typeface="Arial"/>
              <a:ea typeface="Arial"/>
              <a:cs typeface="Arial"/>
              <a:sym typeface="Arial"/>
            </a:endParaRPr>
          </a:p>
        </p:txBody>
      </p:sp>
      <p:sp>
        <p:nvSpPr>
          <p:cNvPr id="16039" name="Google Shape;16039;p36"/>
          <p:cNvSpPr txBox="1"/>
          <p:nvPr/>
        </p:nvSpPr>
        <p:spPr>
          <a:xfrm>
            <a:off x="4707288"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#0c0a9e</a:t>
            </a:r>
            <a:endParaRPr b="0" i="0" sz="1000" u="none" cap="none" strike="noStrike">
              <a:solidFill>
                <a:srgbClr val="FFFFFF"/>
              </a:solidFill>
              <a:latin typeface="Arial"/>
              <a:ea typeface="Arial"/>
              <a:cs typeface="Arial"/>
              <a:sym typeface="Arial"/>
            </a:endParaRPr>
          </a:p>
        </p:txBody>
      </p:sp>
      <p:sp>
        <p:nvSpPr>
          <p:cNvPr id="16040" name="Google Shape;16040;p36"/>
          <p:cNvSpPr/>
          <p:nvPr/>
        </p:nvSpPr>
        <p:spPr>
          <a:xfrm>
            <a:off x="5769113" y="2947800"/>
            <a:ext cx="791400" cy="754200"/>
          </a:xfrm>
          <a:prstGeom prst="roundRect">
            <a:avLst>
              <a:gd fmla="val 16667" name="adj"/>
            </a:avLst>
          </a:prstGeom>
          <a:solidFill>
            <a:srgbClr val="8208D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1" name="Google Shape;16041;p36"/>
          <p:cNvSpPr txBox="1"/>
          <p:nvPr/>
        </p:nvSpPr>
        <p:spPr>
          <a:xfrm>
            <a:off x="5769113"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#8208d5</a:t>
            </a:r>
            <a:endParaRPr b="0" i="0" sz="1000" u="none" cap="none" strike="noStrike">
              <a:solidFill>
                <a:srgbClr val="FFFFFF"/>
              </a:solidFill>
              <a:latin typeface="Arial"/>
              <a:ea typeface="Arial"/>
              <a:cs typeface="Arial"/>
              <a:sym typeface="Arial"/>
            </a:endParaRPr>
          </a:p>
        </p:txBody>
      </p:sp>
      <p:sp>
        <p:nvSpPr>
          <p:cNvPr id="16042" name="Google Shape;16042;p36"/>
          <p:cNvSpPr/>
          <p:nvPr/>
        </p:nvSpPr>
        <p:spPr>
          <a:xfrm>
            <a:off x="3645463" y="3878900"/>
            <a:ext cx="791400" cy="754200"/>
          </a:xfrm>
          <a:prstGeom prst="roundRect">
            <a:avLst>
              <a:gd fmla="val 16667" name="adj"/>
            </a:avLst>
          </a:prstGeom>
          <a:solidFill>
            <a:srgbClr val="1D1D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3" name="Google Shape;16043;p36"/>
          <p:cNvSpPr txBox="1"/>
          <p:nvPr/>
        </p:nvSpPr>
        <p:spPr>
          <a:xfrm>
            <a:off x="3645463" y="40359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#1d1d1d</a:t>
            </a:r>
            <a:endParaRPr b="0" i="0" sz="1000" u="none" cap="none" strike="noStrike">
              <a:solidFill>
                <a:srgbClr val="FFFFFF"/>
              </a:solidFill>
              <a:latin typeface="Arial"/>
              <a:ea typeface="Arial"/>
              <a:cs typeface="Arial"/>
              <a:sym typeface="Arial"/>
            </a:endParaRPr>
          </a:p>
        </p:txBody>
      </p:sp>
      <p:sp>
        <p:nvSpPr>
          <p:cNvPr id="16044" name="Google Shape;16044;p36"/>
          <p:cNvSpPr/>
          <p:nvPr/>
        </p:nvSpPr>
        <p:spPr>
          <a:xfrm>
            <a:off x="4707288" y="3878900"/>
            <a:ext cx="791400" cy="754200"/>
          </a:xfrm>
          <a:prstGeom prst="roundRect">
            <a:avLst>
              <a:gd fmla="val 16667" name="adj"/>
            </a:avLst>
          </a:prstGeom>
          <a:solidFill>
            <a:srgbClr val="EB910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5" name="Google Shape;16045;p36"/>
          <p:cNvSpPr txBox="1"/>
          <p:nvPr/>
        </p:nvSpPr>
        <p:spPr>
          <a:xfrm>
            <a:off x="4707288" y="40359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#eb9109</a:t>
            </a:r>
            <a:endParaRPr b="0" i="0" sz="1000" u="none" cap="none" strike="noStrike">
              <a:solidFill>
                <a:srgbClr val="FFFFFF"/>
              </a:solidFill>
              <a:latin typeface="Arial"/>
              <a:ea typeface="Arial"/>
              <a:cs typeface="Arial"/>
              <a:sym typeface="Arial"/>
            </a:endParaRPr>
          </a:p>
        </p:txBody>
      </p:sp>
      <p:sp>
        <p:nvSpPr>
          <p:cNvPr id="16046" name="Google Shape;16046;p36"/>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Fonts &amp; colors used</a:t>
            </a:r>
            <a:endParaRPr/>
          </a:p>
        </p:txBody>
      </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50" name="Shape 16050"/>
        <p:cNvGrpSpPr/>
        <p:nvPr/>
      </p:nvGrpSpPr>
      <p:grpSpPr>
        <a:xfrm>
          <a:off x="0" y="0"/>
          <a:ext cx="0" cy="0"/>
          <a:chOff x="0" y="0"/>
          <a:chExt cx="0" cy="0"/>
        </a:xfrm>
      </p:grpSpPr>
      <p:sp>
        <p:nvSpPr>
          <p:cNvPr id="16051" name="Google Shape;16051;p37"/>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 </a:t>
            </a:r>
            <a:r>
              <a:rPr b="1" i="0" lang="en" sz="1100" u="none" cap="none" strike="noStrike">
                <a:solidFill>
                  <a:schemeClr val="hlink"/>
                </a:solidFill>
                <a:latin typeface="Arial"/>
                <a:ea typeface="Arial"/>
                <a:cs typeface="Arial"/>
                <a:sym typeface="Arial"/>
              </a:rPr>
              <a:t>h</a:t>
            </a:r>
            <a:r>
              <a:rPr b="1" i="0" lang="en" sz="1100" u="none" cap="none" strike="noStrike">
                <a:solidFill>
                  <a:schemeClr val="hlink"/>
                </a:solidFill>
                <a:uFill>
                  <a:noFill/>
                </a:uFill>
                <a:latin typeface="Arial"/>
                <a:ea typeface="Arial"/>
                <a:cs typeface="Arial"/>
                <a:sym typeface="Arial"/>
                <a:hlinkClick r:id="rId3"/>
              </a:rPr>
              <a:t>ow it works</a:t>
            </a:r>
            <a:r>
              <a:rPr b="0" i="0" lang="en" sz="1100" u="none" cap="none" strike="noStrike">
                <a:solidFill>
                  <a:schemeClr val="lt1"/>
                </a:solidFill>
                <a:uFill>
                  <a:noFill/>
                </a:uFill>
                <a:latin typeface="Arial"/>
                <a:ea typeface="Arial"/>
                <a:cs typeface="Arial"/>
                <a:sym typeface="Arial"/>
                <a:hlinkClick r:id="rId4">
                  <a:extLst>
                    <a:ext uri="{A12FA001-AC4F-418D-AE19-62706E023703}">
                      <ahyp:hlinkClr val="tx"/>
                    </a:ext>
                  </a:extLst>
                </a:hlinkClick>
              </a:rPr>
              <a:t>.</a:t>
            </a:r>
            <a:endParaRPr b="0" i="0" sz="1100" u="none" cap="none" strike="noStrike">
              <a:solidFill>
                <a:srgbClr val="869FB2"/>
              </a:solidFill>
              <a:latin typeface="Arial"/>
              <a:ea typeface="Arial"/>
              <a:cs typeface="Arial"/>
              <a:sym typeface="Arial"/>
            </a:endParaRPr>
          </a:p>
        </p:txBody>
      </p:sp>
      <p:sp>
        <p:nvSpPr>
          <p:cNvPr id="16052" name="Google Shape;16052;p37"/>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rPr>
              <a:t>Storyset</a:t>
            </a:r>
            <a:endParaRPr/>
          </a:p>
        </p:txBody>
      </p:sp>
      <p:pic>
        <p:nvPicPr>
          <p:cNvPr id="16053" name="Google Shape;16053;p37"/>
          <p:cNvPicPr preferRelativeResize="0"/>
          <p:nvPr/>
        </p:nvPicPr>
        <p:blipFill rotWithShape="1">
          <a:blip r:embed="rId5">
            <a:alphaModFix/>
          </a:blip>
          <a:srcRect b="16539" l="0" r="0" t="16547"/>
          <a:stretch/>
        </p:blipFill>
        <p:spPr>
          <a:xfrm>
            <a:off x="723400" y="2607125"/>
            <a:ext cx="1522615" cy="1018800"/>
          </a:xfrm>
          <a:prstGeom prst="rect">
            <a:avLst/>
          </a:prstGeom>
          <a:noFill/>
          <a:ln>
            <a:noFill/>
          </a:ln>
        </p:spPr>
      </p:pic>
      <p:sp>
        <p:nvSpPr>
          <p:cNvPr id="16054" name="Google Shape;16054;p3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7">
                  <a:extLst>
                    <a:ext uri="{A12FA001-AC4F-418D-AE19-62706E023703}">
                      <ahyp:hlinkClr val="tx"/>
                    </a:ext>
                  </a:extLst>
                </a:hlinkClick>
              </a:rPr>
              <a:t>Pana</a:t>
            </a:r>
            <a:endParaRPr b="1" i="0" sz="1400" u="none" cap="none" strike="noStrike">
              <a:solidFill>
                <a:srgbClr val="869FB2"/>
              </a:solidFill>
              <a:latin typeface="Arial"/>
              <a:ea typeface="Arial"/>
              <a:cs typeface="Arial"/>
              <a:sym typeface="Arial"/>
            </a:endParaRPr>
          </a:p>
        </p:txBody>
      </p:sp>
      <p:sp>
        <p:nvSpPr>
          <p:cNvPr id="16055" name="Google Shape;16055;p3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9">
                  <a:extLst>
                    <a:ext uri="{A12FA001-AC4F-418D-AE19-62706E023703}">
                      <ahyp:hlinkClr val="tx"/>
                    </a:ext>
                  </a:extLst>
                </a:hlinkClick>
              </a:rPr>
              <a:t>Amico</a:t>
            </a:r>
            <a:endParaRPr b="1" i="0" sz="1400" u="none" cap="none" strike="noStrike">
              <a:solidFill>
                <a:srgbClr val="869FB2"/>
              </a:solidFill>
              <a:latin typeface="Arial"/>
              <a:ea typeface="Arial"/>
              <a:cs typeface="Arial"/>
              <a:sym typeface="Arial"/>
            </a:endParaRPr>
          </a:p>
        </p:txBody>
      </p:sp>
      <p:sp>
        <p:nvSpPr>
          <p:cNvPr id="16056" name="Google Shape;16056;p3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1">
                  <a:extLst>
                    <a:ext uri="{A12FA001-AC4F-418D-AE19-62706E023703}">
                      <ahyp:hlinkClr val="tx"/>
                    </a:ext>
                  </a:extLst>
                </a:hlinkClick>
              </a:rPr>
              <a:t>Bro</a:t>
            </a:r>
            <a:endParaRPr b="1" i="0" sz="1400" u="none" cap="none" strike="noStrike">
              <a:solidFill>
                <a:srgbClr val="869FB2"/>
              </a:solidFill>
              <a:latin typeface="Arial"/>
              <a:ea typeface="Arial"/>
              <a:cs typeface="Arial"/>
              <a:sym typeface="Arial"/>
            </a:endParaRPr>
          </a:p>
        </p:txBody>
      </p:sp>
      <p:sp>
        <p:nvSpPr>
          <p:cNvPr id="16057" name="Google Shape;16057;p3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3">
                  <a:extLst>
                    <a:ext uri="{A12FA001-AC4F-418D-AE19-62706E023703}">
                      <ahyp:hlinkClr val="tx"/>
                    </a:ext>
                  </a:extLst>
                </a:hlinkClick>
              </a:rPr>
              <a:t>Rafiki</a:t>
            </a:r>
            <a:endParaRPr b="1" i="0" sz="1400" u="none" cap="none" strike="noStrike">
              <a:solidFill>
                <a:srgbClr val="869FB2"/>
              </a:solidFill>
              <a:latin typeface="Arial"/>
              <a:ea typeface="Arial"/>
              <a:cs typeface="Arial"/>
              <a:sym typeface="Arial"/>
            </a:endParaRPr>
          </a:p>
        </p:txBody>
      </p:sp>
      <p:pic>
        <p:nvPicPr>
          <p:cNvPr id="16058" name="Google Shape;16058;p3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6059" name="Google Shape;16059;p37"/>
          <p:cNvPicPr preferRelativeResize="0"/>
          <p:nvPr/>
        </p:nvPicPr>
        <p:blipFill rotWithShape="1">
          <a:blip r:embed="rId15">
            <a:alphaModFix/>
          </a:blip>
          <a:srcRect b="6376" l="0" r="0" t="6377"/>
          <a:stretch/>
        </p:blipFill>
        <p:spPr>
          <a:xfrm>
            <a:off x="3816030" y="2517800"/>
            <a:ext cx="1372495" cy="1197450"/>
          </a:xfrm>
          <a:prstGeom prst="rect">
            <a:avLst/>
          </a:prstGeom>
          <a:noFill/>
          <a:ln>
            <a:noFill/>
          </a:ln>
        </p:spPr>
      </p:pic>
      <p:pic>
        <p:nvPicPr>
          <p:cNvPr id="16060" name="Google Shape;16060;p37"/>
          <p:cNvPicPr preferRelativeResize="0"/>
          <p:nvPr/>
        </p:nvPicPr>
        <p:blipFill rotWithShape="1">
          <a:blip r:embed="rId16">
            <a:alphaModFix/>
          </a:blip>
          <a:srcRect b="9255" l="0" r="0" t="9256"/>
          <a:stretch/>
        </p:blipFill>
        <p:spPr>
          <a:xfrm>
            <a:off x="5306751" y="2557330"/>
            <a:ext cx="1372475" cy="1118390"/>
          </a:xfrm>
          <a:prstGeom prst="rect">
            <a:avLst/>
          </a:prstGeom>
          <a:noFill/>
          <a:ln>
            <a:noFill/>
          </a:ln>
        </p:spPr>
      </p:pic>
      <p:pic>
        <p:nvPicPr>
          <p:cNvPr id="16061" name="Google Shape;16061;p37"/>
          <p:cNvPicPr preferRelativeResize="0"/>
          <p:nvPr/>
        </p:nvPicPr>
        <p:blipFill rotWithShape="1">
          <a:blip r:embed="rId17">
            <a:alphaModFix/>
          </a:blip>
          <a:srcRect b="14843" l="0" r="0" t="14837"/>
          <a:stretch/>
        </p:blipFill>
        <p:spPr>
          <a:xfrm>
            <a:off x="6717734" y="2517795"/>
            <a:ext cx="1702865" cy="1197460"/>
          </a:xfrm>
          <a:prstGeom prst="rect">
            <a:avLst/>
          </a:prstGeom>
          <a:noFill/>
          <a:ln>
            <a:noFill/>
          </a:ln>
        </p:spPr>
      </p:pic>
      <p:sp>
        <p:nvSpPr>
          <p:cNvPr id="16062" name="Google Shape;16062;p3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9">
                  <a:extLst>
                    <a:ext uri="{A12FA001-AC4F-418D-AE19-62706E023703}">
                      <ahyp:hlinkClr val="tx"/>
                    </a:ext>
                  </a:extLst>
                </a:hlinkClick>
              </a:rPr>
              <a:t>Cuate</a:t>
            </a:r>
            <a:endParaRPr b="1" i="0" sz="1400" u="none" cap="none" strike="noStrike">
              <a:solidFill>
                <a:srgbClr val="869FB2"/>
              </a:solidFill>
              <a:latin typeface="Arial"/>
              <a:ea typeface="Arial"/>
              <a:cs typeface="Arial"/>
              <a:sym typeface="Arial"/>
            </a:endParaRPr>
          </a:p>
        </p:txBody>
      </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66" name="Shape 16066"/>
        <p:cNvGrpSpPr/>
        <p:nvPr/>
      </p:nvGrpSpPr>
      <p:grpSpPr>
        <a:xfrm>
          <a:off x="0" y="0"/>
          <a:ext cx="0" cy="0"/>
          <a:chOff x="0" y="0"/>
          <a:chExt cx="0" cy="0"/>
        </a:xfrm>
      </p:grpSpPr>
      <p:sp>
        <p:nvSpPr>
          <p:cNvPr id="16067" name="Google Shape;16067;p38"/>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easily </a:t>
            </a:r>
            <a:r>
              <a:rPr b="1" i="0" lang="en" sz="1100" u="none" cap="none" strike="noStrike">
                <a:solidFill>
                  <a:schemeClr val="hlink"/>
                </a:solidFill>
                <a:latin typeface="Arial"/>
                <a:ea typeface="Arial"/>
                <a:cs typeface="Arial"/>
                <a:sym typeface="Arial"/>
              </a:rPr>
              <a:t>resize </a:t>
            </a:r>
            <a:r>
              <a:rPr b="0" i="0" lang="en" sz="1100" u="none" cap="none" strike="noStrike">
                <a:solidFill>
                  <a:schemeClr val="lt1"/>
                </a:solidFill>
                <a:latin typeface="Arial"/>
                <a:ea typeface="Arial"/>
                <a:cs typeface="Arial"/>
                <a:sym typeface="Arial"/>
              </a:rPr>
              <a:t>these resources without losing quality. To </a:t>
            </a:r>
            <a:r>
              <a:rPr b="1" i="0" lang="en" sz="1100" u="none" cap="none" strike="noStrike">
                <a:solidFill>
                  <a:schemeClr val="hlink"/>
                </a:solidFill>
                <a:latin typeface="Arial"/>
                <a:ea typeface="Arial"/>
                <a:cs typeface="Arial"/>
                <a:sym typeface="Arial"/>
              </a:rPr>
              <a:t>change the color</a:t>
            </a:r>
            <a:r>
              <a:rPr b="0" i="0" lang="en" sz="1100" u="none" cap="none" strike="noStrike">
                <a:solidFill>
                  <a:schemeClr val="lt1"/>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b="1" i="0" lang="en" sz="1100" u="none" cap="none" strike="noStrike">
                <a:solidFill>
                  <a:schemeClr val="hlink"/>
                </a:solidFill>
                <a:uFill>
                  <a:noFill/>
                </a:uFill>
                <a:latin typeface="Arial"/>
                <a:ea typeface="Arial"/>
                <a:cs typeface="Arial"/>
                <a:sym typeface="Arial"/>
                <a:hlinkClick r:id="rId3"/>
              </a:rPr>
              <a:t>infographics</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on Slidesgo.</a:t>
            </a:r>
            <a:endParaRPr b="0" i="0" sz="1100" u="none" cap="none" strike="noStrike">
              <a:solidFill>
                <a:srgbClr val="FFFFFF"/>
              </a:solidFill>
              <a:latin typeface="Arial"/>
              <a:ea typeface="Arial"/>
              <a:cs typeface="Arial"/>
              <a:sym typeface="Arial"/>
            </a:endParaRPr>
          </a:p>
        </p:txBody>
      </p:sp>
      <p:grpSp>
        <p:nvGrpSpPr>
          <p:cNvPr id="16068" name="Google Shape;16068;p38"/>
          <p:cNvGrpSpPr/>
          <p:nvPr/>
        </p:nvGrpSpPr>
        <p:grpSpPr>
          <a:xfrm>
            <a:off x="5117640" y="3085736"/>
            <a:ext cx="474294" cy="551291"/>
            <a:chOff x="4727025" y="1332775"/>
            <a:chExt cx="59900" cy="69625"/>
          </a:xfrm>
        </p:grpSpPr>
        <p:sp>
          <p:nvSpPr>
            <p:cNvPr id="16069" name="Google Shape;16069;p3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0" name="Google Shape;16070;p3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71" name="Google Shape;16071;p38"/>
          <p:cNvGrpSpPr/>
          <p:nvPr/>
        </p:nvGrpSpPr>
        <p:grpSpPr>
          <a:xfrm>
            <a:off x="5731296" y="2314340"/>
            <a:ext cx="555653" cy="557031"/>
            <a:chOff x="4820425" y="1329900"/>
            <a:chExt cx="70175" cy="70350"/>
          </a:xfrm>
        </p:grpSpPr>
        <p:sp>
          <p:nvSpPr>
            <p:cNvPr id="16072" name="Google Shape;16072;p3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3" name="Google Shape;16073;p3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4" name="Google Shape;16074;p3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5" name="Google Shape;16075;p3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76" name="Google Shape;16076;p38"/>
          <p:cNvGrpSpPr/>
          <p:nvPr/>
        </p:nvGrpSpPr>
        <p:grpSpPr>
          <a:xfrm>
            <a:off x="6357664" y="2318845"/>
            <a:ext cx="582574" cy="533871"/>
            <a:chOff x="4903200" y="1331525"/>
            <a:chExt cx="73575" cy="67425"/>
          </a:xfrm>
        </p:grpSpPr>
        <p:sp>
          <p:nvSpPr>
            <p:cNvPr id="16077" name="Google Shape;16077;p3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8" name="Google Shape;16078;p3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79" name="Google Shape;16079;p38"/>
          <p:cNvGrpSpPr/>
          <p:nvPr/>
        </p:nvGrpSpPr>
        <p:grpSpPr>
          <a:xfrm>
            <a:off x="5717142" y="3078709"/>
            <a:ext cx="583960" cy="565345"/>
            <a:chOff x="4815575" y="1416800"/>
            <a:chExt cx="73750" cy="71400"/>
          </a:xfrm>
        </p:grpSpPr>
        <p:sp>
          <p:nvSpPr>
            <p:cNvPr id="16080" name="Google Shape;16080;p3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1" name="Google Shape;16081;p3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2" name="Google Shape;16082;p3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83" name="Google Shape;16083;p38"/>
          <p:cNvGrpSpPr/>
          <p:nvPr/>
        </p:nvGrpSpPr>
        <p:grpSpPr>
          <a:xfrm>
            <a:off x="6351924" y="3108896"/>
            <a:ext cx="589898" cy="504970"/>
            <a:chOff x="4902475" y="1418875"/>
            <a:chExt cx="74500" cy="63775"/>
          </a:xfrm>
        </p:grpSpPr>
        <p:sp>
          <p:nvSpPr>
            <p:cNvPr id="16084" name="Google Shape;16084;p3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5" name="Google Shape;16085;p3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86" name="Google Shape;16086;p38"/>
          <p:cNvGrpSpPr/>
          <p:nvPr/>
        </p:nvGrpSpPr>
        <p:grpSpPr>
          <a:xfrm>
            <a:off x="5727139" y="3826000"/>
            <a:ext cx="563967" cy="567127"/>
            <a:chOff x="4818100" y="1507675"/>
            <a:chExt cx="71225" cy="71625"/>
          </a:xfrm>
        </p:grpSpPr>
        <p:sp>
          <p:nvSpPr>
            <p:cNvPr id="16087" name="Google Shape;16087;p3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8" name="Google Shape;16088;p3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9" name="Google Shape;16089;p3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0" name="Google Shape;16090;p3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91" name="Google Shape;16091;p38"/>
          <p:cNvGrpSpPr/>
          <p:nvPr/>
        </p:nvGrpSpPr>
        <p:grpSpPr>
          <a:xfrm>
            <a:off x="5040636" y="3829461"/>
            <a:ext cx="628301" cy="588505"/>
            <a:chOff x="4721450" y="1509475"/>
            <a:chExt cx="79350" cy="74325"/>
          </a:xfrm>
        </p:grpSpPr>
        <p:sp>
          <p:nvSpPr>
            <p:cNvPr id="16092" name="Google Shape;16092;p3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3" name="Google Shape;16093;p3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4" name="Google Shape;16094;p3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5" name="Google Shape;16095;p3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96" name="Google Shape;16096;p38"/>
          <p:cNvGrpSpPr/>
          <p:nvPr/>
        </p:nvGrpSpPr>
        <p:grpSpPr>
          <a:xfrm>
            <a:off x="6386170" y="3814027"/>
            <a:ext cx="557038" cy="562772"/>
            <a:chOff x="4906800" y="1507500"/>
            <a:chExt cx="70350" cy="71075"/>
          </a:xfrm>
        </p:grpSpPr>
        <p:sp>
          <p:nvSpPr>
            <p:cNvPr id="16097" name="Google Shape;16097;p3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8" name="Google Shape;16098;p3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9" name="Google Shape;16099;p3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0" name="Google Shape;16100;p3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1" name="Google Shape;16101;p3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02" name="Google Shape;16102;p38"/>
          <p:cNvGrpSpPr/>
          <p:nvPr/>
        </p:nvGrpSpPr>
        <p:grpSpPr>
          <a:xfrm>
            <a:off x="4423778" y="2340963"/>
            <a:ext cx="517934" cy="517934"/>
            <a:chOff x="3736598" y="2170606"/>
            <a:chExt cx="404889" cy="404889"/>
          </a:xfrm>
        </p:grpSpPr>
        <p:sp>
          <p:nvSpPr>
            <p:cNvPr id="16103" name="Google Shape;16103;p3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4" name="Google Shape;16104;p3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5" name="Google Shape;16105;p3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6" name="Google Shape;16106;p3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07" name="Google Shape;16107;p38"/>
          <p:cNvGrpSpPr/>
          <p:nvPr/>
        </p:nvGrpSpPr>
        <p:grpSpPr>
          <a:xfrm>
            <a:off x="3690839" y="2341061"/>
            <a:ext cx="586986" cy="517740"/>
            <a:chOff x="3161917" y="2170682"/>
            <a:chExt cx="458870" cy="404737"/>
          </a:xfrm>
        </p:grpSpPr>
        <p:sp>
          <p:nvSpPr>
            <p:cNvPr id="16108" name="Google Shape;16108;p3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9" name="Google Shape;16109;p3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0" name="Google Shape;16110;p3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11" name="Google Shape;16111;p38"/>
          <p:cNvGrpSpPr/>
          <p:nvPr/>
        </p:nvGrpSpPr>
        <p:grpSpPr>
          <a:xfrm>
            <a:off x="3713860" y="3102400"/>
            <a:ext cx="540943" cy="517963"/>
            <a:chOff x="3179914" y="2889488"/>
            <a:chExt cx="422876" cy="404911"/>
          </a:xfrm>
        </p:grpSpPr>
        <p:sp>
          <p:nvSpPr>
            <p:cNvPr id="16112" name="Google Shape;16112;p3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3" name="Google Shape;16113;p3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4" name="Google Shape;16114;p3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5" name="Google Shape;16115;p3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6" name="Google Shape;16116;p3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7" name="Google Shape;16117;p3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18" name="Google Shape;16118;p38"/>
          <p:cNvGrpSpPr/>
          <p:nvPr/>
        </p:nvGrpSpPr>
        <p:grpSpPr>
          <a:xfrm>
            <a:off x="4414654" y="3102358"/>
            <a:ext cx="536179" cy="518047"/>
            <a:chOff x="3729467" y="2889422"/>
            <a:chExt cx="419152" cy="404977"/>
          </a:xfrm>
        </p:grpSpPr>
        <p:sp>
          <p:nvSpPr>
            <p:cNvPr id="16119" name="Google Shape;16119;p3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0" name="Google Shape;16120;p3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1" name="Google Shape;16121;p3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2" name="Google Shape;16122;p3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3" name="Google Shape;16123;p3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4" name="Google Shape;16124;p3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5" name="Google Shape;16125;p3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26" name="Google Shape;16126;p38"/>
          <p:cNvGrpSpPr/>
          <p:nvPr/>
        </p:nvGrpSpPr>
        <p:grpSpPr>
          <a:xfrm>
            <a:off x="1951688" y="3445787"/>
            <a:ext cx="965352" cy="134612"/>
            <a:chOff x="4411970" y="2962952"/>
            <a:chExt cx="706545" cy="104213"/>
          </a:xfrm>
        </p:grpSpPr>
        <p:sp>
          <p:nvSpPr>
            <p:cNvPr id="16127" name="Google Shape;16127;p3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8" name="Google Shape;16128;p3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9" name="Google Shape;16129;p3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0" name="Google Shape;16130;p3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31" name="Google Shape;16131;p38"/>
          <p:cNvGrpSpPr/>
          <p:nvPr/>
        </p:nvGrpSpPr>
        <p:grpSpPr>
          <a:xfrm>
            <a:off x="1951688" y="3041077"/>
            <a:ext cx="960158" cy="289172"/>
            <a:chOff x="4411970" y="2726085"/>
            <a:chExt cx="643107" cy="193659"/>
          </a:xfrm>
        </p:grpSpPr>
        <p:sp>
          <p:nvSpPr>
            <p:cNvPr id="16132" name="Google Shape;16132;p3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3" name="Google Shape;16133;p3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4" name="Google Shape;16134;p3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35" name="Google Shape;16135;p38"/>
          <p:cNvGrpSpPr/>
          <p:nvPr/>
        </p:nvGrpSpPr>
        <p:grpSpPr>
          <a:xfrm>
            <a:off x="960185" y="3295400"/>
            <a:ext cx="811504" cy="252583"/>
            <a:chOff x="4411970" y="4340222"/>
            <a:chExt cx="779468" cy="242682"/>
          </a:xfrm>
        </p:grpSpPr>
        <p:sp>
          <p:nvSpPr>
            <p:cNvPr id="16136" name="Google Shape;16136;p3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7" name="Google Shape;16137;p3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8" name="Google Shape;16138;p3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39" name="Google Shape;16139;p38"/>
          <p:cNvGrpSpPr/>
          <p:nvPr/>
        </p:nvGrpSpPr>
        <p:grpSpPr>
          <a:xfrm>
            <a:off x="1951688" y="2709308"/>
            <a:ext cx="965160" cy="216230"/>
            <a:chOff x="4411970" y="2468674"/>
            <a:chExt cx="747317" cy="167425"/>
          </a:xfrm>
        </p:grpSpPr>
        <p:sp>
          <p:nvSpPr>
            <p:cNvPr id="16140" name="Google Shape;16140;p3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1" name="Google Shape;16141;p3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142" name="Google Shape;16142;p38"/>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143" name="Google Shape;16143;p38"/>
          <p:cNvGrpSpPr/>
          <p:nvPr/>
        </p:nvGrpSpPr>
        <p:grpSpPr>
          <a:xfrm>
            <a:off x="959254" y="2334687"/>
            <a:ext cx="1959041" cy="208784"/>
            <a:chOff x="6336019" y="3733725"/>
            <a:chExt cx="2566206" cy="351310"/>
          </a:xfrm>
        </p:grpSpPr>
        <p:sp>
          <p:nvSpPr>
            <p:cNvPr id="16144" name="Google Shape;16144;p3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5" name="Google Shape;16145;p3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6" name="Google Shape;16146;p3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7" name="Google Shape;16147;p3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48" name="Google Shape;16148;p38"/>
          <p:cNvGrpSpPr/>
          <p:nvPr/>
        </p:nvGrpSpPr>
        <p:grpSpPr>
          <a:xfrm>
            <a:off x="1951688" y="3950602"/>
            <a:ext cx="946551" cy="153200"/>
            <a:chOff x="4404545" y="3301592"/>
            <a:chExt cx="782403" cy="129272"/>
          </a:xfrm>
        </p:grpSpPr>
        <p:sp>
          <p:nvSpPr>
            <p:cNvPr id="16149" name="Google Shape;16149;p3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0" name="Google Shape;16150;p3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51" name="Google Shape;16151;p38"/>
          <p:cNvGrpSpPr/>
          <p:nvPr/>
        </p:nvGrpSpPr>
        <p:grpSpPr>
          <a:xfrm>
            <a:off x="1951688" y="3695937"/>
            <a:ext cx="962257" cy="139127"/>
            <a:chOff x="4411970" y="3131459"/>
            <a:chExt cx="710520" cy="117397"/>
          </a:xfrm>
        </p:grpSpPr>
        <p:sp>
          <p:nvSpPr>
            <p:cNvPr id="16152" name="Google Shape;16152;p3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3" name="Google Shape;16153;p3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16154" name="Google Shape;16154;p38"/>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155" name="Google Shape;16155;p38"/>
          <p:cNvGrpSpPr/>
          <p:nvPr/>
        </p:nvGrpSpPr>
        <p:grpSpPr>
          <a:xfrm>
            <a:off x="951833" y="3621603"/>
            <a:ext cx="823838" cy="458988"/>
            <a:chOff x="4411970" y="1801825"/>
            <a:chExt cx="734586" cy="409262"/>
          </a:xfrm>
        </p:grpSpPr>
        <p:sp>
          <p:nvSpPr>
            <p:cNvPr id="16156" name="Google Shape;16156;p3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7" name="Google Shape;16157;p3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58" name="Google Shape;16158;p38"/>
          <p:cNvGrpSpPr/>
          <p:nvPr/>
        </p:nvGrpSpPr>
        <p:grpSpPr>
          <a:xfrm>
            <a:off x="3056804" y="2339173"/>
            <a:ext cx="521514" cy="521514"/>
            <a:chOff x="5681300" y="2527788"/>
            <a:chExt cx="805800" cy="805800"/>
          </a:xfrm>
        </p:grpSpPr>
        <p:sp>
          <p:nvSpPr>
            <p:cNvPr id="16159" name="Google Shape;16159;p3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0" name="Google Shape;16160;p3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61" name="Google Shape;16161;p38"/>
          <p:cNvGrpSpPr/>
          <p:nvPr/>
        </p:nvGrpSpPr>
        <p:grpSpPr>
          <a:xfrm>
            <a:off x="3051044" y="3094865"/>
            <a:ext cx="533033" cy="533033"/>
            <a:chOff x="4049800" y="640400"/>
            <a:chExt cx="858900" cy="858900"/>
          </a:xfrm>
        </p:grpSpPr>
        <p:sp>
          <p:nvSpPr>
            <p:cNvPr id="16162" name="Google Shape;16162;p3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3" name="Google Shape;16163;p3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64" name="Google Shape;16164;p38"/>
          <p:cNvGrpSpPr/>
          <p:nvPr/>
        </p:nvGrpSpPr>
        <p:grpSpPr>
          <a:xfrm>
            <a:off x="2976527" y="3772543"/>
            <a:ext cx="682068" cy="682068"/>
            <a:chOff x="5080187" y="927900"/>
            <a:chExt cx="961200" cy="961200"/>
          </a:xfrm>
        </p:grpSpPr>
        <p:sp>
          <p:nvSpPr>
            <p:cNvPr id="16165" name="Google Shape;16165;p3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6" name="Google Shape;16166;p3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7" name="Google Shape;16167;p3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8" name="Google Shape;16168;p3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9" name="Google Shape;16169;p3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0" name="Google Shape;16170;p3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1" name="Google Shape;16171;p3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2" name="Google Shape;16172;p3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73" name="Google Shape;16173;p38"/>
          <p:cNvGrpSpPr/>
          <p:nvPr/>
        </p:nvGrpSpPr>
        <p:grpSpPr>
          <a:xfrm>
            <a:off x="4440026" y="3869234"/>
            <a:ext cx="505651" cy="504006"/>
            <a:chOff x="6039282" y="1042577"/>
            <a:chExt cx="734316" cy="731929"/>
          </a:xfrm>
        </p:grpSpPr>
        <p:sp>
          <p:nvSpPr>
            <p:cNvPr id="16174" name="Google Shape;16174;p3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5" name="Google Shape;16175;p3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6" name="Google Shape;16176;p3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7" name="Google Shape;16177;p3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8" name="Google Shape;16178;p3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9" name="Google Shape;16179;p3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0" name="Google Shape;16180;p3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1" name="Google Shape;16181;p3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2" name="Google Shape;16182;p3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3" name="Google Shape;16183;p3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4" name="Google Shape;16184;p3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5" name="Google Shape;16185;p3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6" name="Google Shape;16186;p3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7" name="Google Shape;16187;p3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8" name="Google Shape;16188;p3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9" name="Google Shape;16189;p3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0" name="Google Shape;16190;p3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1" name="Google Shape;16191;p3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2" name="Google Shape;16192;p3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3" name="Google Shape;16193;p3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4" name="Google Shape;16194;p3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95" name="Google Shape;16195;p38"/>
          <p:cNvGrpSpPr/>
          <p:nvPr/>
        </p:nvGrpSpPr>
        <p:grpSpPr>
          <a:xfrm>
            <a:off x="5052628" y="2298862"/>
            <a:ext cx="567744" cy="602136"/>
            <a:chOff x="1825800" y="1651625"/>
            <a:chExt cx="539989" cy="571775"/>
          </a:xfrm>
        </p:grpSpPr>
        <p:sp>
          <p:nvSpPr>
            <p:cNvPr id="16196" name="Google Shape;16196;p3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7" name="Google Shape;16197;p3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8" name="Google Shape;16198;p3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9" name="Google Shape;16199;p3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00" name="Google Shape;16200;p38"/>
          <p:cNvGrpSpPr/>
          <p:nvPr/>
        </p:nvGrpSpPr>
        <p:grpSpPr>
          <a:xfrm>
            <a:off x="3727557" y="3855579"/>
            <a:ext cx="508123" cy="507955"/>
            <a:chOff x="1897577" y="2802432"/>
            <a:chExt cx="492176" cy="492014"/>
          </a:xfrm>
        </p:grpSpPr>
        <p:sp>
          <p:nvSpPr>
            <p:cNvPr id="16201" name="Google Shape;16201;p3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2" name="Google Shape;16202;p3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3" name="Google Shape;16203;p3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4" name="Google Shape;16204;p3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5" name="Google Shape;16205;p3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6" name="Google Shape;16206;p3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7" name="Google Shape;16207;p3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8" name="Google Shape;16208;p3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9" name="Google Shape;16209;p3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0" name="Google Shape;16210;p3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1" name="Google Shape;16211;p3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2" name="Google Shape;16212;p3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13" name="Google Shape;16213;p38"/>
          <p:cNvGrpSpPr/>
          <p:nvPr/>
        </p:nvGrpSpPr>
        <p:grpSpPr>
          <a:xfrm>
            <a:off x="959087" y="4169123"/>
            <a:ext cx="809227" cy="200843"/>
            <a:chOff x="2013045" y="4813233"/>
            <a:chExt cx="921986" cy="228855"/>
          </a:xfrm>
        </p:grpSpPr>
        <p:sp>
          <p:nvSpPr>
            <p:cNvPr id="16214" name="Google Shape;16214;p3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5" name="Google Shape;16215;p3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16" name="Google Shape;16216;p38"/>
          <p:cNvGrpSpPr/>
          <p:nvPr/>
        </p:nvGrpSpPr>
        <p:grpSpPr>
          <a:xfrm>
            <a:off x="967547" y="2656004"/>
            <a:ext cx="792421" cy="269941"/>
            <a:chOff x="1046767" y="4756633"/>
            <a:chExt cx="859646" cy="292841"/>
          </a:xfrm>
        </p:grpSpPr>
        <p:sp>
          <p:nvSpPr>
            <p:cNvPr id="16217" name="Google Shape;16217;p3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8" name="Google Shape;16218;p3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9" name="Google Shape;16219;p3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20" name="Google Shape;16220;p38"/>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1" name="Google Shape;16221;p38"/>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2" name="Google Shape;16222;p38"/>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3" name="Google Shape;16223;p38"/>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24" name="Google Shape;16224;p38"/>
          <p:cNvGrpSpPr/>
          <p:nvPr/>
        </p:nvGrpSpPr>
        <p:grpSpPr>
          <a:xfrm>
            <a:off x="7103403" y="2550562"/>
            <a:ext cx="166473" cy="141497"/>
            <a:chOff x="4660325" y="1866850"/>
            <a:chExt cx="68350" cy="58100"/>
          </a:xfrm>
        </p:grpSpPr>
        <p:sp>
          <p:nvSpPr>
            <p:cNvPr id="16225" name="Google Shape;16225;p3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6" name="Google Shape;16226;p3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27" name="Google Shape;16227;p38"/>
          <p:cNvGrpSpPr/>
          <p:nvPr/>
        </p:nvGrpSpPr>
        <p:grpSpPr>
          <a:xfrm>
            <a:off x="7412747" y="2576286"/>
            <a:ext cx="162515" cy="90049"/>
            <a:chOff x="4791775" y="1877500"/>
            <a:chExt cx="66725" cy="36975"/>
          </a:xfrm>
        </p:grpSpPr>
        <p:sp>
          <p:nvSpPr>
            <p:cNvPr id="16228" name="Google Shape;16228;p3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9" name="Google Shape;16229;p3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30" name="Google Shape;16230;p38"/>
          <p:cNvGrpSpPr/>
          <p:nvPr/>
        </p:nvGrpSpPr>
        <p:grpSpPr>
          <a:xfrm>
            <a:off x="7734460" y="2576286"/>
            <a:ext cx="144979" cy="90049"/>
            <a:chOff x="4923925" y="1877500"/>
            <a:chExt cx="59525" cy="36975"/>
          </a:xfrm>
        </p:grpSpPr>
        <p:sp>
          <p:nvSpPr>
            <p:cNvPr id="16231" name="Google Shape;16231;p3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2" name="Google Shape;16232;p3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33" name="Google Shape;16233;p38"/>
          <p:cNvGrpSpPr/>
          <p:nvPr/>
        </p:nvGrpSpPr>
        <p:grpSpPr>
          <a:xfrm>
            <a:off x="8028952" y="2558477"/>
            <a:ext cx="141447" cy="125667"/>
            <a:chOff x="5058450" y="1870100"/>
            <a:chExt cx="58075" cy="51600"/>
          </a:xfrm>
        </p:grpSpPr>
        <p:sp>
          <p:nvSpPr>
            <p:cNvPr id="16234" name="Google Shape;16234;p3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5" name="Google Shape;16235;p3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36" name="Google Shape;16236;p38"/>
          <p:cNvGrpSpPr/>
          <p:nvPr/>
        </p:nvGrpSpPr>
        <p:grpSpPr>
          <a:xfrm>
            <a:off x="7443466" y="2980885"/>
            <a:ext cx="101077" cy="107645"/>
            <a:chOff x="4811425" y="2065025"/>
            <a:chExt cx="41500" cy="44200"/>
          </a:xfrm>
        </p:grpSpPr>
        <p:sp>
          <p:nvSpPr>
            <p:cNvPr id="16237" name="Google Shape;16237;p3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8" name="Google Shape;16238;p3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39" name="Google Shape;16239;p38"/>
          <p:cNvGrpSpPr/>
          <p:nvPr/>
        </p:nvGrpSpPr>
        <p:grpSpPr>
          <a:xfrm>
            <a:off x="7735904" y="2981098"/>
            <a:ext cx="120867" cy="107218"/>
            <a:chOff x="4929875" y="2065025"/>
            <a:chExt cx="49625" cy="44025"/>
          </a:xfrm>
        </p:grpSpPr>
        <p:sp>
          <p:nvSpPr>
            <p:cNvPr id="16240" name="Google Shape;16240;p3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1" name="Google Shape;16241;p3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42" name="Google Shape;16242;p38"/>
          <p:cNvGrpSpPr/>
          <p:nvPr/>
        </p:nvGrpSpPr>
        <p:grpSpPr>
          <a:xfrm>
            <a:off x="8064572" y="2984112"/>
            <a:ext cx="70206" cy="101191"/>
            <a:chOff x="5083925" y="2066350"/>
            <a:chExt cx="28825" cy="41550"/>
          </a:xfrm>
        </p:grpSpPr>
        <p:sp>
          <p:nvSpPr>
            <p:cNvPr id="16243" name="Google Shape;16243;p3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4" name="Google Shape;16244;p3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45" name="Google Shape;16245;p38"/>
          <p:cNvGrpSpPr/>
          <p:nvPr/>
        </p:nvGrpSpPr>
        <p:grpSpPr>
          <a:xfrm>
            <a:off x="7096126" y="2999759"/>
            <a:ext cx="181026" cy="69896"/>
            <a:chOff x="4659775" y="2072775"/>
            <a:chExt cx="74325" cy="28700"/>
          </a:xfrm>
        </p:grpSpPr>
        <p:sp>
          <p:nvSpPr>
            <p:cNvPr id="16246" name="Google Shape;16246;p3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7" name="Google Shape;16247;p3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8" name="Google Shape;16248;p3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49" name="Google Shape;16249;p38"/>
          <p:cNvGrpSpPr/>
          <p:nvPr/>
        </p:nvGrpSpPr>
        <p:grpSpPr>
          <a:xfrm>
            <a:off x="8015982" y="2790324"/>
            <a:ext cx="167387" cy="89197"/>
            <a:chOff x="4662475" y="1976500"/>
            <a:chExt cx="68725" cy="36625"/>
          </a:xfrm>
        </p:grpSpPr>
        <p:sp>
          <p:nvSpPr>
            <p:cNvPr id="16250" name="Google Shape;16250;p3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1" name="Google Shape;16251;p3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2" name="Google Shape;16252;p3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53" name="Google Shape;16253;p38"/>
          <p:cNvGrpSpPr/>
          <p:nvPr/>
        </p:nvGrpSpPr>
        <p:grpSpPr>
          <a:xfrm>
            <a:off x="7712887" y="2793764"/>
            <a:ext cx="166899" cy="82317"/>
            <a:chOff x="4920150" y="1977875"/>
            <a:chExt cx="68525" cy="33800"/>
          </a:xfrm>
        </p:grpSpPr>
        <p:sp>
          <p:nvSpPr>
            <p:cNvPr id="16254" name="Google Shape;16254;p3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5" name="Google Shape;16255;p3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6" name="Google Shape;16256;p3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57" name="Google Shape;16257;p38"/>
          <p:cNvGrpSpPr/>
          <p:nvPr/>
        </p:nvGrpSpPr>
        <p:grpSpPr>
          <a:xfrm>
            <a:off x="7124044" y="3197682"/>
            <a:ext cx="125190" cy="127859"/>
            <a:chOff x="4676550" y="2160575"/>
            <a:chExt cx="51400" cy="52500"/>
          </a:xfrm>
        </p:grpSpPr>
        <p:sp>
          <p:nvSpPr>
            <p:cNvPr id="16258" name="Google Shape;16258;p3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9" name="Google Shape;16259;p3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0" name="Google Shape;16260;p3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61" name="Google Shape;16261;p38"/>
          <p:cNvGrpSpPr/>
          <p:nvPr/>
        </p:nvGrpSpPr>
        <p:grpSpPr>
          <a:xfrm>
            <a:off x="7421302" y="3204714"/>
            <a:ext cx="145405" cy="113794"/>
            <a:chOff x="4768325" y="2163475"/>
            <a:chExt cx="59700" cy="46725"/>
          </a:xfrm>
        </p:grpSpPr>
        <p:sp>
          <p:nvSpPr>
            <p:cNvPr id="16262" name="Google Shape;16262;p3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3" name="Google Shape;16263;p3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64" name="Google Shape;16264;p38"/>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5" name="Google Shape;16265;p38"/>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6" name="Google Shape;16266;p38"/>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7" name="Google Shape;16267;p38"/>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8" name="Google Shape;16268;p38"/>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9" name="Google Shape;16269;p38"/>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70" name="Google Shape;16270;p38"/>
          <p:cNvGrpSpPr/>
          <p:nvPr/>
        </p:nvGrpSpPr>
        <p:grpSpPr>
          <a:xfrm>
            <a:off x="7437621" y="3459808"/>
            <a:ext cx="112768" cy="106853"/>
            <a:chOff x="4768575" y="2253950"/>
            <a:chExt cx="46300" cy="43875"/>
          </a:xfrm>
        </p:grpSpPr>
        <p:sp>
          <p:nvSpPr>
            <p:cNvPr id="16271" name="Google Shape;16271;p3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2" name="Google Shape;16272;p3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73" name="Google Shape;16273;p38"/>
          <p:cNvGrpSpPr/>
          <p:nvPr/>
        </p:nvGrpSpPr>
        <p:grpSpPr>
          <a:xfrm>
            <a:off x="7737243" y="3948834"/>
            <a:ext cx="118187" cy="146246"/>
            <a:chOff x="4960900" y="2433225"/>
            <a:chExt cx="48525" cy="60050"/>
          </a:xfrm>
        </p:grpSpPr>
        <p:sp>
          <p:nvSpPr>
            <p:cNvPr id="16274" name="Google Shape;16274;p3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5" name="Google Shape;16275;p3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76" name="Google Shape;16276;p38"/>
          <p:cNvGrpSpPr/>
          <p:nvPr/>
        </p:nvGrpSpPr>
        <p:grpSpPr>
          <a:xfrm>
            <a:off x="7425808" y="4212895"/>
            <a:ext cx="136394" cy="143810"/>
            <a:chOff x="4854075" y="2527625"/>
            <a:chExt cx="56000" cy="59050"/>
          </a:xfrm>
        </p:grpSpPr>
        <p:sp>
          <p:nvSpPr>
            <p:cNvPr id="16277" name="Google Shape;16277;p3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8" name="Google Shape;16278;p3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79" name="Google Shape;16279;p38"/>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0" name="Google Shape;16280;p38"/>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1" name="Google Shape;16281;p38"/>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282" name="Google Shape;16282;p38"/>
          <p:cNvGrpSpPr/>
          <p:nvPr/>
        </p:nvGrpSpPr>
        <p:grpSpPr>
          <a:xfrm>
            <a:off x="8050020" y="3676639"/>
            <a:ext cx="99312" cy="160797"/>
            <a:chOff x="5059700" y="2334775"/>
            <a:chExt cx="40775" cy="66025"/>
          </a:xfrm>
        </p:grpSpPr>
        <p:sp>
          <p:nvSpPr>
            <p:cNvPr id="16283" name="Google Shape;16283;p3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4" name="Google Shape;16284;p3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5" name="Google Shape;16285;p3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6" name="Google Shape;16286;p3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7" name="Google Shape;16287;p3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8" name="Google Shape;16288;p3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9" name="Google Shape;16289;p3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0" name="Google Shape;16290;p3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1" name="Google Shape;16291;p3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92" name="Google Shape;16292;p38"/>
          <p:cNvGrpSpPr/>
          <p:nvPr/>
        </p:nvGrpSpPr>
        <p:grpSpPr>
          <a:xfrm>
            <a:off x="8007184" y="3941771"/>
            <a:ext cx="184984" cy="160371"/>
            <a:chOff x="5037700" y="2430325"/>
            <a:chExt cx="75950" cy="65850"/>
          </a:xfrm>
        </p:grpSpPr>
        <p:sp>
          <p:nvSpPr>
            <p:cNvPr id="16293" name="Google Shape;16293;p3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4" name="Google Shape;16294;p3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95" name="Google Shape;16295;p38"/>
          <p:cNvGrpSpPr/>
          <p:nvPr/>
        </p:nvGrpSpPr>
        <p:grpSpPr>
          <a:xfrm>
            <a:off x="7426689" y="3708223"/>
            <a:ext cx="173014" cy="97629"/>
            <a:chOff x="4756975" y="2341800"/>
            <a:chExt cx="91975" cy="51925"/>
          </a:xfrm>
        </p:grpSpPr>
        <p:sp>
          <p:nvSpPr>
            <p:cNvPr id="16296" name="Google Shape;16296;p3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7" name="Google Shape;16297;p3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8" name="Google Shape;16298;p3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9" name="Google Shape;16299;p3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0" name="Google Shape;16300;p3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1" name="Google Shape;16301;p3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2" name="Google Shape;16302;p3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3" name="Google Shape;16303;p3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4" name="Google Shape;16304;p3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5" name="Google Shape;16305;p3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6" name="Google Shape;16306;p3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7" name="Google Shape;16307;p3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8" name="Google Shape;16308;p3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9" name="Google Shape;16309;p3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0" name="Google Shape;16310;p3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1" name="Google Shape;16311;p3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2" name="Google Shape;16312;p3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3" name="Google Shape;16313;p3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4" name="Google Shape;16314;p3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5" name="Google Shape;16315;p3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16" name="Google Shape;16316;p38"/>
          <p:cNvGrpSpPr/>
          <p:nvPr/>
        </p:nvGrpSpPr>
        <p:grpSpPr>
          <a:xfrm>
            <a:off x="7693626" y="4196920"/>
            <a:ext cx="212497" cy="175761"/>
            <a:chOff x="4943575" y="2516350"/>
            <a:chExt cx="98675" cy="81700"/>
          </a:xfrm>
        </p:grpSpPr>
        <p:sp>
          <p:nvSpPr>
            <p:cNvPr id="16317" name="Google Shape;16317;p3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8" name="Google Shape;16318;p3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9" name="Google Shape;16319;p3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0" name="Google Shape;16320;p3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1" name="Google Shape;16321;p3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2" name="Google Shape;16322;p3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3" name="Google Shape;16323;p3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4" name="Google Shape;16324;p3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5" name="Google Shape;16325;p3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6" name="Google Shape;16326;p3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7" name="Google Shape;16327;p3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8" name="Google Shape;16328;p3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9" name="Google Shape;16329;p3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0" name="Google Shape;16330;p3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1" name="Google Shape;16331;p3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2" name="Google Shape;16332;p3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3" name="Google Shape;16333;p3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4" name="Google Shape;16334;p3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5" name="Google Shape;16335;p3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6" name="Google Shape;16336;p3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7" name="Google Shape;16337;p3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8" name="Google Shape;16338;p3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9" name="Google Shape;16339;p3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0" name="Google Shape;16340;p3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1" name="Google Shape;16341;p3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2" name="Google Shape;16342;p3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3" name="Google Shape;16343;p3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4" name="Google Shape;16344;p3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5" name="Google Shape;16345;p3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6" name="Google Shape;16346;p3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7" name="Google Shape;16347;p3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8" name="Google Shape;16348;p3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9" name="Google Shape;16349;p3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0" name="Google Shape;16350;p3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1" name="Google Shape;16351;p3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2" name="Google Shape;16352;p3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3" name="Google Shape;16353;p3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4" name="Google Shape;16354;p3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5" name="Google Shape;16355;p3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6" name="Google Shape;16356;p3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7" name="Google Shape;16357;p3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8" name="Google Shape;16358;p3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9" name="Google Shape;16359;p3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0" name="Google Shape;16360;p3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1" name="Google Shape;16361;p3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2" name="Google Shape;16362;p3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3" name="Google Shape;16363;p3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4" name="Google Shape;16364;p3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5" name="Google Shape;16365;p3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6" name="Google Shape;16366;p3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7" name="Google Shape;16367;p3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8" name="Google Shape;16368;p3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9" name="Google Shape;16369;p3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0" name="Google Shape;16370;p3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1" name="Google Shape;16371;p3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2" name="Google Shape;16372;p3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3" name="Google Shape;16373;p3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4" name="Google Shape;16374;p3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5" name="Google Shape;16375;p3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6" name="Google Shape;16376;p3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7" name="Google Shape;16377;p3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8" name="Google Shape;16378;p3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9" name="Google Shape;16379;p3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0" name="Google Shape;16380;p3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1" name="Google Shape;16381;p3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2" name="Google Shape;16382;p3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3" name="Google Shape;16383;p3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4" name="Google Shape;16384;p3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5" name="Google Shape;16385;p3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6" name="Google Shape;16386;p3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7" name="Google Shape;16387;p3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8" name="Google Shape;16388;p3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9" name="Google Shape;16389;p3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0" name="Google Shape;16390;p3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1" name="Google Shape;16391;p3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2" name="Google Shape;16392;p3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3" name="Google Shape;16393;p3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4" name="Google Shape;16394;p3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395" name="Google Shape;16395;p38"/>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6" name="Google Shape;16396;p38"/>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7" name="Google Shape;16397;p38"/>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8" name="Google Shape;16398;p38"/>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9" name="Google Shape;16399;p38"/>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Use our editable graphic resources...</a:t>
            </a:r>
            <a:endParaRPr/>
          </a:p>
        </p:txBody>
      </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03" name="Shape 16403"/>
        <p:cNvGrpSpPr/>
        <p:nvPr/>
      </p:nvGrpSpPr>
      <p:grpSpPr>
        <a:xfrm>
          <a:off x="0" y="0"/>
          <a:ext cx="0" cy="0"/>
          <a:chOff x="0" y="0"/>
          <a:chExt cx="0" cy="0"/>
        </a:xfrm>
      </p:grpSpPr>
      <p:grpSp>
        <p:nvGrpSpPr>
          <p:cNvPr id="16404" name="Google Shape;16404;p39"/>
          <p:cNvGrpSpPr/>
          <p:nvPr/>
        </p:nvGrpSpPr>
        <p:grpSpPr>
          <a:xfrm>
            <a:off x="6681268" y="3584496"/>
            <a:ext cx="560636" cy="516497"/>
            <a:chOff x="6652051" y="3714143"/>
            <a:chExt cx="560636" cy="516497"/>
          </a:xfrm>
        </p:grpSpPr>
        <p:grpSp>
          <p:nvGrpSpPr>
            <p:cNvPr id="16405" name="Google Shape;16405;p39"/>
            <p:cNvGrpSpPr/>
            <p:nvPr/>
          </p:nvGrpSpPr>
          <p:grpSpPr>
            <a:xfrm>
              <a:off x="6669657" y="3716715"/>
              <a:ext cx="466768" cy="464314"/>
              <a:chOff x="3139766" y="765669"/>
              <a:chExt cx="886380" cy="881888"/>
            </a:xfrm>
          </p:grpSpPr>
          <p:grpSp>
            <p:nvGrpSpPr>
              <p:cNvPr id="16406" name="Google Shape;16406;p39"/>
              <p:cNvGrpSpPr/>
              <p:nvPr/>
            </p:nvGrpSpPr>
            <p:grpSpPr>
              <a:xfrm>
                <a:off x="3139766" y="765669"/>
                <a:ext cx="886380" cy="881888"/>
                <a:chOff x="3139766" y="765669"/>
                <a:chExt cx="886380" cy="881888"/>
              </a:xfrm>
            </p:grpSpPr>
            <p:sp>
              <p:nvSpPr>
                <p:cNvPr id="16407" name="Google Shape;16407;p3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8" name="Google Shape;16408;p3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9" name="Google Shape;16409;p3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0" name="Google Shape;16410;p3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1" name="Google Shape;16411;p3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2" name="Google Shape;16412;p3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3" name="Google Shape;16413;p3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4" name="Google Shape;16414;p3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5" name="Google Shape;16415;p3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16" name="Google Shape;16416;p3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7" name="Google Shape;16417;p3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8" name="Google Shape;16418;p3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9" name="Google Shape;16419;p3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20" name="Google Shape;16420;p3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21" name="Google Shape;16421;p39"/>
          <p:cNvGrpSpPr/>
          <p:nvPr/>
        </p:nvGrpSpPr>
        <p:grpSpPr>
          <a:xfrm>
            <a:off x="7679978" y="3065079"/>
            <a:ext cx="104231" cy="320340"/>
            <a:chOff x="7564426" y="3224343"/>
            <a:chExt cx="119985" cy="368801"/>
          </a:xfrm>
        </p:grpSpPr>
        <p:sp>
          <p:nvSpPr>
            <p:cNvPr id="16422" name="Google Shape;16422;p3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3" name="Google Shape;16423;p3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24" name="Google Shape;16424;p39"/>
          <p:cNvGrpSpPr/>
          <p:nvPr/>
        </p:nvGrpSpPr>
        <p:grpSpPr>
          <a:xfrm>
            <a:off x="7379466" y="3059180"/>
            <a:ext cx="189489" cy="332132"/>
            <a:chOff x="8370831" y="3202002"/>
            <a:chExt cx="218129" cy="382376"/>
          </a:xfrm>
        </p:grpSpPr>
        <p:sp>
          <p:nvSpPr>
            <p:cNvPr id="16425" name="Google Shape;16425;p3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6" name="Google Shape;16426;p3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27" name="Google Shape;16427;p39"/>
          <p:cNvGrpSpPr/>
          <p:nvPr/>
        </p:nvGrpSpPr>
        <p:grpSpPr>
          <a:xfrm>
            <a:off x="8102855" y="3470312"/>
            <a:ext cx="309429" cy="267000"/>
            <a:chOff x="6742064" y="3750480"/>
            <a:chExt cx="399315" cy="344560"/>
          </a:xfrm>
        </p:grpSpPr>
        <p:sp>
          <p:nvSpPr>
            <p:cNvPr id="16428" name="Google Shape;16428;p3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9" name="Google Shape;16429;p3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30" name="Google Shape;16430;p39"/>
          <p:cNvGrpSpPr/>
          <p:nvPr/>
        </p:nvGrpSpPr>
        <p:grpSpPr>
          <a:xfrm>
            <a:off x="7641874" y="3821360"/>
            <a:ext cx="180437" cy="281608"/>
            <a:chOff x="7248525" y="3739696"/>
            <a:chExt cx="230531" cy="359790"/>
          </a:xfrm>
        </p:grpSpPr>
        <p:sp>
          <p:nvSpPr>
            <p:cNvPr id="16431" name="Google Shape;16431;p3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2" name="Google Shape;16432;p3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33" name="Google Shape;16433;p39"/>
          <p:cNvGrpSpPr/>
          <p:nvPr/>
        </p:nvGrpSpPr>
        <p:grpSpPr>
          <a:xfrm>
            <a:off x="7887794" y="3464584"/>
            <a:ext cx="162896" cy="278710"/>
            <a:chOff x="7601242" y="3729267"/>
            <a:chExt cx="222566" cy="380803"/>
          </a:xfrm>
        </p:grpSpPr>
        <p:sp>
          <p:nvSpPr>
            <p:cNvPr id="16434" name="Google Shape;16434;p3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5" name="Google Shape;16435;p3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36" name="Google Shape;16436;p39"/>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37" name="Google Shape;16437;p39"/>
          <p:cNvGrpSpPr/>
          <p:nvPr/>
        </p:nvGrpSpPr>
        <p:grpSpPr>
          <a:xfrm>
            <a:off x="7377439" y="3465724"/>
            <a:ext cx="193542" cy="275990"/>
            <a:chOff x="8304647" y="3738687"/>
            <a:chExt cx="225075" cy="320956"/>
          </a:xfrm>
        </p:grpSpPr>
        <p:sp>
          <p:nvSpPr>
            <p:cNvPr id="16438" name="Google Shape;16438;p3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9" name="Google Shape;16439;p3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0" name="Google Shape;16440;p3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41" name="Google Shape;16441;p39"/>
          <p:cNvGrpSpPr/>
          <p:nvPr/>
        </p:nvGrpSpPr>
        <p:grpSpPr>
          <a:xfrm>
            <a:off x="7649932" y="3465724"/>
            <a:ext cx="178492" cy="275990"/>
            <a:chOff x="8615101" y="3738687"/>
            <a:chExt cx="207573" cy="320956"/>
          </a:xfrm>
        </p:grpSpPr>
        <p:sp>
          <p:nvSpPr>
            <p:cNvPr id="16442" name="Google Shape;16442;p3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3" name="Google Shape;16443;p3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4" name="Google Shape;16444;p3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45" name="Google Shape;16445;p39"/>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46" name="Google Shape;16446;p39"/>
          <p:cNvGrpSpPr/>
          <p:nvPr/>
        </p:nvGrpSpPr>
        <p:grpSpPr>
          <a:xfrm>
            <a:off x="7875463" y="3868385"/>
            <a:ext cx="187557" cy="187557"/>
            <a:chOff x="8565775" y="671075"/>
            <a:chExt cx="441000" cy="441000"/>
          </a:xfrm>
        </p:grpSpPr>
        <p:sp>
          <p:nvSpPr>
            <p:cNvPr id="16447" name="Google Shape;16447;p3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8" name="Google Shape;16448;p3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49" name="Google Shape;16449;p39"/>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0" name="Google Shape;16450;p39"/>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51" name="Google Shape;16451;p39"/>
          <p:cNvGrpSpPr/>
          <p:nvPr/>
        </p:nvGrpSpPr>
        <p:grpSpPr>
          <a:xfrm>
            <a:off x="6029935" y="2940910"/>
            <a:ext cx="587865" cy="517731"/>
            <a:chOff x="6000718" y="3070557"/>
            <a:chExt cx="587865" cy="517731"/>
          </a:xfrm>
        </p:grpSpPr>
        <p:sp>
          <p:nvSpPr>
            <p:cNvPr id="16452" name="Google Shape;16452;p3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3" name="Google Shape;16453;p3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4" name="Google Shape;16454;p3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5" name="Google Shape;16455;p3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6" name="Google Shape;16456;p3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7" name="Google Shape;16457;p3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8" name="Google Shape;16458;p3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9" name="Google Shape;16459;p3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0" name="Google Shape;16460;p3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1" name="Google Shape;16461;p3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62" name="Google Shape;16462;p39"/>
          <p:cNvGrpSpPr/>
          <p:nvPr/>
        </p:nvGrpSpPr>
        <p:grpSpPr>
          <a:xfrm>
            <a:off x="6044740" y="3584570"/>
            <a:ext cx="557665" cy="516387"/>
            <a:chOff x="6015523" y="3714217"/>
            <a:chExt cx="557665" cy="516387"/>
          </a:xfrm>
        </p:grpSpPr>
        <p:grpSp>
          <p:nvGrpSpPr>
            <p:cNvPr id="16463" name="Google Shape;16463;p39"/>
            <p:cNvGrpSpPr/>
            <p:nvPr/>
          </p:nvGrpSpPr>
          <p:grpSpPr>
            <a:xfrm>
              <a:off x="6036094" y="3716980"/>
              <a:ext cx="529822" cy="510481"/>
              <a:chOff x="3148311" y="-545634"/>
              <a:chExt cx="1006118" cy="969573"/>
            </a:xfrm>
          </p:grpSpPr>
          <p:sp>
            <p:nvSpPr>
              <p:cNvPr id="16464" name="Google Shape;16464;p3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5" name="Google Shape;16465;p3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6" name="Google Shape;16466;p3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7" name="Google Shape;16467;p3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8" name="Google Shape;16468;p3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9" name="Google Shape;16469;p3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0" name="Google Shape;16470;p3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1" name="Google Shape;16471;p3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2" name="Google Shape;16472;p3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3" name="Google Shape;16473;p3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74" name="Google Shape;16474;p3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75" name="Google Shape;16475;p39"/>
          <p:cNvGrpSpPr/>
          <p:nvPr/>
        </p:nvGrpSpPr>
        <p:grpSpPr>
          <a:xfrm>
            <a:off x="6673522" y="2943981"/>
            <a:ext cx="576302" cy="511871"/>
            <a:chOff x="6644304" y="3073628"/>
            <a:chExt cx="576302" cy="511871"/>
          </a:xfrm>
        </p:grpSpPr>
        <p:grpSp>
          <p:nvGrpSpPr>
            <p:cNvPr id="16476" name="Google Shape;16476;p39"/>
            <p:cNvGrpSpPr/>
            <p:nvPr/>
          </p:nvGrpSpPr>
          <p:grpSpPr>
            <a:xfrm>
              <a:off x="6712169" y="3073651"/>
              <a:ext cx="481611" cy="506712"/>
              <a:chOff x="1833536" y="-546641"/>
              <a:chExt cx="914567" cy="962418"/>
            </a:xfrm>
          </p:grpSpPr>
          <p:grpSp>
            <p:nvGrpSpPr>
              <p:cNvPr id="16477" name="Google Shape;16477;p39"/>
              <p:cNvGrpSpPr/>
              <p:nvPr/>
            </p:nvGrpSpPr>
            <p:grpSpPr>
              <a:xfrm>
                <a:off x="1833536" y="-524249"/>
                <a:ext cx="914567" cy="940026"/>
                <a:chOff x="1833536" y="-524249"/>
                <a:chExt cx="914567" cy="940026"/>
              </a:xfrm>
            </p:grpSpPr>
            <p:sp>
              <p:nvSpPr>
                <p:cNvPr id="16478" name="Google Shape;16478;p3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9" name="Google Shape;16479;p3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0" name="Google Shape;16480;p3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1" name="Google Shape;16481;p3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2" name="Google Shape;16482;p3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83" name="Google Shape;16483;p3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4" name="Google Shape;16484;p3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5" name="Google Shape;16485;p3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6" name="Google Shape;16486;p3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87" name="Google Shape;16487;p3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88" name="Google Shape;16488;p39"/>
          <p:cNvGrpSpPr/>
          <p:nvPr/>
        </p:nvGrpSpPr>
        <p:grpSpPr>
          <a:xfrm>
            <a:off x="752796" y="2869970"/>
            <a:ext cx="2622876" cy="1333540"/>
            <a:chOff x="238125" y="1038125"/>
            <a:chExt cx="7146800" cy="3633625"/>
          </a:xfrm>
        </p:grpSpPr>
        <p:sp>
          <p:nvSpPr>
            <p:cNvPr id="16489" name="Google Shape;16489;p3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0" name="Google Shape;16490;p3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1" name="Google Shape;16491;p3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2" name="Google Shape;16492;p3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3" name="Google Shape;16493;p3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4" name="Google Shape;16494;p3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5" name="Google Shape;16495;p3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6" name="Google Shape;16496;p3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7" name="Google Shape;16497;p3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8" name="Google Shape;16498;p3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9" name="Google Shape;16499;p3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0" name="Google Shape;16500;p3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1" name="Google Shape;16501;p3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2" name="Google Shape;16502;p3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3" name="Google Shape;16503;p3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4" name="Google Shape;16504;p3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5" name="Google Shape;16505;p3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6" name="Google Shape;16506;p3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7" name="Google Shape;16507;p3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8" name="Google Shape;16508;p3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9" name="Google Shape;16509;p3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0" name="Google Shape;16510;p3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1" name="Google Shape;16511;p3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2" name="Google Shape;16512;p3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3" name="Google Shape;16513;p3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4" name="Google Shape;16514;p3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5" name="Google Shape;16515;p3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6" name="Google Shape;16516;p3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7" name="Google Shape;16517;p3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8" name="Google Shape;16518;p3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9" name="Google Shape;16519;p3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0" name="Google Shape;16520;p3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1" name="Google Shape;16521;p3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2" name="Google Shape;16522;p3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3" name="Google Shape;16523;p3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4" name="Google Shape;16524;p3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5" name="Google Shape;16525;p3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6" name="Google Shape;16526;p3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7" name="Google Shape;16527;p3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8" name="Google Shape;16528;p3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9" name="Google Shape;16529;p3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0" name="Google Shape;16530;p3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1" name="Google Shape;16531;p3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2" name="Google Shape;16532;p3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3" name="Google Shape;16533;p3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4" name="Google Shape;16534;p3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5" name="Google Shape;16535;p3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6" name="Google Shape;16536;p3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7" name="Google Shape;16537;p3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8" name="Google Shape;16538;p3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9" name="Google Shape;16539;p3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0" name="Google Shape;16540;p3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1" name="Google Shape;16541;p3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2" name="Google Shape;16542;p3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3" name="Google Shape;16543;p3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4" name="Google Shape;16544;p3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5" name="Google Shape;16545;p3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6" name="Google Shape;16546;p3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7" name="Google Shape;16547;p3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8" name="Google Shape;16548;p3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9" name="Google Shape;16549;p3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0" name="Google Shape;16550;p3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1" name="Google Shape;16551;p3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2" name="Google Shape;16552;p3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3" name="Google Shape;16553;p3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4" name="Google Shape;16554;p3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5" name="Google Shape;16555;p3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6" name="Google Shape;16556;p3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7" name="Google Shape;16557;p3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8" name="Google Shape;16558;p3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9" name="Google Shape;16559;p3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0" name="Google Shape;16560;p3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1" name="Google Shape;16561;p3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2" name="Google Shape;16562;p3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3" name="Google Shape;16563;p3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4" name="Google Shape;16564;p3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5" name="Google Shape;16565;p3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6" name="Google Shape;16566;p3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7" name="Google Shape;16567;p3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8" name="Google Shape;16568;p3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9" name="Google Shape;16569;p3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0" name="Google Shape;16570;p3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1" name="Google Shape;16571;p3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2" name="Google Shape;16572;p3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3" name="Google Shape;16573;p3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4" name="Google Shape;16574;p3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5" name="Google Shape;16575;p3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6" name="Google Shape;16576;p3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7" name="Google Shape;16577;p3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8" name="Google Shape;16578;p3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9" name="Google Shape;16579;p3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0" name="Google Shape;16580;p3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1" name="Google Shape;16581;p3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2" name="Google Shape;16582;p3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3" name="Google Shape;16583;p3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4" name="Google Shape;16584;p3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5" name="Google Shape;16585;p3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6" name="Google Shape;16586;p3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7" name="Google Shape;16587;p3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8" name="Google Shape;16588;p3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9" name="Google Shape;16589;p3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0" name="Google Shape;16590;p3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1" name="Google Shape;16591;p3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2" name="Google Shape;16592;p3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3" name="Google Shape;16593;p3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4" name="Google Shape;16594;p3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5" name="Google Shape;16595;p3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6" name="Google Shape;16596;p3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7" name="Google Shape;16597;p3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8" name="Google Shape;16598;p3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9" name="Google Shape;16599;p3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0" name="Google Shape;16600;p3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1" name="Google Shape;16601;p3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2" name="Google Shape;16602;p3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3" name="Google Shape;16603;p3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4" name="Google Shape;16604;p3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5" name="Google Shape;16605;p3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6" name="Google Shape;16606;p3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7" name="Google Shape;16607;p3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8" name="Google Shape;16608;p3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9" name="Google Shape;16609;p3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0" name="Google Shape;16610;p3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1" name="Google Shape;16611;p3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2" name="Google Shape;16612;p3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3" name="Google Shape;16613;p3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4" name="Google Shape;16614;p3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5" name="Google Shape;16615;p3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6" name="Google Shape;16616;p3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7" name="Google Shape;16617;p3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8" name="Google Shape;16618;p3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9" name="Google Shape;16619;p3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0" name="Google Shape;16620;p3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1" name="Google Shape;16621;p3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2" name="Google Shape;16622;p3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3" name="Google Shape;16623;p3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4" name="Google Shape;16624;p3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5" name="Google Shape;16625;p3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6" name="Google Shape;16626;p3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7" name="Google Shape;16627;p3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8" name="Google Shape;16628;p3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9" name="Google Shape;16629;p3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0" name="Google Shape;16630;p3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1" name="Google Shape;16631;p3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2" name="Google Shape;16632;p3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3" name="Google Shape;16633;p3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4" name="Google Shape;16634;p3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5" name="Google Shape;16635;p3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6" name="Google Shape;16636;p3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7" name="Google Shape;16637;p3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8" name="Google Shape;16638;p3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9" name="Google Shape;16639;p3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0" name="Google Shape;16640;p3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1" name="Google Shape;16641;p3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2" name="Google Shape;16642;p3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3" name="Google Shape;16643;p3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4" name="Google Shape;16644;p3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5" name="Google Shape;16645;p3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6" name="Google Shape;16646;p3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7" name="Google Shape;16647;p3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8" name="Google Shape;16648;p3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9" name="Google Shape;16649;p3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0" name="Google Shape;16650;p3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1" name="Google Shape;16651;p3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2" name="Google Shape;16652;p3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3" name="Google Shape;16653;p3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4" name="Google Shape;16654;p3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5" name="Google Shape;16655;p3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6" name="Google Shape;16656;p3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7" name="Google Shape;16657;p3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8" name="Google Shape;16658;p3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9" name="Google Shape;16659;p3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0" name="Google Shape;16660;p3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1" name="Google Shape;16661;p3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2" name="Google Shape;16662;p3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3" name="Google Shape;16663;p3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4" name="Google Shape;16664;p3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5" name="Google Shape;16665;p3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6" name="Google Shape;16666;p3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7" name="Google Shape;16667;p3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8" name="Google Shape;16668;p3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9" name="Google Shape;16669;p3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0" name="Google Shape;16670;p3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1" name="Google Shape;16671;p3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2" name="Google Shape;16672;p3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3" name="Google Shape;16673;p3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4" name="Google Shape;16674;p3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5" name="Google Shape;16675;p3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6" name="Google Shape;16676;p3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7" name="Google Shape;16677;p3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8" name="Google Shape;16678;p3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9" name="Google Shape;16679;p3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0" name="Google Shape;16680;p3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1" name="Google Shape;16681;p3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2" name="Google Shape;16682;p3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3" name="Google Shape;16683;p3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4" name="Google Shape;16684;p3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5" name="Google Shape;16685;p3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6" name="Google Shape;16686;p3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7" name="Google Shape;16687;p3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8" name="Google Shape;16688;p3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9" name="Google Shape;16689;p3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0" name="Google Shape;16690;p3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1" name="Google Shape;16691;p3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2" name="Google Shape;16692;p3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3" name="Google Shape;16693;p3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4" name="Google Shape;16694;p3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5" name="Google Shape;16695;p3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6" name="Google Shape;16696;p3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7" name="Google Shape;16697;p3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8" name="Google Shape;16698;p3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9" name="Google Shape;16699;p3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0" name="Google Shape;16700;p3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1" name="Google Shape;16701;p3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2" name="Google Shape;16702;p3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3" name="Google Shape;16703;p3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4" name="Google Shape;16704;p3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5" name="Google Shape;16705;p3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6" name="Google Shape;16706;p3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7" name="Google Shape;16707;p3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8" name="Google Shape;16708;p3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9" name="Google Shape;16709;p3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0" name="Google Shape;16710;p3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1" name="Google Shape;16711;p3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2" name="Google Shape;16712;p3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3" name="Google Shape;16713;p3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4" name="Google Shape;16714;p3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5" name="Google Shape;16715;p3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6" name="Google Shape;16716;p3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7" name="Google Shape;16717;p3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8" name="Google Shape;16718;p3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9" name="Google Shape;16719;p3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0" name="Google Shape;16720;p3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1" name="Google Shape;16721;p3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2" name="Google Shape;16722;p3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3" name="Google Shape;16723;p3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4" name="Google Shape;16724;p3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5" name="Google Shape;16725;p3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6" name="Google Shape;16726;p3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7" name="Google Shape;16727;p3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8" name="Google Shape;16728;p3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9" name="Google Shape;16729;p3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0" name="Google Shape;16730;p3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1" name="Google Shape;16731;p3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2" name="Google Shape;16732;p3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3" name="Google Shape;16733;p3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4" name="Google Shape;16734;p3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5" name="Google Shape;16735;p3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6" name="Google Shape;16736;p3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7" name="Google Shape;16737;p3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8" name="Google Shape;16738;p3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9" name="Google Shape;16739;p3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0" name="Google Shape;16740;p3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1" name="Google Shape;16741;p3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2" name="Google Shape;16742;p3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3" name="Google Shape;16743;p3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4" name="Google Shape;16744;p3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5" name="Google Shape;16745;p3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6" name="Google Shape;16746;p3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7" name="Google Shape;16747;p3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8" name="Google Shape;16748;p3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9" name="Google Shape;16749;p3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0" name="Google Shape;16750;p3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1" name="Google Shape;16751;p3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2" name="Google Shape;16752;p3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3" name="Google Shape;16753;p3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4" name="Google Shape;16754;p3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5" name="Google Shape;16755;p3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6" name="Google Shape;16756;p3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7" name="Google Shape;16757;p3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8" name="Google Shape;16758;p3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9" name="Google Shape;16759;p3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0" name="Google Shape;16760;p3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1" name="Google Shape;16761;p3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2" name="Google Shape;16762;p3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3" name="Google Shape;16763;p3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4" name="Google Shape;16764;p3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5" name="Google Shape;16765;p3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6" name="Google Shape;16766;p3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7" name="Google Shape;16767;p3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8" name="Google Shape;16768;p3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9" name="Google Shape;16769;p3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0" name="Google Shape;16770;p3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1" name="Google Shape;16771;p3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2" name="Google Shape;16772;p3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3" name="Google Shape;16773;p3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4" name="Google Shape;16774;p3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5" name="Google Shape;16775;p3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6" name="Google Shape;16776;p3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7" name="Google Shape;16777;p3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8" name="Google Shape;16778;p3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9" name="Google Shape;16779;p3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0" name="Google Shape;16780;p3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1" name="Google Shape;16781;p3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2" name="Google Shape;16782;p3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3" name="Google Shape;16783;p3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4" name="Google Shape;16784;p3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5" name="Google Shape;16785;p3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6" name="Google Shape;16786;p3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7" name="Google Shape;16787;p3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8" name="Google Shape;16788;p3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9" name="Google Shape;16789;p3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0" name="Google Shape;16790;p3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1" name="Google Shape;16791;p3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2" name="Google Shape;16792;p3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3" name="Google Shape;16793;p3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4" name="Google Shape;16794;p3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5" name="Google Shape;16795;p3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6" name="Google Shape;16796;p3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7" name="Google Shape;16797;p3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8" name="Google Shape;16798;p3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9" name="Google Shape;16799;p3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0" name="Google Shape;16800;p3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1" name="Google Shape;16801;p3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2" name="Google Shape;16802;p3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3" name="Google Shape;16803;p3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4" name="Google Shape;16804;p3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5" name="Google Shape;16805;p3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6" name="Google Shape;16806;p3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7" name="Google Shape;16807;p3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8" name="Google Shape;16808;p3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9" name="Google Shape;16809;p3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0" name="Google Shape;16810;p3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1" name="Google Shape;16811;p3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2" name="Google Shape;16812;p3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3" name="Google Shape;16813;p3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4" name="Google Shape;16814;p3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5" name="Google Shape;16815;p3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6" name="Google Shape;16816;p3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7" name="Google Shape;16817;p3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8" name="Google Shape;16818;p3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9" name="Google Shape;16819;p3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0" name="Google Shape;16820;p3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1" name="Google Shape;16821;p3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2" name="Google Shape;16822;p3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3" name="Google Shape;16823;p3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4" name="Google Shape;16824;p3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5" name="Google Shape;16825;p3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6" name="Google Shape;16826;p3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7" name="Google Shape;16827;p3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8" name="Google Shape;16828;p3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9" name="Google Shape;16829;p3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0" name="Google Shape;16830;p3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1" name="Google Shape;16831;p3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2" name="Google Shape;16832;p3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3" name="Google Shape;16833;p3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4" name="Google Shape;16834;p3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5" name="Google Shape;16835;p3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6" name="Google Shape;16836;p3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7" name="Google Shape;16837;p3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8" name="Google Shape;16838;p3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9" name="Google Shape;16839;p3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0" name="Google Shape;16840;p3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1" name="Google Shape;16841;p3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2" name="Google Shape;16842;p3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3" name="Google Shape;16843;p3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4" name="Google Shape;16844;p3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5" name="Google Shape;16845;p3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6" name="Google Shape;16846;p3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7" name="Google Shape;16847;p3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8" name="Google Shape;16848;p3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9" name="Google Shape;16849;p3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0" name="Google Shape;16850;p3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1" name="Google Shape;16851;p3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2" name="Google Shape;16852;p3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3" name="Google Shape;16853;p3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4" name="Google Shape;16854;p3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5" name="Google Shape;16855;p3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6" name="Google Shape;16856;p3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7" name="Google Shape;16857;p3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8" name="Google Shape;16858;p3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9" name="Google Shape;16859;p3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0" name="Google Shape;16860;p3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1" name="Google Shape;16861;p3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2" name="Google Shape;16862;p3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3" name="Google Shape;16863;p3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4" name="Google Shape;16864;p3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5" name="Google Shape;16865;p3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6" name="Google Shape;16866;p3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7" name="Google Shape;16867;p3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8" name="Google Shape;16868;p3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9" name="Google Shape;16869;p3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0" name="Google Shape;16870;p3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1" name="Google Shape;16871;p3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2" name="Google Shape;16872;p3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3" name="Google Shape;16873;p3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4" name="Google Shape;16874;p3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5" name="Google Shape;16875;p3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6" name="Google Shape;16876;p3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7" name="Google Shape;16877;p3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8" name="Google Shape;16878;p3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9" name="Google Shape;16879;p3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0" name="Google Shape;16880;p3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1" name="Google Shape;16881;p3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2" name="Google Shape;16882;p3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3" name="Google Shape;16883;p3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4" name="Google Shape;16884;p3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5" name="Google Shape;16885;p3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6" name="Google Shape;16886;p3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7" name="Google Shape;16887;p3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8" name="Google Shape;16888;p3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9" name="Google Shape;16889;p3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0" name="Google Shape;16890;p3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1" name="Google Shape;16891;p3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2" name="Google Shape;16892;p3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3" name="Google Shape;16893;p3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4" name="Google Shape;16894;p3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5" name="Google Shape;16895;p3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6" name="Google Shape;16896;p3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7" name="Google Shape;16897;p3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8" name="Google Shape;16898;p3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9" name="Google Shape;16899;p3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0" name="Google Shape;16900;p3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1" name="Google Shape;16901;p3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2" name="Google Shape;16902;p3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3" name="Google Shape;16903;p3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4" name="Google Shape;16904;p3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5" name="Google Shape;16905;p3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6" name="Google Shape;16906;p3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7" name="Google Shape;16907;p3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8" name="Google Shape;16908;p3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9" name="Google Shape;16909;p3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0" name="Google Shape;16910;p3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1" name="Google Shape;16911;p3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2" name="Google Shape;16912;p3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3" name="Google Shape;16913;p3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4" name="Google Shape;16914;p3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5" name="Google Shape;16915;p3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6" name="Google Shape;16916;p3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7" name="Google Shape;16917;p3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8" name="Google Shape;16918;p3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9" name="Google Shape;16919;p3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0" name="Google Shape;16920;p3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1" name="Google Shape;16921;p3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2" name="Google Shape;16922;p3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3" name="Google Shape;16923;p3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4" name="Google Shape;16924;p3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5" name="Google Shape;16925;p3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6" name="Google Shape;16926;p3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7" name="Google Shape;16927;p3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8" name="Google Shape;16928;p3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9" name="Google Shape;16929;p3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0" name="Google Shape;16930;p3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1" name="Google Shape;16931;p3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2" name="Google Shape;16932;p3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3" name="Google Shape;16933;p3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4" name="Google Shape;16934;p3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5" name="Google Shape;16935;p3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6" name="Google Shape;16936;p3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7" name="Google Shape;16937;p3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8" name="Google Shape;16938;p3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9" name="Google Shape;16939;p3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0" name="Google Shape;16940;p3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1" name="Google Shape;16941;p3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2" name="Google Shape;16942;p3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3" name="Google Shape;16943;p3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4" name="Google Shape;16944;p3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5" name="Google Shape;16945;p3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6" name="Google Shape;16946;p3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7" name="Google Shape;16947;p3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8" name="Google Shape;16948;p3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9" name="Google Shape;16949;p3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0" name="Google Shape;16950;p3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1" name="Google Shape;16951;p3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2" name="Google Shape;16952;p3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3" name="Google Shape;16953;p3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4" name="Google Shape;16954;p3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5" name="Google Shape;16955;p3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6" name="Google Shape;16956;p3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7" name="Google Shape;16957;p3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8" name="Google Shape;16958;p3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9" name="Google Shape;16959;p3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0" name="Google Shape;16960;p3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1" name="Google Shape;16961;p3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2" name="Google Shape;16962;p3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3" name="Google Shape;16963;p3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4" name="Google Shape;16964;p3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5" name="Google Shape;16965;p3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6" name="Google Shape;16966;p3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7" name="Google Shape;16967;p3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8" name="Google Shape;16968;p3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9" name="Google Shape;16969;p3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0" name="Google Shape;16970;p3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1" name="Google Shape;16971;p3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2" name="Google Shape;16972;p3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3" name="Google Shape;16973;p3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4" name="Google Shape;16974;p3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5" name="Google Shape;16975;p3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6" name="Google Shape;16976;p3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7" name="Google Shape;16977;p3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8" name="Google Shape;16978;p3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9" name="Google Shape;16979;p3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0" name="Google Shape;16980;p3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1" name="Google Shape;16981;p3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2" name="Google Shape;16982;p3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3" name="Google Shape;16983;p3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4" name="Google Shape;16984;p3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5" name="Google Shape;16985;p3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6" name="Google Shape;16986;p3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7" name="Google Shape;16987;p3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8" name="Google Shape;16988;p3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9" name="Google Shape;16989;p3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0" name="Google Shape;16990;p3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1" name="Google Shape;16991;p3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2" name="Google Shape;16992;p3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3" name="Google Shape;16993;p3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4" name="Google Shape;16994;p3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5" name="Google Shape;16995;p3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6" name="Google Shape;16996;p3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7" name="Google Shape;16997;p3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8" name="Google Shape;16998;p3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9" name="Google Shape;16999;p3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0" name="Google Shape;17000;p3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1" name="Google Shape;17001;p3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2" name="Google Shape;17002;p3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3" name="Google Shape;17003;p3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4" name="Google Shape;17004;p3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5" name="Google Shape;17005;p3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6" name="Google Shape;17006;p3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7" name="Google Shape;17007;p3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8" name="Google Shape;17008;p3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9" name="Google Shape;17009;p3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0" name="Google Shape;17010;p3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1" name="Google Shape;17011;p3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2" name="Google Shape;17012;p3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3" name="Google Shape;17013;p3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4" name="Google Shape;17014;p3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5" name="Google Shape;17015;p3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6" name="Google Shape;17016;p3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7" name="Google Shape;17017;p3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8" name="Google Shape;17018;p3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9" name="Google Shape;17019;p3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0" name="Google Shape;17020;p3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1" name="Google Shape;17021;p3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2" name="Google Shape;17022;p3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3" name="Google Shape;17023;p3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4" name="Google Shape;17024;p3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5" name="Google Shape;17025;p3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6" name="Google Shape;17026;p3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7" name="Google Shape;17027;p3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8" name="Google Shape;17028;p3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9" name="Google Shape;17029;p3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0" name="Google Shape;17030;p3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1" name="Google Shape;17031;p3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2" name="Google Shape;17032;p3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3" name="Google Shape;17033;p3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4" name="Google Shape;17034;p3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5" name="Google Shape;17035;p3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6" name="Google Shape;17036;p3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7" name="Google Shape;17037;p3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8" name="Google Shape;17038;p3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9" name="Google Shape;17039;p3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0" name="Google Shape;17040;p3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1" name="Google Shape;17041;p3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2" name="Google Shape;17042;p3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3" name="Google Shape;17043;p3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4" name="Google Shape;17044;p3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5" name="Google Shape;17045;p3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6" name="Google Shape;17046;p3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7" name="Google Shape;17047;p3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8" name="Google Shape;17048;p3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9" name="Google Shape;17049;p3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0" name="Google Shape;17050;p3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1" name="Google Shape;17051;p3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2" name="Google Shape;17052;p3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3" name="Google Shape;17053;p3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4" name="Google Shape;17054;p3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5" name="Google Shape;17055;p3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6" name="Google Shape;17056;p3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7" name="Google Shape;17057;p3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8" name="Google Shape;17058;p3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9" name="Google Shape;17059;p3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0" name="Google Shape;17060;p3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1" name="Google Shape;17061;p3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2" name="Google Shape;17062;p3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3" name="Google Shape;17063;p3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4" name="Google Shape;17064;p3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5" name="Google Shape;17065;p3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6" name="Google Shape;17066;p3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7" name="Google Shape;17067;p3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8" name="Google Shape;17068;p3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9" name="Google Shape;17069;p3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0" name="Google Shape;17070;p3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1" name="Google Shape;17071;p3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2" name="Google Shape;17072;p3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3" name="Google Shape;17073;p3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4" name="Google Shape;17074;p3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5" name="Google Shape;17075;p3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6" name="Google Shape;17076;p3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7" name="Google Shape;17077;p3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8" name="Google Shape;17078;p3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9" name="Google Shape;17079;p3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0" name="Google Shape;17080;p3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1" name="Google Shape;17081;p3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2" name="Google Shape;17082;p3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3" name="Google Shape;17083;p3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4" name="Google Shape;17084;p3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5" name="Google Shape;17085;p3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6" name="Google Shape;17086;p3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7" name="Google Shape;17087;p3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8" name="Google Shape;17088;p3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9" name="Google Shape;17089;p3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0" name="Google Shape;17090;p3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1" name="Google Shape;17091;p3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2" name="Google Shape;17092;p3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3" name="Google Shape;17093;p3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4" name="Google Shape;17094;p3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5" name="Google Shape;17095;p3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6" name="Google Shape;17096;p3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7" name="Google Shape;17097;p3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8" name="Google Shape;17098;p3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9" name="Google Shape;17099;p3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0" name="Google Shape;17100;p3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1" name="Google Shape;17101;p3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2" name="Google Shape;17102;p3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3" name="Google Shape;17103;p3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4" name="Google Shape;17104;p3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5" name="Google Shape;17105;p3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6" name="Google Shape;17106;p3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7" name="Google Shape;17107;p3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8" name="Google Shape;17108;p3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9" name="Google Shape;17109;p3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0" name="Google Shape;17110;p3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1" name="Google Shape;17111;p3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2" name="Google Shape;17112;p3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3" name="Google Shape;17113;p3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4" name="Google Shape;17114;p3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5" name="Google Shape;17115;p3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6" name="Google Shape;17116;p3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7" name="Google Shape;17117;p3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8" name="Google Shape;17118;p3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9" name="Google Shape;17119;p3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0" name="Google Shape;17120;p3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1" name="Google Shape;17121;p3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2" name="Google Shape;17122;p3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3" name="Google Shape;17123;p3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4" name="Google Shape;17124;p3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5" name="Google Shape;17125;p3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6" name="Google Shape;17126;p3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7" name="Google Shape;17127;p3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8" name="Google Shape;17128;p3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9" name="Google Shape;17129;p3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0" name="Google Shape;17130;p3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1" name="Google Shape;17131;p3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2" name="Google Shape;17132;p3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3" name="Google Shape;17133;p3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4" name="Google Shape;17134;p3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5" name="Google Shape;17135;p3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6" name="Google Shape;17136;p3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7" name="Google Shape;17137;p3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8" name="Google Shape;17138;p3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9" name="Google Shape;17139;p3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0" name="Google Shape;17140;p3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1" name="Google Shape;17141;p3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2" name="Google Shape;17142;p3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3" name="Google Shape;17143;p3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4" name="Google Shape;17144;p3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5" name="Google Shape;17145;p3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6" name="Google Shape;17146;p3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7" name="Google Shape;17147;p3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8" name="Google Shape;17148;p3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9" name="Google Shape;17149;p3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0" name="Google Shape;17150;p3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1" name="Google Shape;17151;p3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2" name="Google Shape;17152;p3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3" name="Google Shape;17153;p3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4" name="Google Shape;17154;p3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5" name="Google Shape;17155;p3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6" name="Google Shape;17156;p3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7" name="Google Shape;17157;p3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8" name="Google Shape;17158;p3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9" name="Google Shape;17159;p3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0" name="Google Shape;17160;p3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1" name="Google Shape;17161;p3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2" name="Google Shape;17162;p3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3" name="Google Shape;17163;p3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4" name="Google Shape;17164;p3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5" name="Google Shape;17165;p3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6" name="Google Shape;17166;p3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7" name="Google Shape;17167;p3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8" name="Google Shape;17168;p3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9" name="Google Shape;17169;p3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0" name="Google Shape;17170;p3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1" name="Google Shape;17171;p3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2" name="Google Shape;17172;p3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3" name="Google Shape;17173;p3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4" name="Google Shape;17174;p3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5" name="Google Shape;17175;p3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6" name="Google Shape;17176;p3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7" name="Google Shape;17177;p3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8" name="Google Shape;17178;p3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9" name="Google Shape;17179;p3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0" name="Google Shape;17180;p3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1" name="Google Shape;17181;p3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2" name="Google Shape;17182;p3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3" name="Google Shape;17183;p3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4" name="Google Shape;17184;p3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5" name="Google Shape;17185;p3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6" name="Google Shape;17186;p3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7" name="Google Shape;17187;p3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8" name="Google Shape;17188;p3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9" name="Google Shape;17189;p3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0" name="Google Shape;17190;p3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1" name="Google Shape;17191;p3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2" name="Google Shape;17192;p3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3" name="Google Shape;17193;p3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4" name="Google Shape;17194;p3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5" name="Google Shape;17195;p3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6" name="Google Shape;17196;p3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7" name="Google Shape;17197;p3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8" name="Google Shape;17198;p3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9" name="Google Shape;17199;p3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0" name="Google Shape;17200;p3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1" name="Google Shape;17201;p3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2" name="Google Shape;17202;p3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3" name="Google Shape;17203;p3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4" name="Google Shape;17204;p3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5" name="Google Shape;17205;p3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6" name="Google Shape;17206;p3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7" name="Google Shape;17207;p3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8" name="Google Shape;17208;p3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9" name="Google Shape;17209;p3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0" name="Google Shape;17210;p3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1" name="Google Shape;17211;p3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2" name="Google Shape;17212;p3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3" name="Google Shape;17213;p3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4" name="Google Shape;17214;p3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5" name="Google Shape;17215;p3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6" name="Google Shape;17216;p3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7" name="Google Shape;17217;p3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8" name="Google Shape;17218;p3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9" name="Google Shape;17219;p3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0" name="Google Shape;17220;p3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1" name="Google Shape;17221;p3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2" name="Google Shape;17222;p3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3" name="Google Shape;17223;p3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4" name="Google Shape;17224;p3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5" name="Google Shape;17225;p3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6" name="Google Shape;17226;p3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7" name="Google Shape;17227;p3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8" name="Google Shape;17228;p3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9" name="Google Shape;17229;p3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0" name="Google Shape;17230;p3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1" name="Google Shape;17231;p3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2" name="Google Shape;17232;p3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3" name="Google Shape;17233;p3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4" name="Google Shape;17234;p3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5" name="Google Shape;17235;p3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6" name="Google Shape;17236;p3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7" name="Google Shape;17237;p3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8" name="Google Shape;17238;p3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9" name="Google Shape;17239;p3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0" name="Google Shape;17240;p3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1" name="Google Shape;17241;p3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2" name="Google Shape;17242;p3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3" name="Google Shape;17243;p3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4" name="Google Shape;17244;p3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5" name="Google Shape;17245;p3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6" name="Google Shape;17246;p3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7" name="Google Shape;17247;p3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8" name="Google Shape;17248;p3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9" name="Google Shape;17249;p3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0" name="Google Shape;17250;p3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1" name="Google Shape;17251;p3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2" name="Google Shape;17252;p3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3" name="Google Shape;17253;p3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4" name="Google Shape;17254;p3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5" name="Google Shape;17255;p3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6" name="Google Shape;17256;p3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7" name="Google Shape;17257;p3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8" name="Google Shape;17258;p3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9" name="Google Shape;17259;p3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0" name="Google Shape;17260;p3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1" name="Google Shape;17261;p3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2" name="Google Shape;17262;p3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3" name="Google Shape;17263;p3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4" name="Google Shape;17264;p3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5" name="Google Shape;17265;p3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6" name="Google Shape;17266;p3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7" name="Google Shape;17267;p3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8" name="Google Shape;17268;p3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9" name="Google Shape;17269;p3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0" name="Google Shape;17270;p3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1" name="Google Shape;17271;p3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2" name="Google Shape;17272;p3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3" name="Google Shape;17273;p3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4" name="Google Shape;17274;p3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5" name="Google Shape;17275;p3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6" name="Google Shape;17276;p3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7" name="Google Shape;17277;p3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8" name="Google Shape;17278;p3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9" name="Google Shape;17279;p3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0" name="Google Shape;17280;p3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1" name="Google Shape;17281;p3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2" name="Google Shape;17282;p3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3" name="Google Shape;17283;p3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4" name="Google Shape;17284;p3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5" name="Google Shape;17285;p3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6" name="Google Shape;17286;p3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7" name="Google Shape;17287;p3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8" name="Google Shape;17288;p3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9" name="Google Shape;17289;p3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0" name="Google Shape;17290;p3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1" name="Google Shape;17291;p3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2" name="Google Shape;17292;p3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3" name="Google Shape;17293;p3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4" name="Google Shape;17294;p3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5" name="Google Shape;17295;p3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6" name="Google Shape;17296;p3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7" name="Google Shape;17297;p3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8" name="Google Shape;17298;p3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9" name="Google Shape;17299;p3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0" name="Google Shape;17300;p3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1" name="Google Shape;17301;p3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2" name="Google Shape;17302;p3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3" name="Google Shape;17303;p3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4" name="Google Shape;17304;p3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5" name="Google Shape;17305;p3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6" name="Google Shape;17306;p3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7" name="Google Shape;17307;p3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8" name="Google Shape;17308;p3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9" name="Google Shape;17309;p3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0" name="Google Shape;17310;p3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1" name="Google Shape;17311;p3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2" name="Google Shape;17312;p3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3" name="Google Shape;17313;p3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4" name="Google Shape;17314;p3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5" name="Google Shape;17315;p3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6" name="Google Shape;17316;p3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7" name="Google Shape;17317;p3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8" name="Google Shape;17318;p3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9" name="Google Shape;17319;p3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0" name="Google Shape;17320;p3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1" name="Google Shape;17321;p3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2" name="Google Shape;17322;p3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3" name="Google Shape;17323;p3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4" name="Google Shape;17324;p3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5" name="Google Shape;17325;p3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6" name="Google Shape;17326;p3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7" name="Google Shape;17327;p3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8" name="Google Shape;17328;p3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9" name="Google Shape;17329;p3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0" name="Google Shape;17330;p3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1" name="Google Shape;17331;p3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2" name="Google Shape;17332;p3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3" name="Google Shape;17333;p3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4" name="Google Shape;17334;p3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5" name="Google Shape;17335;p3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6" name="Google Shape;17336;p3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7" name="Google Shape;17337;p3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8" name="Google Shape;17338;p3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9" name="Google Shape;17339;p3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0" name="Google Shape;17340;p3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1" name="Google Shape;17341;p3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2" name="Google Shape;17342;p3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3" name="Google Shape;17343;p3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4" name="Google Shape;17344;p3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5" name="Google Shape;17345;p3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6" name="Google Shape;17346;p3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7" name="Google Shape;17347;p3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8" name="Google Shape;17348;p3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9" name="Google Shape;17349;p3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0" name="Google Shape;17350;p3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1" name="Google Shape;17351;p3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2" name="Google Shape;17352;p3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3" name="Google Shape;17353;p3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4" name="Google Shape;17354;p3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5" name="Google Shape;17355;p3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6" name="Google Shape;17356;p3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7" name="Google Shape;17357;p3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8" name="Google Shape;17358;p3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9" name="Google Shape;17359;p3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0" name="Google Shape;17360;p3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1" name="Google Shape;17361;p3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2" name="Google Shape;17362;p3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3" name="Google Shape;17363;p3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4" name="Google Shape;17364;p3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5" name="Google Shape;17365;p3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6" name="Google Shape;17366;p3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7" name="Google Shape;17367;p3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8" name="Google Shape;17368;p3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9" name="Google Shape;17369;p3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0" name="Google Shape;17370;p3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1" name="Google Shape;17371;p3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2" name="Google Shape;17372;p3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3" name="Google Shape;17373;p3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4" name="Google Shape;17374;p3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5" name="Google Shape;17375;p3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6" name="Google Shape;17376;p3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7" name="Google Shape;17377;p3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8" name="Google Shape;17378;p3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9" name="Google Shape;17379;p3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0" name="Google Shape;17380;p3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1" name="Google Shape;17381;p3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2" name="Google Shape;17382;p3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3" name="Google Shape;17383;p3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4" name="Google Shape;17384;p3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5" name="Google Shape;17385;p3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6" name="Google Shape;17386;p3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7" name="Google Shape;17387;p3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8" name="Google Shape;17388;p3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9" name="Google Shape;17389;p3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0" name="Google Shape;17390;p3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1" name="Google Shape;17391;p3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2" name="Google Shape;17392;p3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3" name="Google Shape;17393;p3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4" name="Google Shape;17394;p3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5" name="Google Shape;17395;p3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6" name="Google Shape;17396;p3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7" name="Google Shape;17397;p3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8" name="Google Shape;17398;p3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9" name="Google Shape;17399;p3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0" name="Google Shape;17400;p3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1" name="Google Shape;17401;p3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2" name="Google Shape;17402;p3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3" name="Google Shape;17403;p3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4" name="Google Shape;17404;p3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5" name="Google Shape;17405;p3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6" name="Google Shape;17406;p3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7" name="Google Shape;17407;p3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8" name="Google Shape;17408;p3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9" name="Google Shape;17409;p3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0" name="Google Shape;17410;p3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1" name="Google Shape;17411;p3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2" name="Google Shape;17412;p3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3" name="Google Shape;17413;p3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4" name="Google Shape;17414;p3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5" name="Google Shape;17415;p3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6" name="Google Shape;17416;p3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7" name="Google Shape;17417;p3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8" name="Google Shape;17418;p3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9" name="Google Shape;17419;p3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0" name="Google Shape;17420;p3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1" name="Google Shape;17421;p3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2" name="Google Shape;17422;p3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3" name="Google Shape;17423;p3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4" name="Google Shape;17424;p3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5" name="Google Shape;17425;p3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6" name="Google Shape;17426;p3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7" name="Google Shape;17427;p3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8" name="Google Shape;17428;p3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9" name="Google Shape;17429;p3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0" name="Google Shape;17430;p3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1" name="Google Shape;17431;p3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2" name="Google Shape;17432;p3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3" name="Google Shape;17433;p3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4" name="Google Shape;17434;p3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5" name="Google Shape;17435;p3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6" name="Google Shape;17436;p3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7" name="Google Shape;17437;p3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8" name="Google Shape;17438;p3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9" name="Google Shape;17439;p3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0" name="Google Shape;17440;p3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1" name="Google Shape;17441;p3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2" name="Google Shape;17442;p3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3" name="Google Shape;17443;p3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4" name="Google Shape;17444;p3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5" name="Google Shape;17445;p3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6" name="Google Shape;17446;p3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7" name="Google Shape;17447;p3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8" name="Google Shape;17448;p3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9" name="Google Shape;17449;p3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0" name="Google Shape;17450;p3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1" name="Google Shape;17451;p3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2" name="Google Shape;17452;p3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3" name="Google Shape;17453;p3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4" name="Google Shape;17454;p3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5" name="Google Shape;17455;p3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6" name="Google Shape;17456;p3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7" name="Google Shape;17457;p3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8" name="Google Shape;17458;p3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9" name="Google Shape;17459;p3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0" name="Google Shape;17460;p3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1" name="Google Shape;17461;p3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2" name="Google Shape;17462;p3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3" name="Google Shape;17463;p3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4" name="Google Shape;17464;p3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5" name="Google Shape;17465;p3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6" name="Google Shape;17466;p3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7" name="Google Shape;17467;p3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8" name="Google Shape;17468;p3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9" name="Google Shape;17469;p3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0" name="Google Shape;17470;p3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1" name="Google Shape;17471;p3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2" name="Google Shape;17472;p3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3" name="Google Shape;17473;p3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4" name="Google Shape;17474;p3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5" name="Google Shape;17475;p3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6" name="Google Shape;17476;p3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7" name="Google Shape;17477;p3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8" name="Google Shape;17478;p3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9" name="Google Shape;17479;p3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0" name="Google Shape;17480;p3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1" name="Google Shape;17481;p3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2" name="Google Shape;17482;p3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3" name="Google Shape;17483;p3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4" name="Google Shape;17484;p3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5" name="Google Shape;17485;p3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6" name="Google Shape;17486;p3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7" name="Google Shape;17487;p3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8" name="Google Shape;17488;p3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9" name="Google Shape;17489;p3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0" name="Google Shape;17490;p3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1" name="Google Shape;17491;p3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2" name="Google Shape;17492;p3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3" name="Google Shape;17493;p3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4" name="Google Shape;17494;p3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5" name="Google Shape;17495;p3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6" name="Google Shape;17496;p3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7" name="Google Shape;17497;p3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8" name="Google Shape;17498;p3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9" name="Google Shape;17499;p3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0" name="Google Shape;17500;p3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1" name="Google Shape;17501;p3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2" name="Google Shape;17502;p3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3" name="Google Shape;17503;p3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4" name="Google Shape;17504;p3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5" name="Google Shape;17505;p3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6" name="Google Shape;17506;p3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7" name="Google Shape;17507;p3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8" name="Google Shape;17508;p3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9" name="Google Shape;17509;p3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0" name="Google Shape;17510;p3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1" name="Google Shape;17511;p3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2" name="Google Shape;17512;p3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3" name="Google Shape;17513;p3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4" name="Google Shape;17514;p3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5" name="Google Shape;17515;p3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6" name="Google Shape;17516;p3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7" name="Google Shape;17517;p3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8" name="Google Shape;17518;p3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9" name="Google Shape;17519;p3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0" name="Google Shape;17520;p3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1" name="Google Shape;17521;p3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2" name="Google Shape;17522;p3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3" name="Google Shape;17523;p3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4" name="Google Shape;17524;p3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5" name="Google Shape;17525;p3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6" name="Google Shape;17526;p3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7" name="Google Shape;17527;p3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8" name="Google Shape;17528;p3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9" name="Google Shape;17529;p3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0" name="Google Shape;17530;p3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1" name="Google Shape;17531;p3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2" name="Google Shape;17532;p3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3" name="Google Shape;17533;p3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4" name="Google Shape;17534;p3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5" name="Google Shape;17535;p3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6" name="Google Shape;17536;p3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7" name="Google Shape;17537;p3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8" name="Google Shape;17538;p3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9" name="Google Shape;17539;p3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0" name="Google Shape;17540;p3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1" name="Google Shape;17541;p3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2" name="Google Shape;17542;p3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3" name="Google Shape;17543;p3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4" name="Google Shape;17544;p3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5" name="Google Shape;17545;p3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6" name="Google Shape;17546;p3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7" name="Google Shape;17547;p3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8" name="Google Shape;17548;p3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9" name="Google Shape;17549;p3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0" name="Google Shape;17550;p3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1" name="Google Shape;17551;p3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2" name="Google Shape;17552;p3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3" name="Google Shape;17553;p3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4" name="Google Shape;17554;p3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5" name="Google Shape;17555;p3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6" name="Google Shape;17556;p3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7" name="Google Shape;17557;p3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8" name="Google Shape;17558;p3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9" name="Google Shape;17559;p3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0" name="Google Shape;17560;p3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1" name="Google Shape;17561;p3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2" name="Google Shape;17562;p3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3" name="Google Shape;17563;p3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4" name="Google Shape;17564;p3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5" name="Google Shape;17565;p3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6" name="Google Shape;17566;p3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7" name="Google Shape;17567;p3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8" name="Google Shape;17568;p3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9" name="Google Shape;17569;p3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0" name="Google Shape;17570;p3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1" name="Google Shape;17571;p3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2" name="Google Shape;17572;p3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3" name="Google Shape;17573;p3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4" name="Google Shape;17574;p3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5" name="Google Shape;17575;p3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6" name="Google Shape;17576;p3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7" name="Google Shape;17577;p3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8" name="Google Shape;17578;p3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9" name="Google Shape;17579;p3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0" name="Google Shape;17580;p3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1" name="Google Shape;17581;p3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2" name="Google Shape;17582;p3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3" name="Google Shape;17583;p3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4" name="Google Shape;17584;p3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5" name="Google Shape;17585;p3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6" name="Google Shape;17586;p3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7" name="Google Shape;17587;p3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8" name="Google Shape;17588;p3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9" name="Google Shape;17589;p3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0" name="Google Shape;17590;p3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1" name="Google Shape;17591;p3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2" name="Google Shape;17592;p3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3" name="Google Shape;17593;p3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4" name="Google Shape;17594;p3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5" name="Google Shape;17595;p3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6" name="Google Shape;17596;p3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7" name="Google Shape;17597;p3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8" name="Google Shape;17598;p3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9" name="Google Shape;17599;p3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0" name="Google Shape;17600;p3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1" name="Google Shape;17601;p3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2" name="Google Shape;17602;p3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3" name="Google Shape;17603;p3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4" name="Google Shape;17604;p3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5" name="Google Shape;17605;p3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6" name="Google Shape;17606;p3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7" name="Google Shape;17607;p3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8" name="Google Shape;17608;p3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9" name="Google Shape;17609;p3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0" name="Google Shape;17610;p3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1" name="Google Shape;17611;p3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2" name="Google Shape;17612;p3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3" name="Google Shape;17613;p3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4" name="Google Shape;17614;p3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5" name="Google Shape;17615;p3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6" name="Google Shape;17616;p3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7" name="Google Shape;17617;p3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8" name="Google Shape;17618;p3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9" name="Google Shape;17619;p3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0" name="Google Shape;17620;p3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1" name="Google Shape;17621;p3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2" name="Google Shape;17622;p3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3" name="Google Shape;17623;p3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4" name="Google Shape;17624;p3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5" name="Google Shape;17625;p3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6" name="Google Shape;17626;p3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7" name="Google Shape;17627;p3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8" name="Google Shape;17628;p3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9" name="Google Shape;17629;p3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0" name="Google Shape;17630;p3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1" name="Google Shape;17631;p3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2" name="Google Shape;17632;p3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3" name="Google Shape;17633;p3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4" name="Google Shape;17634;p3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5" name="Google Shape;17635;p3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6" name="Google Shape;17636;p3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7" name="Google Shape;17637;p3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8" name="Google Shape;17638;p3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9" name="Google Shape;17639;p3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0" name="Google Shape;17640;p3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1" name="Google Shape;17641;p3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2" name="Google Shape;17642;p3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3" name="Google Shape;17643;p3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4" name="Google Shape;17644;p3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5" name="Google Shape;17645;p3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6" name="Google Shape;17646;p3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7" name="Google Shape;17647;p3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8" name="Google Shape;17648;p3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9" name="Google Shape;17649;p3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0" name="Google Shape;17650;p3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1" name="Google Shape;17651;p3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2" name="Google Shape;17652;p3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3" name="Google Shape;17653;p3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4" name="Google Shape;17654;p3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5" name="Google Shape;17655;p3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6" name="Google Shape;17656;p3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7" name="Google Shape;17657;p3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8" name="Google Shape;17658;p3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9" name="Google Shape;17659;p3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0" name="Google Shape;17660;p3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1" name="Google Shape;17661;p3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2" name="Google Shape;17662;p3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3" name="Google Shape;17663;p3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4" name="Google Shape;17664;p3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5" name="Google Shape;17665;p3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6" name="Google Shape;17666;p3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7" name="Google Shape;17667;p3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8" name="Google Shape;17668;p3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9" name="Google Shape;17669;p3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0" name="Google Shape;17670;p3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1" name="Google Shape;17671;p3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2" name="Google Shape;17672;p3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3" name="Google Shape;17673;p3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4" name="Google Shape;17674;p3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5" name="Google Shape;17675;p3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6" name="Google Shape;17676;p3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7" name="Google Shape;17677;p3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8" name="Google Shape;17678;p3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9" name="Google Shape;17679;p3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0" name="Google Shape;17680;p3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1" name="Google Shape;17681;p3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2" name="Google Shape;17682;p3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3" name="Google Shape;17683;p3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4" name="Google Shape;17684;p3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5" name="Google Shape;17685;p3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6" name="Google Shape;17686;p3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7" name="Google Shape;17687;p3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8" name="Google Shape;17688;p3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9" name="Google Shape;17689;p3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0" name="Google Shape;17690;p3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1" name="Google Shape;17691;p3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2" name="Google Shape;17692;p3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3" name="Google Shape;17693;p3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4" name="Google Shape;17694;p3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5" name="Google Shape;17695;p3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6" name="Google Shape;17696;p3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7" name="Google Shape;17697;p3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8" name="Google Shape;17698;p3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9" name="Google Shape;17699;p3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0" name="Google Shape;17700;p3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1" name="Google Shape;17701;p3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2" name="Google Shape;17702;p3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3" name="Google Shape;17703;p3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4" name="Google Shape;17704;p3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5" name="Google Shape;17705;p3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6" name="Google Shape;17706;p3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7" name="Google Shape;17707;p3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8" name="Google Shape;17708;p3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9" name="Google Shape;17709;p3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0" name="Google Shape;17710;p3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1" name="Google Shape;17711;p3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2" name="Google Shape;17712;p3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3" name="Google Shape;17713;p3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4" name="Google Shape;17714;p3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5" name="Google Shape;17715;p3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6" name="Google Shape;17716;p3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7" name="Google Shape;17717;p3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8" name="Google Shape;17718;p3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9" name="Google Shape;17719;p3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0" name="Google Shape;17720;p3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1" name="Google Shape;17721;p3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2" name="Google Shape;17722;p3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3" name="Google Shape;17723;p3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4" name="Google Shape;17724;p3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5" name="Google Shape;17725;p3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6" name="Google Shape;17726;p3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7" name="Google Shape;17727;p3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8" name="Google Shape;17728;p3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9" name="Google Shape;17729;p3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0" name="Google Shape;17730;p3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1" name="Google Shape;17731;p3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2" name="Google Shape;17732;p3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3" name="Google Shape;17733;p3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4" name="Google Shape;17734;p3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5" name="Google Shape;17735;p3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6" name="Google Shape;17736;p3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7" name="Google Shape;17737;p3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8" name="Google Shape;17738;p3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9" name="Google Shape;17739;p3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0" name="Google Shape;17740;p3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1" name="Google Shape;17741;p3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2" name="Google Shape;17742;p3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3" name="Google Shape;17743;p3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4" name="Google Shape;17744;p3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5" name="Google Shape;17745;p3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6" name="Google Shape;17746;p3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7" name="Google Shape;17747;p3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8" name="Google Shape;17748;p3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9" name="Google Shape;17749;p3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0" name="Google Shape;17750;p3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1" name="Google Shape;17751;p3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2" name="Google Shape;17752;p3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3" name="Google Shape;17753;p3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4" name="Google Shape;17754;p3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5" name="Google Shape;17755;p3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6" name="Google Shape;17756;p3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7" name="Google Shape;17757;p3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8" name="Google Shape;17758;p3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9" name="Google Shape;17759;p3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0" name="Google Shape;17760;p3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1" name="Google Shape;17761;p3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2" name="Google Shape;17762;p3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3" name="Google Shape;17763;p3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4" name="Google Shape;17764;p3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5" name="Google Shape;17765;p3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6" name="Google Shape;17766;p3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7" name="Google Shape;17767;p3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8" name="Google Shape;17768;p3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9" name="Google Shape;17769;p3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0" name="Google Shape;17770;p3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1" name="Google Shape;17771;p3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2" name="Google Shape;17772;p3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3" name="Google Shape;17773;p3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4" name="Google Shape;17774;p3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5" name="Google Shape;17775;p3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6" name="Google Shape;17776;p3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7" name="Google Shape;17777;p3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8" name="Google Shape;17778;p3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9" name="Google Shape;17779;p3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0" name="Google Shape;17780;p3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1" name="Google Shape;17781;p3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2" name="Google Shape;17782;p3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3" name="Google Shape;17783;p3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4" name="Google Shape;17784;p3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5" name="Google Shape;17785;p3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6" name="Google Shape;17786;p3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7" name="Google Shape;17787;p3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8" name="Google Shape;17788;p3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9" name="Google Shape;17789;p3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0" name="Google Shape;17790;p3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1" name="Google Shape;17791;p3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2" name="Google Shape;17792;p3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3" name="Google Shape;17793;p3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4" name="Google Shape;17794;p3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5" name="Google Shape;17795;p3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6" name="Google Shape;17796;p3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7" name="Google Shape;17797;p3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8" name="Google Shape;17798;p3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9" name="Google Shape;17799;p3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0" name="Google Shape;17800;p3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1" name="Google Shape;17801;p3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2" name="Google Shape;17802;p3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3" name="Google Shape;17803;p3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4" name="Google Shape;17804;p3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5" name="Google Shape;17805;p3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6" name="Google Shape;17806;p3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7" name="Google Shape;17807;p3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8" name="Google Shape;17808;p3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9" name="Google Shape;17809;p3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0" name="Google Shape;17810;p3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1" name="Google Shape;17811;p3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2" name="Google Shape;17812;p3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3" name="Google Shape;17813;p3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4" name="Google Shape;17814;p3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5" name="Google Shape;17815;p3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6" name="Google Shape;17816;p3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7" name="Google Shape;17817;p3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8" name="Google Shape;17818;p3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9" name="Google Shape;17819;p3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0" name="Google Shape;17820;p3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1" name="Google Shape;17821;p3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2" name="Google Shape;17822;p3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3" name="Google Shape;17823;p3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4" name="Google Shape;17824;p3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5" name="Google Shape;17825;p3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6" name="Google Shape;17826;p3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7" name="Google Shape;17827;p3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8" name="Google Shape;17828;p3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9" name="Google Shape;17829;p3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0" name="Google Shape;17830;p3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1" name="Google Shape;17831;p3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2" name="Google Shape;17832;p3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3" name="Google Shape;17833;p3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4" name="Google Shape;17834;p3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5" name="Google Shape;17835;p3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6" name="Google Shape;17836;p3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7" name="Google Shape;17837;p3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8" name="Google Shape;17838;p3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9" name="Google Shape;17839;p3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0" name="Google Shape;17840;p3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1" name="Google Shape;17841;p3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2" name="Google Shape;17842;p3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3" name="Google Shape;17843;p3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4" name="Google Shape;17844;p3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5" name="Google Shape;17845;p3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6" name="Google Shape;17846;p3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7" name="Google Shape;17847;p3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8" name="Google Shape;17848;p3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9" name="Google Shape;17849;p3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0" name="Google Shape;17850;p3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1" name="Google Shape;17851;p3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2" name="Google Shape;17852;p3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3" name="Google Shape;17853;p3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4" name="Google Shape;17854;p3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5" name="Google Shape;17855;p3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6" name="Google Shape;17856;p3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7" name="Google Shape;17857;p3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8" name="Google Shape;17858;p3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9" name="Google Shape;17859;p3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0" name="Google Shape;17860;p3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1" name="Google Shape;17861;p3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2" name="Google Shape;17862;p3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3" name="Google Shape;17863;p3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4" name="Google Shape;17864;p3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5" name="Google Shape;17865;p3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6" name="Google Shape;17866;p3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7" name="Google Shape;17867;p3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8" name="Google Shape;17868;p3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9" name="Google Shape;17869;p3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0" name="Google Shape;17870;p3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1" name="Google Shape;17871;p3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2" name="Google Shape;17872;p3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3" name="Google Shape;17873;p3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4" name="Google Shape;17874;p3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5" name="Google Shape;17875;p3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6" name="Google Shape;17876;p3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7" name="Google Shape;17877;p3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8" name="Google Shape;17878;p3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9" name="Google Shape;17879;p3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0" name="Google Shape;17880;p3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1" name="Google Shape;17881;p3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2" name="Google Shape;17882;p3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3" name="Google Shape;17883;p3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4" name="Google Shape;17884;p3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5" name="Google Shape;17885;p3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6" name="Google Shape;17886;p3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7" name="Google Shape;17887;p3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8" name="Google Shape;17888;p3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9" name="Google Shape;17889;p3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0" name="Google Shape;17890;p3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1" name="Google Shape;17891;p3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2" name="Google Shape;17892;p3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3" name="Google Shape;17893;p3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4" name="Google Shape;17894;p3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5" name="Google Shape;17895;p3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6" name="Google Shape;17896;p3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7" name="Google Shape;17897;p3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8" name="Google Shape;17898;p3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9" name="Google Shape;17899;p3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0" name="Google Shape;17900;p3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1" name="Google Shape;17901;p3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2" name="Google Shape;17902;p3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3" name="Google Shape;17903;p3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4" name="Google Shape;17904;p3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5" name="Google Shape;17905;p3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6" name="Google Shape;17906;p3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7" name="Google Shape;17907;p3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8" name="Google Shape;17908;p3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9" name="Google Shape;17909;p3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0" name="Google Shape;17910;p3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1" name="Google Shape;17911;p3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2" name="Google Shape;17912;p3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3" name="Google Shape;17913;p3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4" name="Google Shape;17914;p3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5" name="Google Shape;17915;p3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6" name="Google Shape;17916;p3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7" name="Google Shape;17917;p3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8" name="Google Shape;17918;p3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9" name="Google Shape;17919;p3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0" name="Google Shape;17920;p3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1" name="Google Shape;17921;p3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2" name="Google Shape;17922;p3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3" name="Google Shape;17923;p3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4" name="Google Shape;17924;p3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5" name="Google Shape;17925;p3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6" name="Google Shape;17926;p3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7" name="Google Shape;17927;p3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8" name="Google Shape;17928;p3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9" name="Google Shape;17929;p3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0" name="Google Shape;17930;p3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1" name="Google Shape;17931;p3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2" name="Google Shape;17932;p3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3" name="Google Shape;17933;p3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4" name="Google Shape;17934;p3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5" name="Google Shape;17935;p3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6" name="Google Shape;17936;p3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7" name="Google Shape;17937;p3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8" name="Google Shape;17938;p3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9" name="Google Shape;17939;p3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0" name="Google Shape;17940;p3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1" name="Google Shape;17941;p3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2" name="Google Shape;17942;p3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3" name="Google Shape;17943;p3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4" name="Google Shape;17944;p3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5" name="Google Shape;17945;p3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6" name="Google Shape;17946;p3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7" name="Google Shape;17947;p3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8" name="Google Shape;17948;p3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9" name="Google Shape;17949;p3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0" name="Google Shape;17950;p3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1" name="Google Shape;17951;p3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2" name="Google Shape;17952;p3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3" name="Google Shape;17953;p3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4" name="Google Shape;17954;p3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5" name="Google Shape;17955;p3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6" name="Google Shape;17956;p3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7" name="Google Shape;17957;p3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8" name="Google Shape;17958;p3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9" name="Google Shape;17959;p3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0" name="Google Shape;17960;p3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1" name="Google Shape;17961;p3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2" name="Google Shape;17962;p3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3" name="Google Shape;17963;p3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4" name="Google Shape;17964;p3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5" name="Google Shape;17965;p3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6" name="Google Shape;17966;p3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7" name="Google Shape;17967;p3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8" name="Google Shape;17968;p3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9" name="Google Shape;17969;p3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0" name="Google Shape;17970;p3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1" name="Google Shape;17971;p3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2" name="Google Shape;17972;p3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3" name="Google Shape;17973;p3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4" name="Google Shape;17974;p3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5" name="Google Shape;17975;p3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6" name="Google Shape;17976;p3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7" name="Google Shape;17977;p3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8" name="Google Shape;17978;p3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9" name="Google Shape;17979;p3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0" name="Google Shape;17980;p3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1" name="Google Shape;17981;p3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2" name="Google Shape;17982;p3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3" name="Google Shape;17983;p3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4" name="Google Shape;17984;p3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5" name="Google Shape;17985;p3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6" name="Google Shape;17986;p3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7" name="Google Shape;17987;p3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8" name="Google Shape;17988;p3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9" name="Google Shape;17989;p3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0" name="Google Shape;17990;p3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1" name="Google Shape;17991;p3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2" name="Google Shape;17992;p3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3" name="Google Shape;17993;p3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4" name="Google Shape;17994;p3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5" name="Google Shape;17995;p3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6" name="Google Shape;17996;p3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7" name="Google Shape;17997;p3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8" name="Google Shape;17998;p3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9" name="Google Shape;17999;p3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0" name="Google Shape;18000;p3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1" name="Google Shape;18001;p3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2" name="Google Shape;18002;p3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3" name="Google Shape;18003;p3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4" name="Google Shape;18004;p3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5" name="Google Shape;18005;p3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6" name="Google Shape;18006;p3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7" name="Google Shape;18007;p3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8" name="Google Shape;18008;p3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9" name="Google Shape;18009;p3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0" name="Google Shape;18010;p3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1" name="Google Shape;18011;p3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2" name="Google Shape;18012;p3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3" name="Google Shape;18013;p3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4" name="Google Shape;18014;p3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5" name="Google Shape;18015;p3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6" name="Google Shape;18016;p3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7" name="Google Shape;18017;p3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8" name="Google Shape;18018;p3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9" name="Google Shape;18019;p3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0" name="Google Shape;18020;p3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1" name="Google Shape;18021;p3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2" name="Google Shape;18022;p3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3" name="Google Shape;18023;p3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4" name="Google Shape;18024;p3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5" name="Google Shape;18025;p3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6" name="Google Shape;18026;p3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7" name="Google Shape;18027;p3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8" name="Google Shape;18028;p3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9" name="Google Shape;18029;p3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0" name="Google Shape;18030;p3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1" name="Google Shape;18031;p3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2" name="Google Shape;18032;p3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3" name="Google Shape;18033;p3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4" name="Google Shape;18034;p3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5" name="Google Shape;18035;p3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6" name="Google Shape;18036;p3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7" name="Google Shape;18037;p3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8" name="Google Shape;18038;p3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9" name="Google Shape;18039;p3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0" name="Google Shape;18040;p3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1" name="Google Shape;18041;p3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2" name="Google Shape;18042;p3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3" name="Google Shape;18043;p3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4" name="Google Shape;18044;p3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5" name="Google Shape;18045;p3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6" name="Google Shape;18046;p3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7" name="Google Shape;18047;p3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8" name="Google Shape;18048;p3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9" name="Google Shape;18049;p3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0" name="Google Shape;18050;p3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1" name="Google Shape;18051;p3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2" name="Google Shape;18052;p3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3" name="Google Shape;18053;p3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4" name="Google Shape;18054;p3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5" name="Google Shape;18055;p3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6" name="Google Shape;18056;p3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7" name="Google Shape;18057;p3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8" name="Google Shape;18058;p3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9" name="Google Shape;18059;p3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0" name="Google Shape;18060;p3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61" name="Google Shape;18061;p39"/>
          <p:cNvGrpSpPr/>
          <p:nvPr/>
        </p:nvGrpSpPr>
        <p:grpSpPr>
          <a:xfrm>
            <a:off x="5938558" y="1033351"/>
            <a:ext cx="2435960" cy="1297725"/>
            <a:chOff x="233350" y="949250"/>
            <a:chExt cx="7137300" cy="3802300"/>
          </a:xfrm>
        </p:grpSpPr>
        <p:sp>
          <p:nvSpPr>
            <p:cNvPr id="18062" name="Google Shape;18062;p3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3" name="Google Shape;18063;p3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4" name="Google Shape;18064;p3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5" name="Google Shape;18065;p3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6" name="Google Shape;18066;p3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7" name="Google Shape;18067;p3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8" name="Google Shape;18068;p3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9" name="Google Shape;18069;p3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0" name="Google Shape;18070;p3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1" name="Google Shape;18071;p3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2" name="Google Shape;18072;p3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3" name="Google Shape;18073;p3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4" name="Google Shape;18074;p3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5" name="Google Shape;18075;p3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6" name="Google Shape;18076;p3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7" name="Google Shape;18077;p3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8" name="Google Shape;18078;p3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9" name="Google Shape;18079;p3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0" name="Google Shape;18080;p3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1" name="Google Shape;18081;p3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2" name="Google Shape;18082;p3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3" name="Google Shape;18083;p3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4" name="Google Shape;18084;p3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5" name="Google Shape;18085;p3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6" name="Google Shape;18086;p3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7" name="Google Shape;18087;p3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8" name="Google Shape;18088;p3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9" name="Google Shape;18089;p3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0" name="Google Shape;18090;p3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1" name="Google Shape;18091;p3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2" name="Google Shape;18092;p3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3" name="Google Shape;18093;p3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4" name="Google Shape;18094;p3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5" name="Google Shape;18095;p3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6" name="Google Shape;18096;p3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7" name="Google Shape;18097;p3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8" name="Google Shape;18098;p3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9" name="Google Shape;18099;p3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0" name="Google Shape;18100;p3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1" name="Google Shape;18101;p3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2" name="Google Shape;18102;p3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3" name="Google Shape;18103;p3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4" name="Google Shape;18104;p3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5" name="Google Shape;18105;p3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6" name="Google Shape;18106;p3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7" name="Google Shape;18107;p3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8" name="Google Shape;18108;p3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9" name="Google Shape;18109;p3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0" name="Google Shape;18110;p3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1" name="Google Shape;18111;p3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2" name="Google Shape;18112;p3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13" name="Google Shape;18113;p39"/>
          <p:cNvGrpSpPr/>
          <p:nvPr/>
        </p:nvGrpSpPr>
        <p:grpSpPr>
          <a:xfrm>
            <a:off x="731715" y="995041"/>
            <a:ext cx="2665073" cy="1317140"/>
            <a:chOff x="793334" y="1192826"/>
            <a:chExt cx="2665073" cy="1317140"/>
          </a:xfrm>
        </p:grpSpPr>
        <p:sp>
          <p:nvSpPr>
            <p:cNvPr id="18114" name="Google Shape;18114;p39"/>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5" name="Google Shape;18115;p3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6" name="Google Shape;18116;p3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7" name="Google Shape;18117;p3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8" name="Google Shape;18118;p3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9" name="Google Shape;18119;p3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0" name="Google Shape;18120;p39"/>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1" name="Google Shape;18121;p3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2" name="Google Shape;18122;p3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3" name="Google Shape;18123;p3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4" name="Google Shape;18124;p3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5" name="Google Shape;18125;p3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6" name="Google Shape;18126;p3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7" name="Google Shape;18127;p3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8" name="Google Shape;18128;p3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9" name="Google Shape;18129;p3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0" name="Google Shape;18130;p3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1" name="Google Shape;18131;p3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2" name="Google Shape;18132;p3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3" name="Google Shape;18133;p3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4" name="Google Shape;18134;p3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5" name="Google Shape;18135;p3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6" name="Google Shape;18136;p3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7" name="Google Shape;18137;p3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8" name="Google Shape;18138;p3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9" name="Google Shape;18139;p39"/>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0" name="Google Shape;18140;p3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1" name="Google Shape;18141;p3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2" name="Google Shape;18142;p3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3" name="Google Shape;18143;p3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4" name="Google Shape;18144;p3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5" name="Google Shape;18145;p3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6" name="Google Shape;18146;p3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7" name="Google Shape;18147;p3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8" name="Google Shape;18148;p3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9" name="Google Shape;18149;p3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0" name="Google Shape;18150;p3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1" name="Google Shape;18151;p3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2" name="Google Shape;18152;p3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3" name="Google Shape;18153;p3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4" name="Google Shape;18154;p3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5" name="Google Shape;18155;p3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6" name="Google Shape;18156;p3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7" name="Google Shape;18157;p39"/>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8" name="Google Shape;18158;p3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9" name="Google Shape;18159;p3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0" name="Google Shape;18160;p39"/>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1" name="Google Shape;18161;p39"/>
            <p:cNvSpPr/>
            <p:nvPr/>
          </p:nvSpPr>
          <p:spPr>
            <a:xfrm>
              <a:off x="2257871" y="2210406"/>
              <a:ext cx="0" cy="149"/>
            </a:xfrm>
            <a:custGeom>
              <a:rect b="b" l="l" r="r" t="t"/>
              <a:pathLst>
                <a:path extrusionOk="0" h="11" w="12000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2" name="Google Shape;18162;p3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3" name="Google Shape;18163;p3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4" name="Google Shape;18164;p39"/>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5" name="Google Shape;18165;p39"/>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6" name="Google Shape;18166;p39"/>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7" name="Google Shape;18167;p39"/>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8" name="Google Shape;18168;p39"/>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9" name="Google Shape;18169;p39"/>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0" name="Google Shape;18170;p39"/>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1" name="Google Shape;18171;p39"/>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2" name="Google Shape;18172;p39"/>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3" name="Google Shape;18173;p39"/>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4" name="Google Shape;18174;p39"/>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5" name="Google Shape;18175;p39"/>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6" name="Google Shape;18176;p3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7" name="Google Shape;18177;p3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8" name="Google Shape;18178;p3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9" name="Google Shape;18179;p39"/>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0" name="Google Shape;18180;p3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1" name="Google Shape;18181;p39"/>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2" name="Google Shape;18182;p39"/>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3" name="Google Shape;18183;p39"/>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4" name="Google Shape;18184;p3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5" name="Google Shape;18185;p3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6" name="Google Shape;18186;p3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7" name="Google Shape;18187;p39"/>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8" name="Google Shape;18188;p39"/>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9" name="Google Shape;18189;p39"/>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0" name="Google Shape;18190;p39"/>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1" name="Google Shape;18191;p3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2" name="Google Shape;18192;p39"/>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3" name="Google Shape;18193;p39"/>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4" name="Google Shape;18194;p39"/>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5" name="Google Shape;18195;p39"/>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6" name="Google Shape;18196;p39"/>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7" name="Google Shape;18197;p39"/>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8" name="Google Shape;18198;p39"/>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9" name="Google Shape;18199;p39"/>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0" name="Google Shape;18200;p39"/>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1" name="Google Shape;18201;p39"/>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2" name="Google Shape;18202;p39"/>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3" name="Google Shape;18203;p39"/>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4" name="Google Shape;18204;p39"/>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5" name="Google Shape;18205;p39"/>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6" name="Google Shape;18206;p39"/>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7" name="Google Shape;18207;p39"/>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8" name="Google Shape;18208;p39"/>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9" name="Google Shape;18209;p39"/>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0" name="Google Shape;18210;p39"/>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1" name="Google Shape;18211;p39"/>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2" name="Google Shape;18212;p3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3" name="Google Shape;18213;p39"/>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4" name="Google Shape;18214;p39"/>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5" name="Google Shape;18215;p39"/>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6" name="Google Shape;18216;p3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7" name="Google Shape;18217;p3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8" name="Google Shape;18218;p3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9" name="Google Shape;18219;p39"/>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0" name="Google Shape;18220;p3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1" name="Google Shape;18221;p3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2" name="Google Shape;18222;p3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3" name="Google Shape;18223;p3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4" name="Google Shape;18224;p39"/>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5" name="Google Shape;18225;p39"/>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6" name="Google Shape;18226;p39"/>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7" name="Google Shape;18227;p39"/>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8" name="Google Shape;18228;p39"/>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9" name="Google Shape;18229;p39"/>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0" name="Google Shape;18230;p3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1" name="Google Shape;18231;p39"/>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2" name="Google Shape;18232;p39"/>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3" name="Google Shape;18233;p39"/>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4" name="Google Shape;18234;p39"/>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5" name="Google Shape;18235;p39"/>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6" name="Google Shape;18236;p39"/>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7" name="Google Shape;18237;p3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8" name="Google Shape;18238;p3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9" name="Google Shape;18239;p3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0" name="Google Shape;18240;p39"/>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1" name="Google Shape;18241;p39"/>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2" name="Google Shape;18242;p39"/>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3" name="Google Shape;18243;p39"/>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4" name="Google Shape;18244;p39"/>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5" name="Google Shape;18245;p39"/>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6" name="Google Shape;18246;p39"/>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7" name="Google Shape;18247;p39"/>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8" name="Google Shape;18248;p39"/>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9" name="Google Shape;18249;p39"/>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0" name="Google Shape;18250;p39"/>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1" name="Google Shape;18251;p39"/>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2" name="Google Shape;18252;p39"/>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3" name="Google Shape;18253;p39"/>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4" name="Google Shape;18254;p39"/>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5" name="Google Shape;18255;p39"/>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6" name="Google Shape;18256;p39"/>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7" name="Google Shape;18257;p39"/>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8" name="Google Shape;18258;p39"/>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9" name="Google Shape;18259;p39"/>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0" name="Google Shape;18260;p39"/>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1" name="Google Shape;18261;p39"/>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2" name="Google Shape;18262;p39"/>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3" name="Google Shape;18263;p3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4" name="Google Shape;18264;p3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5" name="Google Shape;18265;p3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6" name="Google Shape;18266;p39"/>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7" name="Google Shape;18267;p3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8" name="Google Shape;18268;p3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9" name="Google Shape;18269;p39"/>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0" name="Google Shape;18270;p39"/>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1" name="Google Shape;18271;p39"/>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2" name="Google Shape;18272;p39"/>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3" name="Google Shape;18273;p3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4" name="Google Shape;18274;p3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5" name="Google Shape;18275;p3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6" name="Google Shape;18276;p3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7" name="Google Shape;18277;p3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8" name="Google Shape;18278;p39"/>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9" name="Google Shape;18279;p3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0" name="Google Shape;18280;p39"/>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1" name="Google Shape;18281;p3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2" name="Google Shape;18282;p3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3" name="Google Shape;18283;p3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4" name="Google Shape;18284;p3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5" name="Google Shape;18285;p3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6" name="Google Shape;18286;p3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7" name="Google Shape;18287;p3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8" name="Google Shape;18288;p3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9" name="Google Shape;18289;p3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0" name="Google Shape;18290;p3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1" name="Google Shape;18291;p3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2" name="Google Shape;18292;p39"/>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3" name="Google Shape;18293;p3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4" name="Google Shape;18294;p3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5" name="Google Shape;18295;p3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6" name="Google Shape;18296;p3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7" name="Google Shape;18297;p3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8" name="Google Shape;18298;p39"/>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9" name="Google Shape;18299;p39"/>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0" name="Google Shape;18300;p39"/>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1" name="Google Shape;18301;p3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2" name="Google Shape;18302;p39"/>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3" name="Google Shape;18303;p3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4" name="Google Shape;18304;p3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5" name="Google Shape;18305;p3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6" name="Google Shape;18306;p3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7" name="Google Shape;18307;p39"/>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8" name="Google Shape;18308;p3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9" name="Google Shape;18309;p3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0" name="Google Shape;18310;p3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1" name="Google Shape;18311;p3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2" name="Google Shape;18312;p3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3" name="Google Shape;18313;p3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4" name="Google Shape;18314;p39"/>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5" name="Google Shape;18315;p39"/>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6" name="Google Shape;18316;p39"/>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7" name="Google Shape;18317;p39"/>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8" name="Google Shape;18318;p3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9" name="Google Shape;18319;p39"/>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0" name="Google Shape;18320;p39"/>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1" name="Google Shape;18321;p3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2" name="Google Shape;18322;p3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3" name="Google Shape;18323;p39"/>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4" name="Google Shape;18324;p39"/>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5" name="Google Shape;18325;p3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6" name="Google Shape;18326;p39"/>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7" name="Google Shape;18327;p39"/>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8" name="Google Shape;18328;p39"/>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9" name="Google Shape;18329;p39"/>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0" name="Google Shape;18330;p3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1" name="Google Shape;18331;p39"/>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2" name="Google Shape;18332;p39"/>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3" name="Google Shape;18333;p39"/>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4" name="Google Shape;18334;p39"/>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5" name="Google Shape;18335;p39"/>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6" name="Google Shape;18336;p39"/>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7" name="Google Shape;18337;p39"/>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8" name="Google Shape;18338;p39"/>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9" name="Google Shape;18339;p3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0" name="Google Shape;18340;p39"/>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1" name="Google Shape;18341;p39"/>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2" name="Google Shape;18342;p39"/>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3" name="Google Shape;18343;p3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4" name="Google Shape;18344;p39"/>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5" name="Google Shape;18345;p39"/>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6" name="Google Shape;18346;p3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7" name="Google Shape;18347;p3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8" name="Google Shape;18348;p3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9" name="Google Shape;18349;p3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0" name="Google Shape;18350;p39"/>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1" name="Google Shape;18351;p39"/>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2" name="Google Shape;18352;p39"/>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3" name="Google Shape;18353;p39"/>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4" name="Google Shape;18354;p39"/>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5" name="Google Shape;18355;p39"/>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6" name="Google Shape;18356;p39"/>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7" name="Google Shape;18357;p39"/>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8" name="Google Shape;18358;p39"/>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9" name="Google Shape;18359;p39"/>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0" name="Google Shape;18360;p39"/>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1" name="Google Shape;18361;p39"/>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2" name="Google Shape;18362;p39"/>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3" name="Google Shape;18363;p39"/>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4" name="Google Shape;18364;p3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5" name="Google Shape;18365;p3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6" name="Google Shape;18366;p3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7" name="Google Shape;18367;p39"/>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8" name="Google Shape;18368;p39"/>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9" name="Google Shape;18369;p3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0" name="Google Shape;18370;p39"/>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1" name="Google Shape;18371;p39"/>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2" name="Google Shape;18372;p39"/>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3" name="Google Shape;18373;p39"/>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4" name="Google Shape;18374;p39"/>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5" name="Google Shape;18375;p39"/>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6" name="Google Shape;18376;p39"/>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7" name="Google Shape;18377;p3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8" name="Google Shape;18378;p3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9" name="Google Shape;18379;p3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0" name="Google Shape;18380;p39"/>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1" name="Google Shape;18381;p39"/>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2" name="Google Shape;18382;p39"/>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3" name="Google Shape;18383;p39"/>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4" name="Google Shape;18384;p39"/>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5" name="Google Shape;18385;p39"/>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6" name="Google Shape;18386;p3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7" name="Google Shape;18387;p3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8" name="Google Shape;18388;p39"/>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9" name="Google Shape;18389;p39"/>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0" name="Google Shape;18390;p3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1" name="Google Shape;18391;p3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2" name="Google Shape;18392;p39"/>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3" name="Google Shape;18393;p3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4" name="Google Shape;18394;p3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5" name="Google Shape;18395;p3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6" name="Google Shape;18396;p39"/>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7" name="Google Shape;18397;p39"/>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8" name="Google Shape;18398;p3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9" name="Google Shape;18399;p39"/>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0" name="Google Shape;18400;p39"/>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1" name="Google Shape;18401;p39"/>
            <p:cNvSpPr/>
            <p:nvPr/>
          </p:nvSpPr>
          <p:spPr>
            <a:xfrm>
              <a:off x="2060373" y="1991414"/>
              <a:ext cx="0" cy="679"/>
            </a:xfrm>
            <a:custGeom>
              <a:rect b="b" l="l" r="r" t="t"/>
              <a:pathLst>
                <a:path extrusionOk="0" h="50" w="12000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2" name="Google Shape;18402;p39"/>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3" name="Google Shape;18403;p39"/>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4" name="Google Shape;18404;p3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5" name="Google Shape;18405;p39"/>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6" name="Google Shape;18406;p39"/>
            <p:cNvSpPr/>
            <p:nvPr/>
          </p:nvSpPr>
          <p:spPr>
            <a:xfrm>
              <a:off x="2060088" y="1984435"/>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7" name="Google Shape;18407;p3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8" name="Google Shape;18408;p39"/>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9" name="Google Shape;18409;p39"/>
            <p:cNvSpPr/>
            <p:nvPr/>
          </p:nvSpPr>
          <p:spPr>
            <a:xfrm>
              <a:off x="2060183" y="1986621"/>
              <a:ext cx="0" cy="584"/>
            </a:xfrm>
            <a:custGeom>
              <a:rect b="b" l="l" r="r" t="t"/>
              <a:pathLst>
                <a:path extrusionOk="0" h="43" w="12000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0" name="Google Shape;18410;p39"/>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1" name="Google Shape;18411;p39"/>
            <p:cNvSpPr/>
            <p:nvPr/>
          </p:nvSpPr>
          <p:spPr>
            <a:xfrm>
              <a:off x="2060088" y="1985101"/>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2" name="Google Shape;18412;p39"/>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3" name="Google Shape;18413;p39"/>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4" name="Google Shape;18414;p39"/>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5" name="Google Shape;18415;p39"/>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6" name="Google Shape;18416;p3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7" name="Google Shape;18417;p39"/>
            <p:cNvSpPr/>
            <p:nvPr/>
          </p:nvSpPr>
          <p:spPr>
            <a:xfrm>
              <a:off x="2060278" y="1988427"/>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8" name="Google Shape;18418;p39"/>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9" name="Google Shape;18419;p39"/>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0" name="Google Shape;18420;p3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1" name="Google Shape;18421;p3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2" name="Google Shape;18422;p3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3" name="Google Shape;18423;p3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4" name="Google Shape;18424;p39"/>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5" name="Google Shape;18425;p3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6" name="Google Shape;18426;p3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7" name="Google Shape;18427;p39"/>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8" name="Google Shape;18428;p39"/>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9" name="Google Shape;18429;p39"/>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0" name="Google Shape;18430;p3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1" name="Google Shape;18431;p39"/>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2" name="Google Shape;18432;p3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3" name="Google Shape;18433;p3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4" name="Google Shape;18434;p3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5" name="Google Shape;18435;p3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6" name="Google Shape;18436;p39"/>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7" name="Google Shape;18437;p3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8" name="Google Shape;18438;p3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9" name="Google Shape;18439;p3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0" name="Google Shape;18440;p3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1" name="Google Shape;18441;p3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2" name="Google Shape;18442;p3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3" name="Google Shape;18443;p39"/>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4" name="Google Shape;18444;p3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5" name="Google Shape;18445;p3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6" name="Google Shape;18446;p39"/>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7" name="Google Shape;18447;p39"/>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8" name="Google Shape;18448;p3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9" name="Google Shape;18449;p39"/>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0" name="Google Shape;18450;p39"/>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1" name="Google Shape;18451;p39"/>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2" name="Google Shape;18452;p39"/>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3" name="Google Shape;18453;p39"/>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4" name="Google Shape;18454;p39"/>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5" name="Google Shape;18455;p39"/>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6" name="Google Shape;18456;p39"/>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7" name="Google Shape;18457;p39"/>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8" name="Google Shape;18458;p39"/>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9" name="Google Shape;18459;p39"/>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0" name="Google Shape;18460;p39"/>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1" name="Google Shape;18461;p39"/>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2" name="Google Shape;18462;p3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3" name="Google Shape;18463;p3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4" name="Google Shape;18464;p39"/>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5" name="Google Shape;18465;p39"/>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6" name="Google Shape;18466;p39"/>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7" name="Google Shape;18467;p39"/>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8" name="Google Shape;18468;p39"/>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9" name="Google Shape;18469;p39"/>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0" name="Google Shape;18470;p39"/>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1" name="Google Shape;18471;p39"/>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2" name="Google Shape;18472;p39"/>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3" name="Google Shape;18473;p39"/>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4" name="Google Shape;18474;p39"/>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5" name="Google Shape;18475;p3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6" name="Google Shape;18476;p39"/>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7" name="Google Shape;18477;p39"/>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8" name="Google Shape;18478;p39"/>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9" name="Google Shape;18479;p39"/>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0" name="Google Shape;18480;p39"/>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1" name="Google Shape;18481;p3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2" name="Google Shape;18482;p39"/>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3" name="Google Shape;18483;p39"/>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4" name="Google Shape;18484;p39"/>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5" name="Google Shape;18485;p39"/>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6" name="Google Shape;18486;p39"/>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7" name="Google Shape;18487;p39"/>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8" name="Google Shape;18488;p39"/>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9" name="Google Shape;18489;p3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0" name="Google Shape;18490;p39"/>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1" name="Google Shape;18491;p39"/>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2" name="Google Shape;18492;p3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3" name="Google Shape;18493;p39"/>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4" name="Google Shape;18494;p3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5" name="Google Shape;18495;p39"/>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6" name="Google Shape;18496;p3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7" name="Google Shape;18497;p3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8" name="Google Shape;18498;p39"/>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9" name="Google Shape;18499;p39"/>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0" name="Google Shape;18500;p3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1" name="Google Shape;18501;p39"/>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2" name="Google Shape;18502;p39"/>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3" name="Google Shape;18503;p39"/>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4" name="Google Shape;18504;p39"/>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5" name="Google Shape;18505;p3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6" name="Google Shape;18506;p39"/>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7" name="Google Shape;18507;p3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8" name="Google Shape;18508;p39"/>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9" name="Google Shape;18509;p39"/>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0" name="Google Shape;18510;p39"/>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1" name="Google Shape;18511;p3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2" name="Google Shape;18512;p39"/>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3" name="Google Shape;18513;p3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4" name="Google Shape;18514;p39"/>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5" name="Google Shape;18515;p39"/>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6" name="Google Shape;18516;p39"/>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7" name="Google Shape;18517;p39"/>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8" name="Google Shape;18518;p39"/>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9" name="Google Shape;18519;p39"/>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0" name="Google Shape;18520;p39"/>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1" name="Google Shape;18521;p39"/>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2" name="Google Shape;18522;p39"/>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3" name="Google Shape;18523;p39"/>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4" name="Google Shape;18524;p39"/>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5" name="Google Shape;18525;p39"/>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6" name="Google Shape;18526;p39"/>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7" name="Google Shape;18527;p3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8" name="Google Shape;18528;p3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9" name="Google Shape;18529;p3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0" name="Google Shape;18530;p3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1" name="Google Shape;18531;p3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2" name="Google Shape;18532;p3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3" name="Google Shape;18533;p3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4" name="Google Shape;18534;p3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5" name="Google Shape;18535;p3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6" name="Google Shape;18536;p39"/>
            <p:cNvSpPr/>
            <p:nvPr/>
          </p:nvSpPr>
          <p:spPr>
            <a:xfrm>
              <a:off x="1946865" y="1950206"/>
              <a:ext cx="0" cy="68"/>
            </a:xfrm>
            <a:custGeom>
              <a:rect b="b" l="l" r="r" t="t"/>
              <a:pathLst>
                <a:path extrusionOk="0" h="5" w="12000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7" name="Google Shape;18537;p39"/>
            <p:cNvSpPr/>
            <p:nvPr/>
          </p:nvSpPr>
          <p:spPr>
            <a:xfrm>
              <a:off x="1946960" y="1949595"/>
              <a:ext cx="0" cy="109"/>
            </a:xfrm>
            <a:custGeom>
              <a:rect b="b" l="l" r="r" t="t"/>
              <a:pathLst>
                <a:path extrusionOk="0" h="8" w="12000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8" name="Google Shape;18538;p39"/>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9" name="Google Shape;18539;p3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0" name="Google Shape;18540;p3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1" name="Google Shape;18541;p3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2" name="Google Shape;18542;p3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3" name="Google Shape;18543;p39"/>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4" name="Google Shape;18544;p39"/>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5" name="Google Shape;18545;p39"/>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6" name="Google Shape;18546;p39"/>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7" name="Google Shape;18547;p39"/>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8" name="Google Shape;18548;p39"/>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9" name="Google Shape;18549;p3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0" name="Google Shape;18550;p3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1" name="Google Shape;18551;p3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2" name="Google Shape;18552;p3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3" name="Google Shape;18553;p39"/>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4" name="Google Shape;18554;p3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5" name="Google Shape;18555;p3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6" name="Google Shape;18556;p39"/>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7" name="Google Shape;18557;p39"/>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8" name="Google Shape;18558;p39"/>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9" name="Google Shape;18559;p39"/>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0" name="Google Shape;18560;p39"/>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1" name="Google Shape;18561;p39"/>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2" name="Google Shape;18562;p39"/>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3" name="Google Shape;18563;p3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4" name="Google Shape;18564;p39"/>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5" name="Google Shape;18565;p39"/>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6" name="Google Shape;18566;p39"/>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7" name="Google Shape;18567;p3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8" name="Google Shape;18568;p39"/>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9" name="Google Shape;18569;p39"/>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0" name="Google Shape;18570;p39"/>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1" name="Google Shape;18571;p39"/>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2" name="Google Shape;18572;p39"/>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3" name="Google Shape;18573;p39"/>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4" name="Google Shape;18574;p39"/>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5" name="Google Shape;18575;p39"/>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6" name="Google Shape;18576;p39"/>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7" name="Google Shape;18577;p39"/>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8" name="Google Shape;18578;p39"/>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9" name="Google Shape;18579;p39"/>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0" name="Google Shape;18580;p39"/>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1" name="Google Shape;18581;p3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2" name="Google Shape;18582;p39"/>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3" name="Google Shape;18583;p39"/>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4" name="Google Shape;18584;p39"/>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5" name="Google Shape;18585;p39"/>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6" name="Google Shape;18586;p39"/>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7" name="Google Shape;18587;p39"/>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8" name="Google Shape;18588;p39"/>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9" name="Google Shape;18589;p39"/>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0" name="Google Shape;18590;p39"/>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1" name="Google Shape;18591;p39"/>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2" name="Google Shape;18592;p39"/>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3" name="Google Shape;18593;p39"/>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4" name="Google Shape;18594;p3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5" name="Google Shape;18595;p39"/>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6" name="Google Shape;18596;p39"/>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7" name="Google Shape;18597;p39"/>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8" name="Google Shape;18598;p3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9" name="Google Shape;18599;p3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0" name="Google Shape;18600;p3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1" name="Google Shape;18601;p3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2" name="Google Shape;18602;p3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3" name="Google Shape;18603;p39"/>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4" name="Google Shape;18604;p3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5" name="Google Shape;18605;p39"/>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6" name="Google Shape;18606;p3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7" name="Google Shape;18607;p39"/>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8" name="Google Shape;18608;p39"/>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9" name="Google Shape;18609;p39"/>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0" name="Google Shape;18610;p3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1" name="Google Shape;18611;p3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2" name="Google Shape;18612;p3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3" name="Google Shape;18613;p39"/>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4" name="Google Shape;18614;p3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5" name="Google Shape;18615;p3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6" name="Google Shape;18616;p3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7" name="Google Shape;18617;p39"/>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8" name="Google Shape;18618;p3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9" name="Google Shape;18619;p39"/>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0" name="Google Shape;18620;p39"/>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1" name="Google Shape;18621;p39"/>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2" name="Google Shape;18622;p39"/>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3" name="Google Shape;18623;p39"/>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4" name="Google Shape;18624;p39"/>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5" name="Google Shape;18625;p39"/>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6" name="Google Shape;18626;p39"/>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7" name="Google Shape;18627;p39"/>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8" name="Google Shape;18628;p39"/>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9" name="Google Shape;18629;p39"/>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0" name="Google Shape;18630;p39"/>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1" name="Google Shape;18631;p39"/>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2" name="Google Shape;18632;p39"/>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3" name="Google Shape;18633;p39"/>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4" name="Google Shape;18634;p3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5" name="Google Shape;18635;p39"/>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6" name="Google Shape;18636;p39"/>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7" name="Google Shape;18637;p39"/>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8" name="Google Shape;18638;p3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9" name="Google Shape;18639;p39"/>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0" name="Google Shape;18640;p39"/>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1" name="Google Shape;18641;p3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2" name="Google Shape;18642;p3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3" name="Google Shape;18643;p3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4" name="Google Shape;18644;p3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5" name="Google Shape;18645;p39"/>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6" name="Google Shape;18646;p3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7" name="Google Shape;18647;p3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8" name="Google Shape;18648;p39"/>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9" name="Google Shape;18649;p39"/>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0" name="Google Shape;18650;p3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1" name="Google Shape;18651;p3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2" name="Google Shape;18652;p3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3" name="Google Shape;18653;p39"/>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4" name="Google Shape;18654;p3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5" name="Google Shape;18655;p3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6" name="Google Shape;18656;p3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7" name="Google Shape;18657;p3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8" name="Google Shape;18658;p3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9" name="Google Shape;18659;p3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0" name="Google Shape;18660;p3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1" name="Google Shape;18661;p39"/>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2" name="Google Shape;18662;p3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3" name="Google Shape;18663;p3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4" name="Google Shape;18664;p39"/>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5" name="Google Shape;18665;p3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6" name="Google Shape;18666;p39"/>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7" name="Google Shape;18667;p3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8" name="Google Shape;18668;p39"/>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9" name="Google Shape;18669;p39"/>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0" name="Google Shape;18670;p3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1" name="Google Shape;18671;p3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2" name="Google Shape;18672;p3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3" name="Google Shape;18673;p39"/>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4" name="Google Shape;18674;p39"/>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5" name="Google Shape;18675;p39"/>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6" name="Google Shape;18676;p39"/>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7" name="Google Shape;18677;p39"/>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8" name="Google Shape;18678;p39"/>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9" name="Google Shape;18679;p3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0" name="Google Shape;18680;p3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1" name="Google Shape;18681;p39"/>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2" name="Google Shape;18682;p3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3" name="Google Shape;18683;p3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4" name="Google Shape;18684;p3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5" name="Google Shape;18685;p3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6" name="Google Shape;18686;p3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7" name="Google Shape;18687;p3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8" name="Google Shape;18688;p3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9" name="Google Shape;18689;p3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0" name="Google Shape;18690;p3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1" name="Google Shape;18691;p3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2" name="Google Shape;18692;p3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3" name="Google Shape;18693;p3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4" name="Google Shape;18694;p3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5" name="Google Shape;18695;p3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6" name="Google Shape;18696;p3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7" name="Google Shape;18697;p3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8" name="Google Shape;18698;p3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9" name="Google Shape;18699;p3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0" name="Google Shape;18700;p3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1" name="Google Shape;18701;p39"/>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2" name="Google Shape;18702;p39"/>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3" name="Google Shape;18703;p39"/>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4" name="Google Shape;18704;p39"/>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5" name="Google Shape;18705;p39"/>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6" name="Google Shape;18706;p3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7" name="Google Shape;18707;p3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8" name="Google Shape;18708;p39"/>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9" name="Google Shape;18709;p3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0" name="Google Shape;18710;p3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1" name="Google Shape;18711;p3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2" name="Google Shape;18712;p3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3" name="Google Shape;18713;p3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4" name="Google Shape;18714;p3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5" name="Google Shape;18715;p39"/>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6" name="Google Shape;18716;p39"/>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7" name="Google Shape;18717;p39"/>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8" name="Google Shape;18718;p3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9" name="Google Shape;18719;p3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0" name="Google Shape;18720;p3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1" name="Google Shape;18721;p39"/>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2" name="Google Shape;18722;p39"/>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3" name="Google Shape;18723;p39"/>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4" name="Google Shape;18724;p3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5" name="Google Shape;18725;p39"/>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6" name="Google Shape;18726;p39"/>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7" name="Google Shape;18727;p39"/>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8" name="Google Shape;18728;p3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9" name="Google Shape;18729;p39"/>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0" name="Google Shape;18730;p39"/>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1" name="Google Shape;18731;p39"/>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2" name="Google Shape;18732;p39"/>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3" name="Google Shape;18733;p39"/>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4" name="Google Shape;18734;p39"/>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5" name="Google Shape;18735;p39"/>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6" name="Google Shape;18736;p3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7" name="Google Shape;18737;p3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8" name="Google Shape;18738;p39"/>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9" name="Google Shape;18739;p3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0" name="Google Shape;18740;p39"/>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1" name="Google Shape;18741;p39"/>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2" name="Google Shape;18742;p39"/>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3" name="Google Shape;18743;p39"/>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4" name="Google Shape;18744;p39"/>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5" name="Google Shape;18745;p39"/>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6" name="Google Shape;18746;p3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7" name="Google Shape;18747;p39"/>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8" name="Google Shape;18748;p39"/>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9" name="Google Shape;18749;p39"/>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0" name="Google Shape;18750;p39"/>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1" name="Google Shape;18751;p3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2" name="Google Shape;18752;p3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3" name="Google Shape;18753;p3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4" name="Google Shape;18754;p3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5" name="Google Shape;18755;p3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6" name="Google Shape;18756;p3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7" name="Google Shape;18757;p3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8" name="Google Shape;18758;p3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9" name="Google Shape;18759;p3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0" name="Google Shape;18760;p3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1" name="Google Shape;18761;p39"/>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2" name="Google Shape;18762;p3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3" name="Google Shape;18763;p3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4" name="Google Shape;18764;p3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5" name="Google Shape;18765;p3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6" name="Google Shape;18766;p3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7" name="Google Shape;18767;p3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8" name="Google Shape;18768;p3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9" name="Google Shape;18769;p39"/>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0" name="Google Shape;18770;p3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1" name="Google Shape;18771;p3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2" name="Google Shape;18772;p39"/>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3" name="Google Shape;18773;p39"/>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4" name="Google Shape;18774;p39"/>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5" name="Google Shape;18775;p39"/>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6" name="Google Shape;18776;p39"/>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7" name="Google Shape;18777;p39"/>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8" name="Google Shape;18778;p39"/>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9" name="Google Shape;18779;p39"/>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0" name="Google Shape;18780;p39"/>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1" name="Google Shape;18781;p39"/>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2" name="Google Shape;18782;p3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3" name="Google Shape;18783;p3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4" name="Google Shape;18784;p39"/>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5" name="Google Shape;18785;p3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6" name="Google Shape;18786;p3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7" name="Google Shape;18787;p39"/>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8" name="Google Shape;18788;p3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9" name="Google Shape;18789;p39"/>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0" name="Google Shape;18790;p39"/>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1" name="Google Shape;18791;p39"/>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2" name="Google Shape;18792;p39"/>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3" name="Google Shape;18793;p39"/>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4" name="Google Shape;18794;p3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5" name="Google Shape;18795;p39"/>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6" name="Google Shape;18796;p39"/>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7" name="Google Shape;18797;p39"/>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8" name="Google Shape;18798;p39"/>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9" name="Google Shape;18799;p39"/>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0" name="Google Shape;18800;p39"/>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1" name="Google Shape;18801;p3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2" name="Google Shape;18802;p39"/>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3" name="Google Shape;18803;p39"/>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4" name="Google Shape;18804;p39"/>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5" name="Google Shape;18805;p39"/>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6" name="Google Shape;18806;p39"/>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7" name="Google Shape;18807;p39"/>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8" name="Google Shape;18808;p39"/>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9" name="Google Shape;18809;p39"/>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0" name="Google Shape;18810;p39"/>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1" name="Google Shape;18811;p39"/>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2" name="Google Shape;18812;p39"/>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3" name="Google Shape;18813;p39"/>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4" name="Google Shape;18814;p3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5" name="Google Shape;18815;p3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6" name="Google Shape;18816;p3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7" name="Google Shape;18817;p3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8" name="Google Shape;18818;p3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9" name="Google Shape;18819;p3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0" name="Google Shape;18820;p3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1" name="Google Shape;18821;p3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2" name="Google Shape;18822;p39"/>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3" name="Google Shape;18823;p3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4" name="Google Shape;18824;p3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5" name="Google Shape;18825;p3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6" name="Google Shape;18826;p3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7" name="Google Shape;18827;p3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8" name="Google Shape;18828;p3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9" name="Google Shape;18829;p3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0" name="Google Shape;18830;p3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1" name="Google Shape;18831;p39"/>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2" name="Google Shape;18832;p39"/>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3" name="Google Shape;18833;p3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4" name="Google Shape;18834;p3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5" name="Google Shape;18835;p39"/>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6" name="Google Shape;18836;p39"/>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7" name="Google Shape;18837;p39"/>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8" name="Google Shape;18838;p3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9" name="Google Shape;18839;p3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0" name="Google Shape;18840;p39"/>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1" name="Google Shape;18841;p3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2" name="Google Shape;18842;p39"/>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3" name="Google Shape;18843;p3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4" name="Google Shape;18844;p3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5" name="Google Shape;18845;p3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6" name="Google Shape;18846;p3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7" name="Google Shape;18847;p3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8" name="Google Shape;18848;p3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9" name="Google Shape;18849;p39"/>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0" name="Google Shape;18850;p3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1" name="Google Shape;18851;p39"/>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2" name="Google Shape;18852;p3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3" name="Google Shape;18853;p3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4" name="Google Shape;18854;p3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5" name="Google Shape;18855;p39"/>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6" name="Google Shape;18856;p39"/>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7" name="Google Shape;18857;p39"/>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8" name="Google Shape;18858;p39"/>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9" name="Google Shape;18859;p39"/>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0" name="Google Shape;18860;p39"/>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1" name="Google Shape;18861;p39"/>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2" name="Google Shape;18862;p39"/>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3" name="Google Shape;18863;p39"/>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4" name="Google Shape;18864;p3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5" name="Google Shape;18865;p39"/>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6" name="Google Shape;18866;p39"/>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7" name="Google Shape;18867;p39"/>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8" name="Google Shape;18868;p3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9" name="Google Shape;18869;p39"/>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0" name="Google Shape;18870;p3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1" name="Google Shape;18871;p3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2" name="Google Shape;18872;p3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3" name="Google Shape;18873;p39"/>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4" name="Google Shape;18874;p39"/>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5" name="Google Shape;18875;p3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6" name="Google Shape;18876;p3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7" name="Google Shape;18877;p3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8" name="Google Shape;18878;p3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9" name="Google Shape;18879;p39"/>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0" name="Google Shape;18880;p39"/>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1" name="Google Shape;18881;p39"/>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2" name="Google Shape;18882;p3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3" name="Google Shape;18883;p3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4" name="Google Shape;18884;p3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5" name="Google Shape;18885;p39"/>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6" name="Google Shape;18886;p3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7" name="Google Shape;18887;p39"/>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8" name="Google Shape;18888;p3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9" name="Google Shape;18889;p3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0" name="Google Shape;18890;p3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1" name="Google Shape;18891;p3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2" name="Google Shape;18892;p3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3" name="Google Shape;18893;p3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4" name="Google Shape;18894;p3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5" name="Google Shape;18895;p3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6" name="Google Shape;18896;p39"/>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7" name="Google Shape;18897;p3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8" name="Google Shape;18898;p3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9" name="Google Shape;18899;p3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0" name="Google Shape;18900;p3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1" name="Google Shape;18901;p3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2" name="Google Shape;18902;p39"/>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3" name="Google Shape;18903;p39"/>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4" name="Google Shape;18904;p3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5" name="Google Shape;18905;p3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6" name="Google Shape;18906;p3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7" name="Google Shape;18907;p3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8" name="Google Shape;18908;p3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9" name="Google Shape;18909;p3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0" name="Google Shape;18910;p39"/>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1" name="Google Shape;18911;p3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2" name="Google Shape;18912;p3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3" name="Google Shape;18913;p3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4" name="Google Shape;18914;p3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5" name="Google Shape;18915;p39"/>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6" name="Google Shape;18916;p3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7" name="Google Shape;18917;p39"/>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8" name="Google Shape;18918;p39"/>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9" name="Google Shape;18919;p3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0" name="Google Shape;18920;p3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1" name="Google Shape;18921;p3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2" name="Google Shape;18922;p3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3" name="Google Shape;18923;p3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4" name="Google Shape;18924;p3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5" name="Google Shape;18925;p3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6" name="Google Shape;18926;p39"/>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7" name="Google Shape;18927;p3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8" name="Google Shape;18928;p39"/>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9" name="Google Shape;18929;p39"/>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0" name="Google Shape;18930;p39"/>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1" name="Google Shape;18931;p39"/>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2" name="Google Shape;18932;p3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3" name="Google Shape;18933;p39"/>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4" name="Google Shape;18934;p3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5" name="Google Shape;18935;p39"/>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6" name="Google Shape;18936;p3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7" name="Google Shape;18937;p3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8" name="Google Shape;18938;p39"/>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9" name="Google Shape;18939;p3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0" name="Google Shape;18940;p3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1" name="Google Shape;18941;p39"/>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2" name="Google Shape;18942;p3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3" name="Google Shape;18943;p3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4" name="Google Shape;18944;p39"/>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5" name="Google Shape;18945;p3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6" name="Google Shape;18946;p3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7" name="Google Shape;18947;p3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8" name="Google Shape;18948;p3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9" name="Google Shape;18949;p39"/>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0" name="Google Shape;18950;p3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1" name="Google Shape;18951;p39"/>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2" name="Google Shape;18952;p3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3" name="Google Shape;18953;p39"/>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4" name="Google Shape;18954;p39"/>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5" name="Google Shape;18955;p39"/>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6" name="Google Shape;18956;p39"/>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7" name="Google Shape;18957;p39"/>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8" name="Google Shape;18958;p39"/>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9" name="Google Shape;18959;p39"/>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0" name="Google Shape;18960;p39"/>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1" name="Google Shape;18961;p39"/>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2" name="Google Shape;18962;p39"/>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3" name="Google Shape;18963;p39"/>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4" name="Google Shape;18964;p39"/>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5" name="Google Shape;18965;p39"/>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6" name="Google Shape;18966;p39"/>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7" name="Google Shape;18967;p39"/>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8" name="Google Shape;18968;p3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9" name="Google Shape;18969;p39"/>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0" name="Google Shape;18970;p39"/>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1" name="Google Shape;18971;p39"/>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2" name="Google Shape;18972;p3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3" name="Google Shape;18973;p39"/>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4" name="Google Shape;18974;p39"/>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5" name="Google Shape;18975;p39"/>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6" name="Google Shape;18976;p3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7" name="Google Shape;18977;p3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8" name="Google Shape;18978;p39"/>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9" name="Google Shape;18979;p39"/>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0" name="Google Shape;18980;p39"/>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1" name="Google Shape;18981;p39"/>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2" name="Google Shape;18982;p3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3" name="Google Shape;18983;p39"/>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4" name="Google Shape;18984;p3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5" name="Google Shape;18985;p3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6" name="Google Shape;18986;p39"/>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7" name="Google Shape;18987;p39"/>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8" name="Google Shape;18988;p39"/>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9" name="Google Shape;18989;p39"/>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0" name="Google Shape;18990;p39"/>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1" name="Google Shape;18991;p39"/>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2" name="Google Shape;18992;p39"/>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3" name="Google Shape;18993;p39"/>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4" name="Google Shape;18994;p3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5" name="Google Shape;18995;p39"/>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6" name="Google Shape;18996;p39"/>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7" name="Google Shape;18997;p39"/>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8" name="Google Shape;18998;p39"/>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9" name="Google Shape;18999;p39"/>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0" name="Google Shape;19000;p39"/>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1" name="Google Shape;19001;p3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2" name="Google Shape;19002;p39"/>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3" name="Google Shape;19003;p39"/>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4" name="Google Shape;19004;p39"/>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5" name="Google Shape;19005;p39"/>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6" name="Google Shape;19006;p39"/>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7" name="Google Shape;19007;p39"/>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8" name="Google Shape;19008;p39"/>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9" name="Google Shape;19009;p39"/>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0" name="Google Shape;19010;p39"/>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1" name="Google Shape;19011;p39"/>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2" name="Google Shape;19012;p39"/>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3" name="Google Shape;19013;p39"/>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4" name="Google Shape;19014;p39"/>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5" name="Google Shape;19015;p3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6" name="Google Shape;19016;p3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7" name="Google Shape;19017;p3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8" name="Google Shape;19018;p39"/>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9" name="Google Shape;19019;p39"/>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0" name="Google Shape;19020;p39"/>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1" name="Google Shape;19021;p39"/>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2" name="Google Shape;19022;p3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3" name="Google Shape;19023;p39"/>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4" name="Google Shape;19024;p39"/>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5" name="Google Shape;19025;p39"/>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6" name="Google Shape;19026;p39"/>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7" name="Google Shape;19027;p39"/>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8" name="Google Shape;19028;p39"/>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9" name="Google Shape;19029;p3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0" name="Google Shape;19030;p3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1" name="Google Shape;19031;p3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2" name="Google Shape;19032;p3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3" name="Google Shape;19033;p39"/>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4" name="Google Shape;19034;p3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5" name="Google Shape;19035;p3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6" name="Google Shape;19036;p3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7" name="Google Shape;19037;p39"/>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8" name="Google Shape;19038;p3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9" name="Google Shape;19039;p39"/>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0" name="Google Shape;19040;p3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1" name="Google Shape;19041;p3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2" name="Google Shape;19042;p3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3" name="Google Shape;19043;p3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4" name="Google Shape;19044;p3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5" name="Google Shape;19045;p39"/>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6" name="Google Shape;19046;p3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7" name="Google Shape;19047;p39"/>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8" name="Google Shape;19048;p3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9" name="Google Shape;19049;p3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0" name="Google Shape;19050;p3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1" name="Google Shape;19051;p3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2" name="Google Shape;19052;p3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3" name="Google Shape;19053;p39"/>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4" name="Google Shape;19054;p39"/>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5" name="Google Shape;19055;p3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6" name="Google Shape;19056;p3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7" name="Google Shape;19057;p3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8" name="Google Shape;19058;p3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9" name="Google Shape;19059;p39"/>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0" name="Google Shape;19060;p39"/>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1" name="Google Shape;19061;p3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2" name="Google Shape;19062;p3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3" name="Google Shape;19063;p3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4" name="Google Shape;19064;p3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5" name="Google Shape;19065;p3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6" name="Google Shape;19066;p3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7" name="Google Shape;19067;p39"/>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8" name="Google Shape;19068;p3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9" name="Google Shape;19069;p3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0" name="Google Shape;19070;p3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1" name="Google Shape;19071;p39"/>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2" name="Google Shape;19072;p39"/>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3" name="Google Shape;19073;p3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4" name="Google Shape;19074;p3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5" name="Google Shape;19075;p39"/>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6" name="Google Shape;19076;p39"/>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7" name="Google Shape;19077;p39"/>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8" name="Google Shape;19078;p3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9" name="Google Shape;19079;p39"/>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0" name="Google Shape;19080;p39"/>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1" name="Google Shape;19081;p39"/>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2" name="Google Shape;19082;p39"/>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3" name="Google Shape;19083;p39"/>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4" name="Google Shape;19084;p39"/>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5" name="Google Shape;19085;p39"/>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6" name="Google Shape;19086;p39"/>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7" name="Google Shape;19087;p39"/>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8" name="Google Shape;19088;p3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9" name="Google Shape;19089;p39"/>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0" name="Google Shape;19090;p39"/>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1" name="Google Shape;19091;p3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2" name="Google Shape;19092;p3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3" name="Google Shape;19093;p3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4" name="Google Shape;19094;p3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5" name="Google Shape;19095;p3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6" name="Google Shape;19096;p3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7" name="Google Shape;19097;p39"/>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8" name="Google Shape;19098;p39"/>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9" name="Google Shape;19099;p39"/>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0" name="Google Shape;19100;p39"/>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1" name="Google Shape;19101;p3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2" name="Google Shape;19102;p3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3" name="Google Shape;19103;p39"/>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4" name="Google Shape;19104;p39"/>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5" name="Google Shape;19105;p3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6" name="Google Shape;19106;p39"/>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7" name="Google Shape;19107;p39"/>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8" name="Google Shape;19108;p3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9" name="Google Shape;19109;p3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0" name="Google Shape;19110;p3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1" name="Google Shape;19111;p39"/>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2" name="Google Shape;19112;p39"/>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3" name="Google Shape;19113;p39"/>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4" name="Google Shape;19114;p39"/>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5" name="Google Shape;19115;p3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6" name="Google Shape;19116;p39"/>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7" name="Google Shape;19117;p39"/>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8" name="Google Shape;19118;p39"/>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9" name="Google Shape;19119;p39"/>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0" name="Google Shape;19120;p3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1" name="Google Shape;19121;p39"/>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2" name="Google Shape;19122;p39"/>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3" name="Google Shape;19123;p39"/>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4" name="Google Shape;19124;p39"/>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5" name="Google Shape;19125;p39"/>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6" name="Google Shape;19126;p39"/>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7" name="Google Shape;19127;p39"/>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8" name="Google Shape;19128;p39"/>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9" name="Google Shape;19129;p39"/>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0" name="Google Shape;19130;p3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1" name="Google Shape;19131;p3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2" name="Google Shape;19132;p39"/>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3" name="Google Shape;19133;p3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4" name="Google Shape;19134;p39"/>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5" name="Google Shape;19135;p3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6" name="Google Shape;19136;p3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7" name="Google Shape;19137;p3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8" name="Google Shape;19138;p3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9" name="Google Shape;19139;p3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0" name="Google Shape;19140;p39"/>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1" name="Google Shape;19141;p39"/>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2" name="Google Shape;19142;p39"/>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3" name="Google Shape;19143;p39"/>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4" name="Google Shape;19144;p39"/>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5" name="Google Shape;19145;p3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6" name="Google Shape;19146;p39"/>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7" name="Google Shape;19147;p39"/>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8" name="Google Shape;19148;p39"/>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9" name="Google Shape;19149;p3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0" name="Google Shape;19150;p3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1" name="Google Shape;19151;p3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2" name="Google Shape;19152;p3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3" name="Google Shape;19153;p3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4" name="Google Shape;19154;p3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5" name="Google Shape;19155;p3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6" name="Google Shape;19156;p39"/>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7" name="Google Shape;19157;p3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8" name="Google Shape;19158;p39"/>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9" name="Google Shape;19159;p39"/>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0" name="Google Shape;19160;p39"/>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1" name="Google Shape;19161;p39"/>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2" name="Google Shape;19162;p39"/>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3" name="Google Shape;19163;p3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4" name="Google Shape;19164;p3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5" name="Google Shape;19165;p39"/>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6" name="Google Shape;19166;p39"/>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7" name="Google Shape;19167;p39"/>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8" name="Google Shape;19168;p39"/>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9" name="Google Shape;19169;p39"/>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0" name="Google Shape;19170;p39"/>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1" name="Google Shape;19171;p39"/>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2" name="Google Shape;19172;p39"/>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3" name="Google Shape;19173;p3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4" name="Google Shape;19174;p39"/>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5" name="Google Shape;19175;p3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6" name="Google Shape;19176;p39"/>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7" name="Google Shape;19177;p39"/>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8" name="Google Shape;19178;p39"/>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9" name="Google Shape;19179;p39"/>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0" name="Google Shape;19180;p39"/>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1" name="Google Shape;19181;p39"/>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2" name="Google Shape;19182;p39"/>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3" name="Google Shape;19183;p39"/>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4" name="Google Shape;19184;p39"/>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5" name="Google Shape;19185;p39"/>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6" name="Google Shape;19186;p39"/>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7" name="Google Shape;19187;p39"/>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8" name="Google Shape;19188;p3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9" name="Google Shape;19189;p3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0" name="Google Shape;19190;p3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1" name="Google Shape;19191;p3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2" name="Google Shape;19192;p39"/>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3" name="Google Shape;19193;p3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4" name="Google Shape;19194;p39"/>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5" name="Google Shape;19195;p3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6" name="Google Shape;19196;p3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7" name="Google Shape;19197;p3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8" name="Google Shape;19198;p3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9" name="Google Shape;19199;p3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0" name="Google Shape;19200;p3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1" name="Google Shape;19201;p3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2" name="Google Shape;19202;p39"/>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3" name="Google Shape;19203;p39"/>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4" name="Google Shape;19204;p39"/>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5" name="Google Shape;19205;p39"/>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6" name="Google Shape;19206;p39"/>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7" name="Google Shape;19207;p3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8" name="Google Shape;19208;p3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9" name="Google Shape;19209;p39"/>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0" name="Google Shape;19210;p3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1" name="Google Shape;19211;p3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2" name="Google Shape;19212;p39"/>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3" name="Google Shape;19213;p3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4" name="Google Shape;19214;p39"/>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5" name="Google Shape;19215;p39"/>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6" name="Google Shape;19216;p39"/>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7" name="Google Shape;19217;p39"/>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8" name="Google Shape;19218;p39"/>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9" name="Google Shape;19219;p39"/>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0" name="Google Shape;19220;p3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1" name="Google Shape;19221;p39"/>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2" name="Google Shape;19222;p39"/>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3" name="Google Shape;19223;p39"/>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4" name="Google Shape;19224;p39"/>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5" name="Google Shape;19225;p39"/>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6" name="Google Shape;19226;p3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7" name="Google Shape;19227;p39"/>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8" name="Google Shape;19228;p39"/>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9" name="Google Shape;19229;p39"/>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0" name="Google Shape;19230;p39"/>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1" name="Google Shape;19231;p3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2" name="Google Shape;19232;p39"/>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3" name="Google Shape;19233;p3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4" name="Google Shape;19234;p39"/>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5" name="Google Shape;19235;p39"/>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6" name="Google Shape;19236;p3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7" name="Google Shape;19237;p39"/>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8" name="Google Shape;19238;p39"/>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9" name="Google Shape;19239;p39"/>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0" name="Google Shape;19240;p39"/>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1" name="Google Shape;19241;p3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2" name="Google Shape;19242;p3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3" name="Google Shape;19243;p3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4" name="Google Shape;19244;p3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5" name="Google Shape;19245;p3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6" name="Google Shape;19246;p39"/>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7" name="Google Shape;19247;p3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8" name="Google Shape;19248;p3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9" name="Google Shape;19249;p39"/>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0" name="Google Shape;19250;p3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1" name="Google Shape;19251;p39"/>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2" name="Google Shape;19252;p39"/>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3" name="Google Shape;19253;p39"/>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4" name="Google Shape;19254;p39"/>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5" name="Google Shape;19255;p3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6" name="Google Shape;19256;p39"/>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7" name="Google Shape;19257;p39"/>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8" name="Google Shape;19258;p39"/>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9" name="Google Shape;19259;p39"/>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0" name="Google Shape;19260;p39"/>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1" name="Google Shape;19261;p39"/>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2" name="Google Shape;19262;p39"/>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3" name="Google Shape;19263;p39"/>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4" name="Google Shape;19264;p39"/>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5" name="Google Shape;19265;p39"/>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6" name="Google Shape;19266;p39"/>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7" name="Google Shape;19267;p39"/>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8" name="Google Shape;19268;p39"/>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9" name="Google Shape;19269;p39"/>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0" name="Google Shape;19270;p39"/>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1" name="Google Shape;19271;p39"/>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2" name="Google Shape;19272;p39"/>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3" name="Google Shape;19273;p39"/>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4" name="Google Shape;19274;p39"/>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5" name="Google Shape;19275;p39"/>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6" name="Google Shape;19276;p39"/>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7" name="Google Shape;19277;p39"/>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8" name="Google Shape;19278;p39"/>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9" name="Google Shape;19279;p39"/>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0" name="Google Shape;19280;p39"/>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1" name="Google Shape;19281;p39"/>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2" name="Google Shape;19282;p39"/>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3" name="Google Shape;19283;p39"/>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4" name="Google Shape;19284;p39"/>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5" name="Google Shape;19285;p39"/>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6" name="Google Shape;19286;p39"/>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7" name="Google Shape;19287;p39"/>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8" name="Google Shape;19288;p3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9" name="Google Shape;19289;p39"/>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0" name="Google Shape;19290;p39"/>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1" name="Google Shape;19291;p39"/>
            <p:cNvSpPr/>
            <p:nvPr/>
          </p:nvSpPr>
          <p:spPr>
            <a:xfrm>
              <a:off x="2821609" y="1933425"/>
              <a:ext cx="0" cy="109"/>
            </a:xfrm>
            <a:custGeom>
              <a:rect b="b" l="l" r="r" t="t"/>
              <a:pathLst>
                <a:path extrusionOk="0" h="8" w="12000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2" name="Google Shape;19292;p39"/>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3" name="Google Shape;19293;p3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4" name="Google Shape;19294;p39"/>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5" name="Google Shape;19295;p39"/>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6" name="Google Shape;19296;p3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7" name="Google Shape;19297;p39"/>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8" name="Google Shape;19298;p39"/>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9" name="Google Shape;19299;p39"/>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0" name="Google Shape;19300;p39"/>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1" name="Google Shape;19301;p39"/>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2" name="Google Shape;19302;p39"/>
            <p:cNvSpPr/>
            <p:nvPr/>
          </p:nvSpPr>
          <p:spPr>
            <a:xfrm>
              <a:off x="2821324" y="1935950"/>
              <a:ext cx="0" cy="14"/>
            </a:xfrm>
            <a:custGeom>
              <a:rect b="b" l="l" r="r" t="t"/>
              <a:pathLst>
                <a:path extrusionOk="0" h="1" w="12000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3" name="Google Shape;19303;p39"/>
            <p:cNvSpPr/>
            <p:nvPr/>
          </p:nvSpPr>
          <p:spPr>
            <a:xfrm>
              <a:off x="2821609" y="1934945"/>
              <a:ext cx="0" cy="68"/>
            </a:xfrm>
            <a:custGeom>
              <a:rect b="b" l="l" r="r" t="t"/>
              <a:pathLst>
                <a:path extrusionOk="0" h="5" w="12000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4" name="Google Shape;19304;p3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5" name="Google Shape;19305;p39"/>
            <p:cNvSpPr/>
            <p:nvPr/>
          </p:nvSpPr>
          <p:spPr>
            <a:xfrm>
              <a:off x="2821039" y="1936330"/>
              <a:ext cx="0" cy="54"/>
            </a:xfrm>
            <a:custGeom>
              <a:rect b="b" l="l" r="r" t="t"/>
              <a:pathLst>
                <a:path extrusionOk="0" h="4" w="12000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6" name="Google Shape;19306;p39"/>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7" name="Google Shape;19307;p3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8" name="Google Shape;19308;p3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9" name="Google Shape;19309;p3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0" name="Google Shape;19310;p39"/>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1" name="Google Shape;19311;p39"/>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2" name="Google Shape;19312;p39"/>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3" name="Google Shape;19313;p39"/>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4" name="Google Shape;19314;p39"/>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5" name="Google Shape;19315;p39"/>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6" name="Google Shape;19316;p39"/>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7" name="Google Shape;19317;p39"/>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8" name="Google Shape;19318;p39"/>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9" name="Google Shape;19319;p3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0" name="Google Shape;19320;p39"/>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1" name="Google Shape;19321;p3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2" name="Google Shape;19322;p39"/>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3" name="Google Shape;19323;p39"/>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4" name="Google Shape;19324;p39"/>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5" name="Google Shape;19325;p3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6" name="Google Shape;19326;p3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7" name="Google Shape;19327;p3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8" name="Google Shape;19328;p39"/>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9" name="Google Shape;19329;p39"/>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0" name="Google Shape;19330;p39"/>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1" name="Google Shape;19331;p3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2" name="Google Shape;19332;p39"/>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3" name="Google Shape;19333;p39"/>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4" name="Google Shape;19334;p39"/>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5" name="Google Shape;19335;p39"/>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6" name="Google Shape;19336;p39"/>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7" name="Google Shape;19337;p39"/>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8" name="Google Shape;19338;p39"/>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9" name="Google Shape;19339;p39"/>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0" name="Google Shape;19340;p39"/>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1" name="Google Shape;19341;p3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2" name="Google Shape;19342;p39"/>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3" name="Google Shape;19343;p39"/>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4" name="Google Shape;19344;p39"/>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5" name="Google Shape;19345;p39"/>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6" name="Google Shape;19346;p39"/>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7" name="Google Shape;19347;p39"/>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8" name="Google Shape;19348;p39"/>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9" name="Google Shape;19349;p3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0" name="Google Shape;19350;p3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1" name="Google Shape;19351;p3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2" name="Google Shape;19352;p3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3" name="Google Shape;19353;p3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4" name="Google Shape;19354;p3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5" name="Google Shape;19355;p3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6" name="Google Shape;19356;p3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7" name="Google Shape;19357;p3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8" name="Google Shape;19358;p39"/>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9" name="Google Shape;19359;p39"/>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0" name="Google Shape;19360;p39"/>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1" name="Google Shape;19361;p3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2" name="Google Shape;19362;p3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3" name="Google Shape;19363;p39"/>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4" name="Google Shape;19364;p3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5" name="Google Shape;19365;p3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6" name="Google Shape;19366;p3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7" name="Google Shape;19367;p39"/>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8" name="Google Shape;19368;p3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9" name="Google Shape;19369;p3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0" name="Google Shape;19370;p39"/>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1" name="Google Shape;19371;p39"/>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2" name="Google Shape;19372;p39"/>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3" name="Google Shape;19373;p3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4" name="Google Shape;19374;p39"/>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5" name="Google Shape;19375;p39"/>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6" name="Google Shape;19376;p3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7" name="Google Shape;19377;p3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8" name="Google Shape;19378;p39"/>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9" name="Google Shape;19379;p39"/>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0" name="Google Shape;19380;p3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1" name="Google Shape;19381;p39"/>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2" name="Google Shape;19382;p39"/>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3" name="Google Shape;19383;p39"/>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4" name="Google Shape;19384;p39"/>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5" name="Google Shape;19385;p39"/>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6" name="Google Shape;19386;p39"/>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7" name="Google Shape;19387;p3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8" name="Google Shape;19388;p39"/>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9" name="Google Shape;19389;p39"/>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0" name="Google Shape;19390;p39"/>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1" name="Google Shape;19391;p3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2" name="Google Shape;19392;p39"/>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3" name="Google Shape;19393;p3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4" name="Google Shape;19394;p39"/>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5" name="Google Shape;19395;p39"/>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6" name="Google Shape;19396;p39"/>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7" name="Google Shape;19397;p39"/>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8" name="Google Shape;19398;p39"/>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9" name="Google Shape;19399;p3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0" name="Google Shape;19400;p39"/>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1" name="Google Shape;19401;p39"/>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2" name="Google Shape;19402;p39"/>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3" name="Google Shape;19403;p3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4" name="Google Shape;19404;p39"/>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5" name="Google Shape;19405;p39"/>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6" name="Google Shape;19406;p39"/>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7" name="Google Shape;19407;p39"/>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8" name="Google Shape;19408;p39"/>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9" name="Google Shape;19409;p39"/>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0" name="Google Shape;19410;p3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1" name="Google Shape;19411;p39"/>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2" name="Google Shape;19412;p3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3" name="Google Shape;19413;p39"/>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4" name="Google Shape;19414;p39"/>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5" name="Google Shape;19415;p39"/>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6" name="Google Shape;19416;p3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7" name="Google Shape;19417;p39"/>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8" name="Google Shape;19418;p39"/>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9" name="Google Shape;19419;p39"/>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0" name="Google Shape;19420;p3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1" name="Google Shape;19421;p3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2" name="Google Shape;19422;p3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3" name="Google Shape;19423;p3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4" name="Google Shape;19424;p39"/>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5" name="Google Shape;19425;p3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6" name="Google Shape;19426;p39"/>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7" name="Google Shape;19427;p39"/>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8" name="Google Shape;19428;p39"/>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9" name="Google Shape;19429;p39"/>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0" name="Google Shape;19430;p39"/>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1" name="Google Shape;19431;p39"/>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2" name="Google Shape;19432;p3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3" name="Google Shape;19433;p39"/>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4" name="Google Shape;19434;p39"/>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5" name="Google Shape;19435;p39"/>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6" name="Google Shape;19436;p39"/>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7" name="Google Shape;19437;p39"/>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8" name="Google Shape;19438;p39"/>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9" name="Google Shape;19439;p39"/>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0" name="Google Shape;19440;p39"/>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1" name="Google Shape;19441;p39"/>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2" name="Google Shape;19442;p3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3" name="Google Shape;19443;p3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4" name="Google Shape;19444;p39"/>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5" name="Google Shape;19445;p39"/>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6" name="Google Shape;19446;p39"/>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7" name="Google Shape;19447;p3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8" name="Google Shape;19448;p3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9" name="Google Shape;19449;p3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0" name="Google Shape;19450;p3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1" name="Google Shape;19451;p39"/>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2" name="Google Shape;19452;p39"/>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3" name="Google Shape;19453;p39"/>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4" name="Google Shape;19454;p3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5" name="Google Shape;19455;p39"/>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6" name="Google Shape;19456;p39"/>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7" name="Google Shape;19457;p3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8" name="Google Shape;19458;p3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9" name="Google Shape;19459;p3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0" name="Google Shape;19460;p3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1" name="Google Shape;19461;p39"/>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2" name="Google Shape;19462;p39"/>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3" name="Google Shape;19463;p3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4" name="Google Shape;19464;p39"/>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5" name="Google Shape;19465;p3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6" name="Google Shape;19466;p39"/>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7" name="Google Shape;19467;p39"/>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8" name="Google Shape;19468;p39"/>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9" name="Google Shape;19469;p3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0" name="Google Shape;19470;p39"/>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1" name="Google Shape;19471;p39"/>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2" name="Google Shape;19472;p39"/>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3" name="Google Shape;19473;p39"/>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4" name="Google Shape;19474;p39"/>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5" name="Google Shape;19475;p39"/>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6" name="Google Shape;19476;p39"/>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7" name="Google Shape;19477;p3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8" name="Google Shape;19478;p3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9" name="Google Shape;19479;p39"/>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0" name="Google Shape;19480;p39"/>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1" name="Google Shape;19481;p39"/>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2" name="Google Shape;19482;p3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3" name="Google Shape;19483;p3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4" name="Google Shape;19484;p3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5" name="Google Shape;19485;p3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6" name="Google Shape;19486;p39"/>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7" name="Google Shape;19487;p3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8" name="Google Shape;19488;p3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9" name="Google Shape;19489;p3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0" name="Google Shape;19490;p39"/>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1" name="Google Shape;19491;p3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2" name="Google Shape;19492;p39"/>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3" name="Google Shape;19493;p3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4" name="Google Shape;19494;p39"/>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5" name="Google Shape;19495;p39"/>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6" name="Google Shape;19496;p39"/>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7" name="Google Shape;19497;p39"/>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8" name="Google Shape;19498;p39"/>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9" name="Google Shape;19499;p39"/>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0" name="Google Shape;19500;p39"/>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1" name="Google Shape;19501;p39"/>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2" name="Google Shape;19502;p39"/>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3" name="Google Shape;19503;p39"/>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4" name="Google Shape;19504;p39"/>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5" name="Google Shape;19505;p39"/>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6" name="Google Shape;19506;p39"/>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7" name="Google Shape;19507;p39"/>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8" name="Google Shape;19508;p39"/>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9" name="Google Shape;19509;p39"/>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0" name="Google Shape;19510;p3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1" name="Google Shape;19511;p39"/>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2" name="Google Shape;19512;p39"/>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3" name="Google Shape;19513;p39"/>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4" name="Google Shape;19514;p3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5" name="Google Shape;19515;p3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6" name="Google Shape;19516;p3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7" name="Google Shape;19517;p39"/>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8" name="Google Shape;19518;p39"/>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9" name="Google Shape;19519;p39"/>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0" name="Google Shape;19520;p39"/>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1" name="Google Shape;19521;p39"/>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2" name="Google Shape;19522;p3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3" name="Google Shape;19523;p39"/>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4" name="Google Shape;19524;p39"/>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5" name="Google Shape;19525;p3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6" name="Google Shape;19526;p39"/>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7" name="Google Shape;19527;p39"/>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8" name="Google Shape;19528;p39"/>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9" name="Google Shape;19529;p3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0" name="Google Shape;19530;p3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1" name="Google Shape;19531;p39"/>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2" name="Google Shape;19532;p3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3" name="Google Shape;19533;p3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4" name="Google Shape;19534;p39"/>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5" name="Google Shape;19535;p3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6" name="Google Shape;19536;p39"/>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7" name="Google Shape;19537;p3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8" name="Google Shape;19538;p3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9" name="Google Shape;19539;p39"/>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0" name="Google Shape;19540;p39"/>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1" name="Google Shape;19541;p39"/>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2" name="Google Shape;19542;p39"/>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3" name="Google Shape;19543;p3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4" name="Google Shape;19544;p3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5" name="Google Shape;19545;p3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6" name="Google Shape;19546;p39"/>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7" name="Google Shape;19547;p39"/>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8" name="Google Shape;19548;p39"/>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9" name="Google Shape;19549;p3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0" name="Google Shape;19550;p39"/>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1" name="Google Shape;19551;p3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2" name="Google Shape;19552;p39"/>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3" name="Google Shape;19553;p3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4" name="Google Shape;19554;p39"/>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5" name="Google Shape;19555;p39"/>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6" name="Google Shape;19556;p39"/>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7" name="Google Shape;19557;p39"/>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8" name="Google Shape;19558;p39"/>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9" name="Google Shape;19559;p39"/>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0" name="Google Shape;19560;p39"/>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1" name="Google Shape;19561;p39"/>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2" name="Google Shape;19562;p39"/>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3" name="Google Shape;19563;p39"/>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4" name="Google Shape;19564;p3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5" name="Google Shape;19565;p3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6" name="Google Shape;19566;p3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7" name="Google Shape;19567;p3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8" name="Google Shape;19568;p3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9" name="Google Shape;19569;p3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0" name="Google Shape;19570;p3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1" name="Google Shape;19571;p3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2" name="Google Shape;19572;p3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3" name="Google Shape;19573;p39"/>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4" name="Google Shape;19574;p39"/>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5" name="Google Shape;19575;p3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6" name="Google Shape;19576;p39"/>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7" name="Google Shape;19577;p39"/>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8" name="Google Shape;19578;p39"/>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9" name="Google Shape;19579;p39"/>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0" name="Google Shape;19580;p3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1" name="Google Shape;19581;p39"/>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2" name="Google Shape;19582;p39"/>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3" name="Google Shape;19583;p39"/>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4" name="Google Shape;19584;p39"/>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5" name="Google Shape;19585;p3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6" name="Google Shape;19586;p39"/>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7" name="Google Shape;19587;p39"/>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8" name="Google Shape;19588;p39"/>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9" name="Google Shape;19589;p39"/>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0" name="Google Shape;19590;p39"/>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1" name="Google Shape;19591;p39"/>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2" name="Google Shape;19592;p39"/>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3" name="Google Shape;19593;p39"/>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4" name="Google Shape;19594;p39"/>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5" name="Google Shape;19595;p39"/>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6" name="Google Shape;19596;p39"/>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7" name="Google Shape;19597;p39"/>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8" name="Google Shape;19598;p39"/>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9" name="Google Shape;19599;p39"/>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0" name="Google Shape;19600;p39"/>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1" name="Google Shape;19601;p39"/>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2" name="Google Shape;19602;p39"/>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3" name="Google Shape;19603;p39"/>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4" name="Google Shape;19604;p39"/>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5" name="Google Shape;19605;p39"/>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6" name="Google Shape;19606;p39"/>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7" name="Google Shape;19607;p39"/>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8" name="Google Shape;19608;p3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9" name="Google Shape;19609;p39"/>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0" name="Google Shape;19610;p39"/>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1" name="Google Shape;19611;p39"/>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2" name="Google Shape;19612;p3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3" name="Google Shape;19613;p3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4" name="Google Shape;19614;p3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5" name="Google Shape;19615;p39"/>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6" name="Google Shape;19616;p39"/>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7" name="Google Shape;19617;p3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8" name="Google Shape;19618;p39"/>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9" name="Google Shape;19619;p39"/>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0" name="Google Shape;19620;p3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1" name="Google Shape;19621;p39"/>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2" name="Google Shape;19622;p39"/>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3" name="Google Shape;19623;p39"/>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4" name="Google Shape;19624;p39"/>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5" name="Google Shape;19625;p39"/>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6" name="Google Shape;19626;p39"/>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7" name="Google Shape;19627;p39"/>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8" name="Google Shape;19628;p39"/>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9" name="Google Shape;19629;p3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0" name="Google Shape;19630;p39"/>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1" name="Google Shape;19631;p39"/>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2" name="Google Shape;19632;p39"/>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3" name="Google Shape;19633;p39"/>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4" name="Google Shape;19634;p39"/>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5" name="Google Shape;19635;p39"/>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6" name="Google Shape;19636;p39"/>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7" name="Google Shape;19637;p39"/>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8" name="Google Shape;19638;p39"/>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9" name="Google Shape;19639;p39"/>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0" name="Google Shape;19640;p3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1" name="Google Shape;19641;p39"/>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2" name="Google Shape;19642;p39"/>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3" name="Google Shape;19643;p39"/>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4" name="Google Shape;19644;p39"/>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5" name="Google Shape;19645;p39"/>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6" name="Google Shape;19646;p3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7" name="Google Shape;19647;p39"/>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8" name="Google Shape;19648;p3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9" name="Google Shape;19649;p39"/>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0" name="Google Shape;19650;p39"/>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1" name="Google Shape;19651;p3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2" name="Google Shape;19652;p39"/>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3" name="Google Shape;19653;p39"/>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4" name="Google Shape;19654;p3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5" name="Google Shape;19655;p3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6" name="Google Shape;19656;p3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7" name="Google Shape;19657;p39"/>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8" name="Google Shape;19658;p3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9" name="Google Shape;19659;p39"/>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0" name="Google Shape;19660;p39"/>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1" name="Google Shape;19661;p3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2" name="Google Shape;19662;p3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3" name="Google Shape;19663;p39"/>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4" name="Google Shape;19664;p3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5" name="Google Shape;19665;p39"/>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6" name="Google Shape;19666;p39"/>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7" name="Google Shape;19667;p39"/>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8" name="Google Shape;19668;p39"/>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9" name="Google Shape;19669;p39"/>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0" name="Google Shape;19670;p39"/>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1" name="Google Shape;19671;p39"/>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2" name="Google Shape;19672;p39"/>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3" name="Google Shape;19673;p39"/>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4" name="Google Shape;19674;p39"/>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5" name="Google Shape;19675;p3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6" name="Google Shape;19676;p39"/>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7" name="Google Shape;19677;p39"/>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8" name="Google Shape;19678;p39"/>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9" name="Google Shape;19679;p39"/>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0" name="Google Shape;19680;p39"/>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1" name="Google Shape;19681;p39"/>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2" name="Google Shape;19682;p39"/>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3" name="Google Shape;19683;p3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4" name="Google Shape;19684;p39"/>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5" name="Google Shape;19685;p3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6" name="Google Shape;19686;p3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7" name="Google Shape;19687;p3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8" name="Google Shape;19688;p3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9" name="Google Shape;19689;p3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0" name="Google Shape;19690;p3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1" name="Google Shape;19691;p3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2" name="Google Shape;19692;p3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3" name="Google Shape;19693;p39"/>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4" name="Google Shape;19694;p39"/>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5" name="Google Shape;19695;p39"/>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6" name="Google Shape;19696;p39"/>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7" name="Google Shape;19697;p39"/>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8" name="Google Shape;19698;p39"/>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9" name="Google Shape;19699;p39"/>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0" name="Google Shape;19700;p39"/>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1" name="Google Shape;19701;p39"/>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2" name="Google Shape;19702;p39"/>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3" name="Google Shape;19703;p39"/>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4" name="Google Shape;19704;p39"/>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5" name="Google Shape;19705;p39"/>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6" name="Google Shape;19706;p39"/>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7" name="Google Shape;19707;p39"/>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8" name="Google Shape;19708;p39"/>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9" name="Google Shape;19709;p39"/>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0" name="Google Shape;19710;p3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1" name="Google Shape;19711;p3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2" name="Google Shape;19712;p39"/>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3" name="Google Shape;19713;p39"/>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4" name="Google Shape;19714;p39"/>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5" name="Google Shape;19715;p39"/>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6" name="Google Shape;19716;p39"/>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7" name="Google Shape;19717;p39"/>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8" name="Google Shape;19718;p39"/>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9" name="Google Shape;19719;p39"/>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0" name="Google Shape;19720;p39"/>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1" name="Google Shape;19721;p39"/>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2" name="Google Shape;19722;p39"/>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3" name="Google Shape;19723;p39"/>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4" name="Google Shape;19724;p3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5" name="Google Shape;19725;p39"/>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6" name="Google Shape;19726;p3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7" name="Google Shape;19727;p39"/>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8" name="Google Shape;19728;p3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9" name="Google Shape;19729;p3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0" name="Google Shape;19730;p3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1" name="Google Shape;19731;p39"/>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2" name="Google Shape;19732;p3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3" name="Google Shape;19733;p39"/>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4" name="Google Shape;19734;p39"/>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5" name="Google Shape;19735;p3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6" name="Google Shape;19736;p3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7" name="Google Shape;19737;p3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8" name="Google Shape;19738;p3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9" name="Google Shape;19739;p3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0" name="Google Shape;19740;p39"/>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1" name="Google Shape;19741;p39"/>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2" name="Google Shape;19742;p3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3" name="Google Shape;19743;p3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4" name="Google Shape;19744;p3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5" name="Google Shape;19745;p39"/>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6" name="Google Shape;19746;p39"/>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7" name="Google Shape;19747;p39"/>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8" name="Google Shape;19748;p3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9" name="Google Shape;19749;p3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0" name="Google Shape;19750;p39"/>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1" name="Google Shape;19751;p3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2" name="Google Shape;19752;p3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3" name="Google Shape;19753;p3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4" name="Google Shape;19754;p39"/>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5" name="Google Shape;19755;p39"/>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6" name="Google Shape;19756;p3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7" name="Google Shape;19757;p3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8" name="Google Shape;19758;p3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9" name="Google Shape;19759;p3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0" name="Google Shape;19760;p3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1" name="Google Shape;19761;p3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2" name="Google Shape;19762;p39"/>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3" name="Google Shape;19763;p39"/>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4" name="Google Shape;19764;p39"/>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5" name="Google Shape;19765;p3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6" name="Google Shape;19766;p3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7" name="Google Shape;19767;p39"/>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8" name="Google Shape;19768;p3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9" name="Google Shape;19769;p39"/>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0" name="Google Shape;19770;p39"/>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1" name="Google Shape;19771;p39"/>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2" name="Google Shape;19772;p39"/>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3" name="Google Shape;19773;p39"/>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4" name="Google Shape;19774;p3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5" name="Google Shape;19775;p39"/>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6" name="Google Shape;19776;p3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7" name="Google Shape;19777;p3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8" name="Google Shape;19778;p3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9" name="Google Shape;19779;p3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0" name="Google Shape;19780;p39"/>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1" name="Google Shape;19781;p39"/>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2" name="Google Shape;19782;p39"/>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3" name="Google Shape;19783;p39"/>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4" name="Google Shape;19784;p39"/>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5" name="Google Shape;19785;p39"/>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6" name="Google Shape;19786;p39"/>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7" name="Google Shape;19787;p3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8" name="Google Shape;19788;p39"/>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9" name="Google Shape;19789;p3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0" name="Google Shape;19790;p39"/>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1" name="Google Shape;19791;p39"/>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2" name="Google Shape;19792;p39"/>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3" name="Google Shape;19793;p39"/>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4" name="Google Shape;19794;p39"/>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5" name="Google Shape;19795;p39"/>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6" name="Google Shape;19796;p39"/>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7" name="Google Shape;19797;p39"/>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8" name="Google Shape;19798;p3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9" name="Google Shape;19799;p39"/>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0" name="Google Shape;19800;p39"/>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1" name="Google Shape;19801;p3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2" name="Google Shape;19802;p3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3" name="Google Shape;19803;p3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4" name="Google Shape;19804;p39"/>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5" name="Google Shape;19805;p3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6" name="Google Shape;19806;p39"/>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7" name="Google Shape;19807;p39"/>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8" name="Google Shape;19808;p39"/>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9" name="Google Shape;19809;p39"/>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0" name="Google Shape;19810;p39"/>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1" name="Google Shape;19811;p39"/>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2" name="Google Shape;19812;p39"/>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3" name="Google Shape;19813;p39"/>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4" name="Google Shape;19814;p39"/>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5" name="Google Shape;19815;p3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6" name="Google Shape;19816;p39"/>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7" name="Google Shape;19817;p39"/>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8" name="Google Shape;19818;p39"/>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9" name="Google Shape;19819;p3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0" name="Google Shape;19820;p39"/>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1" name="Google Shape;19821;p3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2" name="Google Shape;19822;p3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3" name="Google Shape;19823;p39"/>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4" name="Google Shape;19824;p39"/>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5" name="Google Shape;19825;p3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6" name="Google Shape;19826;p3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7" name="Google Shape;19827;p3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8" name="Google Shape;19828;p39"/>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9" name="Google Shape;19829;p3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0" name="Google Shape;19830;p39"/>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1" name="Google Shape;19831;p39"/>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2" name="Google Shape;19832;p39"/>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3" name="Google Shape;19833;p3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4" name="Google Shape;19834;p39"/>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5" name="Google Shape;19835;p39"/>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6" name="Google Shape;19836;p39"/>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7" name="Google Shape;19837;p3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8" name="Google Shape;19838;p3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9" name="Google Shape;19839;p39"/>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0" name="Google Shape;19840;p39"/>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1" name="Google Shape;19841;p39"/>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2" name="Google Shape;19842;p3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3" name="Google Shape;19843;p39"/>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4" name="Google Shape;19844;p3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5" name="Google Shape;19845;p39"/>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6" name="Google Shape;19846;p3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7" name="Google Shape;19847;p3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8" name="Google Shape;19848;p3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9" name="Google Shape;19849;p3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0" name="Google Shape;19850;p39"/>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1" name="Google Shape;19851;p39"/>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2" name="Google Shape;19852;p39"/>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3" name="Google Shape;19853;p39"/>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4" name="Google Shape;19854;p39"/>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5" name="Google Shape;19855;p3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6" name="Google Shape;19856;p39"/>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7" name="Google Shape;19857;p39"/>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8" name="Google Shape;19858;p39"/>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9" name="Google Shape;19859;p39"/>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0" name="Google Shape;19860;p39"/>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1" name="Google Shape;19861;p39"/>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2" name="Google Shape;19862;p39"/>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3" name="Google Shape;19863;p39"/>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4" name="Google Shape;19864;p39"/>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5" name="Google Shape;19865;p39"/>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6" name="Google Shape;19866;p39"/>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7" name="Google Shape;19867;p39"/>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8" name="Google Shape;19868;p39"/>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9" name="Google Shape;19869;p3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0" name="Google Shape;19870;p3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1" name="Google Shape;19871;p3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2" name="Google Shape;19872;p39"/>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3" name="Google Shape;19873;p39"/>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4" name="Google Shape;19874;p39"/>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5" name="Google Shape;19875;p3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6" name="Google Shape;19876;p3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7" name="Google Shape;19877;p3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8" name="Google Shape;19878;p39"/>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9" name="Google Shape;19879;p3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0" name="Google Shape;19880;p3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1" name="Google Shape;19881;p39"/>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2" name="Google Shape;19882;p39"/>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3" name="Google Shape;19883;p3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4" name="Google Shape;19884;p3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5" name="Google Shape;19885;p3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6" name="Google Shape;19886;p39"/>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7" name="Google Shape;19887;p3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8" name="Google Shape;19888;p39"/>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9" name="Google Shape;19889;p39"/>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0" name="Google Shape;19890;p39"/>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1" name="Google Shape;19891;p39"/>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2" name="Google Shape;19892;p39"/>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3" name="Google Shape;19893;p39"/>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4" name="Google Shape;19894;p39"/>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5" name="Google Shape;19895;p39"/>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6" name="Google Shape;19896;p3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7" name="Google Shape;19897;p3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8" name="Google Shape;19898;p3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9" name="Google Shape;19899;p3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0" name="Google Shape;19900;p3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1" name="Google Shape;19901;p39"/>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2" name="Google Shape;19902;p3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3" name="Google Shape;19903;p3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4" name="Google Shape;19904;p3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5" name="Google Shape;19905;p3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6" name="Google Shape;19906;p3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7" name="Google Shape;19907;p3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8" name="Google Shape;19908;p3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9" name="Google Shape;19909;p3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0" name="Google Shape;19910;p3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1" name="Google Shape;19911;p39"/>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2" name="Google Shape;19912;p3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3" name="Google Shape;19913;p39"/>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4" name="Google Shape;19914;p39"/>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5" name="Google Shape;19915;p39"/>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6" name="Google Shape;19916;p39"/>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7" name="Google Shape;19917;p3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8" name="Google Shape;19918;p39"/>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9" name="Google Shape;19919;p39"/>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0" name="Google Shape;19920;p39"/>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1" name="Google Shape;19921;p39"/>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2" name="Google Shape;19922;p39"/>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3" name="Google Shape;19923;p39"/>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4" name="Google Shape;19924;p39"/>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5" name="Google Shape;19925;p3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6" name="Google Shape;19926;p3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7" name="Google Shape;19927;p39"/>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8" name="Google Shape;19928;p39"/>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9" name="Google Shape;19929;p39"/>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0" name="Google Shape;19930;p39"/>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1" name="Google Shape;19931;p39"/>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2" name="Google Shape;19932;p39"/>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3" name="Google Shape;19933;p39"/>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4" name="Google Shape;19934;p39"/>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5" name="Google Shape;19935;p39"/>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6" name="Google Shape;19936;p39"/>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7" name="Google Shape;19937;p39"/>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8" name="Google Shape;19938;p39"/>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9" name="Google Shape;19939;p39"/>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0" name="Google Shape;19940;p39"/>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1" name="Google Shape;19941;p39"/>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2" name="Google Shape;19942;p3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3" name="Google Shape;19943;p3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4" name="Google Shape;19944;p3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5" name="Google Shape;19945;p3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6" name="Google Shape;19946;p39"/>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7" name="Google Shape;19947;p39"/>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8" name="Google Shape;19948;p39"/>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9" name="Google Shape;19949;p3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0" name="Google Shape;19950;p39"/>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1" name="Google Shape;19951;p3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2" name="Google Shape;19952;p39"/>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3" name="Google Shape;19953;p39"/>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4" name="Google Shape;19954;p39"/>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5" name="Google Shape;19955;p39"/>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6" name="Google Shape;19956;p39"/>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7" name="Google Shape;19957;p39"/>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8" name="Google Shape;19958;p39"/>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9" name="Google Shape;19959;p3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0" name="Google Shape;19960;p39"/>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1" name="Google Shape;19961;p39"/>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2" name="Google Shape;19962;p39"/>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3" name="Google Shape;19963;p39"/>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4" name="Google Shape;19964;p3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5" name="Google Shape;19965;p39"/>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6" name="Google Shape;19966;p39"/>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7" name="Google Shape;19967;p39"/>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8" name="Google Shape;19968;p3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9" name="Google Shape;19969;p39"/>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0" name="Google Shape;19970;p3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1" name="Google Shape;19971;p3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2" name="Google Shape;19972;p3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3" name="Google Shape;19973;p3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4" name="Google Shape;19974;p39"/>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5" name="Google Shape;19975;p39"/>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6" name="Google Shape;19976;p39"/>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7" name="Google Shape;19977;p3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8" name="Google Shape;19978;p39"/>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9" name="Google Shape;19979;p39"/>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0" name="Google Shape;19980;p39"/>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1" name="Google Shape;19981;p39"/>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2" name="Google Shape;19982;p39"/>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3" name="Google Shape;19983;p3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4" name="Google Shape;19984;p39"/>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5" name="Google Shape;19985;p39"/>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6" name="Google Shape;19986;p39"/>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7" name="Google Shape;19987;p39"/>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8" name="Google Shape;19988;p39"/>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9" name="Google Shape;19989;p39"/>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0" name="Google Shape;19990;p39"/>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1" name="Google Shape;19991;p3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2" name="Google Shape;19992;p39"/>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3" name="Google Shape;19993;p3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4" name="Google Shape;19994;p3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5" name="Google Shape;19995;p3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6" name="Google Shape;19996;p3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7" name="Google Shape;19997;p3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8" name="Google Shape;19998;p3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9" name="Google Shape;19999;p3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0" name="Google Shape;20000;p3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1" name="Google Shape;20001;p39"/>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2" name="Google Shape;20002;p3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3" name="Google Shape;20003;p3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4" name="Google Shape;20004;p3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5" name="Google Shape;20005;p3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6" name="Google Shape;20006;p3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7" name="Google Shape;20007;p39"/>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8" name="Google Shape;20008;p39"/>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9" name="Google Shape;20009;p39"/>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0" name="Google Shape;20010;p3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1" name="Google Shape;20011;p39"/>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2" name="Google Shape;20012;p39"/>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3" name="Google Shape;20013;p39"/>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4" name="Google Shape;20014;p3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5" name="Google Shape;20015;p3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6" name="Google Shape;20016;p3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7" name="Google Shape;20017;p3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8" name="Google Shape;20018;p39"/>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9" name="Google Shape;20019;p3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0" name="Google Shape;20020;p3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1" name="Google Shape;20021;p3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2" name="Google Shape;20022;p3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3" name="Google Shape;20023;p3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4" name="Google Shape;20024;p39"/>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5" name="Google Shape;20025;p3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6" name="Google Shape;20026;p39"/>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7" name="Google Shape;20027;p39"/>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8" name="Google Shape;20028;p39"/>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9" name="Google Shape;20029;p39"/>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0" name="Google Shape;20030;p39"/>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1" name="Google Shape;20031;p39"/>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2" name="Google Shape;20032;p3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3" name="Google Shape;20033;p3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4" name="Google Shape;20034;p3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5" name="Google Shape;20035;p3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6" name="Google Shape;20036;p3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7" name="Google Shape;20037;p39"/>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8" name="Google Shape;20038;p3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9" name="Google Shape;20039;p39"/>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0" name="Google Shape;20040;p39"/>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1" name="Google Shape;20041;p3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2" name="Google Shape;20042;p39"/>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3" name="Google Shape;20043;p3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4" name="Google Shape;20044;p3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5" name="Google Shape;20045;p3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6" name="Google Shape;20046;p39"/>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7" name="Google Shape;20047;p39"/>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8" name="Google Shape;20048;p39"/>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9" name="Google Shape;20049;p39"/>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0" name="Google Shape;20050;p39"/>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1" name="Google Shape;20051;p3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2" name="Google Shape;20052;p3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3" name="Google Shape;20053;p3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4" name="Google Shape;20054;p39"/>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5" name="Google Shape;20055;p39"/>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6" name="Google Shape;20056;p39"/>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7" name="Google Shape;20057;p39"/>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8" name="Google Shape;20058;p3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9" name="Google Shape;20059;p3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0" name="Google Shape;20060;p39"/>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1" name="Google Shape;20061;p39"/>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2" name="Google Shape;20062;p39"/>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3" name="Google Shape;20063;p39"/>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4" name="Google Shape;20064;p3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5" name="Google Shape;20065;p39"/>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6" name="Google Shape;20066;p3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7" name="Google Shape;20067;p39"/>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8" name="Google Shape;20068;p39"/>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9" name="Google Shape;20069;p39"/>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0" name="Google Shape;20070;p3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1" name="Google Shape;20071;p3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2" name="Google Shape;20072;p3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3" name="Google Shape;20073;p3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4" name="Google Shape;20074;p3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5" name="Google Shape;20075;p39"/>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6" name="Google Shape;20076;p3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7" name="Google Shape;20077;p39"/>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8" name="Google Shape;20078;p3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9" name="Google Shape;20079;p3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0" name="Google Shape;20080;p3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1" name="Google Shape;20081;p3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2" name="Google Shape;20082;p3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3" name="Google Shape;20083;p3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4" name="Google Shape;20084;p39"/>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5" name="Google Shape;20085;p3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6" name="Google Shape;20086;p3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7" name="Google Shape;20087;p39"/>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8" name="Google Shape;20088;p39"/>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9" name="Google Shape;20089;p39"/>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0" name="Google Shape;20090;p39"/>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1" name="Google Shape;20091;p3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2" name="Google Shape;20092;p39"/>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3" name="Google Shape;20093;p39"/>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4" name="Google Shape;20094;p39"/>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5" name="Google Shape;20095;p3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6" name="Google Shape;20096;p39"/>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7" name="Google Shape;20097;p39"/>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8" name="Google Shape;20098;p39"/>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9" name="Google Shape;20099;p39"/>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0" name="Google Shape;20100;p3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1" name="Google Shape;20101;p39"/>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2" name="Google Shape;20102;p39"/>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3" name="Google Shape;20103;p39"/>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4" name="Google Shape;20104;p39"/>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5" name="Google Shape;20105;p39"/>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6" name="Google Shape;20106;p39"/>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7" name="Google Shape;20107;p39"/>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8" name="Google Shape;20108;p3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9" name="Google Shape;20109;p3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0" name="Google Shape;20110;p3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1" name="Google Shape;20111;p39"/>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2" name="Google Shape;20112;p3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3" name="Google Shape;20113;p39"/>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4" name="Google Shape;20114;p39"/>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5" name="Google Shape;20115;p39"/>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6" name="Google Shape;20116;p39"/>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7" name="Google Shape;20117;p3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8" name="Google Shape;20118;p39"/>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9" name="Google Shape;20119;p39"/>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0" name="Google Shape;20120;p39"/>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1" name="Google Shape;20121;p3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2" name="Google Shape;20122;p3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3" name="Google Shape;20123;p39"/>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4" name="Google Shape;20124;p3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5" name="Google Shape;20125;p3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6" name="Google Shape;20126;p3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7" name="Google Shape;20127;p3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8" name="Google Shape;20128;p3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9" name="Google Shape;20129;p3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0" name="Google Shape;20130;p3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1" name="Google Shape;20131;p3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2" name="Google Shape;20132;p3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3" name="Google Shape;20133;p3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4" name="Google Shape;20134;p3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5" name="Google Shape;20135;p3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6" name="Google Shape;20136;p3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7" name="Google Shape;20137;p3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8" name="Google Shape;20138;p3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9" name="Google Shape;20139;p3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0" name="Google Shape;20140;p39"/>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1" name="Google Shape;20141;p39"/>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2" name="Google Shape;20142;p3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3" name="Google Shape;20143;p3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4" name="Google Shape;20144;p3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5" name="Google Shape;20145;p39"/>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6" name="Google Shape;20146;p3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7" name="Google Shape;20147;p3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8" name="Google Shape;20148;p3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9" name="Google Shape;20149;p3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0" name="Google Shape;20150;p3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1" name="Google Shape;20151;p39"/>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2" name="Google Shape;20152;p3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3" name="Google Shape;20153;p3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4" name="Google Shape;20154;p3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5" name="Google Shape;20155;p3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6" name="Google Shape;20156;p3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7" name="Google Shape;20157;p3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8" name="Google Shape;20158;p3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9" name="Google Shape;20159;p39"/>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0" name="Google Shape;20160;p39"/>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1" name="Google Shape;20161;p39"/>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2" name="Google Shape;20162;p39"/>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3" name="Google Shape;20163;p39"/>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4" name="Google Shape;20164;p3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5" name="Google Shape;20165;p39"/>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6" name="Google Shape;20166;p39"/>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7" name="Google Shape;20167;p39"/>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8" name="Google Shape;20168;p3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9" name="Google Shape;20169;p39"/>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0" name="Google Shape;20170;p39"/>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1" name="Google Shape;20171;p3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2" name="Google Shape;20172;p3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3" name="Google Shape;20173;p39"/>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4" name="Google Shape;20174;p39"/>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5" name="Google Shape;20175;p3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6" name="Google Shape;20176;p3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7" name="Google Shape;20177;p3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8" name="Google Shape;20178;p3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9" name="Google Shape;20179;p3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0" name="Google Shape;20180;p3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1" name="Google Shape;20181;p3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2" name="Google Shape;20182;p3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3" name="Google Shape;20183;p39"/>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4" name="Google Shape;20184;p39"/>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5" name="Google Shape;20185;p3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6" name="Google Shape;20186;p3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7" name="Google Shape;20187;p3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8" name="Google Shape;20188;p3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9" name="Google Shape;20189;p3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0" name="Google Shape;20190;p3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1" name="Google Shape;20191;p3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2" name="Google Shape;20192;p3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3" name="Google Shape;20193;p3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4" name="Google Shape;20194;p3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5" name="Google Shape;20195;p3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6" name="Google Shape;20196;p3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7" name="Google Shape;20197;p39"/>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8" name="Google Shape;20198;p3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9" name="Google Shape;20199;p39"/>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0" name="Google Shape;20200;p39"/>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1" name="Google Shape;20201;p3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2" name="Google Shape;20202;p3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3" name="Google Shape;20203;p3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4" name="Google Shape;20204;p39"/>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5" name="Google Shape;20205;p3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6" name="Google Shape;20206;p3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7" name="Google Shape;20207;p3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8" name="Google Shape;20208;p39"/>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9" name="Google Shape;20209;p39"/>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0" name="Google Shape;20210;p39"/>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1" name="Google Shape;20211;p39"/>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2" name="Google Shape;20212;p3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3" name="Google Shape;20213;p39"/>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4" name="Google Shape;20214;p3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5" name="Google Shape;20215;p39"/>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6" name="Google Shape;20216;p39"/>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7" name="Google Shape;20217;p3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8" name="Google Shape;20218;p39"/>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9" name="Google Shape;20219;p39"/>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0" name="Google Shape;20220;p39"/>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1" name="Google Shape;20221;p39"/>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2" name="Google Shape;20222;p39"/>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3" name="Google Shape;20223;p39"/>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4" name="Google Shape;20224;p39"/>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5" name="Google Shape;20225;p3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6" name="Google Shape;20226;p39"/>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7" name="Google Shape;20227;p39"/>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8" name="Google Shape;20228;p39"/>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9" name="Google Shape;20229;p39"/>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0" name="Google Shape;20230;p3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1" name="Google Shape;20231;p3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2" name="Google Shape;20232;p3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3" name="Google Shape;20233;p39"/>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4" name="Google Shape;20234;p39"/>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5" name="Google Shape;20235;p3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6" name="Google Shape;20236;p3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7" name="Google Shape;20237;p39"/>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8" name="Google Shape;20238;p39"/>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9" name="Google Shape;20239;p39"/>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0" name="Google Shape;20240;p39"/>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1" name="Google Shape;20241;p3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2" name="Google Shape;20242;p3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3" name="Google Shape;20243;p39"/>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4" name="Google Shape;20244;p3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5" name="Google Shape;20245;p3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6" name="Google Shape;20246;p3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7" name="Google Shape;20247;p39"/>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8" name="Google Shape;20248;p3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9" name="Google Shape;20249;p39"/>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0" name="Google Shape;20250;p3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1" name="Google Shape;20251;p3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2" name="Google Shape;20252;p39"/>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3" name="Google Shape;20253;p3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4" name="Google Shape;20254;p3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5" name="Google Shape;20255;p3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6" name="Google Shape;20256;p3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7" name="Google Shape;20257;p3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8" name="Google Shape;20258;p3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9" name="Google Shape;20259;p39"/>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0" name="Google Shape;20260;p3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1" name="Google Shape;20261;p3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2" name="Google Shape;20262;p3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3" name="Google Shape;20263;p3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4" name="Google Shape;20264;p39"/>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5" name="Google Shape;20265;p39"/>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6" name="Google Shape;20266;p39"/>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7" name="Google Shape;20267;p39"/>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8" name="Google Shape;20268;p39"/>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9" name="Google Shape;20269;p39"/>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0" name="Google Shape;20270;p3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1" name="Google Shape;20271;p39"/>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2" name="Google Shape;20272;p39"/>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3" name="Google Shape;20273;p39"/>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4" name="Google Shape;20274;p39"/>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5" name="Google Shape;20275;p39"/>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6" name="Google Shape;20276;p39"/>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7" name="Google Shape;20277;p39"/>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8" name="Google Shape;20278;p39"/>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9" name="Google Shape;20279;p3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0" name="Google Shape;20280;p3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1" name="Google Shape;20281;p39"/>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2" name="Google Shape;20282;p39"/>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3" name="Google Shape;20283;p3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4" name="Google Shape;20284;p39"/>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5" name="Google Shape;20285;p39"/>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6" name="Google Shape;20286;p3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7" name="Google Shape;20287;p3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8" name="Google Shape;20288;p3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9" name="Google Shape;20289;p3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0" name="Google Shape;20290;p39"/>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1" name="Google Shape;20291;p39"/>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2" name="Google Shape;20292;p39"/>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3" name="Google Shape;20293;p39"/>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4" name="Google Shape;20294;p39"/>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5" name="Google Shape;20295;p39"/>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6" name="Google Shape;20296;p39"/>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7" name="Google Shape;20297;p39"/>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8" name="Google Shape;20298;p39"/>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9" name="Google Shape;20299;p39"/>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0" name="Google Shape;20300;p39"/>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1" name="Google Shape;20301;p3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2" name="Google Shape;20302;p39"/>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3" name="Google Shape;20303;p39"/>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4" name="Google Shape;20304;p3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5" name="Google Shape;20305;p39"/>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6" name="Google Shape;20306;p39"/>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7" name="Google Shape;20307;p3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8" name="Google Shape;20308;p3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9" name="Google Shape;20309;p3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0" name="Google Shape;20310;p39"/>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1" name="Google Shape;20311;p3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2" name="Google Shape;20312;p39"/>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3" name="Google Shape;20313;p3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4" name="Google Shape;20314;p39"/>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5" name="Google Shape;20315;p3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6" name="Google Shape;20316;p39"/>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7" name="Google Shape;20317;p39"/>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8" name="Google Shape;20318;p39"/>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9" name="Google Shape;20319;p39"/>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0" name="Google Shape;20320;p3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1" name="Google Shape;20321;p3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2" name="Google Shape;20322;p3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3" name="Google Shape;20323;p39"/>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4" name="Google Shape;20324;p39"/>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5" name="Google Shape;20325;p39"/>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6" name="Google Shape;20326;p39"/>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7" name="Google Shape;20327;p39"/>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8" name="Google Shape;20328;p39"/>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9" name="Google Shape;20329;p39"/>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0" name="Google Shape;20330;p39"/>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1" name="Google Shape;20331;p3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2" name="Google Shape;20332;p39"/>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3" name="Google Shape;20333;p39"/>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4" name="Google Shape;20334;p39"/>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5" name="Google Shape;20335;p39"/>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6" name="Google Shape;20336;p3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7" name="Google Shape;20337;p3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8" name="Google Shape;20338;p39"/>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9" name="Google Shape;20339;p39"/>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0" name="Google Shape;20340;p3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1" name="Google Shape;20341;p39"/>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2" name="Google Shape;20342;p39"/>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3" name="Google Shape;20343;p39"/>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4" name="Google Shape;20344;p39"/>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5" name="Google Shape;20345;p39"/>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6" name="Google Shape;20346;p39"/>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7" name="Google Shape;20347;p39"/>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8" name="Google Shape;20348;p39"/>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9" name="Google Shape;20349;p39"/>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0" name="Google Shape;20350;p39"/>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1" name="Google Shape;20351;p39"/>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2" name="Google Shape;20352;p39"/>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3" name="Google Shape;20353;p3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4" name="Google Shape;20354;p39"/>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5" name="Google Shape;20355;p39"/>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6" name="Google Shape;20356;p39"/>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7" name="Google Shape;20357;p39"/>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8" name="Google Shape;20358;p39"/>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9" name="Google Shape;20359;p39"/>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0" name="Google Shape;20360;p39"/>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1" name="Google Shape;20361;p39"/>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2" name="Google Shape;20362;p39"/>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3" name="Google Shape;20363;p3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4" name="Google Shape;20364;p3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5" name="Google Shape;20365;p3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6" name="Google Shape;20366;p3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7" name="Google Shape;20367;p3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8" name="Google Shape;20368;p3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9" name="Google Shape;20369;p3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0" name="Google Shape;20370;p39"/>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1" name="Google Shape;20371;p39"/>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2" name="Google Shape;20372;p3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3" name="Google Shape;20373;p39"/>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4" name="Google Shape;20374;p39"/>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5" name="Google Shape;20375;p39"/>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6" name="Google Shape;20376;p39"/>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7" name="Google Shape;20377;p3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8" name="Google Shape;20378;p39"/>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9" name="Google Shape;20379;p39"/>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0" name="Google Shape;20380;p39"/>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1" name="Google Shape;20381;p39"/>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2" name="Google Shape;20382;p39"/>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3" name="Google Shape;20383;p39"/>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4" name="Google Shape;20384;p39"/>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5" name="Google Shape;20385;p39"/>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6" name="Google Shape;20386;p39"/>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7" name="Google Shape;20387;p3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8" name="Google Shape;20388;p3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9" name="Google Shape;20389;p39"/>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0" name="Google Shape;20390;p39"/>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1" name="Google Shape;20391;p39"/>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2" name="Google Shape;20392;p3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3" name="Google Shape;20393;p39"/>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4" name="Google Shape;20394;p39"/>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5" name="Google Shape;20395;p39"/>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6" name="Google Shape;20396;p3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7" name="Google Shape;20397;p39"/>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8" name="Google Shape;20398;p39"/>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9" name="Google Shape;20399;p3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0" name="Google Shape;20400;p3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1" name="Google Shape;20401;p3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2" name="Google Shape;20402;p39"/>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3" name="Google Shape;20403;p39"/>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4" name="Google Shape;20404;p3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5" name="Google Shape;20405;p39"/>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6" name="Google Shape;20406;p39"/>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7" name="Google Shape;20407;p39"/>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8" name="Google Shape;20408;p39"/>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9" name="Google Shape;20409;p39"/>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0" name="Google Shape;20410;p3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1" name="Google Shape;20411;p3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2" name="Google Shape;20412;p3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3" name="Google Shape;20413;p3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4" name="Google Shape;20414;p3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5" name="Google Shape;20415;p3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6" name="Google Shape;20416;p3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7" name="Google Shape;20417;p3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8" name="Google Shape;20418;p3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9" name="Google Shape;20419;p3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0" name="Google Shape;20420;p3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1" name="Google Shape;20421;p3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2" name="Google Shape;20422;p3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3" name="Google Shape;20423;p3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4" name="Google Shape;20424;p3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5" name="Google Shape;20425;p3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6" name="Google Shape;20426;p3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7" name="Google Shape;20427;p3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8" name="Google Shape;20428;p3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9" name="Google Shape;20429;p3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0" name="Google Shape;20430;p3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1" name="Google Shape;20431;p3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2" name="Google Shape;20432;p3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3" name="Google Shape;20433;p3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4" name="Google Shape;20434;p3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5" name="Google Shape;20435;p3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6" name="Google Shape;20436;p3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7" name="Google Shape;20437;p3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8" name="Google Shape;20438;p3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9" name="Google Shape;20439;p3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0" name="Google Shape;20440;p3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1" name="Google Shape;20441;p3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2" name="Google Shape;20442;p3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3" name="Google Shape;20443;p3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4" name="Google Shape;20444;p3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5" name="Google Shape;20445;p3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6" name="Google Shape;20446;p3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7" name="Google Shape;20447;p3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8" name="Google Shape;20448;p3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9" name="Google Shape;20449;p3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0" name="Google Shape;20450;p3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1" name="Google Shape;20451;p3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2" name="Google Shape;20452;p3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3" name="Google Shape;20453;p3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4" name="Google Shape;20454;p3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5" name="Google Shape;20455;p3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6" name="Google Shape;20456;p3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7" name="Google Shape;20457;p3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8" name="Google Shape;20458;p39"/>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9" name="Google Shape;20459;p39"/>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0" name="Google Shape;20460;p3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1" name="Google Shape;20461;p39"/>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2" name="Google Shape;20462;p39"/>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3" name="Google Shape;20463;p3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4" name="Google Shape;20464;p39"/>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5" name="Google Shape;20465;p39"/>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6" name="Google Shape;20466;p39"/>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7" name="Google Shape;20467;p39"/>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8" name="Google Shape;20468;p39"/>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9" name="Google Shape;20469;p39"/>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0" name="Google Shape;20470;p39"/>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1" name="Google Shape;20471;p39"/>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2" name="Google Shape;20472;p39"/>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3" name="Google Shape;20473;p39"/>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4" name="Google Shape;20474;p39"/>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5" name="Google Shape;20475;p39"/>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6" name="Google Shape;20476;p39"/>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7" name="Google Shape;20477;p39"/>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8" name="Google Shape;20478;p39"/>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9" name="Google Shape;20479;p39"/>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0" name="Google Shape;20480;p39"/>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1" name="Google Shape;20481;p39"/>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2" name="Google Shape;20482;p3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3" name="Google Shape;20483;p39"/>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4" name="Google Shape;20484;p3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5" name="Google Shape;20485;p39"/>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6" name="Google Shape;20486;p3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7" name="Google Shape;20487;p3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8" name="Google Shape;20488;p39"/>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9" name="Google Shape;20489;p39"/>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0" name="Google Shape;20490;p39"/>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1" name="Google Shape;20491;p39"/>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2" name="Google Shape;20492;p39"/>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3" name="Google Shape;20493;p39"/>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4" name="Google Shape;20494;p3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5" name="Google Shape;20495;p3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6" name="Google Shape;20496;p39"/>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7" name="Google Shape;20497;p39"/>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8" name="Google Shape;20498;p39"/>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9" name="Google Shape;20499;p3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0" name="Google Shape;20500;p39"/>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1" name="Google Shape;20501;p39"/>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2" name="Google Shape;20502;p39"/>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3" name="Google Shape;20503;p3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4" name="Google Shape;20504;p3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5" name="Google Shape;20505;p39"/>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6" name="Google Shape;20506;p3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7" name="Google Shape;20507;p39"/>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8" name="Google Shape;20508;p3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9" name="Google Shape;20509;p39"/>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0" name="Google Shape;20510;p3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1" name="Google Shape;20511;p3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2" name="Google Shape;20512;p39"/>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3" name="Google Shape;20513;p3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4" name="Google Shape;20514;p3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5" name="Google Shape;20515;p39"/>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6" name="Google Shape;20516;p3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7" name="Google Shape;20517;p39"/>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8" name="Google Shape;20518;p3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9" name="Google Shape;20519;p3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0" name="Google Shape;20520;p39"/>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1" name="Google Shape;20521;p3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2" name="Google Shape;20522;p3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3" name="Google Shape;20523;p39"/>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4" name="Google Shape;20524;p3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5" name="Google Shape;20525;p3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6" name="Google Shape;20526;p39"/>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7" name="Google Shape;20527;p3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8" name="Google Shape;20528;p3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9" name="Google Shape;20529;p39"/>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0" name="Google Shape;20530;p3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1" name="Google Shape;20531;p39"/>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2" name="Google Shape;20532;p39"/>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3" name="Google Shape;20533;p39"/>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4" name="Google Shape;20534;p3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5" name="Google Shape;20535;p39"/>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6" name="Google Shape;20536;p39"/>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7" name="Google Shape;20537;p39"/>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8" name="Google Shape;20538;p39"/>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9" name="Google Shape;20539;p3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0" name="Google Shape;20540;p39"/>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1" name="Google Shape;20541;p39"/>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2" name="Google Shape;20542;p39"/>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3" name="Google Shape;20543;p39"/>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4" name="Google Shape;20544;p39"/>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5" name="Google Shape;20545;p39"/>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6" name="Google Shape;20546;p3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7" name="Google Shape;20547;p3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8" name="Google Shape;20548;p39"/>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9" name="Google Shape;20549;p39"/>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0" name="Google Shape;20550;p3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1" name="Google Shape;20551;p39"/>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2" name="Google Shape;20552;p3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3" name="Google Shape;20553;p39"/>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4" name="Google Shape;20554;p3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5" name="Google Shape;20555;p39"/>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6" name="Google Shape;20556;p39"/>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7" name="Google Shape;20557;p39"/>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8" name="Google Shape;20558;p3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9" name="Google Shape;20559;p3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0" name="Google Shape;20560;p39"/>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1" name="Google Shape;20561;p39"/>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2" name="Google Shape;20562;p39"/>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3" name="Google Shape;20563;p39"/>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4" name="Google Shape;20564;p39"/>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5" name="Google Shape;20565;p39"/>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6" name="Google Shape;20566;p39"/>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7" name="Google Shape;20567;p39"/>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8" name="Google Shape;20568;p39"/>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9" name="Google Shape;20569;p3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0" name="Google Shape;20570;p39"/>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1" name="Google Shape;20571;p39"/>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2" name="Google Shape;20572;p3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3" name="Google Shape;20573;p3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4" name="Google Shape;20574;p39"/>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5" name="Google Shape;20575;p3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6" name="Google Shape;20576;p39"/>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7" name="Google Shape;20577;p39"/>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8" name="Google Shape;20578;p3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9" name="Google Shape;20579;p3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0" name="Google Shape;20580;p39"/>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1" name="Google Shape;20581;p39"/>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2" name="Google Shape;20582;p3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3" name="Google Shape;20583;p39"/>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4" name="Google Shape;20584;p39"/>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5" name="Google Shape;20585;p39"/>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6" name="Google Shape;20586;p39"/>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7" name="Google Shape;20587;p39"/>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8" name="Google Shape;20588;p39"/>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9" name="Google Shape;20589;p3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0" name="Google Shape;20590;p39"/>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1" name="Google Shape;20591;p39"/>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2" name="Google Shape;20592;p3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3" name="Google Shape;20593;p39"/>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4" name="Google Shape;20594;p39"/>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5" name="Google Shape;20595;p39"/>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6" name="Google Shape;20596;p39"/>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7" name="Google Shape;20597;p39"/>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8" name="Google Shape;20598;p39"/>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9" name="Google Shape;20599;p39"/>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0" name="Google Shape;20600;p39"/>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1" name="Google Shape;20601;p39"/>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2" name="Google Shape;20602;p39"/>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3" name="Google Shape;20603;p3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4" name="Google Shape;20604;p3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5" name="Google Shape;20605;p39"/>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6" name="Google Shape;20606;p3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7" name="Google Shape;20607;p3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8" name="Google Shape;20608;p3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9" name="Google Shape;20609;p3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0" name="Google Shape;20610;p3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1" name="Google Shape;20611;p39"/>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2" name="Google Shape;20612;p3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3" name="Google Shape;20613;p3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4" name="Google Shape;20614;p3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5" name="Google Shape;20615;p3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6" name="Google Shape;20616;p3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7" name="Google Shape;20617;p39"/>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8" name="Google Shape;20618;p3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9" name="Google Shape;20619;p3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0" name="Google Shape;20620;p3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1" name="Google Shape;20621;p3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2" name="Google Shape;20622;p39"/>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3" name="Google Shape;20623;p3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4" name="Google Shape;20624;p39"/>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5" name="Google Shape;20625;p3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6" name="Google Shape;20626;p39"/>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7" name="Google Shape;20627;p3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8" name="Google Shape;20628;p3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9" name="Google Shape;20629;p3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0" name="Google Shape;20630;p39"/>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1" name="Google Shape;20631;p3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2" name="Google Shape;20632;p39"/>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3" name="Google Shape;20633;p39"/>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4" name="Google Shape;20634;p39"/>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5" name="Google Shape;20635;p39"/>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6" name="Google Shape;20636;p39"/>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7" name="Google Shape;20637;p39"/>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8" name="Google Shape;20638;p39"/>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9" name="Google Shape;20639;p39"/>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0" name="Google Shape;20640;p39"/>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1" name="Google Shape;20641;p39"/>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2" name="Google Shape;20642;p39"/>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3" name="Google Shape;20643;p39"/>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4" name="Google Shape;20644;p3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5" name="Google Shape;20645;p39"/>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6" name="Google Shape;20646;p39"/>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7" name="Google Shape;20647;p39"/>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8" name="Google Shape;20648;p39"/>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9" name="Google Shape;20649;p39"/>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0" name="Google Shape;20650;p39"/>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1" name="Google Shape;20651;p39"/>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2" name="Google Shape;20652;p39"/>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3" name="Google Shape;20653;p3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4" name="Google Shape;20654;p39"/>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5" name="Google Shape;20655;p39"/>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6" name="Google Shape;20656;p39"/>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7" name="Google Shape;20657;p3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8" name="Google Shape;20658;p3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9" name="Google Shape;20659;p3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0" name="Google Shape;20660;p3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1" name="Google Shape;20661;p3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2" name="Google Shape;20662;p3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3" name="Google Shape;20663;p3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4" name="Google Shape;20664;p3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5" name="Google Shape;20665;p3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6" name="Google Shape;20666;p3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7" name="Google Shape;20667;p3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8" name="Google Shape;20668;p3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9" name="Google Shape;20669;p3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0" name="Google Shape;20670;p3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1" name="Google Shape;20671;p3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2" name="Google Shape;20672;p3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3" name="Google Shape;20673;p3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4" name="Google Shape;20674;p3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5" name="Google Shape;20675;p3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6" name="Google Shape;20676;p3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7" name="Google Shape;20677;p3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8" name="Google Shape;20678;p39"/>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9" name="Google Shape;20679;p3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0" name="Google Shape;20680;p3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1" name="Google Shape;20681;p3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2" name="Google Shape;20682;p39"/>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3" name="Google Shape;20683;p39"/>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4" name="Google Shape;20684;p39"/>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5" name="Google Shape;20685;p39"/>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6" name="Google Shape;20686;p39"/>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7" name="Google Shape;20687;p39"/>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8" name="Google Shape;20688;p39"/>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9" name="Google Shape;20689;p39"/>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0" name="Google Shape;20690;p39"/>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1" name="Google Shape;20691;p39"/>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2" name="Google Shape;20692;p39"/>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3" name="Google Shape;20693;p39"/>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4" name="Google Shape;20694;p39"/>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5" name="Google Shape;20695;p39"/>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6" name="Google Shape;20696;p39"/>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7" name="Google Shape;20697;p39"/>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8" name="Google Shape;20698;p39"/>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9" name="Google Shape;20699;p39"/>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0" name="Google Shape;20700;p3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1" name="Google Shape;20701;p3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2" name="Google Shape;20702;p39"/>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3" name="Google Shape;20703;p3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4" name="Google Shape;20704;p39"/>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5" name="Google Shape;20705;p39"/>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6" name="Google Shape;20706;p3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7" name="Google Shape;20707;p3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8" name="Google Shape;20708;p39"/>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9" name="Google Shape;20709;p39"/>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0" name="Google Shape;20710;p39"/>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1" name="Google Shape;20711;p39"/>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2" name="Google Shape;20712;p3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3" name="Google Shape;20713;p39"/>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4" name="Google Shape;20714;p39"/>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5" name="Google Shape;20715;p3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6" name="Google Shape;20716;p39"/>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7" name="Google Shape;20717;p3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8" name="Google Shape;20718;p3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9" name="Google Shape;20719;p39"/>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0" name="Google Shape;20720;p3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1" name="Google Shape;20721;p3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2" name="Google Shape;20722;p3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3" name="Google Shape;20723;p3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4" name="Google Shape;20724;p3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5" name="Google Shape;20725;p39"/>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6" name="Google Shape;20726;p39"/>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7" name="Google Shape;20727;p39"/>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8" name="Google Shape;20728;p39"/>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9" name="Google Shape;20729;p39"/>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0" name="Google Shape;20730;p39"/>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1" name="Google Shape;20731;p39"/>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2" name="Google Shape;20732;p39"/>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3" name="Google Shape;20733;p39"/>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4" name="Google Shape;20734;p39"/>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5" name="Google Shape;20735;p39"/>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6" name="Google Shape;20736;p39"/>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7" name="Google Shape;20737;p39"/>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8" name="Google Shape;20738;p39"/>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9" name="Google Shape;20739;p39"/>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0" name="Google Shape;20740;p39"/>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1" name="Google Shape;20741;p39"/>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2" name="Google Shape;20742;p39"/>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3" name="Google Shape;20743;p39"/>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4" name="Google Shape;20744;p39"/>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5" name="Google Shape;20745;p39"/>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6" name="Google Shape;20746;p39"/>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7" name="Google Shape;20747;p39"/>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8" name="Google Shape;20748;p39"/>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9" name="Google Shape;20749;p39"/>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0" name="Google Shape;20750;p39"/>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1" name="Google Shape;20751;p39"/>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2" name="Google Shape;20752;p39"/>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3" name="Google Shape;20753;p39"/>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4" name="Google Shape;20754;p39"/>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5" name="Google Shape;20755;p3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6" name="Google Shape;20756;p3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7" name="Google Shape;20757;p3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8" name="Google Shape;20758;p3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9" name="Google Shape;20759;p39"/>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0" name="Google Shape;20760;p39"/>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1" name="Google Shape;20761;p3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2" name="Google Shape;20762;p3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3" name="Google Shape;20763;p39"/>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4" name="Google Shape;20764;p39"/>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5" name="Google Shape;20765;p39"/>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6" name="Google Shape;20766;p3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7" name="Google Shape;20767;p39"/>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8" name="Google Shape;20768;p39"/>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9" name="Google Shape;20769;p39"/>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0" name="Google Shape;20770;p39"/>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1" name="Google Shape;20771;p39"/>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2" name="Google Shape;20772;p39"/>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3" name="Google Shape;20773;p39"/>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4" name="Google Shape;20774;p39"/>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5" name="Google Shape;20775;p39"/>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6" name="Google Shape;20776;p3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7" name="Google Shape;20777;p3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8" name="Google Shape;20778;p39"/>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9" name="Google Shape;20779;p39"/>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0" name="Google Shape;20780;p3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1" name="Google Shape;20781;p3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2" name="Google Shape;20782;p39"/>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3" name="Google Shape;20783;p39"/>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4" name="Google Shape;20784;p3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5" name="Google Shape;20785;p39"/>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6" name="Google Shape;20786;p39"/>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7" name="Google Shape;20787;p39"/>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8" name="Google Shape;20788;p39"/>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9" name="Google Shape;20789;p39"/>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0" name="Google Shape;20790;p39"/>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1" name="Google Shape;20791;p39"/>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2" name="Google Shape;20792;p39"/>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3" name="Google Shape;20793;p39"/>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4" name="Google Shape;20794;p39"/>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5" name="Google Shape;20795;p39"/>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6" name="Google Shape;20796;p39"/>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7" name="Google Shape;20797;p39"/>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8" name="Google Shape;20798;p39"/>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9" name="Google Shape;20799;p39"/>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0" name="Google Shape;20800;p39"/>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1" name="Google Shape;20801;p3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2" name="Google Shape;20802;p39"/>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3" name="Google Shape;20803;p39"/>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4" name="Google Shape;20804;p39"/>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5" name="Google Shape;20805;p39"/>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6" name="Google Shape;20806;p39"/>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7" name="Google Shape;20807;p39"/>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8" name="Google Shape;20808;p39"/>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9" name="Google Shape;20809;p39"/>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0" name="Google Shape;20810;p39"/>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1" name="Google Shape;20811;p39"/>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2" name="Google Shape;20812;p39"/>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3" name="Google Shape;20813;p39"/>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4" name="Google Shape;20814;p39"/>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5" name="Google Shape;20815;p39"/>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6" name="Google Shape;20816;p39"/>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7" name="Google Shape;20817;p39"/>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8" name="Google Shape;20818;p3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9" name="Google Shape;20819;p39"/>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0" name="Google Shape;20820;p39"/>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1" name="Google Shape;20821;p39"/>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2" name="Google Shape;20822;p39"/>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3" name="Google Shape;20823;p3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4" name="Google Shape;20824;p3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5" name="Google Shape;20825;p3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6" name="Google Shape;20826;p39"/>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7" name="Google Shape;20827;p3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8" name="Google Shape;20828;p3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9" name="Google Shape;20829;p3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0" name="Google Shape;20830;p39"/>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1" name="Google Shape;20831;p39"/>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2" name="Google Shape;20832;p3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3" name="Google Shape;20833;p3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4" name="Google Shape;20834;p3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5" name="Google Shape;20835;p3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6" name="Google Shape;20836;p3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7" name="Google Shape;20837;p3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8" name="Google Shape;20838;p3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9" name="Google Shape;20839;p39"/>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0" name="Google Shape;20840;p39"/>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1" name="Google Shape;20841;p3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2" name="Google Shape;20842;p39"/>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3" name="Google Shape;20843;p39"/>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4" name="Google Shape;20844;p39"/>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5" name="Google Shape;20845;p39"/>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6" name="Google Shape;20846;p39"/>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7" name="Google Shape;20847;p39"/>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8" name="Google Shape;20848;p39"/>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9" name="Google Shape;20849;p3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0" name="Google Shape;20850;p39"/>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1" name="Google Shape;20851;p39"/>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2" name="Google Shape;20852;p39"/>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3" name="Google Shape;20853;p39"/>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4" name="Google Shape;20854;p39"/>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5" name="Google Shape;20855;p39"/>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6" name="Google Shape;20856;p39"/>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7" name="Google Shape;20857;p3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8" name="Google Shape;20858;p39"/>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9" name="Google Shape;20859;p39"/>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0" name="Google Shape;20860;p3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1" name="Google Shape;20861;p39"/>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2" name="Google Shape;20862;p3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3" name="Google Shape;20863;p39"/>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4" name="Google Shape;20864;p39"/>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5" name="Google Shape;20865;p39"/>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6" name="Google Shape;20866;p39"/>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7" name="Google Shape;20867;p3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8" name="Google Shape;20868;p3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9" name="Google Shape;20869;p3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0" name="Google Shape;20870;p3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1" name="Google Shape;20871;p3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2" name="Google Shape;20872;p3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3" name="Google Shape;20873;p3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4" name="Google Shape;20874;p3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5" name="Google Shape;20875;p3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6" name="Google Shape;20876;p3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7" name="Google Shape;20877;p3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8" name="Google Shape;20878;p3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9" name="Google Shape;20879;p3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0" name="Google Shape;20880;p39"/>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1" name="Google Shape;20881;p39"/>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2" name="Google Shape;20882;p39"/>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3" name="Google Shape;20883;p39"/>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4" name="Google Shape;20884;p3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5" name="Google Shape;20885;p3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6" name="Google Shape;20886;p3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7" name="Google Shape;20887;p39"/>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8" name="Google Shape;20888;p3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9" name="Google Shape;20889;p3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0" name="Google Shape;20890;p39"/>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1" name="Google Shape;20891;p3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2" name="Google Shape;20892;p3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3" name="Google Shape;20893;p3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4" name="Google Shape;20894;p3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5" name="Google Shape;20895;p3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6" name="Google Shape;20896;p3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7" name="Google Shape;20897;p39"/>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8" name="Google Shape;20898;p3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9" name="Google Shape;20899;p3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0" name="Google Shape;20900;p39"/>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1" name="Google Shape;20901;p3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2" name="Google Shape;20902;p39"/>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3" name="Google Shape;20903;p39"/>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4" name="Google Shape;20904;p39"/>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5" name="Google Shape;20905;p3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6" name="Google Shape;20906;p39"/>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7" name="Google Shape;20907;p39"/>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8" name="Google Shape;20908;p39"/>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9" name="Google Shape;20909;p3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0" name="Google Shape;20910;p39"/>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1" name="Google Shape;20911;p39"/>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2" name="Google Shape;20912;p3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3" name="Google Shape;20913;p3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4" name="Google Shape;20914;p39"/>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5" name="Google Shape;20915;p3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6" name="Google Shape;20916;p3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7" name="Google Shape;20917;p39"/>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8" name="Google Shape;20918;p3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9" name="Google Shape;20919;p3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0" name="Google Shape;20920;p3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1" name="Google Shape;20921;p39"/>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2" name="Google Shape;20922;p39"/>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3" name="Google Shape;20923;p3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4" name="Google Shape;20924;p3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5" name="Google Shape;20925;p3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6" name="Google Shape;20926;p3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7" name="Google Shape;20927;p3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8" name="Google Shape;20928;p3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9" name="Google Shape;20929;p39"/>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0" name="Google Shape;20930;p39"/>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1" name="Google Shape;20931;p3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2" name="Google Shape;20932;p39"/>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3" name="Google Shape;20933;p39"/>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4" name="Google Shape;20934;p3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5" name="Google Shape;20935;p39"/>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6" name="Google Shape;20936;p39"/>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7" name="Google Shape;20937;p39"/>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8" name="Google Shape;20938;p39"/>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9" name="Google Shape;20939;p39"/>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0" name="Google Shape;20940;p39"/>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1" name="Google Shape;20941;p39"/>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2" name="Google Shape;20942;p39"/>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3" name="Google Shape;20943;p39"/>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4" name="Google Shape;20944;p39"/>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5" name="Google Shape;20945;p39"/>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6" name="Google Shape;20946;p39"/>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7" name="Google Shape;20947;p39"/>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8" name="Google Shape;20948;p3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9" name="Google Shape;20949;p39"/>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0" name="Google Shape;20950;p3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1" name="Google Shape;20951;p3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2" name="Google Shape;20952;p39"/>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3" name="Google Shape;20953;p39"/>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4" name="Google Shape;20954;p39"/>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5" name="Google Shape;20955;p39"/>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6" name="Google Shape;20956;p39"/>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7" name="Google Shape;20957;p39"/>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8" name="Google Shape;20958;p39"/>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9" name="Google Shape;20959;p39"/>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0" name="Google Shape;20960;p3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1" name="Google Shape;20961;p3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2" name="Google Shape;20962;p3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3" name="Google Shape;20963;p3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4" name="Google Shape;20964;p39"/>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5" name="Google Shape;20965;p39"/>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6" name="Google Shape;20966;p39"/>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7" name="Google Shape;20967;p39"/>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8" name="Google Shape;20968;p3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9" name="Google Shape;20969;p3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0" name="Google Shape;20970;p3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1" name="Google Shape;20971;p3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2" name="Google Shape;20972;p39"/>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3" name="Google Shape;20973;p39"/>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4" name="Google Shape;20974;p39"/>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5" name="Google Shape;20975;p39"/>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6" name="Google Shape;20976;p39"/>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7" name="Google Shape;20977;p39"/>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8" name="Google Shape;20978;p39"/>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9" name="Google Shape;20979;p39"/>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0" name="Google Shape;20980;p39"/>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1" name="Google Shape;20981;p39"/>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2" name="Google Shape;20982;p39"/>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3" name="Google Shape;20983;p39"/>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4" name="Google Shape;20984;p39"/>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5" name="Google Shape;20985;p39"/>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6" name="Google Shape;20986;p39"/>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7" name="Google Shape;20987;p39"/>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8" name="Google Shape;20988;p39"/>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9" name="Google Shape;20989;p3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0" name="Google Shape;20990;p3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1" name="Google Shape;20991;p3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2" name="Google Shape;20992;p3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3" name="Google Shape;20993;p39"/>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4" name="Google Shape;20994;p3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5" name="Google Shape;20995;p3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6" name="Google Shape;20996;p3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7" name="Google Shape;20997;p3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8" name="Google Shape;20998;p39"/>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9" name="Google Shape;20999;p39"/>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0" name="Google Shape;21000;p39"/>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1" name="Google Shape;21001;p3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2" name="Google Shape;21002;p39"/>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3" name="Google Shape;21003;p39"/>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4" name="Google Shape;21004;p3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5" name="Google Shape;21005;p39"/>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6" name="Google Shape;21006;p3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7" name="Google Shape;21007;p3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8" name="Google Shape;21008;p3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9" name="Google Shape;21009;p3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0" name="Google Shape;21010;p3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1" name="Google Shape;21011;p3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2" name="Google Shape;21012;p3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3" name="Google Shape;21013;p3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4" name="Google Shape;21014;p3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5" name="Google Shape;21015;p3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6" name="Google Shape;21016;p3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7" name="Google Shape;21017;p3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8" name="Google Shape;21018;p3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9" name="Google Shape;21019;p39"/>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0" name="Google Shape;21020;p39"/>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1" name="Google Shape;21021;p39"/>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2" name="Google Shape;21022;p39"/>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3" name="Google Shape;21023;p39"/>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4" name="Google Shape;21024;p39"/>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5" name="Google Shape;21025;p39"/>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6" name="Google Shape;21026;p39"/>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7" name="Google Shape;21027;p3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8" name="Google Shape;21028;p39"/>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9" name="Google Shape;21029;p39"/>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0" name="Google Shape;21030;p39"/>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1" name="Google Shape;21031;p3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2" name="Google Shape;21032;p39"/>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3" name="Google Shape;21033;p39"/>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4" name="Google Shape;21034;p3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5" name="Google Shape;21035;p3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6" name="Google Shape;21036;p39"/>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7" name="Google Shape;21037;p39"/>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8" name="Google Shape;21038;p39"/>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9" name="Google Shape;21039;p39"/>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0" name="Google Shape;21040;p3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1" name="Google Shape;21041;p3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2" name="Google Shape;21042;p3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3" name="Google Shape;21043;p3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4" name="Google Shape;21044;p3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5" name="Google Shape;21045;p3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6" name="Google Shape;21046;p3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7" name="Google Shape;21047;p3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8" name="Google Shape;21048;p3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9" name="Google Shape;21049;p3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0" name="Google Shape;21050;p39"/>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1" name="Google Shape;21051;p39"/>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2" name="Google Shape;21052;p39"/>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3" name="Google Shape;21053;p39"/>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4" name="Google Shape;21054;p39"/>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5" name="Google Shape;21055;p39"/>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6" name="Google Shape;21056;p3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7" name="Google Shape;21057;p39"/>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8" name="Google Shape;21058;p3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9" name="Google Shape;21059;p3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0" name="Google Shape;21060;p3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1" name="Google Shape;21061;p3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2" name="Google Shape;21062;p3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3" name="Google Shape;21063;p3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4" name="Google Shape;21064;p39"/>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5" name="Google Shape;21065;p3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6" name="Google Shape;21066;p3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7" name="Google Shape;21067;p3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8" name="Google Shape;21068;p3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9" name="Google Shape;21069;p3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0" name="Google Shape;21070;p3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1" name="Google Shape;21071;p3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2" name="Google Shape;21072;p39"/>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3" name="Google Shape;21073;p3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4" name="Google Shape;21074;p39"/>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5" name="Google Shape;21075;p39"/>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6" name="Google Shape;21076;p39"/>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7" name="Google Shape;21077;p3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8" name="Google Shape;21078;p39"/>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9" name="Google Shape;21079;p3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0" name="Google Shape;21080;p39"/>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1" name="Google Shape;21081;p39"/>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2" name="Google Shape;21082;p39"/>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3" name="Google Shape;21083;p39"/>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4" name="Google Shape;21084;p39"/>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5" name="Google Shape;21085;p3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6" name="Google Shape;21086;p39"/>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7" name="Google Shape;21087;p39"/>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8" name="Google Shape;21088;p39"/>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9" name="Google Shape;21089;p39"/>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0" name="Google Shape;21090;p39"/>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1" name="Google Shape;21091;p39"/>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2" name="Google Shape;21092;p39"/>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3" name="Google Shape;21093;p39"/>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4" name="Google Shape;21094;p39"/>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5" name="Google Shape;21095;p39"/>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6" name="Google Shape;21096;p3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7" name="Google Shape;21097;p39"/>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8" name="Google Shape;21098;p39"/>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9" name="Google Shape;21099;p39"/>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0" name="Google Shape;21100;p39"/>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1" name="Google Shape;21101;p39"/>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2" name="Google Shape;21102;p39"/>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3" name="Google Shape;21103;p3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4" name="Google Shape;21104;p39"/>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5" name="Google Shape;21105;p39"/>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6" name="Google Shape;21106;p39"/>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7" name="Google Shape;21107;p39"/>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8" name="Google Shape;21108;p39"/>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9" name="Google Shape;21109;p39"/>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0" name="Google Shape;21110;p39"/>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1" name="Google Shape;21111;p39"/>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2" name="Google Shape;21112;p39"/>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3" name="Google Shape;21113;p39"/>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4" name="Google Shape;21114;p39"/>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5" name="Google Shape;21115;p39"/>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6" name="Google Shape;21116;p39"/>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7" name="Google Shape;21117;p3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8" name="Google Shape;21118;p39"/>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9" name="Google Shape;21119;p39"/>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0" name="Google Shape;21120;p39"/>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1" name="Google Shape;21121;p39"/>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2" name="Google Shape;21122;p39"/>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3" name="Google Shape;21123;p39"/>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4" name="Google Shape;21124;p39"/>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5" name="Google Shape;21125;p39"/>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6" name="Google Shape;21126;p39"/>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7" name="Google Shape;21127;p39"/>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8" name="Google Shape;21128;p39"/>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9" name="Google Shape;21129;p39"/>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0" name="Google Shape;21130;p39"/>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1" name="Google Shape;21131;p39"/>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2" name="Google Shape;21132;p3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3" name="Google Shape;21133;p3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4" name="Google Shape;21134;p39"/>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5" name="Google Shape;21135;p39"/>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6" name="Google Shape;21136;p39"/>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7" name="Google Shape;21137;p39"/>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8" name="Google Shape;21138;p39"/>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9" name="Google Shape;21139;p39"/>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0" name="Google Shape;21140;p39"/>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1" name="Google Shape;21141;p3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2" name="Google Shape;21142;p3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3" name="Google Shape;21143;p39"/>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4" name="Google Shape;21144;p39"/>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5" name="Google Shape;21145;p39"/>
            <p:cNvSpPr/>
            <p:nvPr/>
          </p:nvSpPr>
          <p:spPr>
            <a:xfrm>
              <a:off x="2514119" y="1694678"/>
              <a:ext cx="149" cy="0"/>
            </a:xfrm>
            <a:custGeom>
              <a:rect b="b" l="l" r="r" t="t"/>
              <a:pathLst>
                <a:path extrusionOk="0" h="12000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6" name="Google Shape;21146;p39"/>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7" name="Google Shape;21147;p39"/>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8" name="Google Shape;21148;p39"/>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9" name="Google Shape;21149;p3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0" name="Google Shape;21150;p39"/>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1" name="Google Shape;21151;p3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2" name="Google Shape;21152;p39"/>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3" name="Google Shape;21153;p39"/>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4" name="Google Shape;21154;p39"/>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5" name="Google Shape;21155;p39"/>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6" name="Google Shape;21156;p39"/>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7" name="Google Shape;21157;p39"/>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8" name="Google Shape;21158;p3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9" name="Google Shape;21159;p39"/>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0" name="Google Shape;21160;p39"/>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1" name="Google Shape;21161;p39"/>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2" name="Google Shape;21162;p39"/>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3" name="Google Shape;21163;p39"/>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4" name="Google Shape;21164;p39"/>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5" name="Google Shape;21165;p39"/>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6" name="Google Shape;21166;p3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7" name="Google Shape;21167;p3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8" name="Google Shape;21168;p3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9" name="Google Shape;21169;p3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0" name="Google Shape;21170;p39"/>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1" name="Google Shape;21171;p39"/>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2" name="Google Shape;21172;p3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3" name="Google Shape;21173;p39"/>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4" name="Google Shape;21174;p3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5" name="Google Shape;21175;p3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6" name="Google Shape;21176;p3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7" name="Google Shape;21177;p3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8" name="Google Shape;21178;p3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9" name="Google Shape;21179;p3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0" name="Google Shape;21180;p3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1" name="Google Shape;21181;p3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2" name="Google Shape;21182;p3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3" name="Google Shape;21183;p3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4" name="Google Shape;21184;p3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5" name="Google Shape;21185;p3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6" name="Google Shape;21186;p3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7" name="Google Shape;21187;p3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8" name="Google Shape;21188;p3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9" name="Google Shape;21189;p3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0" name="Google Shape;21190;p3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1" name="Google Shape;21191;p3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2" name="Google Shape;21192;p3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3" name="Google Shape;21193;p3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4" name="Google Shape;21194;p3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5" name="Google Shape;21195;p3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6" name="Google Shape;21196;p3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7" name="Google Shape;21197;p3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8" name="Google Shape;21198;p3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9" name="Google Shape;21199;p3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0" name="Google Shape;21200;p39"/>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1" name="Google Shape;21201;p3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2" name="Google Shape;21202;p3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3" name="Google Shape;21203;p3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4" name="Google Shape;21204;p3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5" name="Google Shape;21205;p39"/>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6" name="Google Shape;21206;p3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7" name="Google Shape;21207;p39"/>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8" name="Google Shape;21208;p3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9" name="Google Shape;21209;p3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0" name="Google Shape;21210;p3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1" name="Google Shape;21211;p39"/>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2" name="Google Shape;21212;p39"/>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3" name="Google Shape;21213;p39"/>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4" name="Google Shape;21214;p39"/>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5" name="Google Shape;21215;p39"/>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6" name="Google Shape;21216;p39"/>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7" name="Google Shape;21217;p39"/>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8" name="Google Shape;21218;p39"/>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9" name="Google Shape;21219;p39"/>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0" name="Google Shape;21220;p3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1" name="Google Shape;21221;p3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2" name="Google Shape;21222;p3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3" name="Google Shape;21223;p3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4" name="Google Shape;21224;p3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5" name="Google Shape;21225;p3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6" name="Google Shape;21226;p3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7" name="Google Shape;21227;p3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8" name="Google Shape;21228;p3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9" name="Google Shape;21229;p3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0" name="Google Shape;21230;p3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1" name="Google Shape;21231;p3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2" name="Google Shape;21232;p39"/>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3" name="Google Shape;21233;p39"/>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4" name="Google Shape;21234;p39"/>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5" name="Google Shape;21235;p39"/>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6" name="Google Shape;21236;p39"/>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7" name="Google Shape;21237;p3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8" name="Google Shape;21238;p39"/>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9" name="Google Shape;21239;p39"/>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0" name="Google Shape;21240;p39"/>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1" name="Google Shape;21241;p3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2" name="Google Shape;21242;p3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3" name="Google Shape;21243;p3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4" name="Google Shape;21244;p39"/>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5" name="Google Shape;21245;p3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6" name="Google Shape;21246;p39"/>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7" name="Google Shape;21247;p39"/>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8" name="Google Shape;21248;p39"/>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9" name="Google Shape;21249;p39"/>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0" name="Google Shape;21250;p39"/>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1" name="Google Shape;21251;p39"/>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2" name="Google Shape;21252;p39"/>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3" name="Google Shape;21253;p39"/>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4" name="Google Shape;21254;p39"/>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5" name="Google Shape;21255;p39"/>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6" name="Google Shape;21256;p3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7" name="Google Shape;21257;p39"/>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8" name="Google Shape;21258;p39"/>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9" name="Google Shape;21259;p39"/>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0" name="Google Shape;21260;p39"/>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1" name="Google Shape;21261;p39"/>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2" name="Google Shape;21262;p39"/>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3" name="Google Shape;21263;p39"/>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4" name="Google Shape;21264;p39"/>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5" name="Google Shape;21265;p39"/>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6" name="Google Shape;21266;p39"/>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7" name="Google Shape;21267;p39"/>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8" name="Google Shape;21268;p39"/>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9" name="Google Shape;21269;p39"/>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0" name="Google Shape;21270;p39"/>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1" name="Google Shape;21271;p39"/>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2" name="Google Shape;21272;p39"/>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3" name="Google Shape;21273;p39"/>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4" name="Google Shape;21274;p39"/>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5" name="Google Shape;21275;p39"/>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6" name="Google Shape;21276;p39"/>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7" name="Google Shape;21277;p3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8" name="Google Shape;21278;p3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9" name="Google Shape;21279;p3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0" name="Google Shape;21280;p3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1" name="Google Shape;21281;p3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2" name="Google Shape;21282;p3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3" name="Google Shape;21283;p3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4" name="Google Shape;21284;p39"/>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5" name="Google Shape;21285;p39"/>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6" name="Google Shape;21286;p39"/>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7" name="Google Shape;21287;p39"/>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8" name="Google Shape;21288;p3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9" name="Google Shape;21289;p39"/>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0" name="Google Shape;21290;p3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1" name="Google Shape;21291;p3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2" name="Google Shape;21292;p3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3" name="Google Shape;21293;p3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4" name="Google Shape;21294;p39"/>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5" name="Google Shape;21295;p3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6" name="Google Shape;21296;p3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7" name="Google Shape;21297;p3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8" name="Google Shape;21298;p3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9" name="Google Shape;21299;p3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0" name="Google Shape;21300;p3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1" name="Google Shape;21301;p3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2" name="Google Shape;21302;p3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3" name="Google Shape;21303;p3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4" name="Google Shape;21304;p3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5" name="Google Shape;21305;p3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6" name="Google Shape;21306;p39"/>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7" name="Google Shape;21307;p39"/>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8" name="Google Shape;21308;p39"/>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9" name="Google Shape;21309;p39"/>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0" name="Google Shape;21310;p39"/>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1" name="Google Shape;21311;p39"/>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2" name="Google Shape;21312;p39"/>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3" name="Google Shape;21313;p3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4" name="Google Shape;21314;p3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5" name="Google Shape;21315;p3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6" name="Google Shape;21316;p3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7" name="Google Shape;21317;p39"/>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8" name="Google Shape;21318;p39"/>
            <p:cNvSpPr/>
            <p:nvPr/>
          </p:nvSpPr>
          <p:spPr>
            <a:xfrm>
              <a:off x="2205720" y="1581265"/>
              <a:ext cx="14" cy="0"/>
            </a:xfrm>
            <a:custGeom>
              <a:rect b="b" l="l" r="r" t="t"/>
              <a:pathLst>
                <a:path extrusionOk="0" h="12000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9" name="Google Shape;21319;p39"/>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0" name="Google Shape;21320;p39"/>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1" name="Google Shape;21321;p39"/>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2" name="Google Shape;21322;p39"/>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3" name="Google Shape;21323;p3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4" name="Google Shape;21324;p3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5" name="Google Shape;21325;p3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6" name="Google Shape;21326;p3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7" name="Google Shape;21327;p3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8" name="Google Shape;21328;p39"/>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9" name="Google Shape;21329;p3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0" name="Google Shape;21330;p3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1" name="Google Shape;21331;p3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2" name="Google Shape;21332;p39"/>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3" name="Google Shape;21333;p3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4" name="Google Shape;21334;p3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5" name="Google Shape;21335;p3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6" name="Google Shape;21336;p3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7" name="Google Shape;21337;p3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8" name="Google Shape;21338;p39"/>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9" name="Google Shape;21339;p39"/>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0" name="Google Shape;21340;p39"/>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1" name="Google Shape;21341;p39"/>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2" name="Google Shape;21342;p3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3" name="Google Shape;21343;p3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4" name="Google Shape;21344;p39"/>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5" name="Google Shape;21345;p39"/>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6" name="Google Shape;21346;p39"/>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7" name="Google Shape;21347;p3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8" name="Google Shape;21348;p39"/>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9" name="Google Shape;21349;p39"/>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0" name="Google Shape;21350;p39"/>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1" name="Google Shape;21351;p3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2" name="Google Shape;21352;p39"/>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3" name="Google Shape;21353;p39"/>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4" name="Google Shape;21354;p3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5" name="Google Shape;21355;p3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6" name="Google Shape;21356;p3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7" name="Google Shape;21357;p3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8" name="Google Shape;21358;p3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9" name="Google Shape;21359;p3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0" name="Google Shape;21360;p3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1" name="Google Shape;21361;p3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2" name="Google Shape;21362;p3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3" name="Google Shape;21363;p3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4" name="Google Shape;21364;p3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5" name="Google Shape;21365;p3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6" name="Google Shape;21366;p3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7" name="Google Shape;21367;p3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8" name="Google Shape;21368;p3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9" name="Google Shape;21369;p3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0" name="Google Shape;21370;p3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1" name="Google Shape;21371;p3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2" name="Google Shape;21372;p3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3" name="Google Shape;21373;p3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4" name="Google Shape;21374;p3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5" name="Google Shape;21375;p3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6" name="Google Shape;21376;p3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7" name="Google Shape;21377;p3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8" name="Google Shape;21378;p3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9" name="Google Shape;21379;p3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0" name="Google Shape;21380;p3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1" name="Google Shape;21381;p3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2" name="Google Shape;21382;p3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3" name="Google Shape;21383;p3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4" name="Google Shape;21384;p39"/>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5" name="Google Shape;21385;p3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6" name="Google Shape;21386;p3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7" name="Google Shape;21387;p39"/>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8" name="Google Shape;21388;p3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9" name="Google Shape;21389;p3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0" name="Google Shape;21390;p3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1" name="Google Shape;21391;p3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2" name="Google Shape;21392;p3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3" name="Google Shape;21393;p3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4" name="Google Shape;21394;p3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5" name="Google Shape;21395;p3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6" name="Google Shape;21396;p3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7" name="Google Shape;21397;p3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8" name="Google Shape;21398;p3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9" name="Google Shape;21399;p3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0" name="Google Shape;21400;p3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1" name="Google Shape;21401;p3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2" name="Google Shape;21402;p3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3" name="Google Shape;21403;p3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4" name="Google Shape;21404;p3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5" name="Google Shape;21405;p3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6" name="Google Shape;21406;p3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7" name="Google Shape;21407;p3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8" name="Google Shape;21408;p39"/>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9" name="Google Shape;21409;p3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0" name="Google Shape;21410;p3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1" name="Google Shape;21411;p3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2" name="Google Shape;21412;p3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3" name="Google Shape;21413;p3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4" name="Google Shape;21414;p3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5" name="Google Shape;21415;p3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6" name="Google Shape;21416;p3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7" name="Google Shape;21417;p3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8" name="Google Shape;21418;p3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9" name="Google Shape;21419;p3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0" name="Google Shape;21420;p3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1" name="Google Shape;21421;p39"/>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2" name="Google Shape;21422;p3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3" name="Google Shape;21423;p3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4" name="Google Shape;21424;p39"/>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5" name="Google Shape;21425;p39"/>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6" name="Google Shape;21426;p3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7" name="Google Shape;21427;p3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8" name="Google Shape;21428;p39"/>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9" name="Google Shape;21429;p39"/>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0" name="Google Shape;21430;p39"/>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1" name="Google Shape;21431;p39"/>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2" name="Google Shape;21432;p39"/>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3" name="Google Shape;21433;p39"/>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4" name="Google Shape;21434;p39"/>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5" name="Google Shape;21435;p39"/>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6" name="Google Shape;21436;p3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7" name="Google Shape;21437;p3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8" name="Google Shape;21438;p3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9" name="Google Shape;21439;p3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0" name="Google Shape;21440;p3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1" name="Google Shape;21441;p3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2" name="Google Shape;21442;p3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3" name="Google Shape;21443;p3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4" name="Google Shape;21444;p3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5" name="Google Shape;21445;p3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6" name="Google Shape;21446;p3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7" name="Google Shape;21447;p3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8" name="Google Shape;21448;p3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9" name="Google Shape;21449;p3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0" name="Google Shape;21450;p3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1" name="Google Shape;21451;p3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2" name="Google Shape;21452;p3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3" name="Google Shape;21453;p3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4" name="Google Shape;21454;p3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5" name="Google Shape;21455;p39"/>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6" name="Google Shape;21456;p3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7" name="Google Shape;21457;p3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8" name="Google Shape;21458;p3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9" name="Google Shape;21459;p3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0" name="Google Shape;21460;p3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1" name="Google Shape;21461;p3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2" name="Google Shape;21462;p39"/>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3" name="Google Shape;21463;p39"/>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4" name="Google Shape;21464;p39"/>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5" name="Google Shape;21465;p39"/>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6" name="Google Shape;21466;p39"/>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7" name="Google Shape;21467;p39"/>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8" name="Google Shape;21468;p39"/>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9" name="Google Shape;21469;p3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0" name="Google Shape;21470;p3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1" name="Google Shape;21471;p3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2" name="Google Shape;21472;p39"/>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3" name="Google Shape;21473;p3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4" name="Google Shape;21474;p39"/>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5" name="Google Shape;21475;p3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6" name="Google Shape;21476;p3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7" name="Google Shape;21477;p3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8" name="Google Shape;21478;p39"/>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9" name="Google Shape;21479;p39"/>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0" name="Google Shape;21480;p39"/>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1" name="Google Shape;21481;p3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2" name="Google Shape;21482;p39"/>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3" name="Google Shape;21483;p3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4" name="Google Shape;21484;p39"/>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5" name="Google Shape;21485;p39"/>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6" name="Google Shape;21486;p39"/>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7" name="Google Shape;21487;p39"/>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8" name="Google Shape;21488;p39"/>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9" name="Google Shape;21489;p39"/>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0" name="Google Shape;21490;p3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1" name="Google Shape;21491;p39"/>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2" name="Google Shape;21492;p39"/>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3" name="Google Shape;21493;p3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4" name="Google Shape;21494;p39"/>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5" name="Google Shape;21495;p39"/>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6" name="Google Shape;21496;p39"/>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7" name="Google Shape;21497;p3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8" name="Google Shape;21498;p39"/>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9" name="Google Shape;21499;p39"/>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0" name="Google Shape;21500;p39"/>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1" name="Google Shape;21501;p39"/>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2" name="Google Shape;21502;p39"/>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3" name="Google Shape;21503;p39"/>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4" name="Google Shape;21504;p39"/>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5" name="Google Shape;21505;p39"/>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6" name="Google Shape;21506;p39"/>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7" name="Google Shape;21507;p39"/>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8" name="Google Shape;21508;p3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9" name="Google Shape;21509;p39"/>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0" name="Google Shape;21510;p3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1" name="Google Shape;21511;p39"/>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2" name="Google Shape;21512;p39"/>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3" name="Google Shape;21513;p39"/>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4" name="Google Shape;21514;p39"/>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5" name="Google Shape;21515;p39"/>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6" name="Google Shape;21516;p39"/>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7" name="Google Shape;21517;p39"/>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8" name="Google Shape;21518;p3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9" name="Google Shape;21519;p39"/>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0" name="Google Shape;21520;p39"/>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1" name="Google Shape;21521;p39"/>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2" name="Google Shape;21522;p39"/>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3" name="Google Shape;21523;p3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4" name="Google Shape;21524;p39"/>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5" name="Google Shape;21525;p39"/>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6" name="Google Shape;21526;p39"/>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7" name="Google Shape;21527;p39"/>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8" name="Google Shape;21528;p3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9" name="Google Shape;21529;p3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0" name="Google Shape;21530;p3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1" name="Google Shape;21531;p39"/>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2" name="Google Shape;21532;p3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3" name="Google Shape;21533;p39"/>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4" name="Google Shape;21534;p39"/>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5" name="Google Shape;21535;p39"/>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6" name="Google Shape;21536;p39"/>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7" name="Google Shape;21537;p39"/>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8" name="Google Shape;21538;p3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9" name="Google Shape;21539;p3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0" name="Google Shape;21540;p3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1" name="Google Shape;21541;p3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2" name="Google Shape;21542;p3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3" name="Google Shape;21543;p39"/>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4" name="Google Shape;21544;p3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5" name="Google Shape;21545;p39"/>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6" name="Google Shape;21546;p3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7" name="Google Shape;21547;p3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8" name="Google Shape;21548;p3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9" name="Google Shape;21549;p39"/>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0" name="Google Shape;21550;p3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1" name="Google Shape;21551;p39"/>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2" name="Google Shape;21552;p3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3" name="Google Shape;21553;p39"/>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4" name="Google Shape;21554;p39"/>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5" name="Google Shape;21555;p39"/>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6" name="Google Shape;21556;p3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7" name="Google Shape;21557;p3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8" name="Google Shape;21558;p39"/>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9" name="Google Shape;21559;p3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0" name="Google Shape;21560;p39"/>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1" name="Google Shape;21561;p3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2" name="Google Shape;21562;p39"/>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3" name="Google Shape;21563;p39"/>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4" name="Google Shape;21564;p39"/>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5" name="Google Shape;21565;p39"/>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6" name="Google Shape;21566;p39"/>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7" name="Google Shape;21567;p39"/>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8" name="Google Shape;21568;p39"/>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9" name="Google Shape;21569;p3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0" name="Google Shape;21570;p3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1" name="Google Shape;21571;p3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2" name="Google Shape;21572;p3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3" name="Google Shape;21573;p3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4" name="Google Shape;21574;p3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5" name="Google Shape;21575;p3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6" name="Google Shape;21576;p3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7" name="Google Shape;21577;p39"/>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8" name="Google Shape;21578;p39"/>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9" name="Google Shape;21579;p39"/>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0" name="Google Shape;21580;p39"/>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1" name="Google Shape;21581;p39"/>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2" name="Google Shape;21582;p39"/>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3" name="Google Shape;21583;p39"/>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4" name="Google Shape;21584;p39"/>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5" name="Google Shape;21585;p39"/>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6" name="Google Shape;21586;p39"/>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7" name="Google Shape;21587;p39"/>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8" name="Google Shape;21588;p39"/>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9" name="Google Shape;21589;p39"/>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0" name="Google Shape;21590;p39"/>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1" name="Google Shape;21591;p39"/>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2" name="Google Shape;21592;p39"/>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3" name="Google Shape;21593;p39"/>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4" name="Google Shape;21594;p39"/>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5" name="Google Shape;21595;p39"/>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6" name="Google Shape;21596;p39"/>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7" name="Google Shape;21597;p39"/>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8" name="Google Shape;21598;p39"/>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9" name="Google Shape;21599;p39"/>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0" name="Google Shape;21600;p3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1" name="Google Shape;21601;p39"/>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2" name="Google Shape;21602;p3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3" name="Google Shape;21603;p39"/>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4" name="Google Shape;21604;p39"/>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5" name="Google Shape;21605;p39"/>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6" name="Google Shape;21606;p39"/>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7" name="Google Shape;21607;p39"/>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8" name="Google Shape;21608;p39"/>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9" name="Google Shape;21609;p39"/>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0" name="Google Shape;21610;p39"/>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1" name="Google Shape;21611;p39"/>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2" name="Google Shape;21612;p39"/>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3" name="Google Shape;21613;p3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4" name="Google Shape;21614;p39"/>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5" name="Google Shape;21615;p3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6" name="Google Shape;21616;p39"/>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7" name="Google Shape;21617;p39"/>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8" name="Google Shape;21618;p39"/>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9" name="Google Shape;21619;p39"/>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0" name="Google Shape;21620;p39"/>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1" name="Google Shape;21621;p39"/>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2" name="Google Shape;21622;p39"/>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3" name="Google Shape;21623;p39"/>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4" name="Google Shape;21624;p39"/>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5" name="Google Shape;21625;p39"/>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6" name="Google Shape;21626;p39"/>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7" name="Google Shape;21627;p39"/>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8" name="Google Shape;21628;p39"/>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9" name="Google Shape;21629;p39"/>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0" name="Google Shape;21630;p39"/>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1" name="Google Shape;21631;p39"/>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2" name="Google Shape;21632;p39"/>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3" name="Google Shape;21633;p39"/>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4" name="Google Shape;21634;p3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5" name="Google Shape;21635;p3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6" name="Google Shape;21636;p3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7" name="Google Shape;21637;p39"/>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8" name="Google Shape;21638;p39"/>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9" name="Google Shape;21639;p39"/>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0" name="Google Shape;21640;p3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1" name="Google Shape;21641;p39"/>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2" name="Google Shape;21642;p39"/>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3" name="Google Shape;21643;p3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4" name="Google Shape;21644;p3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5" name="Google Shape;21645;p39"/>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6" name="Google Shape;21646;p3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7" name="Google Shape;21647;p3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8" name="Google Shape;21648;p39"/>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9" name="Google Shape;21649;p39"/>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0" name="Google Shape;21650;p39"/>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1" name="Google Shape;21651;p39"/>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2" name="Google Shape;21652;p39"/>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3" name="Google Shape;21653;p39"/>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4" name="Google Shape;21654;p39"/>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5" name="Google Shape;21655;p39"/>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6" name="Google Shape;21656;p39"/>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7" name="Google Shape;21657;p3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8" name="Google Shape;21658;p39"/>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9" name="Google Shape;21659;p3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0" name="Google Shape;21660;p39"/>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1" name="Google Shape;21661;p3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2" name="Google Shape;21662;p39"/>
            <p:cNvSpPr/>
            <p:nvPr/>
          </p:nvSpPr>
          <p:spPr>
            <a:xfrm>
              <a:off x="2291951" y="2116436"/>
              <a:ext cx="14" cy="0"/>
            </a:xfrm>
            <a:custGeom>
              <a:rect b="b" l="l" r="r" t="t"/>
              <a:pathLst>
                <a:path extrusionOk="0" h="12000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3" name="Google Shape;21663;p39"/>
            <p:cNvSpPr/>
            <p:nvPr/>
          </p:nvSpPr>
          <p:spPr>
            <a:xfrm>
              <a:off x="229256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4" name="Google Shape;21664;p39"/>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5" name="Google Shape;21665;p39"/>
            <p:cNvSpPr/>
            <p:nvPr/>
          </p:nvSpPr>
          <p:spPr>
            <a:xfrm>
              <a:off x="229313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6" name="Google Shape;21666;p39"/>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7" name="Google Shape;21667;p3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8" name="Google Shape;21668;p39"/>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9" name="Google Shape;21669;p39"/>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0" name="Google Shape;21670;p39"/>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1" name="Google Shape;21671;p39"/>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2" name="Google Shape;21672;p39"/>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3" name="Google Shape;21673;p39"/>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4" name="Google Shape;21674;p3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5" name="Google Shape;21675;p39"/>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6" name="Google Shape;21676;p39"/>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7" name="Google Shape;21677;p39"/>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8" name="Google Shape;21678;p39"/>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9" name="Google Shape;21679;p39"/>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0" name="Google Shape;21680;p39"/>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1" name="Google Shape;21681;p39"/>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2" name="Google Shape;21682;p39"/>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3" name="Google Shape;21683;p39"/>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4" name="Google Shape;21684;p39"/>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5" name="Google Shape;21685;p3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6" name="Google Shape;21686;p3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7" name="Google Shape;21687;p39"/>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8" name="Google Shape;21688;p3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9" name="Google Shape;21689;p39"/>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0" name="Google Shape;21690;p3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1" name="Google Shape;21691;p3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2" name="Google Shape;21692;p3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3" name="Google Shape;21693;p3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4" name="Google Shape;21694;p39"/>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5" name="Google Shape;21695;p39"/>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6" name="Google Shape;21696;p39"/>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7" name="Google Shape;21697;p39"/>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8" name="Google Shape;21698;p39"/>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9" name="Google Shape;21699;p39"/>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0" name="Google Shape;21700;p39"/>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1" name="Google Shape;21701;p39"/>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2" name="Google Shape;21702;p39"/>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3" name="Google Shape;21703;p39"/>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4" name="Google Shape;21704;p39"/>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5" name="Google Shape;21705;p39"/>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6" name="Google Shape;21706;p39"/>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7" name="Google Shape;21707;p39"/>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8" name="Google Shape;21708;p39"/>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9" name="Google Shape;21709;p39"/>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0" name="Google Shape;21710;p3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1" name="Google Shape;21711;p39"/>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2" name="Google Shape;21712;p3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3" name="Google Shape;21713;p3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4" name="Google Shape;21714;p3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5" name="Google Shape;21715;p3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6" name="Google Shape;21716;p3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7" name="Google Shape;21717;p3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8" name="Google Shape;21718;p39"/>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9" name="Google Shape;21719;p39"/>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0" name="Google Shape;21720;p39"/>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1" name="Google Shape;21721;p39"/>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2" name="Google Shape;21722;p39"/>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3" name="Google Shape;21723;p39"/>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4" name="Google Shape;21724;p39"/>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5" name="Google Shape;21725;p39"/>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6" name="Google Shape;21726;p39"/>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7" name="Google Shape;21727;p3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8" name="Google Shape;21728;p39"/>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9" name="Google Shape;21729;p3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0" name="Google Shape;21730;p39"/>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1" name="Google Shape;21731;p39"/>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2" name="Google Shape;21732;p39"/>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3" name="Google Shape;21733;p3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4" name="Google Shape;21734;p3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5" name="Google Shape;21735;p3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6" name="Google Shape;21736;p3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7" name="Google Shape;21737;p39"/>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8" name="Google Shape;21738;p39"/>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9" name="Google Shape;21739;p3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0" name="Google Shape;21740;p3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1" name="Google Shape;21741;p39"/>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2" name="Google Shape;21742;p3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3" name="Google Shape;21743;p3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4" name="Google Shape;21744;p39"/>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5" name="Google Shape;21745;p39"/>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6" name="Google Shape;21746;p39"/>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7" name="Google Shape;21747;p39"/>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8" name="Google Shape;21748;p39"/>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9" name="Google Shape;21749;p39"/>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0" name="Google Shape;21750;p3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1" name="Google Shape;21751;p39"/>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2" name="Google Shape;21752;p3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3" name="Google Shape;21753;p3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4" name="Google Shape;21754;p3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5" name="Google Shape;21755;p3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6" name="Google Shape;21756;p39"/>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7" name="Google Shape;21757;p3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8" name="Google Shape;21758;p39"/>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9" name="Google Shape;21759;p3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0" name="Google Shape;21760;p3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1" name="Google Shape;21761;p3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2" name="Google Shape;21762;p3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3" name="Google Shape;21763;p39"/>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4" name="Google Shape;21764;p3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5" name="Google Shape;21765;p39"/>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6" name="Google Shape;21766;p3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7" name="Google Shape;21767;p3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8" name="Google Shape;21768;p39"/>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9" name="Google Shape;21769;p3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0" name="Google Shape;21770;p39"/>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1" name="Google Shape;21771;p39"/>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2" name="Google Shape;21772;p39"/>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3" name="Google Shape;21773;p39"/>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4" name="Google Shape;21774;p39"/>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5" name="Google Shape;21775;p39"/>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6" name="Google Shape;21776;p39"/>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7" name="Google Shape;21777;p3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8" name="Google Shape;21778;p39"/>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9" name="Google Shape;21779;p39"/>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0" name="Google Shape;21780;p39"/>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1" name="Google Shape;21781;p3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2" name="Google Shape;21782;p3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3" name="Google Shape;21783;p39"/>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4" name="Google Shape;21784;p3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5" name="Google Shape;21785;p39"/>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6" name="Google Shape;21786;p39"/>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7" name="Google Shape;21787;p3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8" name="Google Shape;21788;p3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9" name="Google Shape;21789;p39"/>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0" name="Google Shape;21790;p3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1" name="Google Shape;21791;p39"/>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2" name="Google Shape;21792;p39"/>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3" name="Google Shape;21793;p3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4" name="Google Shape;21794;p39"/>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5" name="Google Shape;21795;p39"/>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6" name="Google Shape;21796;p39"/>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7" name="Google Shape;21797;p3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8" name="Google Shape;21798;p39"/>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9" name="Google Shape;21799;p39"/>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0" name="Google Shape;21800;p39"/>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1" name="Google Shape;21801;p39"/>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2" name="Google Shape;21802;p3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3" name="Google Shape;21803;p3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4" name="Google Shape;21804;p3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5" name="Google Shape;21805;p3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6" name="Google Shape;21806;p39"/>
            <p:cNvSpPr/>
            <p:nvPr/>
          </p:nvSpPr>
          <p:spPr>
            <a:xfrm>
              <a:off x="2595449" y="1751378"/>
              <a:ext cx="0" cy="14"/>
            </a:xfrm>
            <a:custGeom>
              <a:rect b="b" l="l" r="r" t="t"/>
              <a:pathLst>
                <a:path extrusionOk="0" h="1" w="12000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7" name="Google Shape;21807;p3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8" name="Google Shape;21808;p3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9" name="Google Shape;21809;p3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0" name="Google Shape;21810;p39"/>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1" name="Google Shape;21811;p39"/>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2" name="Google Shape;21812;p3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3" name="Google Shape;21813;p39"/>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4" name="Google Shape;21814;p39"/>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5" name="Google Shape;21815;p39"/>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6" name="Google Shape;21816;p3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7" name="Google Shape;21817;p3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8" name="Google Shape;21818;p3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9" name="Google Shape;21819;p3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0" name="Google Shape;21820;p3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1" name="Google Shape;21821;p3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2" name="Google Shape;21822;p3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3" name="Google Shape;21823;p3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4" name="Google Shape;21824;p3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5" name="Google Shape;21825;p3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6" name="Google Shape;21826;p3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7" name="Google Shape;21827;p3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8" name="Google Shape;21828;p3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9" name="Google Shape;21829;p3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0" name="Google Shape;21830;p3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1" name="Google Shape;21831;p3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2" name="Google Shape;21832;p3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3" name="Google Shape;21833;p3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4" name="Google Shape;21834;p3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5" name="Google Shape;21835;p39"/>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6" name="Google Shape;21836;p39"/>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7" name="Google Shape;21837;p3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8" name="Google Shape;21838;p39"/>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9" name="Google Shape;21839;p39"/>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0" name="Google Shape;21840;p3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1" name="Google Shape;21841;p39"/>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2" name="Google Shape;21842;p39"/>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3" name="Google Shape;21843;p3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4" name="Google Shape;21844;p39"/>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5" name="Google Shape;21845;p39"/>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6" name="Google Shape;21846;p39"/>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7" name="Google Shape;21847;p39"/>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8" name="Google Shape;21848;p39"/>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9" name="Google Shape;21849;p39"/>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0" name="Google Shape;21850;p3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1" name="Google Shape;21851;p3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2" name="Google Shape;21852;p39"/>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3" name="Google Shape;21853;p3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4" name="Google Shape;21854;p39"/>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5" name="Google Shape;21855;p3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6" name="Google Shape;21856;p3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7" name="Google Shape;21857;p3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8" name="Google Shape;21858;p3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9" name="Google Shape;21859;p3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0" name="Google Shape;21860;p39"/>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1" name="Google Shape;21861;p39"/>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2" name="Google Shape;21862;p3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3" name="Google Shape;21863;p3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4" name="Google Shape;21864;p39"/>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5" name="Google Shape;21865;p39"/>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6" name="Google Shape;21866;p3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7" name="Google Shape;21867;p39"/>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8" name="Google Shape;21868;p39"/>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9" name="Google Shape;21869;p3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0" name="Google Shape;21870;p3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1" name="Google Shape;21871;p39"/>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2" name="Google Shape;21872;p39"/>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3" name="Google Shape;21873;p39"/>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4" name="Google Shape;21874;p39"/>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5" name="Google Shape;21875;p39"/>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6" name="Google Shape;21876;p3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7" name="Google Shape;21877;p3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8" name="Google Shape;21878;p39"/>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9" name="Google Shape;21879;p3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0" name="Google Shape;21880;p3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1" name="Google Shape;21881;p3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2" name="Google Shape;21882;p3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3" name="Google Shape;21883;p39"/>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4" name="Google Shape;21884;p39"/>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5" name="Google Shape;21885;p39"/>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6" name="Google Shape;21886;p39"/>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7" name="Google Shape;21887;p39"/>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8" name="Google Shape;21888;p3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9" name="Google Shape;21889;p39"/>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0" name="Google Shape;21890;p39"/>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1" name="Google Shape;21891;p3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2" name="Google Shape;21892;p3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3" name="Google Shape;21893;p3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4" name="Google Shape;21894;p3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5" name="Google Shape;21895;p39"/>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6" name="Google Shape;21896;p39"/>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7" name="Google Shape;21897;p39"/>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8" name="Google Shape;21898;p39"/>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9" name="Google Shape;21899;p39"/>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0" name="Google Shape;21900;p39"/>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1" name="Google Shape;21901;p39"/>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2" name="Google Shape;21902;p39"/>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3" name="Google Shape;21903;p39"/>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4" name="Google Shape;21904;p39"/>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5" name="Google Shape;21905;p39"/>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6" name="Google Shape;21906;p39"/>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7" name="Google Shape;21907;p39"/>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8" name="Google Shape;21908;p39"/>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9" name="Google Shape;21909;p39"/>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0" name="Google Shape;21910;p39"/>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1" name="Google Shape;21911;p39"/>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2" name="Google Shape;21912;p39"/>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3" name="Google Shape;21913;p39"/>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4" name="Google Shape;21914;p39"/>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5" name="Google Shape;21915;p39"/>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6" name="Google Shape;21916;p39"/>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7" name="Google Shape;21917;p39"/>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8" name="Google Shape;21918;p39"/>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9" name="Google Shape;21919;p39"/>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0" name="Google Shape;21920;p39"/>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1" name="Google Shape;21921;p39"/>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2" name="Google Shape;21922;p39"/>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3" name="Google Shape;21923;p39"/>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4" name="Google Shape;21924;p39"/>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5" name="Google Shape;21925;p3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6" name="Google Shape;21926;p3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7" name="Google Shape;21927;p3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8" name="Google Shape;21928;p3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9" name="Google Shape;21929;p3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0" name="Google Shape;21930;p3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1" name="Google Shape;21931;p3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2" name="Google Shape;21932;p3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3" name="Google Shape;21933;p3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4" name="Google Shape;21934;p3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5" name="Google Shape;21935;p3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6" name="Google Shape;21936;p3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7" name="Google Shape;21937;p3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8" name="Google Shape;21938;p3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9" name="Google Shape;21939;p3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0" name="Google Shape;21940;p3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1" name="Google Shape;21941;p39"/>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2" name="Google Shape;21942;p39"/>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3" name="Google Shape;21943;p39"/>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4" name="Google Shape;21944;p39"/>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5" name="Google Shape;21945;p39"/>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6" name="Google Shape;21946;p39"/>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7" name="Google Shape;21947;p39"/>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8" name="Google Shape;21948;p39"/>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9" name="Google Shape;21949;p39"/>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0" name="Google Shape;21950;p39"/>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1" name="Google Shape;21951;p39"/>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2" name="Google Shape;21952;p39"/>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3" name="Google Shape;21953;p39"/>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4" name="Google Shape;21954;p39"/>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5" name="Google Shape;21955;p39"/>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6" name="Google Shape;21956;p39"/>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7" name="Google Shape;21957;p39"/>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8" name="Google Shape;21958;p39"/>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9" name="Google Shape;21959;p39"/>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0" name="Google Shape;21960;p39"/>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1" name="Google Shape;21961;p39"/>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2" name="Google Shape;21962;p39"/>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3" name="Google Shape;21963;p39"/>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4" name="Google Shape;21964;p39"/>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5" name="Google Shape;21965;p3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6" name="Google Shape;21966;p3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7" name="Google Shape;21967;p3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8" name="Google Shape;21968;p39"/>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9" name="Google Shape;21969;p39"/>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0" name="Google Shape;21970;p3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1" name="Google Shape;21971;p39"/>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2" name="Google Shape;21972;p39"/>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3" name="Google Shape;21973;p39"/>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4" name="Google Shape;21974;p3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5" name="Google Shape;21975;p3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6" name="Google Shape;21976;p39"/>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7" name="Google Shape;21977;p3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8" name="Google Shape;21978;p39"/>
            <p:cNvSpPr/>
            <p:nvPr/>
          </p:nvSpPr>
          <p:spPr>
            <a:xfrm>
              <a:off x="2962544" y="2114806"/>
              <a:ext cx="0" cy="14"/>
            </a:xfrm>
            <a:custGeom>
              <a:rect b="b" l="l" r="r" t="t"/>
              <a:pathLst>
                <a:path extrusionOk="0" h="1" w="12000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9" name="Google Shape;21979;p39"/>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0" name="Google Shape;21980;p3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1" name="Google Shape;21981;p3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2" name="Google Shape;21982;p3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3" name="Google Shape;21983;p3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4" name="Google Shape;21984;p3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5" name="Google Shape;21985;p3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6" name="Google Shape;21986;p39"/>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7" name="Google Shape;21987;p39"/>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8" name="Google Shape;21988;p39"/>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9" name="Google Shape;21989;p39"/>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0" name="Google Shape;21990;p39"/>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1" name="Google Shape;21991;p39"/>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2" name="Google Shape;21992;p3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3" name="Google Shape;21993;p39"/>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4" name="Google Shape;21994;p39"/>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5" name="Google Shape;21995;p39"/>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6" name="Google Shape;21996;p39"/>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7" name="Google Shape;21997;p39"/>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8" name="Google Shape;21998;p3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9" name="Google Shape;21999;p39"/>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0" name="Google Shape;22000;p3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1" name="Google Shape;22001;p3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2" name="Google Shape;22002;p39"/>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3" name="Google Shape;22003;p3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4" name="Google Shape;22004;p3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5" name="Google Shape;22005;p39"/>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6" name="Google Shape;22006;p3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7" name="Google Shape;22007;p39"/>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8" name="Google Shape;22008;p39"/>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9" name="Google Shape;22009;p3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0" name="Google Shape;22010;p39"/>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1" name="Google Shape;22011;p3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2" name="Google Shape;22012;p39"/>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3" name="Google Shape;22013;p39"/>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4" name="Google Shape;22014;p39"/>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5" name="Google Shape;22015;p3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6" name="Google Shape;22016;p3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7" name="Google Shape;22017;p39"/>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8" name="Google Shape;22018;p39"/>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9" name="Google Shape;22019;p39"/>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0" name="Google Shape;22020;p39"/>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1" name="Google Shape;22021;p39"/>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2" name="Google Shape;22022;p3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3" name="Google Shape;22023;p3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4" name="Google Shape;22024;p3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5" name="Google Shape;22025;p3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6" name="Google Shape;22026;p3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7" name="Google Shape;22027;p3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8" name="Google Shape;22028;p39"/>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9" name="Google Shape;22029;p3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0" name="Google Shape;22030;p3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1" name="Google Shape;22031;p39"/>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2" name="Google Shape;22032;p3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3" name="Google Shape;22033;p3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4" name="Google Shape;22034;p3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5" name="Google Shape;22035;p3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6" name="Google Shape;22036;p3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7" name="Google Shape;22037;p3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8" name="Google Shape;22038;p3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9" name="Google Shape;22039;p39"/>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0" name="Google Shape;22040;p3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1" name="Google Shape;22041;p3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2" name="Google Shape;22042;p39"/>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3" name="Google Shape;22043;p39"/>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4" name="Google Shape;22044;p39"/>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5" name="Google Shape;22045;p39"/>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6" name="Google Shape;22046;p39"/>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7" name="Google Shape;22047;p39"/>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8" name="Google Shape;22048;p39"/>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9" name="Google Shape;22049;p3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0" name="Google Shape;22050;p39"/>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1" name="Google Shape;22051;p39"/>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2" name="Google Shape;22052;p39"/>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3" name="Google Shape;22053;p39"/>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4" name="Google Shape;22054;p3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5" name="Google Shape;22055;p39"/>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6" name="Google Shape;22056;p39"/>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7" name="Google Shape;22057;p39"/>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8" name="Google Shape;22058;p3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9" name="Google Shape;22059;p3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0" name="Google Shape;22060;p3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1" name="Google Shape;22061;p3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2" name="Google Shape;22062;p3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3" name="Google Shape;22063;p39"/>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4" name="Google Shape;22064;p39"/>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5" name="Google Shape;22065;p39"/>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6" name="Google Shape;22066;p39"/>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7" name="Google Shape;22067;p39"/>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8" name="Google Shape;22068;p39"/>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9" name="Google Shape;22069;p39"/>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0" name="Google Shape;22070;p39"/>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1" name="Google Shape;22071;p39"/>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2" name="Google Shape;22072;p39"/>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3" name="Google Shape;22073;p39"/>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4" name="Google Shape;22074;p39"/>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5" name="Google Shape;22075;p39"/>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6" name="Google Shape;22076;p39"/>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7" name="Google Shape;22077;p39"/>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8" name="Google Shape;22078;p39"/>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9" name="Google Shape;22079;p39"/>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0" name="Google Shape;22080;p39"/>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081" name="Google Shape;22081;p39"/>
          <p:cNvGrpSpPr/>
          <p:nvPr/>
        </p:nvGrpSpPr>
        <p:grpSpPr>
          <a:xfrm>
            <a:off x="3450485" y="919691"/>
            <a:ext cx="2310381" cy="1488888"/>
            <a:chOff x="229225" y="549050"/>
            <a:chExt cx="7161750" cy="4615275"/>
          </a:xfrm>
        </p:grpSpPr>
        <p:sp>
          <p:nvSpPr>
            <p:cNvPr id="22082" name="Google Shape;22082;p3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3" name="Google Shape;22083;p3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4" name="Google Shape;22084;p3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5" name="Google Shape;22085;p3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6" name="Google Shape;22086;p3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7" name="Google Shape;22087;p3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8" name="Google Shape;22088;p3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9" name="Google Shape;22089;p3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0" name="Google Shape;22090;p3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1" name="Google Shape;22091;p3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2" name="Google Shape;22092;p3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3" name="Google Shape;22093;p3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4" name="Google Shape;22094;p3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5" name="Google Shape;22095;p3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6" name="Google Shape;22096;p3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7" name="Google Shape;22097;p3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8" name="Google Shape;22098;p3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9" name="Google Shape;22099;p3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0" name="Google Shape;22100;p3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1" name="Google Shape;22101;p3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2" name="Google Shape;22102;p3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3" name="Google Shape;22103;p3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4" name="Google Shape;22104;p3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5" name="Google Shape;22105;p3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6" name="Google Shape;22106;p3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7" name="Google Shape;22107;p3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8" name="Google Shape;22108;p3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9" name="Google Shape;22109;p3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0" name="Google Shape;22110;p3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1" name="Google Shape;22111;p3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2" name="Google Shape;22112;p3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3" name="Google Shape;22113;p3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4" name="Google Shape;22114;p3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5" name="Google Shape;22115;p3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6" name="Google Shape;22116;p3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7" name="Google Shape;22117;p3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8" name="Google Shape;22118;p3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9" name="Google Shape;22119;p3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0" name="Google Shape;22120;p3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1" name="Google Shape;22121;p3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2" name="Google Shape;22122;p3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3" name="Google Shape;22123;p3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4" name="Google Shape;22124;p3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5" name="Google Shape;22125;p3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6" name="Google Shape;22126;p3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7" name="Google Shape;22127;p3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8" name="Google Shape;22128;p3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9" name="Google Shape;22129;p3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0" name="Google Shape;22130;p3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1" name="Google Shape;22131;p3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2" name="Google Shape;22132;p3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3" name="Google Shape;22133;p3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4" name="Google Shape;22134;p3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5" name="Google Shape;22135;p3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6" name="Google Shape;22136;p3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7" name="Google Shape;22137;p3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8" name="Google Shape;22138;p3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9" name="Google Shape;22139;p3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0" name="Google Shape;22140;p3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1" name="Google Shape;22141;p3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2" name="Google Shape;22142;p3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3" name="Google Shape;22143;p3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4" name="Google Shape;22144;p3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5" name="Google Shape;22145;p3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6" name="Google Shape;22146;p3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7" name="Google Shape;22147;p3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8" name="Google Shape;22148;p3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9" name="Google Shape;22149;p3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0" name="Google Shape;22150;p3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1" name="Google Shape;22151;p3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2" name="Google Shape;22152;p3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3" name="Google Shape;22153;p3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4" name="Google Shape;22154;p3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5" name="Google Shape;22155;p3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6" name="Google Shape;22156;p3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7" name="Google Shape;22157;p3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8" name="Google Shape;22158;p3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9" name="Google Shape;22159;p3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0" name="Google Shape;22160;p3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1" name="Google Shape;22161;p3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2" name="Google Shape;22162;p3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3" name="Google Shape;22163;p3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4" name="Google Shape;22164;p3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5" name="Google Shape;22165;p3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6" name="Google Shape;22166;p3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7" name="Google Shape;22167;p3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8" name="Google Shape;22168;p3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9" name="Google Shape;22169;p3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0" name="Google Shape;22170;p3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1" name="Google Shape;22171;p3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2" name="Google Shape;22172;p3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3" name="Google Shape;22173;p3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4" name="Google Shape;22174;p3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5" name="Google Shape;22175;p3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6" name="Google Shape;22176;p3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7" name="Google Shape;22177;p3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8" name="Google Shape;22178;p3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9" name="Google Shape;22179;p3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0" name="Google Shape;22180;p3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1" name="Google Shape;22181;p3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2" name="Google Shape;22182;p3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3" name="Google Shape;22183;p3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4" name="Google Shape;22184;p3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5" name="Google Shape;22185;p3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6" name="Google Shape;22186;p3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7" name="Google Shape;22187;p3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8" name="Google Shape;22188;p3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9" name="Google Shape;22189;p3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0" name="Google Shape;22190;p3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1" name="Google Shape;22191;p3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2" name="Google Shape;22192;p3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3" name="Google Shape;22193;p3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4" name="Google Shape;22194;p3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5" name="Google Shape;22195;p3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6" name="Google Shape;22196;p3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7" name="Google Shape;22197;p3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8" name="Google Shape;22198;p3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199" name="Google Shape;22199;p39"/>
          <p:cNvGrpSpPr/>
          <p:nvPr/>
        </p:nvGrpSpPr>
        <p:grpSpPr>
          <a:xfrm>
            <a:off x="3548403" y="2849588"/>
            <a:ext cx="2310282" cy="1374222"/>
            <a:chOff x="238125" y="732525"/>
            <a:chExt cx="7130500" cy="4241425"/>
          </a:xfrm>
        </p:grpSpPr>
        <p:sp>
          <p:nvSpPr>
            <p:cNvPr id="22200" name="Google Shape;22200;p3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1" name="Google Shape;22201;p3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2" name="Google Shape;22202;p3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3" name="Google Shape;22203;p3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4" name="Google Shape;22204;p3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5" name="Google Shape;22205;p3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6" name="Google Shape;22206;p3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7" name="Google Shape;22207;p3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8" name="Google Shape;22208;p3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9" name="Google Shape;22209;p3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0" name="Google Shape;22210;p3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1" name="Google Shape;22211;p3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2" name="Google Shape;22212;p3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3" name="Google Shape;22213;p3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4" name="Google Shape;22214;p3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5" name="Google Shape;22215;p3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6" name="Google Shape;22216;p3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7" name="Google Shape;22217;p3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8" name="Google Shape;22218;p3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9" name="Google Shape;22219;p3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0" name="Google Shape;22220;p3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1" name="Google Shape;22221;p3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2" name="Google Shape;22222;p3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3" name="Google Shape;22223;p3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4" name="Google Shape;22224;p3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5" name="Google Shape;22225;p3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6" name="Google Shape;22226;p3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7" name="Google Shape;22227;p3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8" name="Google Shape;22228;p3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9" name="Google Shape;22229;p3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0" name="Google Shape;22230;p3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1" name="Google Shape;22231;p3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2" name="Google Shape;22232;p3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3" name="Google Shape;22233;p3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4" name="Google Shape;22234;p3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5" name="Google Shape;22235;p3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6" name="Google Shape;22236;p3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7" name="Google Shape;22237;p3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8" name="Google Shape;22238;p3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9" name="Google Shape;22239;p3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0" name="Google Shape;22240;p3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1" name="Google Shape;22241;p3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2" name="Google Shape;22242;p3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3" name="Google Shape;22243;p3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4" name="Google Shape;22244;p3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5" name="Google Shape;22245;p3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6" name="Google Shape;22246;p3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7" name="Google Shape;22247;p3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8" name="Google Shape;22248;p3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9" name="Google Shape;22249;p3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0" name="Google Shape;22250;p3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1" name="Google Shape;22251;p3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2" name="Google Shape;22252;p3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3" name="Google Shape;22253;p3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4" name="Google Shape;22254;p3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5" name="Google Shape;22255;p3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6" name="Google Shape;22256;p3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7" name="Google Shape;22257;p3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8" name="Google Shape;22258;p3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9" name="Google Shape;22259;p3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0" name="Google Shape;22260;p3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1" name="Google Shape;22261;p3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2" name="Google Shape;22262;p3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3" name="Google Shape;22263;p3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4" name="Google Shape;22264;p3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5" name="Google Shape;22265;p3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6" name="Google Shape;22266;p3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7" name="Google Shape;22267;p3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8" name="Google Shape;22268;p3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9" name="Google Shape;22269;p3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0" name="Google Shape;22270;p3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1" name="Google Shape;22271;p3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2" name="Google Shape;22272;p3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3" name="Google Shape;22273;p3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4" name="Google Shape;22274;p3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5" name="Google Shape;22275;p3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6" name="Google Shape;22276;p3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7" name="Google Shape;22277;p3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8" name="Google Shape;22278;p3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9" name="Google Shape;22279;p3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0" name="Google Shape;22280;p3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1" name="Google Shape;22281;p3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2" name="Google Shape;22282;p3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3" name="Google Shape;22283;p3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4" name="Google Shape;22284;p3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5" name="Google Shape;22285;p3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6" name="Google Shape;22286;p3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7" name="Google Shape;22287;p3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8" name="Google Shape;22288;p3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9" name="Google Shape;22289;p3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0" name="Google Shape;22290;p3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1" name="Google Shape;22291;p3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2" name="Google Shape;22292;p3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3" name="Google Shape;22293;p3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4" name="Google Shape;22294;p3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5" name="Google Shape;22295;p3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6" name="Google Shape;22296;p3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7" name="Google Shape;22297;p3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8" name="Google Shape;22298;p3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9" name="Google Shape;22299;p3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0" name="Google Shape;22300;p3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1" name="Google Shape;22301;p3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2" name="Google Shape;22302;p3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3" name="Google Shape;22303;p3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4" name="Google Shape;22304;p3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5" name="Google Shape;22305;p3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6" name="Google Shape;22306;p3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7" name="Google Shape;22307;p3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8" name="Google Shape;22308;p3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9" name="Google Shape;22309;p3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0" name="Google Shape;22310;p3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1" name="Google Shape;22311;p3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2" name="Google Shape;22312;p3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3" name="Google Shape;22313;p3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17" name="Shape 22317"/>
        <p:cNvGrpSpPr/>
        <p:nvPr/>
      </p:nvGrpSpPr>
      <p:grpSpPr>
        <a:xfrm>
          <a:off x="0" y="0"/>
          <a:ext cx="0" cy="0"/>
          <a:chOff x="0" y="0"/>
          <a:chExt cx="0" cy="0"/>
        </a:xfrm>
      </p:grpSpPr>
      <p:grpSp>
        <p:nvGrpSpPr>
          <p:cNvPr id="22318" name="Google Shape;22318;p40"/>
          <p:cNvGrpSpPr/>
          <p:nvPr/>
        </p:nvGrpSpPr>
        <p:grpSpPr>
          <a:xfrm>
            <a:off x="2100560" y="3398663"/>
            <a:ext cx="1102891" cy="760337"/>
            <a:chOff x="4967783" y="2151471"/>
            <a:chExt cx="3920691" cy="2702940"/>
          </a:xfrm>
        </p:grpSpPr>
        <p:grpSp>
          <p:nvGrpSpPr>
            <p:cNvPr id="22319" name="Google Shape;22319;p40"/>
            <p:cNvGrpSpPr/>
            <p:nvPr/>
          </p:nvGrpSpPr>
          <p:grpSpPr>
            <a:xfrm>
              <a:off x="5045709" y="2252109"/>
              <a:ext cx="3761071" cy="2501708"/>
              <a:chOff x="2691784" y="1805334"/>
              <a:chExt cx="3761071" cy="2501708"/>
            </a:xfrm>
          </p:grpSpPr>
          <p:sp>
            <p:nvSpPr>
              <p:cNvPr id="22320" name="Google Shape;22320;p4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1" name="Google Shape;22321;p4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2" name="Google Shape;22322;p4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3" name="Google Shape;22323;p4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4" name="Google Shape;22324;p4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5" name="Google Shape;22325;p4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6" name="Google Shape;22326;p4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27" name="Google Shape;22327;p40"/>
            <p:cNvGrpSpPr/>
            <p:nvPr/>
          </p:nvGrpSpPr>
          <p:grpSpPr>
            <a:xfrm>
              <a:off x="4967783" y="2151471"/>
              <a:ext cx="3920691" cy="2702940"/>
              <a:chOff x="2613858" y="1704696"/>
              <a:chExt cx="3920691" cy="2702940"/>
            </a:xfrm>
          </p:grpSpPr>
          <p:sp>
            <p:nvSpPr>
              <p:cNvPr id="22328" name="Google Shape;22328;p4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9" name="Google Shape;22329;p4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0" name="Google Shape;22330;p4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1" name="Google Shape;22331;p4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2" name="Google Shape;22332;p4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333" name="Google Shape;22333;p40"/>
          <p:cNvGrpSpPr/>
          <p:nvPr/>
        </p:nvGrpSpPr>
        <p:grpSpPr>
          <a:xfrm>
            <a:off x="3504468" y="1286940"/>
            <a:ext cx="1561911" cy="708581"/>
            <a:chOff x="3530532" y="1496185"/>
            <a:chExt cx="1561911" cy="708581"/>
          </a:xfrm>
        </p:grpSpPr>
        <p:grpSp>
          <p:nvGrpSpPr>
            <p:cNvPr id="22334" name="Google Shape;22334;p40"/>
            <p:cNvGrpSpPr/>
            <p:nvPr/>
          </p:nvGrpSpPr>
          <p:grpSpPr>
            <a:xfrm>
              <a:off x="3720318" y="1857562"/>
              <a:ext cx="1372125" cy="54"/>
              <a:chOff x="3720318" y="1857562"/>
              <a:chExt cx="1372125" cy="54"/>
            </a:xfrm>
          </p:grpSpPr>
          <p:cxnSp>
            <p:nvCxnSpPr>
              <p:cNvPr id="22335" name="Google Shape;22335;p40"/>
              <p:cNvCxnSpPr>
                <a:endCxn id="22336" idx="2"/>
              </p:cNvCxnSpPr>
              <p:nvPr/>
            </p:nvCxnSpPr>
            <p:spPr>
              <a:xfrm>
                <a:off x="4440243" y="1857616"/>
                <a:ext cx="173400" cy="0"/>
              </a:xfrm>
              <a:prstGeom prst="straightConnector1">
                <a:avLst/>
              </a:prstGeom>
              <a:noFill/>
              <a:ln cap="flat" cmpd="sng" w="9525">
                <a:solidFill>
                  <a:srgbClr val="A5B7C6"/>
                </a:solidFill>
                <a:prstDash val="solid"/>
                <a:round/>
                <a:headEnd len="sm" w="sm" type="none"/>
                <a:tailEnd len="sm" w="sm" type="none"/>
              </a:ln>
            </p:spPr>
          </p:cxnSp>
          <p:cxnSp>
            <p:nvCxnSpPr>
              <p:cNvPr id="22337" name="Google Shape;22337;p40"/>
              <p:cNvCxnSpPr/>
              <p:nvPr/>
            </p:nvCxnSpPr>
            <p:spPr>
              <a:xfrm>
                <a:off x="4074943"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22338" name="Google Shape;22338;p40"/>
              <p:cNvCxnSpPr/>
              <p:nvPr/>
            </p:nvCxnSpPr>
            <p:spPr>
              <a:xfrm>
                <a:off x="3720318"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22339" name="Google Shape;22339;p40"/>
              <p:cNvCxnSpPr>
                <a:stCxn id="22336" idx="6"/>
              </p:cNvCxnSpPr>
              <p:nvPr/>
            </p:nvCxnSpPr>
            <p:spPr>
              <a:xfrm>
                <a:off x="4801443" y="1857616"/>
                <a:ext cx="291000" cy="0"/>
              </a:xfrm>
              <a:prstGeom prst="straightConnector1">
                <a:avLst/>
              </a:prstGeom>
              <a:noFill/>
              <a:ln cap="flat" cmpd="sng" w="9525">
                <a:solidFill>
                  <a:srgbClr val="A5B7C6"/>
                </a:solidFill>
                <a:prstDash val="solid"/>
                <a:round/>
                <a:headEnd len="sm" w="sm" type="none"/>
                <a:tailEnd len="med" w="med" type="triangle"/>
              </a:ln>
            </p:spPr>
          </p:cxnSp>
        </p:grpSp>
        <p:grpSp>
          <p:nvGrpSpPr>
            <p:cNvPr id="22340" name="Google Shape;22340;p40"/>
            <p:cNvGrpSpPr/>
            <p:nvPr/>
          </p:nvGrpSpPr>
          <p:grpSpPr>
            <a:xfrm>
              <a:off x="3567462" y="1496185"/>
              <a:ext cx="286500" cy="272915"/>
              <a:chOff x="3567462" y="1496185"/>
              <a:chExt cx="286500" cy="272915"/>
            </a:xfrm>
          </p:grpSpPr>
          <p:cxnSp>
            <p:nvCxnSpPr>
              <p:cNvPr id="22341" name="Google Shape;22341;p40"/>
              <p:cNvCxnSpPr/>
              <p:nvPr/>
            </p:nvCxnSpPr>
            <p:spPr>
              <a:xfrm rot="10800000">
                <a:off x="3626625" y="1596000"/>
                <a:ext cx="0" cy="173100"/>
              </a:xfrm>
              <a:prstGeom prst="straightConnector1">
                <a:avLst/>
              </a:prstGeom>
              <a:noFill/>
              <a:ln cap="flat" cmpd="sng" w="9525">
                <a:solidFill>
                  <a:srgbClr val="A5B7C6"/>
                </a:solidFill>
                <a:prstDash val="solid"/>
                <a:round/>
                <a:headEnd len="sm" w="sm" type="none"/>
                <a:tailEnd len="sm" w="sm" type="none"/>
              </a:ln>
            </p:spPr>
          </p:cxnSp>
          <p:sp>
            <p:nvSpPr>
              <p:cNvPr id="22342" name="Google Shape;22342;p4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343" name="Google Shape;22343;p4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4" name="Google Shape;22344;p4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345" name="Google Shape;22345;p40"/>
            <p:cNvGrpSpPr/>
            <p:nvPr/>
          </p:nvGrpSpPr>
          <p:grpSpPr>
            <a:xfrm>
              <a:off x="3929014" y="1960574"/>
              <a:ext cx="286500" cy="242342"/>
              <a:chOff x="3929014" y="1960574"/>
              <a:chExt cx="286500" cy="242342"/>
            </a:xfrm>
          </p:grpSpPr>
          <p:cxnSp>
            <p:nvCxnSpPr>
              <p:cNvPr id="22346" name="Google Shape;22346;p40"/>
              <p:cNvCxnSpPr/>
              <p:nvPr/>
            </p:nvCxnSpPr>
            <p:spPr>
              <a:xfrm rot="10800000">
                <a:off x="3988400" y="1960574"/>
                <a:ext cx="0" cy="144300"/>
              </a:xfrm>
              <a:prstGeom prst="straightConnector1">
                <a:avLst/>
              </a:prstGeom>
              <a:noFill/>
              <a:ln cap="flat" cmpd="sng" w="9525">
                <a:solidFill>
                  <a:srgbClr val="A5B7C6"/>
                </a:solidFill>
                <a:prstDash val="solid"/>
                <a:round/>
                <a:headEnd len="sm" w="sm" type="none"/>
                <a:tailEnd len="sm" w="sm" type="none"/>
              </a:ln>
            </p:spPr>
          </p:cxnSp>
          <p:sp>
            <p:nvSpPr>
              <p:cNvPr id="22347" name="Google Shape;22347;p4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48" name="Google Shape;22348;p40"/>
            <p:cNvGrpSpPr/>
            <p:nvPr/>
          </p:nvGrpSpPr>
          <p:grpSpPr>
            <a:xfrm>
              <a:off x="4290828" y="1496185"/>
              <a:ext cx="286500" cy="272915"/>
              <a:chOff x="4290828" y="1496185"/>
              <a:chExt cx="286500" cy="272915"/>
            </a:xfrm>
          </p:grpSpPr>
          <p:cxnSp>
            <p:nvCxnSpPr>
              <p:cNvPr id="22349" name="Google Shape;22349;p40"/>
              <p:cNvCxnSpPr/>
              <p:nvPr/>
            </p:nvCxnSpPr>
            <p:spPr>
              <a:xfrm rot="10800000">
                <a:off x="4350000" y="1596000"/>
                <a:ext cx="0" cy="173100"/>
              </a:xfrm>
              <a:prstGeom prst="straightConnector1">
                <a:avLst/>
              </a:prstGeom>
              <a:noFill/>
              <a:ln cap="flat" cmpd="sng" w="9525">
                <a:solidFill>
                  <a:srgbClr val="A5B7C6"/>
                </a:solidFill>
                <a:prstDash val="solid"/>
                <a:round/>
                <a:headEnd len="sm" w="sm" type="none"/>
                <a:tailEnd len="sm" w="sm" type="none"/>
              </a:ln>
            </p:spPr>
          </p:cxnSp>
          <p:sp>
            <p:nvSpPr>
              <p:cNvPr id="22350" name="Google Shape;22350;p4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351" name="Google Shape;22351;p4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6" name="Google Shape;22336;p4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352" name="Google Shape;22352;p40"/>
            <p:cNvGrpSpPr/>
            <p:nvPr/>
          </p:nvGrpSpPr>
          <p:grpSpPr>
            <a:xfrm>
              <a:off x="4657726" y="1959674"/>
              <a:ext cx="286500" cy="245092"/>
              <a:chOff x="4657726" y="1959674"/>
              <a:chExt cx="286500" cy="245092"/>
            </a:xfrm>
          </p:grpSpPr>
          <p:cxnSp>
            <p:nvCxnSpPr>
              <p:cNvPr id="22353" name="Google Shape;22353;p40"/>
              <p:cNvCxnSpPr/>
              <p:nvPr/>
            </p:nvCxnSpPr>
            <p:spPr>
              <a:xfrm rot="10800000">
                <a:off x="4707475" y="1959674"/>
                <a:ext cx="0" cy="145200"/>
              </a:xfrm>
              <a:prstGeom prst="straightConnector1">
                <a:avLst/>
              </a:prstGeom>
              <a:noFill/>
              <a:ln cap="flat" cmpd="sng" w="9525">
                <a:solidFill>
                  <a:srgbClr val="A5B7C6"/>
                </a:solidFill>
                <a:prstDash val="solid"/>
                <a:round/>
                <a:headEnd len="sm" w="sm" type="none"/>
                <a:tailEnd len="sm" w="sm" type="none"/>
              </a:ln>
            </p:spPr>
          </p:cxnSp>
          <p:sp>
            <p:nvSpPr>
              <p:cNvPr id="22354" name="Google Shape;22354;p4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355" name="Google Shape;22355;p40"/>
          <p:cNvGrpSpPr/>
          <p:nvPr/>
        </p:nvGrpSpPr>
        <p:grpSpPr>
          <a:xfrm>
            <a:off x="3486488" y="2149036"/>
            <a:ext cx="1597033" cy="378649"/>
            <a:chOff x="3512551" y="2358282"/>
            <a:chExt cx="1597033" cy="378649"/>
          </a:xfrm>
        </p:grpSpPr>
        <p:grpSp>
          <p:nvGrpSpPr>
            <p:cNvPr id="22356" name="Google Shape;22356;p40"/>
            <p:cNvGrpSpPr/>
            <p:nvPr/>
          </p:nvGrpSpPr>
          <p:grpSpPr>
            <a:xfrm>
              <a:off x="3738198" y="2553002"/>
              <a:ext cx="1145834" cy="117"/>
              <a:chOff x="3738198" y="2553002"/>
              <a:chExt cx="1145834" cy="117"/>
            </a:xfrm>
          </p:grpSpPr>
          <p:cxnSp>
            <p:nvCxnSpPr>
              <p:cNvPr id="22357" name="Google Shape;22357;p40"/>
              <p:cNvCxnSpPr/>
              <p:nvPr/>
            </p:nvCxnSpPr>
            <p:spPr>
              <a:xfrm>
                <a:off x="4195395"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22358" name="Google Shape;22358;p40"/>
              <p:cNvCxnSpPr/>
              <p:nvPr/>
            </p:nvCxnSpPr>
            <p:spPr>
              <a:xfrm>
                <a:off x="4652432"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22359" name="Google Shape;22359;p40"/>
              <p:cNvCxnSpPr>
                <a:stCxn id="22360" idx="6"/>
                <a:endCxn id="22361" idx="2"/>
              </p:cNvCxnSpPr>
              <p:nvPr/>
            </p:nvCxnSpPr>
            <p:spPr>
              <a:xfrm>
                <a:off x="3738198" y="2553119"/>
                <a:ext cx="231300" cy="0"/>
              </a:xfrm>
              <a:prstGeom prst="straightConnector1">
                <a:avLst/>
              </a:prstGeom>
              <a:noFill/>
              <a:ln cap="flat" cmpd="sng" w="9525">
                <a:solidFill>
                  <a:srgbClr val="435D74"/>
                </a:solidFill>
                <a:prstDash val="solid"/>
                <a:round/>
                <a:headEnd len="sm" w="sm" type="none"/>
                <a:tailEnd len="sm" w="sm" type="none"/>
              </a:ln>
            </p:spPr>
          </p:cxnSp>
        </p:grpSp>
        <p:grpSp>
          <p:nvGrpSpPr>
            <p:cNvPr id="22362" name="Google Shape;22362;p40"/>
            <p:cNvGrpSpPr/>
            <p:nvPr/>
          </p:nvGrpSpPr>
          <p:grpSpPr>
            <a:xfrm>
              <a:off x="3969644" y="2440153"/>
              <a:ext cx="225900" cy="296778"/>
              <a:chOff x="3969644" y="2440153"/>
              <a:chExt cx="225900" cy="296778"/>
            </a:xfrm>
          </p:grpSpPr>
          <p:cxnSp>
            <p:nvCxnSpPr>
              <p:cNvPr id="22363" name="Google Shape;22363;p40"/>
              <p:cNvCxnSpPr/>
              <p:nvPr/>
            </p:nvCxnSpPr>
            <p:spPr>
              <a:xfrm>
                <a:off x="4082390" y="2637031"/>
                <a:ext cx="0" cy="99900"/>
              </a:xfrm>
              <a:prstGeom prst="straightConnector1">
                <a:avLst/>
              </a:prstGeom>
              <a:noFill/>
              <a:ln cap="flat" cmpd="sng" w="9525">
                <a:solidFill>
                  <a:srgbClr val="435D74"/>
                </a:solidFill>
                <a:prstDash val="solid"/>
                <a:round/>
                <a:headEnd len="sm" w="sm" type="none"/>
                <a:tailEnd len="sm" w="sm" type="none"/>
              </a:ln>
            </p:spPr>
          </p:cxnSp>
          <p:sp>
            <p:nvSpPr>
              <p:cNvPr id="22361" name="Google Shape;22361;p4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4" name="Google Shape;22364;p4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65" name="Google Shape;22365;p40"/>
            <p:cNvGrpSpPr/>
            <p:nvPr/>
          </p:nvGrpSpPr>
          <p:grpSpPr>
            <a:xfrm>
              <a:off x="4426818" y="2358282"/>
              <a:ext cx="225600" cy="307471"/>
              <a:chOff x="4426818" y="2358282"/>
              <a:chExt cx="225600" cy="307471"/>
            </a:xfrm>
          </p:grpSpPr>
          <p:cxnSp>
            <p:nvCxnSpPr>
              <p:cNvPr id="22366" name="Google Shape;22366;p40"/>
              <p:cNvCxnSpPr>
                <a:stCxn id="22367" idx="0"/>
              </p:cNvCxnSpPr>
              <p:nvPr/>
            </p:nvCxnSpPr>
            <p:spPr>
              <a:xfrm rot="10800000">
                <a:off x="4539644" y="2358282"/>
                <a:ext cx="0" cy="110700"/>
              </a:xfrm>
              <a:prstGeom prst="straightConnector1">
                <a:avLst/>
              </a:prstGeom>
              <a:noFill/>
              <a:ln cap="flat" cmpd="sng" w="9525">
                <a:solidFill>
                  <a:srgbClr val="435D74"/>
                </a:solidFill>
                <a:prstDash val="solid"/>
                <a:round/>
                <a:headEnd len="sm" w="sm" type="none"/>
                <a:tailEnd len="sm" w="sm" type="none"/>
              </a:ln>
            </p:spPr>
          </p:cxnSp>
          <p:sp>
            <p:nvSpPr>
              <p:cNvPr id="22368" name="Google Shape;22368;p4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7" name="Google Shape;22367;p4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69" name="Google Shape;22369;p40"/>
            <p:cNvGrpSpPr/>
            <p:nvPr/>
          </p:nvGrpSpPr>
          <p:grpSpPr>
            <a:xfrm>
              <a:off x="4883984" y="2440153"/>
              <a:ext cx="225600" cy="296478"/>
              <a:chOff x="4883984" y="2440153"/>
              <a:chExt cx="225600" cy="296478"/>
            </a:xfrm>
          </p:grpSpPr>
          <p:cxnSp>
            <p:nvCxnSpPr>
              <p:cNvPr id="22370" name="Google Shape;22370;p40"/>
              <p:cNvCxnSpPr/>
              <p:nvPr/>
            </p:nvCxnSpPr>
            <p:spPr>
              <a:xfrm>
                <a:off x="4996858" y="2637031"/>
                <a:ext cx="0" cy="99600"/>
              </a:xfrm>
              <a:prstGeom prst="straightConnector1">
                <a:avLst/>
              </a:prstGeom>
              <a:noFill/>
              <a:ln cap="flat" cmpd="sng" w="9525">
                <a:solidFill>
                  <a:srgbClr val="435D74"/>
                </a:solidFill>
                <a:prstDash val="solid"/>
                <a:round/>
                <a:headEnd len="sm" w="sm" type="none"/>
                <a:tailEnd len="sm" w="sm" type="none"/>
              </a:ln>
            </p:spPr>
          </p:cxnSp>
          <p:sp>
            <p:nvSpPr>
              <p:cNvPr id="22371" name="Google Shape;22371;p4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2" name="Google Shape;22372;p4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73" name="Google Shape;22373;p40"/>
            <p:cNvGrpSpPr/>
            <p:nvPr/>
          </p:nvGrpSpPr>
          <p:grpSpPr>
            <a:xfrm>
              <a:off x="3512551" y="2358356"/>
              <a:ext cx="225647" cy="307629"/>
              <a:chOff x="2182679" y="2005014"/>
              <a:chExt cx="792300" cy="1080158"/>
            </a:xfrm>
          </p:grpSpPr>
          <p:cxnSp>
            <p:nvCxnSpPr>
              <p:cNvPr id="22374" name="Google Shape;22374;p40"/>
              <p:cNvCxnSpPr>
                <a:stCxn id="22375" idx="0"/>
              </p:cNvCxnSpPr>
              <p:nvPr/>
            </p:nvCxnSpPr>
            <p:spPr>
              <a:xfrm rot="10800000">
                <a:off x="2578961" y="2005014"/>
                <a:ext cx="0" cy="388800"/>
              </a:xfrm>
              <a:prstGeom prst="straightConnector1">
                <a:avLst/>
              </a:prstGeom>
              <a:noFill/>
              <a:ln cap="flat" cmpd="sng" w="9525">
                <a:solidFill>
                  <a:srgbClr val="435D74"/>
                </a:solidFill>
                <a:prstDash val="solid"/>
                <a:round/>
                <a:headEnd len="sm" w="sm" type="none"/>
                <a:tailEnd len="sm" w="sm" type="none"/>
              </a:ln>
            </p:spPr>
          </p:cxnSp>
          <p:sp>
            <p:nvSpPr>
              <p:cNvPr id="22360" name="Google Shape;22360;p4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5" name="Google Shape;22375;p4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376" name="Google Shape;22376;p40"/>
          <p:cNvGrpSpPr/>
          <p:nvPr/>
        </p:nvGrpSpPr>
        <p:grpSpPr>
          <a:xfrm>
            <a:off x="6846570" y="972834"/>
            <a:ext cx="1559809" cy="722610"/>
            <a:chOff x="634175" y="2986275"/>
            <a:chExt cx="3147949" cy="1458344"/>
          </a:xfrm>
        </p:grpSpPr>
        <p:cxnSp>
          <p:nvCxnSpPr>
            <p:cNvPr id="22377" name="Google Shape;22377;p40"/>
            <p:cNvCxnSpPr>
              <a:stCxn id="22378" idx="4"/>
              <a:endCxn id="22379" idx="0"/>
            </p:cNvCxnSpPr>
            <p:nvPr/>
          </p:nvCxnSpPr>
          <p:spPr>
            <a:xfrm>
              <a:off x="929975" y="3577875"/>
              <a:ext cx="591300" cy="275100"/>
            </a:xfrm>
            <a:prstGeom prst="straightConnector1">
              <a:avLst/>
            </a:prstGeom>
            <a:noFill/>
            <a:ln cap="flat" cmpd="sng" w="9525">
              <a:solidFill>
                <a:srgbClr val="435D74"/>
              </a:solidFill>
              <a:prstDash val="solid"/>
              <a:round/>
              <a:headEnd len="sm" w="sm" type="none"/>
              <a:tailEnd len="sm" w="sm" type="none"/>
            </a:ln>
          </p:spPr>
        </p:cxnSp>
        <p:cxnSp>
          <p:nvCxnSpPr>
            <p:cNvPr id="22380" name="Google Shape;22380;p40"/>
            <p:cNvCxnSpPr>
              <a:stCxn id="22379" idx="0"/>
              <a:endCxn id="2238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22382" name="Google Shape;22382;p40"/>
            <p:cNvCxnSpPr>
              <a:stCxn id="22381" idx="4"/>
              <a:endCxn id="22383" idx="0"/>
            </p:cNvCxnSpPr>
            <p:nvPr/>
          </p:nvCxnSpPr>
          <p:spPr>
            <a:xfrm>
              <a:off x="2208152" y="3577875"/>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22384" name="Google Shape;22384;p40"/>
            <p:cNvCxnSpPr>
              <a:stCxn id="22383" idx="0"/>
              <a:endCxn id="2238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sm" w="sm" type="none"/>
              <a:tailEnd len="sm" w="sm" type="none"/>
            </a:ln>
          </p:spPr>
        </p:cxnSp>
        <p:sp>
          <p:nvSpPr>
            <p:cNvPr id="22385" name="Google Shape;22385;p4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22381" name="Google Shape;22381;p4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22378" name="Google Shape;22378;p4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22383" name="Google Shape;22383;p4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22379" name="Google Shape;22379;p4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22386" name="Google Shape;22386;p40"/>
          <p:cNvGrpSpPr/>
          <p:nvPr/>
        </p:nvGrpSpPr>
        <p:grpSpPr>
          <a:xfrm>
            <a:off x="3500360" y="2682741"/>
            <a:ext cx="1570719" cy="294123"/>
            <a:chOff x="998425" y="1182125"/>
            <a:chExt cx="1065400" cy="199500"/>
          </a:xfrm>
        </p:grpSpPr>
        <p:sp>
          <p:nvSpPr>
            <p:cNvPr id="22387" name="Google Shape;22387;p4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8" name="Google Shape;22388;p4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9" name="Google Shape;22389;p4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0" name="Google Shape;22390;p4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1" name="Google Shape;22391;p4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92" name="Google Shape;22392;p40"/>
          <p:cNvGrpSpPr/>
          <p:nvPr/>
        </p:nvGrpSpPr>
        <p:grpSpPr>
          <a:xfrm>
            <a:off x="6843616" y="1800228"/>
            <a:ext cx="1565716" cy="366729"/>
            <a:chOff x="1247650" y="2075423"/>
            <a:chExt cx="6648477" cy="1557238"/>
          </a:xfrm>
        </p:grpSpPr>
        <p:sp>
          <p:nvSpPr>
            <p:cNvPr id="22393" name="Google Shape;22393;p4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4" name="Google Shape;22394;p4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5" name="Google Shape;22395;p4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6" name="Google Shape;22396;p4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7" name="Google Shape;22397;p4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8" name="Google Shape;22398;p4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99" name="Google Shape;22399;p40"/>
          <p:cNvGrpSpPr/>
          <p:nvPr/>
        </p:nvGrpSpPr>
        <p:grpSpPr>
          <a:xfrm>
            <a:off x="6827928" y="2949043"/>
            <a:ext cx="1597061" cy="663440"/>
            <a:chOff x="6796238" y="3158297"/>
            <a:chExt cx="1630319" cy="677257"/>
          </a:xfrm>
        </p:grpSpPr>
        <p:cxnSp>
          <p:nvCxnSpPr>
            <p:cNvPr id="22400" name="Google Shape;22400;p40"/>
            <p:cNvCxnSpPr/>
            <p:nvPr/>
          </p:nvCxnSpPr>
          <p:spPr>
            <a:xfrm>
              <a:off x="7012244"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22401" name="Google Shape;22401;p40"/>
            <p:cNvCxnSpPr/>
            <p:nvPr/>
          </p:nvCxnSpPr>
          <p:spPr>
            <a:xfrm>
              <a:off x="7810957"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22402" name="Google Shape;22402;p40"/>
            <p:cNvCxnSpPr/>
            <p:nvPr/>
          </p:nvCxnSpPr>
          <p:spPr>
            <a:xfrm rot="10800000">
              <a:off x="8196652" y="3170826"/>
              <a:ext cx="0" cy="169800"/>
            </a:xfrm>
            <a:prstGeom prst="straightConnector1">
              <a:avLst/>
            </a:prstGeom>
            <a:noFill/>
            <a:ln cap="flat" cmpd="sng" w="9525">
              <a:solidFill>
                <a:srgbClr val="A5B7C6"/>
              </a:solidFill>
              <a:prstDash val="solid"/>
              <a:round/>
              <a:headEnd len="sm" w="sm" type="none"/>
              <a:tailEnd len="med" w="med" type="diamond"/>
            </a:ln>
          </p:spPr>
        </p:cxnSp>
        <p:cxnSp>
          <p:nvCxnSpPr>
            <p:cNvPr id="22403" name="Google Shape;22403;p40"/>
            <p:cNvCxnSpPr/>
            <p:nvPr/>
          </p:nvCxnSpPr>
          <p:spPr>
            <a:xfrm rot="10800000">
              <a:off x="7411601" y="3158297"/>
              <a:ext cx="0" cy="170700"/>
            </a:xfrm>
            <a:prstGeom prst="straightConnector1">
              <a:avLst/>
            </a:prstGeom>
            <a:noFill/>
            <a:ln cap="flat" cmpd="sng" w="9525">
              <a:solidFill>
                <a:srgbClr val="A5B7C6"/>
              </a:solidFill>
              <a:prstDash val="solid"/>
              <a:round/>
              <a:headEnd len="sm" w="sm" type="none"/>
              <a:tailEnd len="med" w="med" type="diamond"/>
            </a:ln>
          </p:spPr>
        </p:cxnSp>
        <p:grpSp>
          <p:nvGrpSpPr>
            <p:cNvPr id="22404" name="Google Shape;22404;p40"/>
            <p:cNvGrpSpPr/>
            <p:nvPr/>
          </p:nvGrpSpPr>
          <p:grpSpPr>
            <a:xfrm>
              <a:off x="6796238" y="3311904"/>
              <a:ext cx="1630319" cy="377697"/>
              <a:chOff x="6796238" y="3311904"/>
              <a:chExt cx="1630319" cy="377697"/>
            </a:xfrm>
          </p:grpSpPr>
          <p:sp>
            <p:nvSpPr>
              <p:cNvPr id="22405" name="Google Shape;22405;p4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6" name="Google Shape;22406;p4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7" name="Google Shape;22407;p4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408" name="Google Shape;22408;p40"/>
          <p:cNvGrpSpPr/>
          <p:nvPr/>
        </p:nvGrpSpPr>
        <p:grpSpPr>
          <a:xfrm>
            <a:off x="5349066" y="970435"/>
            <a:ext cx="1368606" cy="1593806"/>
            <a:chOff x="1839112" y="2209163"/>
            <a:chExt cx="1918159" cy="2233785"/>
          </a:xfrm>
        </p:grpSpPr>
        <p:sp>
          <p:nvSpPr>
            <p:cNvPr id="22409" name="Google Shape;22409;p4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0" name="Google Shape;22410;p4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1" name="Google Shape;22411;p4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2412" name="Google Shape;22412;p40"/>
            <p:cNvCxnSpPr>
              <a:stCxn id="22409" idx="6"/>
              <a:endCxn id="22410" idx="2"/>
            </p:cNvCxnSpPr>
            <p:nvPr/>
          </p:nvCxnSpPr>
          <p:spPr>
            <a:xfrm>
              <a:off x="2414212" y="2496713"/>
              <a:ext cx="768000" cy="600"/>
            </a:xfrm>
            <a:prstGeom prst="bentConnector3">
              <a:avLst>
                <a:gd fmla="val -540371" name="adj1"/>
              </a:avLst>
            </a:prstGeom>
            <a:noFill/>
            <a:ln cap="flat" cmpd="sng" w="9525">
              <a:solidFill>
                <a:srgbClr val="325D79"/>
              </a:solidFill>
              <a:prstDash val="solid"/>
              <a:round/>
              <a:headEnd len="sm" w="sm" type="none"/>
              <a:tailEnd len="sm" w="sm" type="none"/>
            </a:ln>
          </p:spPr>
        </p:cxnSp>
        <p:cxnSp>
          <p:nvCxnSpPr>
            <p:cNvPr id="22413" name="Google Shape;22413;p40"/>
            <p:cNvCxnSpPr>
              <a:stCxn id="22410" idx="4"/>
              <a:endCxn id="22414" idx="0"/>
            </p:cNvCxnSpPr>
            <p:nvPr/>
          </p:nvCxnSpPr>
          <p:spPr>
            <a:xfrm rot="5400000">
              <a:off x="2669921" y="2240963"/>
              <a:ext cx="256500" cy="1343100"/>
            </a:xfrm>
            <a:prstGeom prst="bentConnector3">
              <a:avLst>
                <a:gd fmla="val 836960" name="adj1"/>
              </a:avLst>
            </a:prstGeom>
            <a:noFill/>
            <a:ln cap="flat" cmpd="sng" w="9525">
              <a:solidFill>
                <a:srgbClr val="325D79"/>
              </a:solidFill>
              <a:prstDash val="solid"/>
              <a:round/>
              <a:headEnd len="sm" w="sm" type="none"/>
              <a:tailEnd len="sm" w="sm" type="none"/>
            </a:ln>
          </p:spPr>
        </p:cxnSp>
        <p:cxnSp>
          <p:nvCxnSpPr>
            <p:cNvPr id="22415" name="Google Shape;22415;p40"/>
            <p:cNvCxnSpPr>
              <a:stCxn id="22414" idx="6"/>
              <a:endCxn id="22411" idx="2"/>
            </p:cNvCxnSpPr>
            <p:nvPr/>
          </p:nvCxnSpPr>
          <p:spPr>
            <a:xfrm>
              <a:off x="2414212" y="3328316"/>
              <a:ext cx="768000" cy="600"/>
            </a:xfrm>
            <a:prstGeom prst="bentConnector3">
              <a:avLst>
                <a:gd fmla="val -540371" name="adj1"/>
              </a:avLst>
            </a:prstGeom>
            <a:noFill/>
            <a:ln cap="flat" cmpd="sng" w="9525">
              <a:solidFill>
                <a:srgbClr val="325D79"/>
              </a:solidFill>
              <a:prstDash val="solid"/>
              <a:round/>
              <a:headEnd len="sm" w="sm" type="none"/>
              <a:tailEnd len="sm" w="sm" type="none"/>
            </a:ln>
          </p:spPr>
        </p:cxnSp>
        <p:cxnSp>
          <p:nvCxnSpPr>
            <p:cNvPr id="22416" name="Google Shape;22416;p40"/>
            <p:cNvCxnSpPr>
              <a:stCxn id="22411" idx="4"/>
              <a:endCxn id="22417" idx="0"/>
            </p:cNvCxnSpPr>
            <p:nvPr/>
          </p:nvCxnSpPr>
          <p:spPr>
            <a:xfrm rot="5400000">
              <a:off x="2672171" y="3070316"/>
              <a:ext cx="252000" cy="1343100"/>
            </a:xfrm>
            <a:prstGeom prst="bentConnector3">
              <a:avLst>
                <a:gd fmla="val 983158" name="adj1"/>
              </a:avLst>
            </a:prstGeom>
            <a:noFill/>
            <a:ln cap="flat" cmpd="sng" w="9525">
              <a:solidFill>
                <a:srgbClr val="325D79"/>
              </a:solidFill>
              <a:prstDash val="solid"/>
              <a:round/>
              <a:headEnd len="sm" w="sm" type="none"/>
              <a:tailEnd len="sm" w="sm" type="none"/>
            </a:ln>
          </p:spPr>
        </p:cxnSp>
        <p:sp>
          <p:nvSpPr>
            <p:cNvPr id="22414" name="Google Shape;22414;p4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7" name="Google Shape;22417;p4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8" name="Google Shape;22418;p4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2419" name="Google Shape;22419;p40"/>
            <p:cNvCxnSpPr>
              <a:endCxn id="22418" idx="2"/>
            </p:cNvCxnSpPr>
            <p:nvPr/>
          </p:nvCxnSpPr>
          <p:spPr>
            <a:xfrm>
              <a:off x="2413871" y="4154498"/>
              <a:ext cx="768300" cy="900"/>
            </a:xfrm>
            <a:prstGeom prst="bentConnector3">
              <a:avLst>
                <a:gd fmla="val -540174" name="adj1"/>
              </a:avLst>
            </a:prstGeom>
            <a:noFill/>
            <a:ln cap="flat" cmpd="sng" w="9525">
              <a:solidFill>
                <a:srgbClr val="325D79"/>
              </a:solidFill>
              <a:prstDash val="solid"/>
              <a:round/>
              <a:headEnd len="sm" w="sm" type="none"/>
              <a:tailEnd len="sm" w="sm" type="none"/>
            </a:ln>
          </p:spPr>
        </p:cxnSp>
      </p:grpSp>
      <p:grpSp>
        <p:nvGrpSpPr>
          <p:cNvPr id="22420" name="Google Shape;22420;p40"/>
          <p:cNvGrpSpPr/>
          <p:nvPr/>
        </p:nvGrpSpPr>
        <p:grpSpPr>
          <a:xfrm>
            <a:off x="3481439" y="976671"/>
            <a:ext cx="1637968" cy="154942"/>
            <a:chOff x="238125" y="2506075"/>
            <a:chExt cx="7115411" cy="673075"/>
          </a:xfrm>
        </p:grpSpPr>
        <p:sp>
          <p:nvSpPr>
            <p:cNvPr id="22421" name="Google Shape;22421;p4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2" name="Google Shape;22422;p4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3" name="Google Shape;22423;p4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4" name="Google Shape;22424;p4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5" name="Google Shape;22425;p4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26" name="Google Shape;22426;p40"/>
          <p:cNvGrpSpPr/>
          <p:nvPr/>
        </p:nvGrpSpPr>
        <p:grpSpPr>
          <a:xfrm>
            <a:off x="720124" y="1298269"/>
            <a:ext cx="2476762" cy="91743"/>
            <a:chOff x="1464850" y="436376"/>
            <a:chExt cx="6001362" cy="222300"/>
          </a:xfrm>
        </p:grpSpPr>
        <p:sp>
          <p:nvSpPr>
            <p:cNvPr id="22427" name="Google Shape;22427;p4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8" name="Google Shape;22428;p4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9" name="Google Shape;22429;p4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0" name="Google Shape;22430;p4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1" name="Google Shape;22431;p4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2432" name="Google Shape;22432;p40"/>
            <p:cNvCxnSpPr/>
            <p:nvPr/>
          </p:nvCxnSpPr>
          <p:spPr>
            <a:xfrm>
              <a:off x="1798637"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22433" name="Google Shape;22433;p40"/>
            <p:cNvCxnSpPr/>
            <p:nvPr/>
          </p:nvCxnSpPr>
          <p:spPr>
            <a:xfrm>
              <a:off x="327624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22434" name="Google Shape;22434;p40"/>
            <p:cNvCxnSpPr/>
            <p:nvPr/>
          </p:nvCxnSpPr>
          <p:spPr>
            <a:xfrm>
              <a:off x="475389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22435" name="Google Shape;22435;p40"/>
            <p:cNvCxnSpPr/>
            <p:nvPr/>
          </p:nvCxnSpPr>
          <p:spPr>
            <a:xfrm>
              <a:off x="6143961" y="547513"/>
              <a:ext cx="988200" cy="0"/>
            </a:xfrm>
            <a:prstGeom prst="straightConnector1">
              <a:avLst/>
            </a:prstGeom>
            <a:noFill/>
            <a:ln cap="flat" cmpd="sng" w="9525">
              <a:solidFill>
                <a:srgbClr val="5F7D95"/>
              </a:solidFill>
              <a:prstDash val="solid"/>
              <a:round/>
              <a:headEnd len="sm" w="sm" type="none"/>
              <a:tailEnd len="sm" w="sm" type="none"/>
            </a:ln>
          </p:spPr>
        </p:cxnSp>
      </p:grpSp>
      <p:grpSp>
        <p:nvGrpSpPr>
          <p:cNvPr id="22436" name="Google Shape;22436;p40"/>
          <p:cNvGrpSpPr/>
          <p:nvPr/>
        </p:nvGrpSpPr>
        <p:grpSpPr>
          <a:xfrm>
            <a:off x="706391" y="2533734"/>
            <a:ext cx="1452710" cy="651923"/>
            <a:chOff x="803162" y="2667727"/>
            <a:chExt cx="1411906" cy="633611"/>
          </a:xfrm>
        </p:grpSpPr>
        <p:cxnSp>
          <p:nvCxnSpPr>
            <p:cNvPr id="22437" name="Google Shape;22437;p40"/>
            <p:cNvCxnSpPr>
              <a:stCxn id="22438" idx="2"/>
              <a:endCxn id="22439" idx="0"/>
            </p:cNvCxnSpPr>
            <p:nvPr/>
          </p:nvCxnSpPr>
          <p:spPr>
            <a:xfrm flipH="1" rot="-5400000">
              <a:off x="1629114" y="2672827"/>
              <a:ext cx="129300" cy="369300"/>
            </a:xfrm>
            <a:prstGeom prst="bentConnector3">
              <a:avLst>
                <a:gd fmla="val 146561" name="adj1"/>
              </a:avLst>
            </a:prstGeom>
            <a:noFill/>
            <a:ln cap="flat" cmpd="sng" w="9525">
              <a:solidFill>
                <a:srgbClr val="C2C2C2"/>
              </a:solidFill>
              <a:prstDash val="solid"/>
              <a:round/>
              <a:headEnd len="sm" w="sm" type="none"/>
              <a:tailEnd len="sm" w="sm" type="none"/>
            </a:ln>
          </p:spPr>
        </p:cxnSp>
        <p:cxnSp>
          <p:nvCxnSpPr>
            <p:cNvPr id="22440" name="Google Shape;22440;p40"/>
            <p:cNvCxnSpPr>
              <a:stCxn id="22441" idx="0"/>
              <a:endCxn id="22438" idx="2"/>
            </p:cNvCxnSpPr>
            <p:nvPr/>
          </p:nvCxnSpPr>
          <p:spPr>
            <a:xfrm rot="-5400000">
              <a:off x="1259830" y="2672682"/>
              <a:ext cx="129300" cy="369300"/>
            </a:xfrm>
            <a:prstGeom prst="bentConnector3">
              <a:avLst>
                <a:gd fmla="val -46636" name="adj1"/>
              </a:avLst>
            </a:prstGeom>
            <a:noFill/>
            <a:ln cap="flat" cmpd="sng" w="9525">
              <a:solidFill>
                <a:srgbClr val="C2C2C2"/>
              </a:solidFill>
              <a:prstDash val="solid"/>
              <a:round/>
              <a:headEnd len="sm" w="sm" type="none"/>
              <a:tailEnd len="sm" w="sm" type="none"/>
            </a:ln>
          </p:spPr>
        </p:cxnSp>
        <p:cxnSp>
          <p:nvCxnSpPr>
            <p:cNvPr id="22442" name="Google Shape;22442;p40"/>
            <p:cNvCxnSpPr>
              <a:stCxn id="22441" idx="2"/>
              <a:endCxn id="22443" idx="0"/>
            </p:cNvCxnSpPr>
            <p:nvPr/>
          </p:nvCxnSpPr>
          <p:spPr>
            <a:xfrm flipH="1" rot="-5400000">
              <a:off x="1163380" y="3023532"/>
              <a:ext cx="129300" cy="176400"/>
            </a:xfrm>
            <a:prstGeom prst="bentConnector3">
              <a:avLst>
                <a:gd fmla="val 141037" name="adj1"/>
              </a:avLst>
            </a:prstGeom>
            <a:noFill/>
            <a:ln cap="flat" cmpd="sng" w="9525">
              <a:solidFill>
                <a:srgbClr val="C2C2C2"/>
              </a:solidFill>
              <a:prstDash val="solid"/>
              <a:round/>
              <a:headEnd len="sm" w="sm" type="none"/>
              <a:tailEnd len="sm" w="sm" type="none"/>
            </a:ln>
          </p:spPr>
        </p:cxnSp>
        <p:cxnSp>
          <p:nvCxnSpPr>
            <p:cNvPr id="22444" name="Google Shape;22444;p40"/>
            <p:cNvCxnSpPr>
              <a:stCxn id="22445" idx="0"/>
              <a:endCxn id="22441" idx="2"/>
            </p:cNvCxnSpPr>
            <p:nvPr/>
          </p:nvCxnSpPr>
          <p:spPr>
            <a:xfrm rot="-5400000">
              <a:off x="987062" y="3023388"/>
              <a:ext cx="129300" cy="176400"/>
            </a:xfrm>
            <a:prstGeom prst="bentConnector3">
              <a:avLst>
                <a:gd fmla="val -41112" name="adj1"/>
              </a:avLst>
            </a:prstGeom>
            <a:noFill/>
            <a:ln cap="flat" cmpd="sng" w="9525">
              <a:solidFill>
                <a:srgbClr val="C2C2C2"/>
              </a:solidFill>
              <a:prstDash val="solid"/>
              <a:round/>
              <a:headEnd len="sm" w="sm" type="none"/>
              <a:tailEnd len="sm" w="sm" type="none"/>
            </a:ln>
          </p:spPr>
        </p:cxnSp>
        <p:cxnSp>
          <p:nvCxnSpPr>
            <p:cNvPr id="22446" name="Google Shape;22446;p40"/>
            <p:cNvCxnSpPr>
              <a:stCxn id="22439" idx="2"/>
              <a:endCxn id="22447" idx="0"/>
            </p:cNvCxnSpPr>
            <p:nvPr/>
          </p:nvCxnSpPr>
          <p:spPr>
            <a:xfrm flipH="1" rot="-5400000">
              <a:off x="1901948" y="3023532"/>
              <a:ext cx="129300" cy="176400"/>
            </a:xfrm>
            <a:prstGeom prst="bentConnector3">
              <a:avLst>
                <a:gd fmla="val 141037" name="adj1"/>
              </a:avLst>
            </a:prstGeom>
            <a:noFill/>
            <a:ln cap="flat" cmpd="sng" w="9525">
              <a:solidFill>
                <a:srgbClr val="C2C2C2"/>
              </a:solidFill>
              <a:prstDash val="solid"/>
              <a:round/>
              <a:headEnd len="sm" w="sm" type="none"/>
              <a:tailEnd len="sm" w="sm" type="none"/>
            </a:ln>
          </p:spPr>
        </p:cxnSp>
        <p:cxnSp>
          <p:nvCxnSpPr>
            <p:cNvPr id="22448" name="Google Shape;22448;p40"/>
            <p:cNvCxnSpPr>
              <a:stCxn id="22449" idx="0"/>
              <a:endCxn id="22439" idx="2"/>
            </p:cNvCxnSpPr>
            <p:nvPr/>
          </p:nvCxnSpPr>
          <p:spPr>
            <a:xfrm rot="-5400000">
              <a:off x="1725631" y="3023388"/>
              <a:ext cx="129300" cy="176400"/>
            </a:xfrm>
            <a:prstGeom prst="bentConnector3">
              <a:avLst>
                <a:gd fmla="val -41112" name="adj1"/>
              </a:avLst>
            </a:prstGeom>
            <a:noFill/>
            <a:ln cap="flat" cmpd="sng" w="9525">
              <a:solidFill>
                <a:srgbClr val="C2C2C2"/>
              </a:solidFill>
              <a:prstDash val="solid"/>
              <a:round/>
              <a:headEnd len="sm" w="sm" type="none"/>
              <a:tailEnd len="sm" w="sm" type="none"/>
            </a:ln>
          </p:spPr>
        </p:cxnSp>
        <p:sp>
          <p:nvSpPr>
            <p:cNvPr id="22445" name="Google Shape;22445;p4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22443" name="Google Shape;22443;p4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22449" name="Google Shape;22449;p4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22447" name="Google Shape;22447;p4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22439" name="Google Shape;22439;p4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22441" name="Google Shape;22441;p4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22438" name="Google Shape;22438;p4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grpSp>
      <p:grpSp>
        <p:nvGrpSpPr>
          <p:cNvPr id="22450" name="Google Shape;22450;p40"/>
          <p:cNvGrpSpPr/>
          <p:nvPr/>
        </p:nvGrpSpPr>
        <p:grpSpPr>
          <a:xfrm>
            <a:off x="706393" y="969273"/>
            <a:ext cx="2518541" cy="209309"/>
            <a:chOff x="803163" y="1111966"/>
            <a:chExt cx="2447800" cy="203430"/>
          </a:xfrm>
        </p:grpSpPr>
        <p:grpSp>
          <p:nvGrpSpPr>
            <p:cNvPr id="22451" name="Google Shape;22451;p40"/>
            <p:cNvGrpSpPr/>
            <p:nvPr/>
          </p:nvGrpSpPr>
          <p:grpSpPr>
            <a:xfrm>
              <a:off x="1958180" y="1111966"/>
              <a:ext cx="588019" cy="121396"/>
              <a:chOff x="4808316" y="2800065"/>
              <a:chExt cx="1999386" cy="412910"/>
            </a:xfrm>
          </p:grpSpPr>
          <p:sp>
            <p:nvSpPr>
              <p:cNvPr id="22452" name="Google Shape;22452;p4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453" name="Google Shape;22453;p40"/>
              <p:cNvGrpSpPr/>
              <p:nvPr/>
            </p:nvGrpSpPr>
            <p:grpSpPr>
              <a:xfrm>
                <a:off x="4808316" y="2800065"/>
                <a:ext cx="92400" cy="411825"/>
                <a:chOff x="845575" y="2563700"/>
                <a:chExt cx="92400" cy="411825"/>
              </a:xfrm>
            </p:grpSpPr>
            <p:cxnSp>
              <p:nvCxnSpPr>
                <p:cNvPr id="22454" name="Google Shape;22454;p4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22455" name="Google Shape;22455;p4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cxnSp>
          <p:nvCxnSpPr>
            <p:cNvPr id="22456" name="Google Shape;22456;p4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22457" name="Google Shape;22457;p4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458" name="Google Shape;22458;p40"/>
            <p:cNvGrpSpPr/>
            <p:nvPr/>
          </p:nvGrpSpPr>
          <p:grpSpPr>
            <a:xfrm>
              <a:off x="803163" y="1111974"/>
              <a:ext cx="591158" cy="121545"/>
              <a:chOff x="803163" y="1111974"/>
              <a:chExt cx="591158" cy="121545"/>
            </a:xfrm>
          </p:grpSpPr>
          <p:grpSp>
            <p:nvGrpSpPr>
              <p:cNvPr id="22459" name="Google Shape;22459;p40"/>
              <p:cNvGrpSpPr/>
              <p:nvPr/>
            </p:nvGrpSpPr>
            <p:grpSpPr>
              <a:xfrm>
                <a:off x="803163" y="1111974"/>
                <a:ext cx="27175" cy="121077"/>
                <a:chOff x="845575" y="2563700"/>
                <a:chExt cx="92400" cy="411825"/>
              </a:xfrm>
            </p:grpSpPr>
            <p:cxnSp>
              <p:nvCxnSpPr>
                <p:cNvPr id="22460" name="Google Shape;22460;p4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22461" name="Google Shape;22461;p4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462" name="Google Shape;22462;p4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63" name="Google Shape;22463;p40"/>
            <p:cNvGrpSpPr/>
            <p:nvPr/>
          </p:nvGrpSpPr>
          <p:grpSpPr>
            <a:xfrm>
              <a:off x="1381910" y="1194219"/>
              <a:ext cx="588340" cy="121177"/>
              <a:chOff x="1381910" y="1194219"/>
              <a:chExt cx="588340" cy="121177"/>
            </a:xfrm>
          </p:grpSpPr>
          <p:grpSp>
            <p:nvGrpSpPr>
              <p:cNvPr id="22464" name="Google Shape;22464;p40"/>
              <p:cNvGrpSpPr/>
              <p:nvPr/>
            </p:nvGrpSpPr>
            <p:grpSpPr>
              <a:xfrm rot="10800000">
                <a:off x="1381910" y="1194319"/>
                <a:ext cx="27175" cy="121077"/>
                <a:chOff x="2070100" y="2563700"/>
                <a:chExt cx="92400" cy="411825"/>
              </a:xfrm>
            </p:grpSpPr>
            <p:cxnSp>
              <p:nvCxnSpPr>
                <p:cNvPr id="22465" name="Google Shape;22465;p4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22466" name="Google Shape;22466;p4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467" name="Google Shape;22467;p4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68" name="Google Shape;22468;p40"/>
            <p:cNvGrpSpPr/>
            <p:nvPr/>
          </p:nvGrpSpPr>
          <p:grpSpPr>
            <a:xfrm>
              <a:off x="2532079" y="1194219"/>
              <a:ext cx="704928" cy="121177"/>
              <a:chOff x="2532079" y="1194219"/>
              <a:chExt cx="704928" cy="121177"/>
            </a:xfrm>
          </p:grpSpPr>
          <p:grpSp>
            <p:nvGrpSpPr>
              <p:cNvPr id="22469" name="Google Shape;22469;p40"/>
              <p:cNvGrpSpPr/>
              <p:nvPr/>
            </p:nvGrpSpPr>
            <p:grpSpPr>
              <a:xfrm rot="10800000">
                <a:off x="2532079" y="1194319"/>
                <a:ext cx="27175" cy="121077"/>
                <a:chOff x="2070100" y="2563700"/>
                <a:chExt cx="92400" cy="411825"/>
              </a:xfrm>
            </p:grpSpPr>
            <p:cxnSp>
              <p:nvCxnSpPr>
                <p:cNvPr id="22470" name="Google Shape;22470;p4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22471" name="Google Shape;22471;p4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472" name="Google Shape;22472;p4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473" name="Google Shape;22473;p40"/>
          <p:cNvGrpSpPr/>
          <p:nvPr/>
        </p:nvGrpSpPr>
        <p:grpSpPr>
          <a:xfrm>
            <a:off x="3499403" y="3665904"/>
            <a:ext cx="1567778" cy="491677"/>
            <a:chOff x="5194708" y="3484366"/>
            <a:chExt cx="3148148" cy="987304"/>
          </a:xfrm>
        </p:grpSpPr>
        <p:grpSp>
          <p:nvGrpSpPr>
            <p:cNvPr id="22474" name="Google Shape;22474;p40"/>
            <p:cNvGrpSpPr/>
            <p:nvPr/>
          </p:nvGrpSpPr>
          <p:grpSpPr>
            <a:xfrm>
              <a:off x="7531521" y="3484366"/>
              <a:ext cx="811335" cy="987304"/>
              <a:chOff x="3379425" y="1617275"/>
              <a:chExt cx="1090650" cy="1327200"/>
            </a:xfrm>
          </p:grpSpPr>
          <p:sp>
            <p:nvSpPr>
              <p:cNvPr id="22475" name="Google Shape;22475;p4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6" name="Google Shape;22476;p4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7" name="Google Shape;22477;p4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78" name="Google Shape;22478;p40"/>
            <p:cNvGrpSpPr/>
            <p:nvPr/>
          </p:nvGrpSpPr>
          <p:grpSpPr>
            <a:xfrm>
              <a:off x="6752546" y="3484366"/>
              <a:ext cx="811428" cy="987304"/>
              <a:chOff x="2332275" y="1617275"/>
              <a:chExt cx="1090775" cy="1327200"/>
            </a:xfrm>
          </p:grpSpPr>
          <p:sp>
            <p:nvSpPr>
              <p:cNvPr id="22479" name="Google Shape;22479;p4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0" name="Google Shape;22480;p4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1" name="Google Shape;22481;p4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82" name="Google Shape;22482;p40"/>
            <p:cNvGrpSpPr/>
            <p:nvPr/>
          </p:nvGrpSpPr>
          <p:grpSpPr>
            <a:xfrm>
              <a:off x="5973664" y="3484366"/>
              <a:ext cx="811335" cy="987304"/>
              <a:chOff x="1285250" y="1617275"/>
              <a:chExt cx="1090650" cy="1327200"/>
            </a:xfrm>
          </p:grpSpPr>
          <p:sp>
            <p:nvSpPr>
              <p:cNvPr id="22483" name="Google Shape;22483;p4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4" name="Google Shape;22484;p4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5" name="Google Shape;22485;p4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86" name="Google Shape;22486;p40"/>
            <p:cNvGrpSpPr/>
            <p:nvPr/>
          </p:nvGrpSpPr>
          <p:grpSpPr>
            <a:xfrm>
              <a:off x="5194708" y="3484366"/>
              <a:ext cx="811409" cy="987304"/>
              <a:chOff x="238125" y="1617275"/>
              <a:chExt cx="1090750" cy="1327200"/>
            </a:xfrm>
          </p:grpSpPr>
          <p:sp>
            <p:nvSpPr>
              <p:cNvPr id="22487" name="Google Shape;22487;p4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8" name="Google Shape;22488;p4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9" name="Google Shape;22489;p4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490" name="Google Shape;22490;p40"/>
          <p:cNvGrpSpPr/>
          <p:nvPr/>
        </p:nvGrpSpPr>
        <p:grpSpPr>
          <a:xfrm>
            <a:off x="3460012" y="3146315"/>
            <a:ext cx="1616964" cy="346256"/>
            <a:chOff x="1808063" y="4294338"/>
            <a:chExt cx="3370782" cy="721817"/>
          </a:xfrm>
        </p:grpSpPr>
        <p:sp>
          <p:nvSpPr>
            <p:cNvPr id="22491" name="Google Shape;22491;p4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2" name="Google Shape;22492;p4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3" name="Google Shape;22493;p4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4" name="Google Shape;22494;p4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5" name="Google Shape;22495;p4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6" name="Google Shape;22496;p4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7" name="Google Shape;22497;p4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8" name="Google Shape;22498;p4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9" name="Google Shape;22499;p4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0" name="Google Shape;22500;p4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01" name="Google Shape;22501;p40"/>
          <p:cNvGrpSpPr/>
          <p:nvPr/>
        </p:nvGrpSpPr>
        <p:grpSpPr>
          <a:xfrm>
            <a:off x="738224" y="3432344"/>
            <a:ext cx="1295882" cy="646587"/>
            <a:chOff x="834100" y="3642869"/>
            <a:chExt cx="1259483" cy="628426"/>
          </a:xfrm>
        </p:grpSpPr>
        <p:sp>
          <p:nvSpPr>
            <p:cNvPr id="22502" name="Google Shape;22502;p4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3" name="Google Shape;22503;p4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4" name="Google Shape;22504;p4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5" name="Google Shape;22505;p4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6" name="Google Shape;22506;p4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7" name="Google Shape;22507;p4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8" name="Google Shape;22508;p4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9" name="Google Shape;22509;p4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0" name="Google Shape;22510;p4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1" name="Google Shape;22511;p4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2" name="Google Shape;22512;p4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3" name="Google Shape;22513;p4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4" name="Google Shape;22514;p4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5" name="Google Shape;22515;p4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6" name="Google Shape;22516;p4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7" name="Google Shape;22517;p4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8" name="Google Shape;22518;p4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9" name="Google Shape;22519;p4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0" name="Google Shape;22520;p4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1" name="Google Shape;22521;p4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2" name="Google Shape;22522;p4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3" name="Google Shape;22523;p4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4" name="Google Shape;22524;p4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5" name="Google Shape;22525;p4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6" name="Google Shape;22526;p4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527" name="Google Shape;22527;p40"/>
            <p:cNvGrpSpPr/>
            <p:nvPr/>
          </p:nvGrpSpPr>
          <p:grpSpPr>
            <a:xfrm>
              <a:off x="1360364" y="3847835"/>
              <a:ext cx="208119" cy="224359"/>
              <a:chOff x="1360769" y="3847100"/>
              <a:chExt cx="208119" cy="224359"/>
            </a:xfrm>
          </p:grpSpPr>
          <p:sp>
            <p:nvSpPr>
              <p:cNvPr id="22528" name="Google Shape;22528;p4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9" name="Google Shape;22529;p4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0" name="Google Shape;22530;p4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1" name="Google Shape;22531;p4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2" name="Google Shape;22532;p4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3" name="Google Shape;22533;p4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4" name="Google Shape;22534;p4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5" name="Google Shape;22535;p4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6" name="Google Shape;22536;p4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7" name="Google Shape;22537;p4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8" name="Google Shape;22538;p4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9" name="Google Shape;22539;p4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0" name="Google Shape;22540;p4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1" name="Google Shape;22541;p4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2" name="Google Shape;22542;p4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3" name="Google Shape;22543;p4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4" name="Google Shape;22544;p4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5" name="Google Shape;22545;p4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6" name="Google Shape;22546;p4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7" name="Google Shape;22547;p4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548" name="Google Shape;22548;p4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9" name="Google Shape;22549;p4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0" name="Google Shape;22550;p4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1" name="Google Shape;22551;p4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2" name="Google Shape;22552;p4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3" name="Google Shape;22553;p4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4" name="Google Shape;22554;p4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5" name="Google Shape;22555;p4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6" name="Google Shape;22556;p4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7" name="Google Shape;22557;p4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8" name="Google Shape;22558;p4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9" name="Google Shape;22559;p4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0" name="Google Shape;22560;p4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1" name="Google Shape;22561;p4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62" name="Google Shape;22562;p40"/>
          <p:cNvGrpSpPr/>
          <p:nvPr/>
        </p:nvGrpSpPr>
        <p:grpSpPr>
          <a:xfrm rot="5400000">
            <a:off x="5951337" y="3228841"/>
            <a:ext cx="164064" cy="1414916"/>
            <a:chOff x="4428249" y="1369375"/>
            <a:chExt cx="36905" cy="429569"/>
          </a:xfrm>
        </p:grpSpPr>
        <p:sp>
          <p:nvSpPr>
            <p:cNvPr id="22563" name="Google Shape;22563;p4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4" name="Google Shape;22564;p4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5" name="Google Shape;22565;p4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6" name="Google Shape;22566;p4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7" name="Google Shape;22567;p4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8" name="Google Shape;22568;p4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9" name="Google Shape;22569;p4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0" name="Google Shape;22570;p4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1" name="Google Shape;22571;p4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2" name="Google Shape;22572;p4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3" name="Google Shape;22573;p4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4" name="Google Shape;22574;p4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5" name="Google Shape;22575;p4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6" name="Google Shape;22576;p4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7" name="Google Shape;22577;p4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8" name="Google Shape;22578;p4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9" name="Google Shape;22579;p4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0" name="Google Shape;22580;p4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1" name="Google Shape;22581;p4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2" name="Google Shape;22582;p4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3" name="Google Shape;22583;p4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4" name="Google Shape;22584;p4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5" name="Google Shape;22585;p4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6" name="Google Shape;22586;p4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7" name="Google Shape;22587;p4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8" name="Google Shape;22588;p4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9" name="Google Shape;22589;p4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0" name="Google Shape;22590;p4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1" name="Google Shape;22591;p4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2" name="Google Shape;22592;p4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3" name="Google Shape;22593;p4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4" name="Google Shape;22594;p4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95" name="Google Shape;22595;p40"/>
          <p:cNvGrpSpPr/>
          <p:nvPr/>
        </p:nvGrpSpPr>
        <p:grpSpPr>
          <a:xfrm flipH="1" rot="10800000">
            <a:off x="5323766" y="2817385"/>
            <a:ext cx="1419207" cy="24808"/>
            <a:chOff x="219558" y="4738465"/>
            <a:chExt cx="5852400" cy="102300"/>
          </a:xfrm>
        </p:grpSpPr>
        <p:cxnSp>
          <p:nvCxnSpPr>
            <p:cNvPr id="22596" name="Google Shape;22596;p4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22597" name="Google Shape;22597;p4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8" name="Google Shape;22598;p4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9" name="Google Shape;22599;p4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0" name="Google Shape;22600;p4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1" name="Google Shape;22601;p4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02" name="Google Shape;22602;p40"/>
          <p:cNvGrpSpPr/>
          <p:nvPr/>
        </p:nvGrpSpPr>
        <p:grpSpPr>
          <a:xfrm>
            <a:off x="5335084" y="3190448"/>
            <a:ext cx="1396569" cy="385016"/>
            <a:chOff x="5286284" y="2966544"/>
            <a:chExt cx="1396569" cy="385016"/>
          </a:xfrm>
        </p:grpSpPr>
        <p:cxnSp>
          <p:nvCxnSpPr>
            <p:cNvPr id="22603" name="Google Shape;22603;p4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22604" name="Google Shape;22604;p4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22605" name="Google Shape;22605;p40"/>
            <p:cNvGrpSpPr/>
            <p:nvPr/>
          </p:nvGrpSpPr>
          <p:grpSpPr>
            <a:xfrm>
              <a:off x="5287688" y="3173364"/>
              <a:ext cx="1395165" cy="74100"/>
              <a:chOff x="5287688" y="3173364"/>
              <a:chExt cx="1395165" cy="74100"/>
            </a:xfrm>
          </p:grpSpPr>
          <p:cxnSp>
            <p:nvCxnSpPr>
              <p:cNvPr id="22606" name="Google Shape;22606;p40"/>
              <p:cNvCxnSpPr/>
              <p:nvPr/>
            </p:nvCxnSpPr>
            <p:spPr>
              <a:xfrm>
                <a:off x="6682853" y="3173540"/>
                <a:ext cx="0" cy="73800"/>
              </a:xfrm>
              <a:prstGeom prst="straightConnector1">
                <a:avLst/>
              </a:prstGeom>
              <a:noFill/>
              <a:ln cap="flat" cmpd="sng" w="9525">
                <a:solidFill>
                  <a:srgbClr val="5F7D95"/>
                </a:solidFill>
                <a:prstDash val="solid"/>
                <a:round/>
                <a:headEnd len="sm" w="sm" type="none"/>
                <a:tailEnd len="sm" w="sm" type="none"/>
              </a:ln>
            </p:spPr>
          </p:cxnSp>
          <p:cxnSp>
            <p:nvCxnSpPr>
              <p:cNvPr id="22607" name="Google Shape;22607;p40"/>
              <p:cNvCxnSpPr/>
              <p:nvPr/>
            </p:nvCxnSpPr>
            <p:spPr>
              <a:xfrm>
                <a:off x="5287688" y="3210371"/>
                <a:ext cx="1394700" cy="0"/>
              </a:xfrm>
              <a:prstGeom prst="straightConnector1">
                <a:avLst/>
              </a:prstGeom>
              <a:noFill/>
              <a:ln cap="flat" cmpd="sng" w="9525">
                <a:solidFill>
                  <a:srgbClr val="5F7D95"/>
                </a:solidFill>
                <a:prstDash val="solid"/>
                <a:round/>
                <a:headEnd len="sm" w="sm" type="none"/>
                <a:tailEnd len="sm" w="sm" type="none"/>
              </a:ln>
            </p:spPr>
          </p:cxnSp>
          <p:cxnSp>
            <p:nvCxnSpPr>
              <p:cNvPr id="22608" name="Google Shape;22608;p40"/>
              <p:cNvCxnSpPr/>
              <p:nvPr/>
            </p:nvCxnSpPr>
            <p:spPr>
              <a:xfrm>
                <a:off x="5518476"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22609" name="Google Shape;22609;p40"/>
              <p:cNvCxnSpPr/>
              <p:nvPr/>
            </p:nvCxnSpPr>
            <p:spPr>
              <a:xfrm>
                <a:off x="5287935"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22610" name="Google Shape;22610;p40"/>
              <p:cNvCxnSpPr/>
              <p:nvPr/>
            </p:nvCxnSpPr>
            <p:spPr>
              <a:xfrm>
                <a:off x="5751239"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22611" name="Google Shape;22611;p40"/>
              <p:cNvCxnSpPr/>
              <p:nvPr/>
            </p:nvCxnSpPr>
            <p:spPr>
              <a:xfrm>
                <a:off x="5982252"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22612" name="Google Shape;22612;p40"/>
              <p:cNvCxnSpPr/>
              <p:nvPr/>
            </p:nvCxnSpPr>
            <p:spPr>
              <a:xfrm>
                <a:off x="6216184"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22613" name="Google Shape;22613;p40"/>
              <p:cNvCxnSpPr/>
              <p:nvPr/>
            </p:nvCxnSpPr>
            <p:spPr>
              <a:xfrm>
                <a:off x="6449534" y="3173364"/>
                <a:ext cx="0" cy="74100"/>
              </a:xfrm>
              <a:prstGeom prst="straightConnector1">
                <a:avLst/>
              </a:prstGeom>
              <a:noFill/>
              <a:ln cap="flat" cmpd="sng" w="9525">
                <a:solidFill>
                  <a:srgbClr val="5F7D95"/>
                </a:solidFill>
                <a:prstDash val="solid"/>
                <a:round/>
                <a:headEnd len="sm" w="sm" type="none"/>
                <a:tailEnd len="sm" w="sm" type="none"/>
              </a:ln>
            </p:spPr>
          </p:cxnSp>
        </p:grpSp>
        <p:cxnSp>
          <p:nvCxnSpPr>
            <p:cNvPr id="22614" name="Google Shape;22614;p4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22615" name="Google Shape;22615;p40"/>
          <p:cNvGrpSpPr/>
          <p:nvPr/>
        </p:nvGrpSpPr>
        <p:grpSpPr>
          <a:xfrm>
            <a:off x="2021150" y="1609224"/>
            <a:ext cx="1182275" cy="662027"/>
            <a:chOff x="2029517" y="1732295"/>
            <a:chExt cx="1149067" cy="643432"/>
          </a:xfrm>
        </p:grpSpPr>
        <p:grpSp>
          <p:nvGrpSpPr>
            <p:cNvPr id="22616" name="Google Shape;22616;p40"/>
            <p:cNvGrpSpPr/>
            <p:nvPr/>
          </p:nvGrpSpPr>
          <p:grpSpPr>
            <a:xfrm>
              <a:off x="2708660" y="1746937"/>
              <a:ext cx="455426" cy="244429"/>
              <a:chOff x="2700693" y="1746937"/>
              <a:chExt cx="455426" cy="244429"/>
            </a:xfrm>
          </p:grpSpPr>
          <p:grpSp>
            <p:nvGrpSpPr>
              <p:cNvPr id="22617" name="Google Shape;22617;p40"/>
              <p:cNvGrpSpPr/>
              <p:nvPr/>
            </p:nvGrpSpPr>
            <p:grpSpPr>
              <a:xfrm>
                <a:off x="2905682" y="1782817"/>
                <a:ext cx="250437" cy="208549"/>
                <a:chOff x="2905682" y="1782817"/>
                <a:chExt cx="250437" cy="208549"/>
              </a:xfrm>
            </p:grpSpPr>
            <p:cxnSp>
              <p:nvCxnSpPr>
                <p:cNvPr id="22618" name="Google Shape;22618;p4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22619" name="Google Shape;22619;p4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20" name="Google Shape;22620;p40"/>
              <p:cNvGrpSpPr/>
              <p:nvPr/>
            </p:nvGrpSpPr>
            <p:grpSpPr>
              <a:xfrm>
                <a:off x="2700693" y="1746937"/>
                <a:ext cx="449966" cy="72374"/>
                <a:chOff x="2700693" y="1746937"/>
                <a:chExt cx="449966" cy="72374"/>
              </a:xfrm>
            </p:grpSpPr>
            <p:cxnSp>
              <p:nvCxnSpPr>
                <p:cNvPr id="22621" name="Google Shape;22621;p4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22622" name="Google Shape;22622;p4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623" name="Google Shape;22623;p40"/>
            <p:cNvGrpSpPr/>
            <p:nvPr/>
          </p:nvGrpSpPr>
          <p:grpSpPr>
            <a:xfrm>
              <a:off x="2029517" y="1732295"/>
              <a:ext cx="1149067" cy="643432"/>
              <a:chOff x="2029517" y="1732295"/>
              <a:chExt cx="1149067" cy="643432"/>
            </a:xfrm>
          </p:grpSpPr>
          <p:grpSp>
            <p:nvGrpSpPr>
              <p:cNvPr id="22624" name="Google Shape;22624;p40"/>
              <p:cNvGrpSpPr/>
              <p:nvPr/>
            </p:nvGrpSpPr>
            <p:grpSpPr>
              <a:xfrm>
                <a:off x="2703618" y="2103152"/>
                <a:ext cx="474966" cy="260017"/>
                <a:chOff x="2703618" y="2103152"/>
                <a:chExt cx="474966" cy="260017"/>
              </a:xfrm>
            </p:grpSpPr>
            <p:grpSp>
              <p:nvGrpSpPr>
                <p:cNvPr id="22625" name="Google Shape;22625;p40"/>
                <p:cNvGrpSpPr/>
                <p:nvPr/>
              </p:nvGrpSpPr>
              <p:grpSpPr>
                <a:xfrm>
                  <a:off x="2703618" y="2290640"/>
                  <a:ext cx="450291" cy="72529"/>
                  <a:chOff x="2703618" y="2290640"/>
                  <a:chExt cx="450291" cy="72529"/>
                </a:xfrm>
              </p:grpSpPr>
              <p:cxnSp>
                <p:nvCxnSpPr>
                  <p:cNvPr id="22626" name="Google Shape;22626;p4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22627" name="Google Shape;22627;p4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28" name="Google Shape;22628;p40"/>
                <p:cNvGrpSpPr/>
                <p:nvPr/>
              </p:nvGrpSpPr>
              <p:grpSpPr>
                <a:xfrm>
                  <a:off x="2908607" y="2103152"/>
                  <a:ext cx="269977" cy="223538"/>
                  <a:chOff x="2908607" y="2103152"/>
                  <a:chExt cx="269977" cy="223538"/>
                </a:xfrm>
              </p:grpSpPr>
              <p:cxnSp>
                <p:nvCxnSpPr>
                  <p:cNvPr id="22629" name="Google Shape;22629;p4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22630" name="Google Shape;22630;p4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631" name="Google Shape;22631;p40"/>
              <p:cNvGrpSpPr/>
              <p:nvPr/>
            </p:nvGrpSpPr>
            <p:grpSpPr>
              <a:xfrm>
                <a:off x="2029517" y="1732295"/>
                <a:ext cx="685827" cy="643432"/>
                <a:chOff x="2029517" y="1732295"/>
                <a:chExt cx="685827" cy="643432"/>
              </a:xfrm>
            </p:grpSpPr>
            <p:sp>
              <p:nvSpPr>
                <p:cNvPr id="22632" name="Google Shape;22632;p4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633" name="Google Shape;22633;p40"/>
                <p:cNvGrpSpPr/>
                <p:nvPr/>
              </p:nvGrpSpPr>
              <p:grpSpPr>
                <a:xfrm>
                  <a:off x="2158948" y="1732295"/>
                  <a:ext cx="556396" cy="333108"/>
                  <a:chOff x="2158948" y="1732295"/>
                  <a:chExt cx="556396" cy="333108"/>
                </a:xfrm>
              </p:grpSpPr>
              <p:cxnSp>
                <p:nvCxnSpPr>
                  <p:cNvPr id="22634" name="Google Shape;22634;p4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22635" name="Google Shape;22635;p4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36" name="Google Shape;22636;p40"/>
                <p:cNvGrpSpPr/>
                <p:nvPr/>
              </p:nvGrpSpPr>
              <p:grpSpPr>
                <a:xfrm>
                  <a:off x="2159908" y="2065057"/>
                  <a:ext cx="550885" cy="310670"/>
                  <a:chOff x="2159908" y="2065057"/>
                  <a:chExt cx="550885" cy="310670"/>
                </a:xfrm>
              </p:grpSpPr>
              <p:cxnSp>
                <p:nvCxnSpPr>
                  <p:cNvPr id="22637" name="Google Shape;22637;p4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22638" name="Google Shape;22638;p4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22639" name="Google Shape;22639;p40"/>
          <p:cNvGrpSpPr/>
          <p:nvPr/>
        </p:nvGrpSpPr>
        <p:grpSpPr>
          <a:xfrm>
            <a:off x="706399" y="1556837"/>
            <a:ext cx="962652" cy="810058"/>
            <a:chOff x="844912" y="1681380"/>
            <a:chExt cx="935612" cy="787305"/>
          </a:xfrm>
        </p:grpSpPr>
        <p:grpSp>
          <p:nvGrpSpPr>
            <p:cNvPr id="22640" name="Google Shape;22640;p40"/>
            <p:cNvGrpSpPr/>
            <p:nvPr/>
          </p:nvGrpSpPr>
          <p:grpSpPr>
            <a:xfrm>
              <a:off x="844912" y="1819635"/>
              <a:ext cx="329837" cy="510016"/>
              <a:chOff x="844912" y="1819635"/>
              <a:chExt cx="329837" cy="510016"/>
            </a:xfrm>
          </p:grpSpPr>
          <p:sp>
            <p:nvSpPr>
              <p:cNvPr id="22641" name="Google Shape;22641;p4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2" name="Google Shape;22642;p4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3" name="Google Shape;22643;p4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4" name="Google Shape;22644;p4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5" name="Google Shape;22645;p4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6" name="Google Shape;22646;p4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47" name="Google Shape;22647;p40"/>
            <p:cNvGrpSpPr/>
            <p:nvPr/>
          </p:nvGrpSpPr>
          <p:grpSpPr>
            <a:xfrm>
              <a:off x="1284601" y="2158168"/>
              <a:ext cx="495923" cy="310517"/>
              <a:chOff x="1284601" y="2158168"/>
              <a:chExt cx="495923" cy="310517"/>
            </a:xfrm>
          </p:grpSpPr>
          <p:sp>
            <p:nvSpPr>
              <p:cNvPr id="22648" name="Google Shape;22648;p4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649" name="Google Shape;22649;p40"/>
              <p:cNvGrpSpPr/>
              <p:nvPr/>
            </p:nvGrpSpPr>
            <p:grpSpPr>
              <a:xfrm>
                <a:off x="1507666" y="2158168"/>
                <a:ext cx="272858" cy="310517"/>
                <a:chOff x="1507666" y="2158168"/>
                <a:chExt cx="272858" cy="310517"/>
              </a:xfrm>
            </p:grpSpPr>
            <p:grpSp>
              <p:nvGrpSpPr>
                <p:cNvPr id="22650" name="Google Shape;22650;p40"/>
                <p:cNvGrpSpPr/>
                <p:nvPr/>
              </p:nvGrpSpPr>
              <p:grpSpPr>
                <a:xfrm>
                  <a:off x="1507666" y="2176104"/>
                  <a:ext cx="166395" cy="273150"/>
                  <a:chOff x="1507666" y="2176104"/>
                  <a:chExt cx="166395" cy="273150"/>
                </a:xfrm>
              </p:grpSpPr>
              <p:sp>
                <p:nvSpPr>
                  <p:cNvPr id="22651" name="Google Shape;22651;p4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2" name="Google Shape;22652;p4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3" name="Google Shape;22653;p4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4" name="Google Shape;22654;p4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5" name="Google Shape;22655;p4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6" name="Google Shape;22656;p4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7" name="Google Shape;22657;p4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658" name="Google Shape;22658;p4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9" name="Google Shape;22659;p4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660" name="Google Shape;22660;p40"/>
            <p:cNvGrpSpPr/>
            <p:nvPr/>
          </p:nvGrpSpPr>
          <p:grpSpPr>
            <a:xfrm>
              <a:off x="1284601" y="1681380"/>
              <a:ext cx="495923" cy="310517"/>
              <a:chOff x="1284601" y="1681380"/>
              <a:chExt cx="495923" cy="310517"/>
            </a:xfrm>
          </p:grpSpPr>
          <p:sp>
            <p:nvSpPr>
              <p:cNvPr id="22661" name="Google Shape;22661;p4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662" name="Google Shape;22662;p40"/>
              <p:cNvGrpSpPr/>
              <p:nvPr/>
            </p:nvGrpSpPr>
            <p:grpSpPr>
              <a:xfrm>
                <a:off x="1507666" y="1681380"/>
                <a:ext cx="272858" cy="310517"/>
                <a:chOff x="1507666" y="1681380"/>
                <a:chExt cx="272858" cy="310517"/>
              </a:xfrm>
            </p:grpSpPr>
            <p:grpSp>
              <p:nvGrpSpPr>
                <p:cNvPr id="22663" name="Google Shape;22663;p40"/>
                <p:cNvGrpSpPr/>
                <p:nvPr/>
              </p:nvGrpSpPr>
              <p:grpSpPr>
                <a:xfrm>
                  <a:off x="1507666" y="1700120"/>
                  <a:ext cx="166395" cy="272984"/>
                  <a:chOff x="1507666" y="1700120"/>
                  <a:chExt cx="166395" cy="272984"/>
                </a:xfrm>
              </p:grpSpPr>
              <p:sp>
                <p:nvSpPr>
                  <p:cNvPr id="22664" name="Google Shape;22664;p4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5" name="Google Shape;22665;p4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6" name="Google Shape;22666;p4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7" name="Google Shape;22667;p4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8" name="Google Shape;22668;p4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9" name="Google Shape;22669;p4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0" name="Google Shape;22670;p4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671" name="Google Shape;22671;p4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2" name="Google Shape;22672;p4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22673" name="Google Shape;22673;p40"/>
          <p:cNvGrpSpPr/>
          <p:nvPr/>
        </p:nvGrpSpPr>
        <p:grpSpPr>
          <a:xfrm>
            <a:off x="6815339" y="2324267"/>
            <a:ext cx="1622269" cy="552443"/>
            <a:chOff x="6894650" y="2574740"/>
            <a:chExt cx="1445100" cy="492111"/>
          </a:xfrm>
        </p:grpSpPr>
        <p:sp>
          <p:nvSpPr>
            <p:cNvPr id="22674" name="Google Shape;22674;p4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5" name="Google Shape;22675;p4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6" name="Google Shape;22676;p4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7" name="Google Shape;22677;p4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8" name="Google Shape;22678;p4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2679" name="Google Shape;22679;p40"/>
            <p:cNvCxnSpPr/>
            <p:nvPr/>
          </p:nvCxnSpPr>
          <p:spPr>
            <a:xfrm>
              <a:off x="6894650" y="2821921"/>
              <a:ext cx="1445100" cy="0"/>
            </a:xfrm>
            <a:prstGeom prst="straightConnector1">
              <a:avLst/>
            </a:prstGeom>
            <a:noFill/>
            <a:ln cap="flat" cmpd="sng" w="9525">
              <a:solidFill>
                <a:srgbClr val="869FB2"/>
              </a:solidFill>
              <a:prstDash val="solid"/>
              <a:round/>
              <a:headEnd len="sm" w="sm" type="none"/>
              <a:tailEnd len="sm" w="sm" type="none"/>
            </a:ln>
          </p:spPr>
        </p:cxnSp>
      </p:grpSp>
      <p:grpSp>
        <p:nvGrpSpPr>
          <p:cNvPr id="22680" name="Google Shape;22680;p40"/>
          <p:cNvGrpSpPr/>
          <p:nvPr/>
        </p:nvGrpSpPr>
        <p:grpSpPr>
          <a:xfrm>
            <a:off x="6834882" y="3698522"/>
            <a:ext cx="1583206" cy="475705"/>
            <a:chOff x="6953919" y="3907920"/>
            <a:chExt cx="1377300" cy="475705"/>
          </a:xfrm>
        </p:grpSpPr>
        <p:cxnSp>
          <p:nvCxnSpPr>
            <p:cNvPr id="22681" name="Google Shape;22681;p40"/>
            <p:cNvCxnSpPr/>
            <p:nvPr/>
          </p:nvCxnSpPr>
          <p:spPr>
            <a:xfrm rot="10800000">
              <a:off x="7118546" y="4100689"/>
              <a:ext cx="0" cy="185100"/>
            </a:xfrm>
            <a:prstGeom prst="straightConnector1">
              <a:avLst/>
            </a:prstGeom>
            <a:noFill/>
            <a:ln cap="flat" cmpd="sng" w="19050">
              <a:solidFill>
                <a:srgbClr val="5F7D95"/>
              </a:solidFill>
              <a:prstDash val="solid"/>
              <a:round/>
              <a:headEnd len="sm" w="sm" type="none"/>
              <a:tailEnd len="sm" w="sm" type="none"/>
            </a:ln>
          </p:spPr>
        </p:cxnSp>
        <p:cxnSp>
          <p:nvCxnSpPr>
            <p:cNvPr id="22682" name="Google Shape;22682;p40"/>
            <p:cNvCxnSpPr/>
            <p:nvPr/>
          </p:nvCxnSpPr>
          <p:spPr>
            <a:xfrm>
              <a:off x="7480500" y="4197025"/>
              <a:ext cx="0" cy="186600"/>
            </a:xfrm>
            <a:prstGeom prst="straightConnector1">
              <a:avLst/>
            </a:prstGeom>
            <a:noFill/>
            <a:ln cap="flat" cmpd="sng" w="19050">
              <a:solidFill>
                <a:srgbClr val="5F7D95"/>
              </a:solidFill>
              <a:prstDash val="solid"/>
              <a:round/>
              <a:headEnd len="sm" w="sm" type="none"/>
              <a:tailEnd len="sm" w="sm" type="none"/>
            </a:ln>
          </p:spPr>
        </p:cxnSp>
        <p:cxnSp>
          <p:nvCxnSpPr>
            <p:cNvPr id="22683" name="Google Shape;22683;p40"/>
            <p:cNvCxnSpPr/>
            <p:nvPr/>
          </p:nvCxnSpPr>
          <p:spPr>
            <a:xfrm rot="10800000">
              <a:off x="7848574" y="3907920"/>
              <a:ext cx="0" cy="185100"/>
            </a:xfrm>
            <a:prstGeom prst="straightConnector1">
              <a:avLst/>
            </a:prstGeom>
            <a:noFill/>
            <a:ln cap="flat" cmpd="sng" w="19050">
              <a:solidFill>
                <a:srgbClr val="5F7D95"/>
              </a:solidFill>
              <a:prstDash val="solid"/>
              <a:round/>
              <a:headEnd len="sm" w="sm" type="none"/>
              <a:tailEnd len="sm" w="sm" type="none"/>
            </a:ln>
          </p:spPr>
        </p:cxnSp>
        <p:cxnSp>
          <p:nvCxnSpPr>
            <p:cNvPr id="22684" name="Google Shape;22684;p40"/>
            <p:cNvCxnSpPr/>
            <p:nvPr/>
          </p:nvCxnSpPr>
          <p:spPr>
            <a:xfrm>
              <a:off x="8218032" y="3997243"/>
              <a:ext cx="0" cy="197100"/>
            </a:xfrm>
            <a:prstGeom prst="straightConnector1">
              <a:avLst/>
            </a:prstGeom>
            <a:noFill/>
            <a:ln cap="flat" cmpd="sng" w="19050">
              <a:solidFill>
                <a:srgbClr val="5F7D95"/>
              </a:solidFill>
              <a:prstDash val="solid"/>
              <a:round/>
              <a:headEnd len="sm" w="sm" type="none"/>
              <a:tailEnd len="sm" w="sm" type="none"/>
            </a:ln>
          </p:spPr>
        </p:cxnSp>
        <p:cxnSp>
          <p:nvCxnSpPr>
            <p:cNvPr id="22685" name="Google Shape;22685;p40"/>
            <p:cNvCxnSpPr/>
            <p:nvPr/>
          </p:nvCxnSpPr>
          <p:spPr>
            <a:xfrm flipH="1">
              <a:off x="6953919" y="3961822"/>
              <a:ext cx="1377300" cy="376800"/>
            </a:xfrm>
            <a:prstGeom prst="straightConnector1">
              <a:avLst/>
            </a:prstGeom>
            <a:noFill/>
            <a:ln cap="flat" cmpd="sng" w="19050">
              <a:solidFill>
                <a:srgbClr val="435D74"/>
              </a:solidFill>
              <a:prstDash val="solid"/>
              <a:round/>
              <a:headEnd len="sm" w="sm" type="none"/>
              <a:tailEnd len="sm" w="sm" type="none"/>
            </a:ln>
          </p:spPr>
        </p:cxnSp>
      </p:grpSp>
      <p:grpSp>
        <p:nvGrpSpPr>
          <p:cNvPr id="22686" name="Google Shape;22686;p40"/>
          <p:cNvGrpSpPr/>
          <p:nvPr/>
        </p:nvGrpSpPr>
        <p:grpSpPr>
          <a:xfrm>
            <a:off x="2338470" y="2459668"/>
            <a:ext cx="836286" cy="824529"/>
            <a:chOff x="2389399" y="2595741"/>
            <a:chExt cx="812796" cy="801369"/>
          </a:xfrm>
        </p:grpSpPr>
        <p:grpSp>
          <p:nvGrpSpPr>
            <p:cNvPr id="22687" name="Google Shape;22687;p40"/>
            <p:cNvGrpSpPr/>
            <p:nvPr/>
          </p:nvGrpSpPr>
          <p:grpSpPr>
            <a:xfrm>
              <a:off x="2492145" y="2881565"/>
              <a:ext cx="607299" cy="229751"/>
              <a:chOff x="2492145" y="2881565"/>
              <a:chExt cx="607299" cy="229751"/>
            </a:xfrm>
          </p:grpSpPr>
          <p:sp>
            <p:nvSpPr>
              <p:cNvPr id="22688" name="Google Shape;22688;p4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9" name="Google Shape;22689;p4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0" name="Google Shape;22690;p4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91" name="Google Shape;22691;p40"/>
            <p:cNvGrpSpPr/>
            <p:nvPr/>
          </p:nvGrpSpPr>
          <p:grpSpPr>
            <a:xfrm>
              <a:off x="2389399" y="2595741"/>
              <a:ext cx="812796" cy="296825"/>
              <a:chOff x="2389399" y="2595741"/>
              <a:chExt cx="812796" cy="296825"/>
            </a:xfrm>
          </p:grpSpPr>
          <p:grpSp>
            <p:nvGrpSpPr>
              <p:cNvPr id="22692" name="Google Shape;22692;p40"/>
              <p:cNvGrpSpPr/>
              <p:nvPr/>
            </p:nvGrpSpPr>
            <p:grpSpPr>
              <a:xfrm>
                <a:off x="2389399" y="2595741"/>
                <a:ext cx="363638" cy="296825"/>
                <a:chOff x="2389399" y="2595741"/>
                <a:chExt cx="363638" cy="296825"/>
              </a:xfrm>
            </p:grpSpPr>
            <p:grpSp>
              <p:nvGrpSpPr>
                <p:cNvPr id="22693" name="Google Shape;22693;p40"/>
                <p:cNvGrpSpPr/>
                <p:nvPr/>
              </p:nvGrpSpPr>
              <p:grpSpPr>
                <a:xfrm>
                  <a:off x="2493852" y="2794333"/>
                  <a:ext cx="259185" cy="98233"/>
                  <a:chOff x="2493852" y="2794333"/>
                  <a:chExt cx="259185" cy="98233"/>
                </a:xfrm>
              </p:grpSpPr>
              <p:sp>
                <p:nvSpPr>
                  <p:cNvPr id="22694" name="Google Shape;22694;p4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5" name="Google Shape;22695;p4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6" name="Google Shape;22696;p4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97" name="Google Shape;22697;p40"/>
                <p:cNvGrpSpPr/>
                <p:nvPr/>
              </p:nvGrpSpPr>
              <p:grpSpPr>
                <a:xfrm>
                  <a:off x="2389399" y="2595741"/>
                  <a:ext cx="224343" cy="182054"/>
                  <a:chOff x="2389399" y="2595741"/>
                  <a:chExt cx="224343" cy="182054"/>
                </a:xfrm>
              </p:grpSpPr>
              <p:sp>
                <p:nvSpPr>
                  <p:cNvPr id="22698" name="Google Shape;22698;p4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9" name="Google Shape;22699;p4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700" name="Google Shape;22700;p40"/>
              <p:cNvGrpSpPr/>
              <p:nvPr/>
            </p:nvGrpSpPr>
            <p:grpSpPr>
              <a:xfrm>
                <a:off x="2683630" y="2595741"/>
                <a:ext cx="224334" cy="296825"/>
                <a:chOff x="2683630" y="2595741"/>
                <a:chExt cx="224334" cy="296825"/>
              </a:xfrm>
            </p:grpSpPr>
            <p:grpSp>
              <p:nvGrpSpPr>
                <p:cNvPr id="22701" name="Google Shape;22701;p40"/>
                <p:cNvGrpSpPr/>
                <p:nvPr/>
              </p:nvGrpSpPr>
              <p:grpSpPr>
                <a:xfrm>
                  <a:off x="2788083" y="2794333"/>
                  <a:ext cx="15356" cy="98233"/>
                  <a:chOff x="2788083" y="2794333"/>
                  <a:chExt cx="15356" cy="98233"/>
                </a:xfrm>
              </p:grpSpPr>
              <p:sp>
                <p:nvSpPr>
                  <p:cNvPr id="22702" name="Google Shape;22702;p4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3" name="Google Shape;22703;p4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4" name="Google Shape;22704;p4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05" name="Google Shape;22705;p40"/>
                <p:cNvGrpSpPr/>
                <p:nvPr/>
              </p:nvGrpSpPr>
              <p:grpSpPr>
                <a:xfrm>
                  <a:off x="2683630" y="2595741"/>
                  <a:ext cx="224334" cy="182054"/>
                  <a:chOff x="2683630" y="2595741"/>
                  <a:chExt cx="224334" cy="182054"/>
                </a:xfrm>
              </p:grpSpPr>
              <p:sp>
                <p:nvSpPr>
                  <p:cNvPr id="22706" name="Google Shape;22706;p4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7" name="Google Shape;22707;p4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708" name="Google Shape;22708;p40"/>
              <p:cNvGrpSpPr/>
              <p:nvPr/>
            </p:nvGrpSpPr>
            <p:grpSpPr>
              <a:xfrm>
                <a:off x="2838475" y="2595741"/>
                <a:ext cx="363720" cy="296825"/>
                <a:chOff x="2838475" y="2595741"/>
                <a:chExt cx="363720" cy="296825"/>
              </a:xfrm>
            </p:grpSpPr>
            <p:grpSp>
              <p:nvGrpSpPr>
                <p:cNvPr id="22709" name="Google Shape;22709;p40"/>
                <p:cNvGrpSpPr/>
                <p:nvPr/>
              </p:nvGrpSpPr>
              <p:grpSpPr>
                <a:xfrm>
                  <a:off x="2838475" y="2794333"/>
                  <a:ext cx="259186" cy="98233"/>
                  <a:chOff x="2838475" y="2794333"/>
                  <a:chExt cx="259186" cy="98233"/>
                </a:xfrm>
              </p:grpSpPr>
              <p:sp>
                <p:nvSpPr>
                  <p:cNvPr id="22710" name="Google Shape;22710;p4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1" name="Google Shape;22711;p4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2" name="Google Shape;22712;p4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13" name="Google Shape;22713;p40"/>
                <p:cNvGrpSpPr/>
                <p:nvPr/>
              </p:nvGrpSpPr>
              <p:grpSpPr>
                <a:xfrm>
                  <a:off x="2977852" y="2595741"/>
                  <a:ext cx="224343" cy="182054"/>
                  <a:chOff x="2977852" y="2595741"/>
                  <a:chExt cx="224343" cy="182054"/>
                </a:xfrm>
              </p:grpSpPr>
              <p:sp>
                <p:nvSpPr>
                  <p:cNvPr id="22714" name="Google Shape;22714;p4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5" name="Google Shape;22715;p4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22716" name="Google Shape;22716;p40"/>
            <p:cNvGrpSpPr/>
            <p:nvPr/>
          </p:nvGrpSpPr>
          <p:grpSpPr>
            <a:xfrm>
              <a:off x="2389399" y="3100241"/>
              <a:ext cx="812796" cy="296869"/>
              <a:chOff x="2389399" y="3100241"/>
              <a:chExt cx="812796" cy="296869"/>
            </a:xfrm>
          </p:grpSpPr>
          <p:grpSp>
            <p:nvGrpSpPr>
              <p:cNvPr id="22717" name="Google Shape;22717;p40"/>
              <p:cNvGrpSpPr/>
              <p:nvPr/>
            </p:nvGrpSpPr>
            <p:grpSpPr>
              <a:xfrm>
                <a:off x="2683630" y="3100241"/>
                <a:ext cx="224334" cy="296869"/>
                <a:chOff x="2683630" y="3100241"/>
                <a:chExt cx="224334" cy="296869"/>
              </a:xfrm>
            </p:grpSpPr>
            <p:grpSp>
              <p:nvGrpSpPr>
                <p:cNvPr id="22718" name="Google Shape;22718;p40"/>
                <p:cNvGrpSpPr/>
                <p:nvPr/>
              </p:nvGrpSpPr>
              <p:grpSpPr>
                <a:xfrm>
                  <a:off x="2788083" y="3100241"/>
                  <a:ext cx="15356" cy="98236"/>
                  <a:chOff x="2788083" y="3100241"/>
                  <a:chExt cx="15356" cy="98236"/>
                </a:xfrm>
              </p:grpSpPr>
              <p:sp>
                <p:nvSpPr>
                  <p:cNvPr id="22719" name="Google Shape;22719;p4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0" name="Google Shape;22720;p4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1" name="Google Shape;22721;p4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22" name="Google Shape;22722;p40"/>
                <p:cNvGrpSpPr/>
                <p:nvPr/>
              </p:nvGrpSpPr>
              <p:grpSpPr>
                <a:xfrm>
                  <a:off x="2683630" y="3215065"/>
                  <a:ext cx="224334" cy="182045"/>
                  <a:chOff x="2683630" y="3215065"/>
                  <a:chExt cx="224334" cy="182045"/>
                </a:xfrm>
              </p:grpSpPr>
              <p:sp>
                <p:nvSpPr>
                  <p:cNvPr id="22723" name="Google Shape;22723;p4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4" name="Google Shape;22724;p4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725" name="Google Shape;22725;p40"/>
              <p:cNvGrpSpPr/>
              <p:nvPr/>
            </p:nvGrpSpPr>
            <p:grpSpPr>
              <a:xfrm>
                <a:off x="2389399" y="3100241"/>
                <a:ext cx="363638" cy="296869"/>
                <a:chOff x="2389399" y="3100241"/>
                <a:chExt cx="363638" cy="296869"/>
              </a:xfrm>
            </p:grpSpPr>
            <p:grpSp>
              <p:nvGrpSpPr>
                <p:cNvPr id="22726" name="Google Shape;22726;p40"/>
                <p:cNvGrpSpPr/>
                <p:nvPr/>
              </p:nvGrpSpPr>
              <p:grpSpPr>
                <a:xfrm>
                  <a:off x="2493852" y="3100241"/>
                  <a:ext cx="259185" cy="98236"/>
                  <a:chOff x="2493852" y="3100241"/>
                  <a:chExt cx="259185" cy="98236"/>
                </a:xfrm>
              </p:grpSpPr>
              <p:sp>
                <p:nvSpPr>
                  <p:cNvPr id="22727" name="Google Shape;22727;p4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8" name="Google Shape;22728;p4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9" name="Google Shape;22729;p4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30" name="Google Shape;22730;p40"/>
                <p:cNvGrpSpPr/>
                <p:nvPr/>
              </p:nvGrpSpPr>
              <p:grpSpPr>
                <a:xfrm>
                  <a:off x="2389399" y="3215065"/>
                  <a:ext cx="224343" cy="182045"/>
                  <a:chOff x="2389399" y="3215065"/>
                  <a:chExt cx="224343" cy="182045"/>
                </a:xfrm>
              </p:grpSpPr>
              <p:sp>
                <p:nvSpPr>
                  <p:cNvPr id="22731" name="Google Shape;22731;p4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2" name="Google Shape;22732;p4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733" name="Google Shape;22733;p40"/>
              <p:cNvGrpSpPr/>
              <p:nvPr/>
            </p:nvGrpSpPr>
            <p:grpSpPr>
              <a:xfrm>
                <a:off x="2838475" y="3100241"/>
                <a:ext cx="363720" cy="296869"/>
                <a:chOff x="2838475" y="3100241"/>
                <a:chExt cx="363720" cy="296869"/>
              </a:xfrm>
            </p:grpSpPr>
            <p:grpSp>
              <p:nvGrpSpPr>
                <p:cNvPr id="22734" name="Google Shape;22734;p40"/>
                <p:cNvGrpSpPr/>
                <p:nvPr/>
              </p:nvGrpSpPr>
              <p:grpSpPr>
                <a:xfrm>
                  <a:off x="2838475" y="3100241"/>
                  <a:ext cx="259186" cy="98236"/>
                  <a:chOff x="2838475" y="3100241"/>
                  <a:chExt cx="259186" cy="98236"/>
                </a:xfrm>
              </p:grpSpPr>
              <p:sp>
                <p:nvSpPr>
                  <p:cNvPr id="22735" name="Google Shape;22735;p4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6" name="Google Shape;22736;p4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7" name="Google Shape;22737;p4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38" name="Google Shape;22738;p40"/>
                <p:cNvGrpSpPr/>
                <p:nvPr/>
              </p:nvGrpSpPr>
              <p:grpSpPr>
                <a:xfrm>
                  <a:off x="2977852" y="3215065"/>
                  <a:ext cx="224343" cy="182045"/>
                  <a:chOff x="2977852" y="3215065"/>
                  <a:chExt cx="224343" cy="182045"/>
                </a:xfrm>
              </p:grpSpPr>
              <p:sp>
                <p:nvSpPr>
                  <p:cNvPr id="22739" name="Google Shape;22739;p4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0" name="Google Shape;22740;p4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44" name="Shape 22744"/>
        <p:cNvGrpSpPr/>
        <p:nvPr/>
      </p:nvGrpSpPr>
      <p:grpSpPr>
        <a:xfrm>
          <a:off x="0" y="0"/>
          <a:ext cx="0" cy="0"/>
          <a:chOff x="0" y="0"/>
          <a:chExt cx="0" cy="0"/>
        </a:xfrm>
      </p:grpSpPr>
      <p:grpSp>
        <p:nvGrpSpPr>
          <p:cNvPr id="22745" name="Google Shape;22745;p41"/>
          <p:cNvGrpSpPr/>
          <p:nvPr/>
        </p:nvGrpSpPr>
        <p:grpSpPr>
          <a:xfrm>
            <a:off x="702088" y="3155922"/>
            <a:ext cx="2390414" cy="1024800"/>
            <a:chOff x="728925" y="3296613"/>
            <a:chExt cx="2390414" cy="1024800"/>
          </a:xfrm>
        </p:grpSpPr>
        <p:grpSp>
          <p:nvGrpSpPr>
            <p:cNvPr id="22746" name="Google Shape;22746;p41"/>
            <p:cNvGrpSpPr/>
            <p:nvPr/>
          </p:nvGrpSpPr>
          <p:grpSpPr>
            <a:xfrm>
              <a:off x="728925" y="3619800"/>
              <a:ext cx="2390414" cy="500893"/>
              <a:chOff x="728925" y="3619800"/>
              <a:chExt cx="2390414" cy="500893"/>
            </a:xfrm>
          </p:grpSpPr>
          <p:sp>
            <p:nvSpPr>
              <p:cNvPr id="22747" name="Google Shape;22747;p4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22748" name="Google Shape;22748;p4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22749" name="Google Shape;22749;p41"/>
            <p:cNvGrpSpPr/>
            <p:nvPr/>
          </p:nvGrpSpPr>
          <p:grpSpPr>
            <a:xfrm>
              <a:off x="1348050" y="3296613"/>
              <a:ext cx="1706152" cy="1024800"/>
              <a:chOff x="1348050" y="3296613"/>
              <a:chExt cx="1706152" cy="1024800"/>
            </a:xfrm>
          </p:grpSpPr>
          <p:sp>
            <p:nvSpPr>
              <p:cNvPr id="22750" name="Google Shape;22750;p4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22751" name="Google Shape;22751;p4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22752" name="Google Shape;22752;p4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22753" name="Google Shape;22753;p4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22754" name="Google Shape;22754;p4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22755" name="Google Shape;22755;p41"/>
            <p:cNvGrpSpPr/>
            <p:nvPr/>
          </p:nvGrpSpPr>
          <p:grpSpPr>
            <a:xfrm>
              <a:off x="1455707" y="3654858"/>
              <a:ext cx="1491149" cy="417657"/>
              <a:chOff x="1455707" y="3654858"/>
              <a:chExt cx="1491149" cy="417657"/>
            </a:xfrm>
          </p:grpSpPr>
          <p:sp>
            <p:nvSpPr>
              <p:cNvPr id="22756" name="Google Shape;22756;p4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7" name="Google Shape;22757;p4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8" name="Google Shape;22758;p4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9" name="Google Shape;22759;p4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0" name="Google Shape;22760;p4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1" name="Google Shape;22761;p4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2" name="Google Shape;22762;p4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3" name="Google Shape;22763;p4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4" name="Google Shape;22764;p4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5" name="Google Shape;22765;p4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6" name="Google Shape;22766;p4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7" name="Google Shape;22767;p4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8" name="Google Shape;22768;p4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9" name="Google Shape;22769;p4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0" name="Google Shape;22770;p4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1" name="Google Shape;22771;p4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2" name="Google Shape;22772;p4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3" name="Google Shape;22773;p4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4" name="Google Shape;22774;p4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5" name="Google Shape;22775;p4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22776" name="Google Shape;22776;p41"/>
          <p:cNvGraphicFramePr/>
          <p:nvPr/>
        </p:nvGraphicFramePr>
        <p:xfrm>
          <a:off x="5937787" y="2153834"/>
          <a:ext cx="3000000" cy="3000000"/>
        </p:xfrm>
        <a:graphic>
          <a:graphicData uri="http://schemas.openxmlformats.org/drawingml/2006/table">
            <a:tbl>
              <a:tblPr>
                <a:noFill/>
                <a:tableStyleId>{CA439BA7-F0D7-459F-B904-4AD791DA4FB8}</a:tableStyleId>
              </a:tblPr>
              <a:tblGrid>
                <a:gridCol w="626025"/>
                <a:gridCol w="626025"/>
                <a:gridCol w="626025"/>
                <a:gridCol w="626025"/>
              </a:tblGrid>
              <a:tr h="10000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5"/>
                      </a:srgbClr>
                    </a:solidFill>
                  </a:tcPr>
                </a:tc>
              </a:tr>
            </a:tbl>
          </a:graphicData>
        </a:graphic>
      </p:graphicFrame>
      <p:grpSp>
        <p:nvGrpSpPr>
          <p:cNvPr id="22777" name="Google Shape;22777;p41"/>
          <p:cNvGrpSpPr/>
          <p:nvPr/>
        </p:nvGrpSpPr>
        <p:grpSpPr>
          <a:xfrm>
            <a:off x="710464" y="981599"/>
            <a:ext cx="2396505" cy="976502"/>
            <a:chOff x="749309" y="1112739"/>
            <a:chExt cx="2371603" cy="976502"/>
          </a:xfrm>
        </p:grpSpPr>
        <p:grpSp>
          <p:nvGrpSpPr>
            <p:cNvPr id="22778" name="Google Shape;22778;p41"/>
            <p:cNvGrpSpPr/>
            <p:nvPr/>
          </p:nvGrpSpPr>
          <p:grpSpPr>
            <a:xfrm>
              <a:off x="1092126" y="1112739"/>
              <a:ext cx="2028786" cy="975465"/>
              <a:chOff x="1092126" y="1112739"/>
              <a:chExt cx="2028786" cy="975465"/>
            </a:xfrm>
          </p:grpSpPr>
          <p:sp>
            <p:nvSpPr>
              <p:cNvPr id="22779" name="Google Shape;22779;p4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0" name="Google Shape;22780;p4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1" name="Google Shape;22781;p4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2" name="Google Shape;22782;p4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3" name="Google Shape;22783;p4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4" name="Google Shape;22784;p4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5" name="Google Shape;22785;p4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6" name="Google Shape;22786;p4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7" name="Google Shape;22787;p4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8" name="Google Shape;22788;p4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9" name="Google Shape;22789;p4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0" name="Google Shape;22790;p4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1" name="Google Shape;22791;p4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2" name="Google Shape;22792;p4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3" name="Google Shape;22793;p4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4" name="Google Shape;22794;p4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5" name="Google Shape;22795;p4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6" name="Google Shape;22796;p4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7" name="Google Shape;22797;p4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8" name="Google Shape;22798;p4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9" name="Google Shape;22799;p4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0" name="Google Shape;22800;p4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1" name="Google Shape;22801;p4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2" name="Google Shape;22802;p4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03" name="Google Shape;22803;p41"/>
            <p:cNvGrpSpPr/>
            <p:nvPr/>
          </p:nvGrpSpPr>
          <p:grpSpPr>
            <a:xfrm>
              <a:off x="749309" y="1112739"/>
              <a:ext cx="314700" cy="975465"/>
              <a:chOff x="749309" y="1112739"/>
              <a:chExt cx="314700" cy="975465"/>
            </a:xfrm>
          </p:grpSpPr>
          <p:sp>
            <p:nvSpPr>
              <p:cNvPr id="22804" name="Google Shape;22804;p4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5" name="Google Shape;22805;p4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6" name="Google Shape;22806;p4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7" name="Google Shape;22807;p4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808" name="Google Shape;22808;p4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9" name="Google Shape;22809;p4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0" name="Google Shape;22810;p4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1" name="Google Shape;22811;p4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22812" name="Google Shape;22812;p41"/>
          <p:cNvGraphicFramePr/>
          <p:nvPr/>
        </p:nvGraphicFramePr>
        <p:xfrm>
          <a:off x="5937812" y="981584"/>
          <a:ext cx="3000000" cy="3000000"/>
        </p:xfrm>
        <a:graphic>
          <a:graphicData uri="http://schemas.openxmlformats.org/drawingml/2006/table">
            <a:tbl>
              <a:tblPr>
                <a:noFill/>
                <a:tableStyleId>{CA439BA7-F0D7-459F-B904-4AD791DA4FB8}</a:tableStyleId>
              </a:tblPr>
              <a:tblGrid>
                <a:gridCol w="626025"/>
                <a:gridCol w="626025"/>
                <a:gridCol w="626025"/>
                <a:gridCol w="626025"/>
              </a:tblGrid>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22813" name="Google Shape;22813;p41"/>
          <p:cNvGraphicFramePr/>
          <p:nvPr/>
        </p:nvGraphicFramePr>
        <p:xfrm>
          <a:off x="3358675" y="2153834"/>
          <a:ext cx="3000000" cy="3000000"/>
        </p:xfrm>
        <a:graphic>
          <a:graphicData uri="http://schemas.openxmlformats.org/drawingml/2006/table">
            <a:tbl>
              <a:tblPr>
                <a:noFill/>
                <a:tableStyleId>{CA439BA7-F0D7-459F-B904-4AD791DA4FB8}</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22814" name="Google Shape;22814;p41"/>
          <p:cNvGrpSpPr/>
          <p:nvPr/>
        </p:nvGrpSpPr>
        <p:grpSpPr>
          <a:xfrm>
            <a:off x="3360661" y="3144795"/>
            <a:ext cx="2363377" cy="1047062"/>
            <a:chOff x="3358399" y="3285485"/>
            <a:chExt cx="2363377" cy="1047062"/>
          </a:xfrm>
        </p:grpSpPr>
        <p:grpSp>
          <p:nvGrpSpPr>
            <p:cNvPr id="22815" name="Google Shape;22815;p41"/>
            <p:cNvGrpSpPr/>
            <p:nvPr/>
          </p:nvGrpSpPr>
          <p:grpSpPr>
            <a:xfrm>
              <a:off x="3358412" y="3285485"/>
              <a:ext cx="2363244" cy="139500"/>
              <a:chOff x="3358412" y="3285485"/>
              <a:chExt cx="2363244" cy="139500"/>
            </a:xfrm>
          </p:grpSpPr>
          <p:sp>
            <p:nvSpPr>
              <p:cNvPr id="22816" name="Google Shape;22816;p4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7" name="Google Shape;22817;p4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8" name="Google Shape;22818;p4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9" name="Google Shape;22819;p4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0" name="Google Shape;22820;p4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21" name="Google Shape;22821;p41"/>
            <p:cNvGrpSpPr/>
            <p:nvPr/>
          </p:nvGrpSpPr>
          <p:grpSpPr>
            <a:xfrm>
              <a:off x="3358412" y="3466996"/>
              <a:ext cx="2363244" cy="139500"/>
              <a:chOff x="3358412" y="3466996"/>
              <a:chExt cx="2363244" cy="139500"/>
            </a:xfrm>
          </p:grpSpPr>
          <p:sp>
            <p:nvSpPr>
              <p:cNvPr id="22822" name="Google Shape;22822;p4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3" name="Google Shape;22823;p4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4" name="Google Shape;22824;p4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5" name="Google Shape;22825;p4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6" name="Google Shape;22826;p4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27" name="Google Shape;22827;p41"/>
            <p:cNvGrpSpPr/>
            <p:nvPr/>
          </p:nvGrpSpPr>
          <p:grpSpPr>
            <a:xfrm>
              <a:off x="3358412" y="3648507"/>
              <a:ext cx="2363244" cy="139500"/>
              <a:chOff x="3358412" y="3648507"/>
              <a:chExt cx="2363244" cy="139500"/>
            </a:xfrm>
          </p:grpSpPr>
          <p:sp>
            <p:nvSpPr>
              <p:cNvPr id="22828" name="Google Shape;22828;p4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9" name="Google Shape;22829;p4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0" name="Google Shape;22830;p4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1" name="Google Shape;22831;p4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2" name="Google Shape;22832;p4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33" name="Google Shape;22833;p41"/>
            <p:cNvGrpSpPr/>
            <p:nvPr/>
          </p:nvGrpSpPr>
          <p:grpSpPr>
            <a:xfrm>
              <a:off x="3358412" y="3830018"/>
              <a:ext cx="2363244" cy="139500"/>
              <a:chOff x="3358412" y="3830018"/>
              <a:chExt cx="2363244" cy="139500"/>
            </a:xfrm>
          </p:grpSpPr>
          <p:sp>
            <p:nvSpPr>
              <p:cNvPr id="22834" name="Google Shape;22834;p4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5" name="Google Shape;22835;p4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6" name="Google Shape;22836;p4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7" name="Google Shape;22837;p4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8" name="Google Shape;22838;p4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39" name="Google Shape;22839;p41"/>
            <p:cNvGrpSpPr/>
            <p:nvPr/>
          </p:nvGrpSpPr>
          <p:grpSpPr>
            <a:xfrm>
              <a:off x="3358399" y="4011514"/>
              <a:ext cx="2363377" cy="139537"/>
              <a:chOff x="3294800" y="4134603"/>
              <a:chExt cx="2638876" cy="152400"/>
            </a:xfrm>
          </p:grpSpPr>
          <p:sp>
            <p:nvSpPr>
              <p:cNvPr id="22840" name="Google Shape;22840;p4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1" name="Google Shape;22841;p4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2" name="Google Shape;22842;p4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3" name="Google Shape;22843;p4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4" name="Google Shape;22844;p4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45" name="Google Shape;22845;p41"/>
            <p:cNvGrpSpPr/>
            <p:nvPr/>
          </p:nvGrpSpPr>
          <p:grpSpPr>
            <a:xfrm>
              <a:off x="3358399" y="4193010"/>
              <a:ext cx="2363377" cy="139537"/>
              <a:chOff x="3294800" y="4134603"/>
              <a:chExt cx="2638876" cy="152400"/>
            </a:xfrm>
          </p:grpSpPr>
          <p:sp>
            <p:nvSpPr>
              <p:cNvPr id="22846" name="Google Shape;22846;p4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7" name="Google Shape;22847;p4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8" name="Google Shape;22848;p4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9" name="Google Shape;22849;p4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0" name="Google Shape;22850;p4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22851" name="Google Shape;22851;p41"/>
          <p:cNvGraphicFramePr/>
          <p:nvPr/>
        </p:nvGraphicFramePr>
        <p:xfrm>
          <a:off x="711463" y="2153834"/>
          <a:ext cx="3000000" cy="3000000"/>
        </p:xfrm>
        <a:graphic>
          <a:graphicData uri="http://schemas.openxmlformats.org/drawingml/2006/table">
            <a:tbl>
              <a:tblPr>
                <a:noFill/>
                <a:tableStyleId>{CA439BA7-F0D7-459F-B904-4AD791DA4FB8}</a:tableStyleId>
              </a:tblPr>
              <a:tblGrid>
                <a:gridCol w="592450"/>
                <a:gridCol w="592450"/>
                <a:gridCol w="592450"/>
                <a:gridCol w="592450"/>
              </a:tblGrid>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22852" name="Google Shape;22852;p41"/>
          <p:cNvGrpSpPr/>
          <p:nvPr/>
        </p:nvGrpSpPr>
        <p:grpSpPr>
          <a:xfrm>
            <a:off x="4161132" y="2557649"/>
            <a:ext cx="1302095" cy="60959"/>
            <a:chOff x="3558802" y="4011427"/>
            <a:chExt cx="1866000" cy="111300"/>
          </a:xfrm>
        </p:grpSpPr>
        <p:sp>
          <p:nvSpPr>
            <p:cNvPr id="22853" name="Google Shape;22853;p4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4" name="Google Shape;22854;p4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55" name="Google Shape;22855;p41"/>
          <p:cNvGrpSpPr/>
          <p:nvPr/>
        </p:nvGrpSpPr>
        <p:grpSpPr>
          <a:xfrm>
            <a:off x="4706620" y="2839808"/>
            <a:ext cx="914340" cy="60959"/>
            <a:chOff x="3558802" y="4011427"/>
            <a:chExt cx="1866000" cy="111300"/>
          </a:xfrm>
        </p:grpSpPr>
        <p:sp>
          <p:nvSpPr>
            <p:cNvPr id="22856" name="Google Shape;22856;p4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7" name="Google Shape;22857;p4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58" name="Google Shape;22858;p41"/>
          <p:cNvGrpSpPr/>
          <p:nvPr/>
        </p:nvGrpSpPr>
        <p:grpSpPr>
          <a:xfrm>
            <a:off x="5871419" y="3167606"/>
            <a:ext cx="2522867" cy="1001454"/>
            <a:chOff x="1904318" y="789980"/>
            <a:chExt cx="1489472" cy="606868"/>
          </a:xfrm>
        </p:grpSpPr>
        <p:cxnSp>
          <p:nvCxnSpPr>
            <p:cNvPr id="22859" name="Google Shape;22859;p41"/>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22860" name="Google Shape;22860;p41"/>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22861" name="Google Shape;22861;p41"/>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22862" name="Google Shape;22862;p4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JANUARY</a:t>
              </a:r>
              <a:endParaRPr b="0" i="0" sz="400" u="none" cap="none" strike="noStrike">
                <a:solidFill>
                  <a:srgbClr val="E3E9ED"/>
                </a:solidFill>
                <a:latin typeface="Arial"/>
                <a:ea typeface="Arial"/>
                <a:cs typeface="Arial"/>
                <a:sym typeface="Arial"/>
              </a:endParaRPr>
            </a:p>
          </p:txBody>
        </p:sp>
        <p:sp>
          <p:nvSpPr>
            <p:cNvPr id="22863" name="Google Shape;22863;p4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FEBRUARY</a:t>
              </a:r>
              <a:endParaRPr b="0" i="0" sz="400" u="none" cap="none" strike="noStrike">
                <a:solidFill>
                  <a:srgbClr val="E3E9ED"/>
                </a:solidFill>
                <a:latin typeface="Arial"/>
                <a:ea typeface="Arial"/>
                <a:cs typeface="Arial"/>
                <a:sym typeface="Arial"/>
              </a:endParaRPr>
            </a:p>
          </p:txBody>
        </p:sp>
        <p:sp>
          <p:nvSpPr>
            <p:cNvPr id="22864" name="Google Shape;22864;p4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MARCH</a:t>
              </a:r>
              <a:endParaRPr b="0" i="0" sz="400" u="none" cap="none" strike="noStrike">
                <a:solidFill>
                  <a:srgbClr val="E3E9ED"/>
                </a:solidFill>
                <a:latin typeface="Arial"/>
                <a:ea typeface="Arial"/>
                <a:cs typeface="Arial"/>
                <a:sym typeface="Arial"/>
              </a:endParaRPr>
            </a:p>
          </p:txBody>
        </p:sp>
        <p:sp>
          <p:nvSpPr>
            <p:cNvPr id="22865" name="Google Shape;22865;p4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APRIL</a:t>
              </a:r>
              <a:endParaRPr b="0" i="0" sz="400" u="none" cap="none" strike="noStrike">
                <a:solidFill>
                  <a:srgbClr val="E3E9ED"/>
                </a:solidFill>
                <a:latin typeface="Arial"/>
                <a:ea typeface="Arial"/>
                <a:cs typeface="Arial"/>
                <a:sym typeface="Arial"/>
              </a:endParaRPr>
            </a:p>
          </p:txBody>
        </p:sp>
        <p:sp>
          <p:nvSpPr>
            <p:cNvPr id="22866" name="Google Shape;22866;p4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7" name="Google Shape;22867;p4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8" name="Google Shape;22868;p4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9" name="Google Shape;22869;p4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0" name="Google Shape;22870;p4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1" name="Google Shape;22871;p4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2" name="Google Shape;22872;p41"/>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marR="0" rtl="0" algn="l">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PHASE 1</a:t>
              </a:r>
              <a:endParaRPr b="0" i="0" sz="400" u="none" cap="none" strike="noStrike">
                <a:solidFill>
                  <a:srgbClr val="E3E9ED"/>
                </a:solidFill>
                <a:latin typeface="Arial"/>
                <a:ea typeface="Arial"/>
                <a:cs typeface="Arial"/>
                <a:sym typeface="Arial"/>
              </a:endParaRPr>
            </a:p>
          </p:txBody>
        </p:sp>
        <p:sp>
          <p:nvSpPr>
            <p:cNvPr id="22873" name="Google Shape;22873;p41"/>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Task 1</a:t>
              </a:r>
              <a:endParaRPr b="0" i="0" sz="400" u="none" cap="none" strike="noStrike">
                <a:solidFill>
                  <a:srgbClr val="E3E9ED"/>
                </a:solidFill>
                <a:latin typeface="Arial"/>
                <a:ea typeface="Arial"/>
                <a:cs typeface="Arial"/>
                <a:sym typeface="Arial"/>
              </a:endParaRPr>
            </a:p>
          </p:txBody>
        </p:sp>
        <p:sp>
          <p:nvSpPr>
            <p:cNvPr id="22874" name="Google Shape;22874;p41"/>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Task 2</a:t>
              </a:r>
              <a:endParaRPr b="0" i="0" sz="400" u="none" cap="none" strike="noStrike">
                <a:solidFill>
                  <a:srgbClr val="E3E9ED"/>
                </a:solidFill>
                <a:latin typeface="Arial"/>
                <a:ea typeface="Arial"/>
                <a:cs typeface="Arial"/>
                <a:sym typeface="Arial"/>
              </a:endParaRPr>
            </a:p>
          </p:txBody>
        </p:sp>
        <p:sp>
          <p:nvSpPr>
            <p:cNvPr id="22875" name="Google Shape;22875;p4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76" name="Google Shape;22876;p41"/>
          <p:cNvGrpSpPr/>
          <p:nvPr/>
        </p:nvGrpSpPr>
        <p:grpSpPr>
          <a:xfrm>
            <a:off x="3355824" y="951642"/>
            <a:ext cx="2363393" cy="1005865"/>
            <a:chOff x="3292400" y="1193188"/>
            <a:chExt cx="2615240" cy="1131075"/>
          </a:xfrm>
        </p:grpSpPr>
        <p:sp>
          <p:nvSpPr>
            <p:cNvPr id="22877" name="Google Shape;22877;p4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878" name="Google Shape;22878;p4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879" name="Google Shape;22879;p4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JANUARY</a:t>
              </a:r>
              <a:endParaRPr b="0" i="0" sz="400" u="none" cap="none" strike="noStrike">
                <a:solidFill>
                  <a:srgbClr val="FFFFFF"/>
                </a:solidFill>
                <a:latin typeface="Arial"/>
                <a:ea typeface="Arial"/>
                <a:cs typeface="Arial"/>
                <a:sym typeface="Arial"/>
              </a:endParaRPr>
            </a:p>
          </p:txBody>
        </p:sp>
        <p:sp>
          <p:nvSpPr>
            <p:cNvPr id="22880" name="Google Shape;22880;p4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FEBRUARY</a:t>
              </a:r>
              <a:endParaRPr b="0" i="0" sz="400" u="none" cap="none" strike="noStrike">
                <a:solidFill>
                  <a:srgbClr val="FFFFFF"/>
                </a:solidFill>
                <a:latin typeface="Arial"/>
                <a:ea typeface="Arial"/>
                <a:cs typeface="Arial"/>
                <a:sym typeface="Arial"/>
              </a:endParaRPr>
            </a:p>
          </p:txBody>
        </p:sp>
        <p:sp>
          <p:nvSpPr>
            <p:cNvPr id="22881" name="Google Shape;22881;p4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MARCH</a:t>
              </a:r>
              <a:endParaRPr b="0" i="0" sz="400" u="none" cap="none" strike="noStrike">
                <a:solidFill>
                  <a:srgbClr val="FFFFFF"/>
                </a:solidFill>
                <a:latin typeface="Arial"/>
                <a:ea typeface="Arial"/>
                <a:cs typeface="Arial"/>
                <a:sym typeface="Arial"/>
              </a:endParaRPr>
            </a:p>
          </p:txBody>
        </p:sp>
        <p:sp>
          <p:nvSpPr>
            <p:cNvPr id="22882" name="Google Shape;22882;p4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APRIL</a:t>
              </a:r>
              <a:endParaRPr b="0" i="0" sz="400" u="none" cap="none" strike="noStrike">
                <a:solidFill>
                  <a:srgbClr val="FFFFFF"/>
                </a:solidFill>
                <a:latin typeface="Arial"/>
                <a:ea typeface="Arial"/>
                <a:cs typeface="Arial"/>
                <a:sym typeface="Arial"/>
              </a:endParaRPr>
            </a:p>
          </p:txBody>
        </p:sp>
        <p:sp>
          <p:nvSpPr>
            <p:cNvPr id="22883" name="Google Shape;22883;p4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MAY</a:t>
              </a:r>
              <a:endParaRPr b="0" i="0" sz="400" u="none" cap="none" strike="noStrike">
                <a:solidFill>
                  <a:srgbClr val="FFFFFF"/>
                </a:solidFill>
                <a:latin typeface="Arial"/>
                <a:ea typeface="Arial"/>
                <a:cs typeface="Arial"/>
                <a:sym typeface="Arial"/>
              </a:endParaRPr>
            </a:p>
          </p:txBody>
        </p:sp>
        <p:sp>
          <p:nvSpPr>
            <p:cNvPr id="22884" name="Google Shape;22884;p4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JUNE</a:t>
              </a:r>
              <a:endParaRPr b="0" i="0" sz="400" u="none" cap="none" strike="noStrike">
                <a:solidFill>
                  <a:srgbClr val="FFFFFF"/>
                </a:solidFill>
                <a:latin typeface="Arial"/>
                <a:ea typeface="Arial"/>
                <a:cs typeface="Arial"/>
                <a:sym typeface="Arial"/>
              </a:endParaRPr>
            </a:p>
          </p:txBody>
        </p:sp>
        <p:sp>
          <p:nvSpPr>
            <p:cNvPr id="22885" name="Google Shape;22885;p4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PHASE 1</a:t>
              </a:r>
              <a:endParaRPr b="0" i="0" sz="400" u="none" cap="none" strike="noStrike">
                <a:solidFill>
                  <a:srgbClr val="FFFFFF"/>
                </a:solidFill>
                <a:latin typeface="Arial"/>
                <a:ea typeface="Arial"/>
                <a:cs typeface="Arial"/>
                <a:sym typeface="Arial"/>
              </a:endParaRPr>
            </a:p>
          </p:txBody>
        </p:sp>
        <p:sp>
          <p:nvSpPr>
            <p:cNvPr id="22886" name="Google Shape;22886;p4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PHASE 2</a:t>
              </a:r>
              <a:endParaRPr b="0" i="0" sz="400" u="none" cap="none" strike="noStrike">
                <a:solidFill>
                  <a:srgbClr val="FFFFFF"/>
                </a:solidFill>
                <a:latin typeface="Arial"/>
                <a:ea typeface="Arial"/>
                <a:cs typeface="Arial"/>
                <a:sym typeface="Arial"/>
              </a:endParaRPr>
            </a:p>
          </p:txBody>
        </p:sp>
        <p:sp>
          <p:nvSpPr>
            <p:cNvPr id="22887" name="Google Shape;22887;p4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22888" name="Google Shape;22888;p4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sp>
          <p:nvSpPr>
            <p:cNvPr id="22889" name="Google Shape;22889;p4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22890" name="Google Shape;22890;p4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grpSp>
          <p:nvGrpSpPr>
            <p:cNvPr id="22891" name="Google Shape;22891;p41"/>
            <p:cNvGrpSpPr/>
            <p:nvPr/>
          </p:nvGrpSpPr>
          <p:grpSpPr>
            <a:xfrm>
              <a:off x="3748438" y="1378608"/>
              <a:ext cx="2159202" cy="903971"/>
              <a:chOff x="1683525" y="2179850"/>
              <a:chExt cx="4519050" cy="2134525"/>
            </a:xfrm>
          </p:grpSpPr>
          <p:sp>
            <p:nvSpPr>
              <p:cNvPr id="22892" name="Google Shape;22892;p4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893" name="Google Shape;22893;p4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894" name="Google Shape;22894;p4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895" name="Google Shape;22895;p4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896" name="Google Shape;22896;p4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897" name="Google Shape;22897;p4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898" name="Google Shape;22898;p4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899" name="Google Shape;22899;p4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900" name="Google Shape;22900;p4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901" name="Google Shape;22901;p4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902" name="Google Shape;22902;p4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22903" name="Google Shape;22903;p4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grpSp>
      </p:gr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07" name="Shape 22907"/>
        <p:cNvGrpSpPr/>
        <p:nvPr/>
      </p:nvGrpSpPr>
      <p:grpSpPr>
        <a:xfrm>
          <a:off x="0" y="0"/>
          <a:ext cx="0" cy="0"/>
          <a:chOff x="0" y="0"/>
          <a:chExt cx="0" cy="0"/>
        </a:xfrm>
      </p:grpSpPr>
      <p:grpSp>
        <p:nvGrpSpPr>
          <p:cNvPr id="22908" name="Google Shape;22908;p42"/>
          <p:cNvGrpSpPr/>
          <p:nvPr/>
        </p:nvGrpSpPr>
        <p:grpSpPr>
          <a:xfrm>
            <a:off x="4796690" y="970936"/>
            <a:ext cx="745431" cy="718863"/>
            <a:chOff x="4249973" y="1201875"/>
            <a:chExt cx="1958567" cy="1888763"/>
          </a:xfrm>
        </p:grpSpPr>
        <p:sp>
          <p:nvSpPr>
            <p:cNvPr id="22909" name="Google Shape;22909;p4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910" name="Google Shape;22910;p42"/>
            <p:cNvGrpSpPr/>
            <p:nvPr/>
          </p:nvGrpSpPr>
          <p:grpSpPr>
            <a:xfrm>
              <a:off x="5853086" y="1789142"/>
              <a:ext cx="355454" cy="1047937"/>
              <a:chOff x="5576108" y="2016725"/>
              <a:chExt cx="565200" cy="1666302"/>
            </a:xfrm>
          </p:grpSpPr>
          <p:sp>
            <p:nvSpPr>
              <p:cNvPr id="22911" name="Google Shape;22911;p4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22912" name="Google Shape;22912;p4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13" name="Google Shape;22913;p42"/>
            <p:cNvGrpSpPr/>
            <p:nvPr/>
          </p:nvGrpSpPr>
          <p:grpSpPr>
            <a:xfrm>
              <a:off x="4869725" y="2691676"/>
              <a:ext cx="1013627" cy="398962"/>
              <a:chOff x="4012487" y="3451825"/>
              <a:chExt cx="1611746" cy="634381"/>
            </a:xfrm>
          </p:grpSpPr>
          <p:sp>
            <p:nvSpPr>
              <p:cNvPr id="22914" name="Google Shape;22914;p4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22915" name="Google Shape;22915;p4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16" name="Google Shape;22916;p42"/>
            <p:cNvGrpSpPr/>
            <p:nvPr/>
          </p:nvGrpSpPr>
          <p:grpSpPr>
            <a:xfrm>
              <a:off x="4276993" y="2155787"/>
              <a:ext cx="651909" cy="891532"/>
              <a:chOff x="3069997" y="2599721"/>
              <a:chExt cx="1036586" cy="1417604"/>
            </a:xfrm>
          </p:grpSpPr>
          <p:sp>
            <p:nvSpPr>
              <p:cNvPr id="22917" name="Google Shape;22917;p4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22918" name="Google Shape;22918;p4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19" name="Google Shape;22919;p42"/>
            <p:cNvGrpSpPr/>
            <p:nvPr/>
          </p:nvGrpSpPr>
          <p:grpSpPr>
            <a:xfrm>
              <a:off x="5054918" y="1201875"/>
              <a:ext cx="999521" cy="602731"/>
              <a:chOff x="4306958" y="1082925"/>
              <a:chExt cx="1589315" cy="958389"/>
            </a:xfrm>
          </p:grpSpPr>
          <p:sp>
            <p:nvSpPr>
              <p:cNvPr id="22920" name="Google Shape;22920;p4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22921" name="Google Shape;22921;p4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22" name="Google Shape;22922;p42"/>
            <p:cNvGrpSpPr/>
            <p:nvPr/>
          </p:nvGrpSpPr>
          <p:grpSpPr>
            <a:xfrm>
              <a:off x="4249973" y="1303601"/>
              <a:ext cx="799524" cy="841184"/>
              <a:chOff x="3027033" y="1244677"/>
              <a:chExt cx="1271307" cy="1337548"/>
            </a:xfrm>
          </p:grpSpPr>
          <p:sp>
            <p:nvSpPr>
              <p:cNvPr id="22923" name="Google Shape;22923;p4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22924" name="Google Shape;22924;p4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925" name="Google Shape;22925;p42"/>
          <p:cNvGrpSpPr/>
          <p:nvPr/>
        </p:nvGrpSpPr>
        <p:grpSpPr>
          <a:xfrm>
            <a:off x="713063" y="1849386"/>
            <a:ext cx="761767" cy="729896"/>
            <a:chOff x="2657744" y="2337745"/>
            <a:chExt cx="832987" cy="798137"/>
          </a:xfrm>
        </p:grpSpPr>
        <p:sp>
          <p:nvSpPr>
            <p:cNvPr id="22926" name="Google Shape;22926;p4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7" name="Google Shape;22927;p4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8" name="Google Shape;22928;p4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9" name="Google Shape;22929;p4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0" name="Google Shape;22930;p4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1" name="Google Shape;22931;p4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32" name="Google Shape;22932;p42"/>
          <p:cNvGrpSpPr/>
          <p:nvPr/>
        </p:nvGrpSpPr>
        <p:grpSpPr>
          <a:xfrm>
            <a:off x="3224027" y="1852592"/>
            <a:ext cx="685569" cy="723586"/>
            <a:chOff x="3398134" y="2057755"/>
            <a:chExt cx="704087" cy="743130"/>
          </a:xfrm>
        </p:grpSpPr>
        <p:grpSp>
          <p:nvGrpSpPr>
            <p:cNvPr id="22933" name="Google Shape;22933;p42"/>
            <p:cNvGrpSpPr/>
            <p:nvPr/>
          </p:nvGrpSpPr>
          <p:grpSpPr>
            <a:xfrm>
              <a:off x="3398134" y="2290183"/>
              <a:ext cx="315300" cy="219900"/>
              <a:chOff x="3398134" y="2290183"/>
              <a:chExt cx="315300" cy="219900"/>
            </a:xfrm>
          </p:grpSpPr>
          <p:sp>
            <p:nvSpPr>
              <p:cNvPr id="22934" name="Google Shape;22934;p4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22935" name="Google Shape;22935;p42"/>
              <p:cNvCxnSpPr>
                <a:stCxn id="22934" idx="2"/>
              </p:cNvCxnSpPr>
              <p:nvPr/>
            </p:nvCxnSpPr>
            <p:spPr>
              <a:xfrm rot="10800000">
                <a:off x="3398134" y="2400133"/>
                <a:ext cx="95400" cy="0"/>
              </a:xfrm>
              <a:prstGeom prst="straightConnector1">
                <a:avLst/>
              </a:prstGeom>
              <a:noFill/>
              <a:ln cap="flat" cmpd="sng" w="9525">
                <a:solidFill>
                  <a:srgbClr val="435D74"/>
                </a:solidFill>
                <a:prstDash val="solid"/>
                <a:round/>
                <a:headEnd len="sm" w="sm" type="none"/>
                <a:tailEnd len="sm" w="sm" type="none"/>
              </a:ln>
            </p:spPr>
          </p:cxnSp>
        </p:grpSp>
        <p:grpSp>
          <p:nvGrpSpPr>
            <p:cNvPr id="22936" name="Google Shape;22936;p42"/>
            <p:cNvGrpSpPr/>
            <p:nvPr/>
          </p:nvGrpSpPr>
          <p:grpSpPr>
            <a:xfrm>
              <a:off x="3547823" y="2467358"/>
              <a:ext cx="219900" cy="333527"/>
              <a:chOff x="3547823" y="2467358"/>
              <a:chExt cx="219900" cy="333527"/>
            </a:xfrm>
          </p:grpSpPr>
          <p:sp>
            <p:nvSpPr>
              <p:cNvPr id="22937" name="Google Shape;22937;p4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22938" name="Google Shape;22938;p42"/>
              <p:cNvCxnSpPr/>
              <p:nvPr/>
            </p:nvCxnSpPr>
            <p:spPr>
              <a:xfrm rot="10800000">
                <a:off x="3657701" y="2687185"/>
                <a:ext cx="0" cy="113700"/>
              </a:xfrm>
              <a:prstGeom prst="straightConnector1">
                <a:avLst/>
              </a:prstGeom>
              <a:noFill/>
              <a:ln cap="flat" cmpd="sng" w="9525">
                <a:solidFill>
                  <a:srgbClr val="5F7D95"/>
                </a:solidFill>
                <a:prstDash val="solid"/>
                <a:round/>
                <a:headEnd len="sm" w="sm" type="none"/>
                <a:tailEnd len="sm" w="sm" type="none"/>
              </a:ln>
            </p:spPr>
          </p:cxnSp>
        </p:grpSp>
        <p:grpSp>
          <p:nvGrpSpPr>
            <p:cNvPr id="22939" name="Google Shape;22939;p42"/>
            <p:cNvGrpSpPr/>
            <p:nvPr/>
          </p:nvGrpSpPr>
          <p:grpSpPr>
            <a:xfrm>
              <a:off x="3734138" y="2467358"/>
              <a:ext cx="219900" cy="333527"/>
              <a:chOff x="3734138" y="2467358"/>
              <a:chExt cx="219900" cy="333527"/>
            </a:xfrm>
          </p:grpSpPr>
          <p:sp>
            <p:nvSpPr>
              <p:cNvPr id="22940" name="Google Shape;22940;p4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22941" name="Google Shape;22941;p42"/>
              <p:cNvCxnSpPr/>
              <p:nvPr/>
            </p:nvCxnSpPr>
            <p:spPr>
              <a:xfrm rot="10800000">
                <a:off x="3844020" y="2687185"/>
                <a:ext cx="0" cy="113700"/>
              </a:xfrm>
              <a:prstGeom prst="straightConnector1">
                <a:avLst/>
              </a:prstGeom>
              <a:noFill/>
              <a:ln cap="flat" cmpd="sng" w="9525">
                <a:solidFill>
                  <a:srgbClr val="869FB2"/>
                </a:solidFill>
                <a:prstDash val="solid"/>
                <a:round/>
                <a:headEnd len="sm" w="sm" type="none"/>
                <a:tailEnd len="sm" w="sm" type="none"/>
              </a:ln>
            </p:spPr>
          </p:cxnSp>
        </p:grpSp>
        <p:grpSp>
          <p:nvGrpSpPr>
            <p:cNvPr id="22942" name="Google Shape;22942;p42"/>
            <p:cNvGrpSpPr/>
            <p:nvPr/>
          </p:nvGrpSpPr>
          <p:grpSpPr>
            <a:xfrm>
              <a:off x="3787560" y="2288011"/>
              <a:ext cx="314661" cy="219900"/>
              <a:chOff x="3787560" y="2288011"/>
              <a:chExt cx="314661" cy="219900"/>
            </a:xfrm>
          </p:grpSpPr>
          <p:sp>
            <p:nvSpPr>
              <p:cNvPr id="22943" name="Google Shape;22943;p4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22944" name="Google Shape;22944;p42"/>
              <p:cNvCxnSpPr/>
              <p:nvPr/>
            </p:nvCxnSpPr>
            <p:spPr>
              <a:xfrm rot="10800000">
                <a:off x="4007421" y="2400064"/>
                <a:ext cx="94800" cy="0"/>
              </a:xfrm>
              <a:prstGeom prst="straightConnector1">
                <a:avLst/>
              </a:prstGeom>
              <a:noFill/>
              <a:ln cap="flat" cmpd="sng" w="9525">
                <a:solidFill>
                  <a:srgbClr val="A5B7C6"/>
                </a:solidFill>
                <a:prstDash val="solid"/>
                <a:round/>
                <a:headEnd len="sm" w="sm" type="none"/>
                <a:tailEnd len="sm" w="sm" type="none"/>
              </a:ln>
            </p:spPr>
          </p:cxnSp>
        </p:grpSp>
        <p:grpSp>
          <p:nvGrpSpPr>
            <p:cNvPr id="22945" name="Google Shape;22945;p42"/>
            <p:cNvGrpSpPr/>
            <p:nvPr/>
          </p:nvGrpSpPr>
          <p:grpSpPr>
            <a:xfrm>
              <a:off x="3637290" y="2057755"/>
              <a:ext cx="219900" cy="335499"/>
              <a:chOff x="3637290" y="2057755"/>
              <a:chExt cx="219900" cy="335499"/>
            </a:xfrm>
          </p:grpSpPr>
          <p:sp>
            <p:nvSpPr>
              <p:cNvPr id="22946" name="Google Shape;22946;p4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22947" name="Google Shape;22947;p42"/>
              <p:cNvCxnSpPr/>
              <p:nvPr/>
            </p:nvCxnSpPr>
            <p:spPr>
              <a:xfrm rot="10800000">
                <a:off x="3747169" y="2057755"/>
                <a:ext cx="0" cy="113700"/>
              </a:xfrm>
              <a:prstGeom prst="straightConnector1">
                <a:avLst/>
              </a:prstGeom>
              <a:noFill/>
              <a:ln cap="flat" cmpd="sng" w="9525">
                <a:solidFill>
                  <a:srgbClr val="BAC8D3"/>
                </a:solidFill>
                <a:prstDash val="solid"/>
                <a:round/>
                <a:headEnd len="sm" w="sm" type="none"/>
                <a:tailEnd len="sm" w="sm" type="none"/>
              </a:ln>
            </p:spPr>
          </p:cxnSp>
        </p:grpSp>
      </p:grpSp>
      <p:grpSp>
        <p:nvGrpSpPr>
          <p:cNvPr id="22948" name="Google Shape;22948;p42"/>
          <p:cNvGrpSpPr/>
          <p:nvPr/>
        </p:nvGrpSpPr>
        <p:grpSpPr>
          <a:xfrm>
            <a:off x="4899249" y="1859288"/>
            <a:ext cx="710153" cy="710153"/>
            <a:chOff x="5007123" y="2079403"/>
            <a:chExt cx="687600" cy="687600"/>
          </a:xfrm>
        </p:grpSpPr>
        <p:sp>
          <p:nvSpPr>
            <p:cNvPr id="22949" name="Google Shape;22949;p4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0" name="Google Shape;22950;p4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1" name="Google Shape;22951;p4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2" name="Google Shape;22952;p4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53" name="Google Shape;22953;p42"/>
          <p:cNvGrpSpPr/>
          <p:nvPr/>
        </p:nvGrpSpPr>
        <p:grpSpPr>
          <a:xfrm>
            <a:off x="5708687" y="1853794"/>
            <a:ext cx="720998" cy="721183"/>
            <a:chOff x="5797446" y="2063053"/>
            <a:chExt cx="698100" cy="698280"/>
          </a:xfrm>
        </p:grpSpPr>
        <p:sp>
          <p:nvSpPr>
            <p:cNvPr id="22954" name="Google Shape;22954;p4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5" name="Google Shape;22955;p4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6" name="Google Shape;22956;p4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7" name="Google Shape;22957;p4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58" name="Google Shape;22958;p42"/>
          <p:cNvGrpSpPr/>
          <p:nvPr/>
        </p:nvGrpSpPr>
        <p:grpSpPr>
          <a:xfrm>
            <a:off x="8153834" y="3499399"/>
            <a:ext cx="280585" cy="673164"/>
            <a:chOff x="8075075" y="3754290"/>
            <a:chExt cx="255612" cy="613194"/>
          </a:xfrm>
        </p:grpSpPr>
        <p:grpSp>
          <p:nvGrpSpPr>
            <p:cNvPr id="22959" name="Google Shape;22959;p42"/>
            <p:cNvGrpSpPr/>
            <p:nvPr/>
          </p:nvGrpSpPr>
          <p:grpSpPr>
            <a:xfrm>
              <a:off x="8075075" y="3754290"/>
              <a:ext cx="255612" cy="613194"/>
              <a:chOff x="8075075" y="3754290"/>
              <a:chExt cx="255612" cy="613194"/>
            </a:xfrm>
          </p:grpSpPr>
          <p:sp>
            <p:nvSpPr>
              <p:cNvPr id="22960" name="Google Shape;22960;p4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1" name="Google Shape;22961;p4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962" name="Google Shape;22962;p4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63" name="Google Shape;22963;p42"/>
          <p:cNvGrpSpPr/>
          <p:nvPr/>
        </p:nvGrpSpPr>
        <p:grpSpPr>
          <a:xfrm>
            <a:off x="5270892" y="3488196"/>
            <a:ext cx="470352" cy="683745"/>
            <a:chOff x="1697726" y="3244179"/>
            <a:chExt cx="788124" cy="1146069"/>
          </a:xfrm>
        </p:grpSpPr>
        <p:sp>
          <p:nvSpPr>
            <p:cNvPr id="22964" name="Google Shape;22964;p4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5" name="Google Shape;22965;p4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966" name="Google Shape;22966;p42"/>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967" name="Google Shape;22967;p42"/>
          <p:cNvGrpSpPr/>
          <p:nvPr/>
        </p:nvGrpSpPr>
        <p:grpSpPr>
          <a:xfrm>
            <a:off x="5892043" y="3499398"/>
            <a:ext cx="293891" cy="293845"/>
            <a:chOff x="6134814" y="3754290"/>
            <a:chExt cx="293891" cy="293845"/>
          </a:xfrm>
        </p:grpSpPr>
        <p:sp>
          <p:nvSpPr>
            <p:cNvPr id="22968" name="Google Shape;22968;p4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9" name="Google Shape;22969;p4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70" name="Google Shape;22970;p42"/>
          <p:cNvGrpSpPr/>
          <p:nvPr/>
        </p:nvGrpSpPr>
        <p:grpSpPr>
          <a:xfrm>
            <a:off x="5892043" y="3878069"/>
            <a:ext cx="293891" cy="293891"/>
            <a:chOff x="6134814" y="4086186"/>
            <a:chExt cx="293891" cy="293891"/>
          </a:xfrm>
        </p:grpSpPr>
        <p:sp>
          <p:nvSpPr>
            <p:cNvPr id="22971" name="Google Shape;22971;p4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2" name="Google Shape;22972;p4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973" name="Google Shape;22973;p42"/>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4" name="Google Shape;22974;p42"/>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975" name="Google Shape;22975;p42"/>
          <p:cNvGrpSpPr/>
          <p:nvPr/>
        </p:nvGrpSpPr>
        <p:grpSpPr>
          <a:xfrm>
            <a:off x="7817018" y="2706762"/>
            <a:ext cx="622883" cy="621944"/>
            <a:chOff x="1187048" y="238125"/>
            <a:chExt cx="5256397" cy="5248476"/>
          </a:xfrm>
        </p:grpSpPr>
        <p:sp>
          <p:nvSpPr>
            <p:cNvPr id="22976" name="Google Shape;22976;p4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7" name="Google Shape;22977;p4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8" name="Google Shape;22978;p4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9" name="Google Shape;22979;p4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80" name="Google Shape;22980;p42"/>
          <p:cNvGrpSpPr/>
          <p:nvPr/>
        </p:nvGrpSpPr>
        <p:grpSpPr>
          <a:xfrm>
            <a:off x="2274123" y="2716370"/>
            <a:ext cx="1310987" cy="612407"/>
            <a:chOff x="238125" y="1188750"/>
            <a:chExt cx="7140450" cy="3335550"/>
          </a:xfrm>
        </p:grpSpPr>
        <p:sp>
          <p:nvSpPr>
            <p:cNvPr id="22981" name="Google Shape;22981;p4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2" name="Google Shape;22982;p4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3" name="Google Shape;22983;p4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4" name="Google Shape;22984;p4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5" name="Google Shape;22985;p4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86" name="Google Shape;22986;p42"/>
          <p:cNvGrpSpPr/>
          <p:nvPr/>
        </p:nvGrpSpPr>
        <p:grpSpPr>
          <a:xfrm>
            <a:off x="6599995" y="2706925"/>
            <a:ext cx="1110299" cy="621702"/>
            <a:chOff x="238125" y="1335475"/>
            <a:chExt cx="5418735" cy="3034175"/>
          </a:xfrm>
        </p:grpSpPr>
        <p:sp>
          <p:nvSpPr>
            <p:cNvPr id="22987" name="Google Shape;22987;p4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8" name="Google Shape;22988;p4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9" name="Google Shape;22989;p4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90" name="Google Shape;22990;p42"/>
          <p:cNvGrpSpPr/>
          <p:nvPr/>
        </p:nvGrpSpPr>
        <p:grpSpPr>
          <a:xfrm>
            <a:off x="5417655" y="2703822"/>
            <a:ext cx="1074451" cy="627181"/>
            <a:chOff x="5359127" y="2910889"/>
            <a:chExt cx="1097723" cy="640831"/>
          </a:xfrm>
        </p:grpSpPr>
        <p:grpSp>
          <p:nvGrpSpPr>
            <p:cNvPr id="22991" name="Google Shape;22991;p42"/>
            <p:cNvGrpSpPr/>
            <p:nvPr/>
          </p:nvGrpSpPr>
          <p:grpSpPr>
            <a:xfrm>
              <a:off x="5929791" y="3263088"/>
              <a:ext cx="527059" cy="287098"/>
              <a:chOff x="5929791" y="3263088"/>
              <a:chExt cx="527059" cy="287098"/>
            </a:xfrm>
          </p:grpSpPr>
          <p:sp>
            <p:nvSpPr>
              <p:cNvPr id="22992" name="Google Shape;22992;p4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22993" name="Google Shape;22993;p4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22994" name="Google Shape;22994;p42"/>
            <p:cNvGrpSpPr/>
            <p:nvPr/>
          </p:nvGrpSpPr>
          <p:grpSpPr>
            <a:xfrm>
              <a:off x="5359127" y="3263089"/>
              <a:ext cx="526428" cy="288631"/>
              <a:chOff x="5359127" y="3263089"/>
              <a:chExt cx="526428" cy="288631"/>
            </a:xfrm>
          </p:grpSpPr>
          <p:sp>
            <p:nvSpPr>
              <p:cNvPr id="22995" name="Google Shape;22995;p4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22996" name="Google Shape;22996;p4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22997" name="Google Shape;22997;p42"/>
            <p:cNvGrpSpPr/>
            <p:nvPr/>
          </p:nvGrpSpPr>
          <p:grpSpPr>
            <a:xfrm>
              <a:off x="5551525" y="2910889"/>
              <a:ext cx="520902" cy="610282"/>
              <a:chOff x="5551525" y="2910889"/>
              <a:chExt cx="520902" cy="610282"/>
            </a:xfrm>
          </p:grpSpPr>
          <p:sp>
            <p:nvSpPr>
              <p:cNvPr id="22998" name="Google Shape;22998;p4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22999" name="Google Shape;22999;p4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23000" name="Google Shape;23000;p42"/>
            <p:cNvGrpSpPr/>
            <p:nvPr/>
          </p:nvGrpSpPr>
          <p:grpSpPr>
            <a:xfrm>
              <a:off x="5743962" y="2919100"/>
              <a:ext cx="623673" cy="284502"/>
              <a:chOff x="5743962" y="2919100"/>
              <a:chExt cx="623673" cy="284502"/>
            </a:xfrm>
          </p:grpSpPr>
          <p:sp>
            <p:nvSpPr>
              <p:cNvPr id="23001" name="Google Shape;23001;p4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23002" name="Google Shape;23002;p4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23003" name="Google Shape;23003;p42"/>
          <p:cNvGrpSpPr/>
          <p:nvPr/>
        </p:nvGrpSpPr>
        <p:grpSpPr>
          <a:xfrm>
            <a:off x="7568868" y="1854534"/>
            <a:ext cx="874977" cy="719600"/>
            <a:chOff x="7608988" y="2093194"/>
            <a:chExt cx="817277" cy="672147"/>
          </a:xfrm>
        </p:grpSpPr>
        <p:cxnSp>
          <p:nvCxnSpPr>
            <p:cNvPr id="23004" name="Google Shape;23004;p42"/>
            <p:cNvCxnSpPr/>
            <p:nvPr/>
          </p:nvCxnSpPr>
          <p:spPr>
            <a:xfrm flipH="1" rot="5400000">
              <a:off x="7620257" y="2136491"/>
              <a:ext cx="129900" cy="111300"/>
            </a:xfrm>
            <a:prstGeom prst="bentConnector3">
              <a:avLst>
                <a:gd fmla="val -116587" name="adj1"/>
              </a:avLst>
            </a:prstGeom>
            <a:noFill/>
            <a:ln cap="flat" cmpd="sng" w="9525">
              <a:solidFill>
                <a:srgbClr val="667E92"/>
              </a:solidFill>
              <a:prstDash val="solid"/>
              <a:round/>
              <a:headEnd len="sm" w="sm" type="none"/>
              <a:tailEnd len="sm" w="sm" type="none"/>
            </a:ln>
          </p:spPr>
        </p:cxnSp>
        <p:cxnSp>
          <p:nvCxnSpPr>
            <p:cNvPr id="23005" name="Google Shape;23005;p42"/>
            <p:cNvCxnSpPr/>
            <p:nvPr/>
          </p:nvCxnSpPr>
          <p:spPr>
            <a:xfrm rot="-5400000">
              <a:off x="8285120" y="2136491"/>
              <a:ext cx="129900" cy="111300"/>
            </a:xfrm>
            <a:prstGeom prst="bentConnector3">
              <a:avLst>
                <a:gd fmla="val -116587" name="adj1"/>
              </a:avLst>
            </a:prstGeom>
            <a:noFill/>
            <a:ln cap="flat" cmpd="sng" w="9525">
              <a:solidFill>
                <a:srgbClr val="667E92"/>
              </a:solidFill>
              <a:prstDash val="solid"/>
              <a:round/>
              <a:headEnd len="sm" w="sm" type="none"/>
              <a:tailEnd len="sm" w="sm" type="none"/>
            </a:ln>
          </p:spPr>
        </p:cxnSp>
        <p:cxnSp>
          <p:nvCxnSpPr>
            <p:cNvPr id="23006" name="Google Shape;23006;p42"/>
            <p:cNvCxnSpPr/>
            <p:nvPr/>
          </p:nvCxnSpPr>
          <p:spPr>
            <a:xfrm rot="5400000">
              <a:off x="7620257" y="2644741"/>
              <a:ext cx="129900" cy="111300"/>
            </a:xfrm>
            <a:prstGeom prst="bentConnector3">
              <a:avLst>
                <a:gd fmla="val 190786" name="adj1"/>
              </a:avLst>
            </a:prstGeom>
            <a:noFill/>
            <a:ln cap="flat" cmpd="sng" w="9525">
              <a:solidFill>
                <a:srgbClr val="667E92"/>
              </a:solidFill>
              <a:prstDash val="solid"/>
              <a:round/>
              <a:headEnd len="sm" w="sm" type="none"/>
              <a:tailEnd len="sm" w="sm" type="none"/>
            </a:ln>
          </p:spPr>
        </p:cxnSp>
        <p:cxnSp>
          <p:nvCxnSpPr>
            <p:cNvPr id="23007" name="Google Shape;23007;p42"/>
            <p:cNvCxnSpPr/>
            <p:nvPr/>
          </p:nvCxnSpPr>
          <p:spPr>
            <a:xfrm flipH="1" rot="-5400000">
              <a:off x="8285120" y="2644741"/>
              <a:ext cx="129900" cy="111300"/>
            </a:xfrm>
            <a:prstGeom prst="bentConnector3">
              <a:avLst>
                <a:gd fmla="val 190786" name="adj1"/>
              </a:avLst>
            </a:prstGeom>
            <a:noFill/>
            <a:ln cap="flat" cmpd="sng" w="9525">
              <a:solidFill>
                <a:srgbClr val="667E92"/>
              </a:solidFill>
              <a:prstDash val="solid"/>
              <a:round/>
              <a:headEnd len="sm" w="sm" type="none"/>
              <a:tailEnd len="sm" w="sm" type="none"/>
            </a:ln>
          </p:spPr>
        </p:cxnSp>
        <p:cxnSp>
          <p:nvCxnSpPr>
            <p:cNvPr id="23008" name="Google Shape;23008;p42"/>
            <p:cNvCxnSpPr/>
            <p:nvPr/>
          </p:nvCxnSpPr>
          <p:spPr>
            <a:xfrm rot="10800000">
              <a:off x="7608988" y="2425132"/>
              <a:ext cx="83400" cy="0"/>
            </a:xfrm>
            <a:prstGeom prst="straightConnector1">
              <a:avLst/>
            </a:prstGeom>
            <a:noFill/>
            <a:ln cap="flat" cmpd="sng" w="9525">
              <a:solidFill>
                <a:srgbClr val="667E92"/>
              </a:solidFill>
              <a:prstDash val="solid"/>
              <a:round/>
              <a:headEnd len="sm" w="sm" type="none"/>
              <a:tailEnd len="sm" w="sm" type="none"/>
            </a:ln>
          </p:spPr>
        </p:cxnSp>
        <p:cxnSp>
          <p:nvCxnSpPr>
            <p:cNvPr id="23009" name="Google Shape;23009;p42"/>
            <p:cNvCxnSpPr/>
            <p:nvPr/>
          </p:nvCxnSpPr>
          <p:spPr>
            <a:xfrm rot="10800000">
              <a:off x="8342865" y="2425132"/>
              <a:ext cx="83400" cy="0"/>
            </a:xfrm>
            <a:prstGeom prst="straightConnector1">
              <a:avLst/>
            </a:prstGeom>
            <a:noFill/>
            <a:ln cap="flat" cmpd="sng" w="9525">
              <a:solidFill>
                <a:srgbClr val="667E92"/>
              </a:solidFill>
              <a:prstDash val="solid"/>
              <a:round/>
              <a:headEnd len="sm" w="sm" type="none"/>
              <a:tailEnd len="sm" w="sm" type="none"/>
            </a:ln>
          </p:spPr>
        </p:cxnSp>
        <p:grpSp>
          <p:nvGrpSpPr>
            <p:cNvPr id="23010" name="Google Shape;23010;p42"/>
            <p:cNvGrpSpPr/>
            <p:nvPr/>
          </p:nvGrpSpPr>
          <p:grpSpPr>
            <a:xfrm>
              <a:off x="7721175" y="2093194"/>
              <a:ext cx="599587" cy="623846"/>
              <a:chOff x="7721175" y="2093194"/>
              <a:chExt cx="599587" cy="623846"/>
            </a:xfrm>
          </p:grpSpPr>
          <p:grpSp>
            <p:nvGrpSpPr>
              <p:cNvPr id="23011" name="Google Shape;23011;p42"/>
              <p:cNvGrpSpPr/>
              <p:nvPr/>
            </p:nvGrpSpPr>
            <p:grpSpPr>
              <a:xfrm>
                <a:off x="7721175" y="2093194"/>
                <a:ext cx="291605" cy="623846"/>
                <a:chOff x="9405575" y="2061418"/>
                <a:chExt cx="291605" cy="623846"/>
              </a:xfrm>
            </p:grpSpPr>
            <p:sp>
              <p:nvSpPr>
                <p:cNvPr id="23012" name="Google Shape;23012;p4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3" name="Google Shape;23013;p4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4" name="Google Shape;23014;p4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5" name="Google Shape;23015;p4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6" name="Google Shape;23016;p4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7" name="Google Shape;23017;p4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8" name="Google Shape;23018;p4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19" name="Google Shape;23019;p42"/>
              <p:cNvGrpSpPr/>
              <p:nvPr/>
            </p:nvGrpSpPr>
            <p:grpSpPr>
              <a:xfrm flipH="1">
                <a:off x="8029157" y="2093194"/>
                <a:ext cx="291605" cy="623846"/>
                <a:chOff x="9405575" y="2061418"/>
                <a:chExt cx="291605" cy="623846"/>
              </a:xfrm>
            </p:grpSpPr>
            <p:sp>
              <p:nvSpPr>
                <p:cNvPr id="23020" name="Google Shape;23020;p4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1" name="Google Shape;23021;p4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2" name="Google Shape;23022;p4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3" name="Google Shape;23023;p4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4" name="Google Shape;23024;p4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5" name="Google Shape;23025;p4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6" name="Google Shape;23026;p4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23027" name="Google Shape;23027;p42"/>
          <p:cNvGrpSpPr/>
          <p:nvPr/>
        </p:nvGrpSpPr>
        <p:grpSpPr>
          <a:xfrm>
            <a:off x="4013304" y="970936"/>
            <a:ext cx="712556" cy="785901"/>
            <a:chOff x="4206459" y="1191441"/>
            <a:chExt cx="712556" cy="785901"/>
          </a:xfrm>
        </p:grpSpPr>
        <p:sp>
          <p:nvSpPr>
            <p:cNvPr id="23028" name="Google Shape;23028;p4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9" name="Google Shape;23029;p4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0" name="Google Shape;23030;p4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1" name="Google Shape;23031;p4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032" name="Google Shape;23032;p42"/>
            <p:cNvGrpSpPr/>
            <p:nvPr/>
          </p:nvGrpSpPr>
          <p:grpSpPr>
            <a:xfrm>
              <a:off x="4644280" y="1290523"/>
              <a:ext cx="143716" cy="29462"/>
              <a:chOff x="4644280" y="1290523"/>
              <a:chExt cx="143716" cy="29462"/>
            </a:xfrm>
          </p:grpSpPr>
          <p:sp>
            <p:nvSpPr>
              <p:cNvPr id="23033" name="Google Shape;23033;p4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4" name="Google Shape;23034;p4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5" name="Google Shape;23035;p4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6" name="Google Shape;23036;p4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37" name="Google Shape;23037;p42"/>
            <p:cNvGrpSpPr/>
            <p:nvPr/>
          </p:nvGrpSpPr>
          <p:grpSpPr>
            <a:xfrm>
              <a:off x="4356567" y="1191441"/>
              <a:ext cx="143691" cy="29488"/>
              <a:chOff x="4356567" y="1191441"/>
              <a:chExt cx="143691" cy="29488"/>
            </a:xfrm>
          </p:grpSpPr>
          <p:sp>
            <p:nvSpPr>
              <p:cNvPr id="23038" name="Google Shape;23038;p4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9" name="Google Shape;23039;p4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0" name="Google Shape;23040;p4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1" name="Google Shape;23041;p4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42" name="Google Shape;23042;p42"/>
            <p:cNvGrpSpPr/>
            <p:nvPr/>
          </p:nvGrpSpPr>
          <p:grpSpPr>
            <a:xfrm>
              <a:off x="4339009" y="1863727"/>
              <a:ext cx="143704" cy="29476"/>
              <a:chOff x="4339009" y="1863727"/>
              <a:chExt cx="143704" cy="29476"/>
            </a:xfrm>
          </p:grpSpPr>
          <p:sp>
            <p:nvSpPr>
              <p:cNvPr id="23043" name="Google Shape;23043;p4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4" name="Google Shape;23044;p4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5" name="Google Shape;23045;p4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6" name="Google Shape;23046;p4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47" name="Google Shape;23047;p42"/>
            <p:cNvGrpSpPr/>
            <p:nvPr/>
          </p:nvGrpSpPr>
          <p:grpSpPr>
            <a:xfrm>
              <a:off x="4206459" y="1607315"/>
              <a:ext cx="29539" cy="142899"/>
              <a:chOff x="4206459" y="1607315"/>
              <a:chExt cx="29539" cy="142899"/>
            </a:xfrm>
          </p:grpSpPr>
          <p:sp>
            <p:nvSpPr>
              <p:cNvPr id="23048" name="Google Shape;23048;p4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9" name="Google Shape;23049;p4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0" name="Google Shape;23050;p4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1" name="Google Shape;23051;p4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052" name="Google Shape;23052;p4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3" name="Google Shape;23053;p4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4" name="Google Shape;23054;p4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5" name="Google Shape;23055;p4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056" name="Google Shape;23056;p42"/>
            <p:cNvGrpSpPr/>
            <p:nvPr/>
          </p:nvGrpSpPr>
          <p:grpSpPr>
            <a:xfrm>
              <a:off x="4889463" y="1423737"/>
              <a:ext cx="29552" cy="142899"/>
              <a:chOff x="4889463" y="1423737"/>
              <a:chExt cx="29552" cy="142899"/>
            </a:xfrm>
          </p:grpSpPr>
          <p:sp>
            <p:nvSpPr>
              <p:cNvPr id="23057" name="Google Shape;23057;p4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8" name="Google Shape;23058;p4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9" name="Google Shape;23059;p4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0" name="Google Shape;23060;p4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61" name="Google Shape;23061;p42"/>
            <p:cNvGrpSpPr/>
            <p:nvPr/>
          </p:nvGrpSpPr>
          <p:grpSpPr>
            <a:xfrm>
              <a:off x="4771663" y="1876896"/>
              <a:ext cx="108651" cy="100446"/>
              <a:chOff x="4771663" y="1876896"/>
              <a:chExt cx="108651" cy="100446"/>
            </a:xfrm>
          </p:grpSpPr>
          <p:sp>
            <p:nvSpPr>
              <p:cNvPr id="23062" name="Google Shape;23062;p4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3" name="Google Shape;23063;p4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4" name="Google Shape;23064;p4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5" name="Google Shape;23065;p4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066" name="Google Shape;23066;p42"/>
          <p:cNvGrpSpPr/>
          <p:nvPr/>
        </p:nvGrpSpPr>
        <p:grpSpPr>
          <a:xfrm>
            <a:off x="4008780" y="1854159"/>
            <a:ext cx="791287" cy="720350"/>
            <a:chOff x="267375" y="1071875"/>
            <a:chExt cx="470500" cy="428550"/>
          </a:xfrm>
        </p:grpSpPr>
        <p:sp>
          <p:nvSpPr>
            <p:cNvPr id="23067" name="Google Shape;23067;p4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8" name="Google Shape;23068;p4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9" name="Google Shape;23069;p4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0" name="Google Shape;23070;p4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1" name="Google Shape;23071;p4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2" name="Google Shape;23072;p4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3" name="Google Shape;23073;p4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4" name="Google Shape;23074;p4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75" name="Google Shape;23075;p42"/>
          <p:cNvGrpSpPr/>
          <p:nvPr/>
        </p:nvGrpSpPr>
        <p:grpSpPr>
          <a:xfrm>
            <a:off x="709275" y="3498789"/>
            <a:ext cx="1408445" cy="673166"/>
            <a:chOff x="712664" y="3693287"/>
            <a:chExt cx="1460739" cy="698160"/>
          </a:xfrm>
        </p:grpSpPr>
        <p:grpSp>
          <p:nvGrpSpPr>
            <p:cNvPr id="23076" name="Google Shape;23076;p42"/>
            <p:cNvGrpSpPr/>
            <p:nvPr/>
          </p:nvGrpSpPr>
          <p:grpSpPr>
            <a:xfrm>
              <a:off x="1380079" y="4133090"/>
              <a:ext cx="234047" cy="258099"/>
              <a:chOff x="1380079" y="4133090"/>
              <a:chExt cx="234047" cy="258099"/>
            </a:xfrm>
          </p:grpSpPr>
          <p:sp>
            <p:nvSpPr>
              <p:cNvPr id="23077" name="Google Shape;23077;p4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8" name="Google Shape;23078;p4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9" name="Google Shape;23079;p4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80" name="Google Shape;23080;p42"/>
            <p:cNvGrpSpPr/>
            <p:nvPr/>
          </p:nvGrpSpPr>
          <p:grpSpPr>
            <a:xfrm>
              <a:off x="884610" y="3864082"/>
              <a:ext cx="1118565" cy="527275"/>
              <a:chOff x="890961" y="3865463"/>
              <a:chExt cx="1115220" cy="525698"/>
            </a:xfrm>
          </p:grpSpPr>
          <p:sp>
            <p:nvSpPr>
              <p:cNvPr id="23081" name="Google Shape;23081;p4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2" name="Google Shape;23082;p4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3" name="Google Shape;23083;p4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84" name="Google Shape;23084;p42"/>
            <p:cNvGrpSpPr/>
            <p:nvPr/>
          </p:nvGrpSpPr>
          <p:grpSpPr>
            <a:xfrm>
              <a:off x="712664" y="3693287"/>
              <a:ext cx="1460739" cy="698160"/>
              <a:chOff x="712664" y="3693025"/>
              <a:chExt cx="1460739" cy="698160"/>
            </a:xfrm>
          </p:grpSpPr>
          <p:sp>
            <p:nvSpPr>
              <p:cNvPr id="23085" name="Google Shape;23085;p4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6" name="Google Shape;23086;p4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7" name="Google Shape;23087;p4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8" name="Google Shape;23088;p4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9" name="Google Shape;23089;p4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0" name="Google Shape;23090;p4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091" name="Google Shape;23091;p42"/>
          <p:cNvGrpSpPr/>
          <p:nvPr/>
        </p:nvGrpSpPr>
        <p:grpSpPr>
          <a:xfrm>
            <a:off x="3146990" y="970936"/>
            <a:ext cx="795485" cy="738831"/>
            <a:chOff x="3348603" y="1236445"/>
            <a:chExt cx="749256" cy="695894"/>
          </a:xfrm>
        </p:grpSpPr>
        <p:grpSp>
          <p:nvGrpSpPr>
            <p:cNvPr id="23092" name="Google Shape;23092;p42"/>
            <p:cNvGrpSpPr/>
            <p:nvPr/>
          </p:nvGrpSpPr>
          <p:grpSpPr>
            <a:xfrm>
              <a:off x="3583779" y="1236445"/>
              <a:ext cx="293795" cy="285811"/>
              <a:chOff x="3750225" y="1774000"/>
              <a:chExt cx="149575" cy="145525"/>
            </a:xfrm>
          </p:grpSpPr>
          <p:sp>
            <p:nvSpPr>
              <p:cNvPr id="23093" name="Google Shape;23093;p4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4" name="Google Shape;23094;p4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95" name="Google Shape;23095;p42"/>
            <p:cNvGrpSpPr/>
            <p:nvPr/>
          </p:nvGrpSpPr>
          <p:grpSpPr>
            <a:xfrm>
              <a:off x="3775534" y="1462599"/>
              <a:ext cx="322325" cy="285958"/>
              <a:chOff x="3847850" y="1889150"/>
              <a:chExt cx="164100" cy="145600"/>
            </a:xfrm>
          </p:grpSpPr>
          <p:sp>
            <p:nvSpPr>
              <p:cNvPr id="23096" name="Google Shape;23096;p4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7" name="Google Shape;23097;p4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98" name="Google Shape;23098;p42"/>
            <p:cNvGrpSpPr/>
            <p:nvPr/>
          </p:nvGrpSpPr>
          <p:grpSpPr>
            <a:xfrm>
              <a:off x="3545329" y="1646528"/>
              <a:ext cx="293746" cy="285811"/>
              <a:chOff x="3730650" y="1982800"/>
              <a:chExt cx="149550" cy="145525"/>
            </a:xfrm>
          </p:grpSpPr>
          <p:sp>
            <p:nvSpPr>
              <p:cNvPr id="23099" name="Google Shape;23099;p4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0" name="Google Shape;23100;p4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01" name="Google Shape;23101;p42"/>
            <p:cNvGrpSpPr/>
            <p:nvPr/>
          </p:nvGrpSpPr>
          <p:grpSpPr>
            <a:xfrm>
              <a:off x="3348603" y="1415046"/>
              <a:ext cx="294384" cy="284387"/>
              <a:chOff x="3630494" y="1864938"/>
              <a:chExt cx="149875" cy="144800"/>
            </a:xfrm>
          </p:grpSpPr>
          <p:sp>
            <p:nvSpPr>
              <p:cNvPr id="23102" name="Google Shape;23102;p4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3" name="Google Shape;23103;p4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104" name="Google Shape;23104;p42"/>
          <p:cNvGrpSpPr/>
          <p:nvPr/>
        </p:nvGrpSpPr>
        <p:grpSpPr>
          <a:xfrm>
            <a:off x="2268517" y="3493832"/>
            <a:ext cx="1324924" cy="678083"/>
            <a:chOff x="2413923" y="3711366"/>
            <a:chExt cx="1374117" cy="703260"/>
          </a:xfrm>
        </p:grpSpPr>
        <p:grpSp>
          <p:nvGrpSpPr>
            <p:cNvPr id="23105" name="Google Shape;23105;p42"/>
            <p:cNvGrpSpPr/>
            <p:nvPr/>
          </p:nvGrpSpPr>
          <p:grpSpPr>
            <a:xfrm>
              <a:off x="2413923" y="3711366"/>
              <a:ext cx="1374117" cy="703260"/>
              <a:chOff x="2413923" y="3711366"/>
              <a:chExt cx="1374117" cy="703260"/>
            </a:xfrm>
          </p:grpSpPr>
          <p:sp>
            <p:nvSpPr>
              <p:cNvPr id="23106" name="Google Shape;23106;p4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107" name="Google Shape;23107;p42"/>
              <p:cNvGrpSpPr/>
              <p:nvPr/>
            </p:nvGrpSpPr>
            <p:grpSpPr>
              <a:xfrm>
                <a:off x="2600284" y="3808654"/>
                <a:ext cx="234506" cy="138010"/>
                <a:chOff x="2600284" y="3808654"/>
                <a:chExt cx="234506" cy="138010"/>
              </a:xfrm>
            </p:grpSpPr>
            <p:sp>
              <p:nvSpPr>
                <p:cNvPr id="23108" name="Google Shape;23108;p4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109" name="Google Shape;23109;p4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23110" name="Google Shape;23110;p42"/>
              <p:cNvGrpSpPr/>
              <p:nvPr/>
            </p:nvGrpSpPr>
            <p:grpSpPr>
              <a:xfrm>
                <a:off x="3359659" y="3805664"/>
                <a:ext cx="232294" cy="141000"/>
                <a:chOff x="3359659" y="3805664"/>
                <a:chExt cx="232294" cy="141000"/>
              </a:xfrm>
            </p:grpSpPr>
            <p:sp>
              <p:nvSpPr>
                <p:cNvPr id="23111" name="Google Shape;23111;p4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112" name="Google Shape;23112;p4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23113" name="Google Shape;23113;p42"/>
              <p:cNvGrpSpPr/>
              <p:nvPr/>
            </p:nvGrpSpPr>
            <p:grpSpPr>
              <a:xfrm>
                <a:off x="3067316" y="3711366"/>
                <a:ext cx="66900" cy="166810"/>
                <a:chOff x="3067316" y="3711366"/>
                <a:chExt cx="66900" cy="166810"/>
              </a:xfrm>
            </p:grpSpPr>
            <p:sp>
              <p:nvSpPr>
                <p:cNvPr id="23114" name="Google Shape;23114;p4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115" name="Google Shape;23115;p4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23116" name="Google Shape;23116;p42"/>
              <p:cNvGrpSpPr/>
              <p:nvPr/>
            </p:nvGrpSpPr>
            <p:grpSpPr>
              <a:xfrm>
                <a:off x="2413923" y="4058666"/>
                <a:ext cx="224119" cy="66900"/>
                <a:chOff x="2413923" y="4058666"/>
                <a:chExt cx="224119" cy="66900"/>
              </a:xfrm>
            </p:grpSpPr>
            <p:sp>
              <p:nvSpPr>
                <p:cNvPr id="23117" name="Google Shape;23117;p4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118" name="Google Shape;23118;p4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23119" name="Google Shape;23119;p42"/>
              <p:cNvGrpSpPr/>
              <p:nvPr/>
            </p:nvGrpSpPr>
            <p:grpSpPr>
              <a:xfrm>
                <a:off x="3564643" y="4058666"/>
                <a:ext cx="223397" cy="66900"/>
                <a:chOff x="3564643" y="4058666"/>
                <a:chExt cx="223397" cy="66900"/>
              </a:xfrm>
            </p:grpSpPr>
            <p:sp>
              <p:nvSpPr>
                <p:cNvPr id="23120" name="Google Shape;23120;p4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121" name="Google Shape;23121;p4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grpSp>
          <p:nvGrpSpPr>
            <p:cNvPr id="23122" name="Google Shape;23122;p42"/>
            <p:cNvGrpSpPr/>
            <p:nvPr/>
          </p:nvGrpSpPr>
          <p:grpSpPr>
            <a:xfrm>
              <a:off x="2633353" y="3965763"/>
              <a:ext cx="933975" cy="445687"/>
              <a:chOff x="2633353" y="3965763"/>
              <a:chExt cx="933975" cy="445687"/>
            </a:xfrm>
          </p:grpSpPr>
          <p:sp>
            <p:nvSpPr>
              <p:cNvPr id="23123" name="Google Shape;23123;p4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4" name="Google Shape;23124;p4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125" name="Google Shape;23125;p42"/>
          <p:cNvGrpSpPr/>
          <p:nvPr/>
        </p:nvGrpSpPr>
        <p:grpSpPr>
          <a:xfrm>
            <a:off x="6392789" y="1044380"/>
            <a:ext cx="1131087" cy="587383"/>
            <a:chOff x="238125" y="999450"/>
            <a:chExt cx="7140700" cy="3708225"/>
          </a:xfrm>
        </p:grpSpPr>
        <p:sp>
          <p:nvSpPr>
            <p:cNvPr id="23126" name="Google Shape;23126;p4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7" name="Google Shape;23127;p4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8" name="Google Shape;23128;p4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9" name="Google Shape;23129;p4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0" name="Google Shape;23130;p4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1" name="Google Shape;23131;p4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2" name="Google Shape;23132;p4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3" name="Google Shape;23133;p4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4" name="Google Shape;23134;p4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35" name="Google Shape;23135;p42"/>
          <p:cNvGrpSpPr/>
          <p:nvPr/>
        </p:nvGrpSpPr>
        <p:grpSpPr>
          <a:xfrm>
            <a:off x="3744240" y="3493874"/>
            <a:ext cx="1375853" cy="678131"/>
            <a:chOff x="3913765" y="3641905"/>
            <a:chExt cx="1522804" cy="750560"/>
          </a:xfrm>
        </p:grpSpPr>
        <p:grpSp>
          <p:nvGrpSpPr>
            <p:cNvPr id="23136" name="Google Shape;23136;p42"/>
            <p:cNvGrpSpPr/>
            <p:nvPr/>
          </p:nvGrpSpPr>
          <p:grpSpPr>
            <a:xfrm>
              <a:off x="3913765" y="3997002"/>
              <a:ext cx="1522804" cy="395463"/>
              <a:chOff x="3913765" y="3997002"/>
              <a:chExt cx="1522804" cy="395463"/>
            </a:xfrm>
          </p:grpSpPr>
          <p:grpSp>
            <p:nvGrpSpPr>
              <p:cNvPr id="23137" name="Google Shape;23137;p42"/>
              <p:cNvGrpSpPr/>
              <p:nvPr/>
            </p:nvGrpSpPr>
            <p:grpSpPr>
              <a:xfrm>
                <a:off x="3913765" y="4138659"/>
                <a:ext cx="507602" cy="253806"/>
                <a:chOff x="3913765" y="4138659"/>
                <a:chExt cx="507602" cy="253806"/>
              </a:xfrm>
            </p:grpSpPr>
            <p:sp>
              <p:nvSpPr>
                <p:cNvPr id="23138" name="Google Shape;23138;p4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9" name="Google Shape;23139;p4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rgbClr val="000000"/>
                      </a:solidFill>
                      <a:latin typeface="Arial"/>
                      <a:ea typeface="Arial"/>
                      <a:cs typeface="Arial"/>
                      <a:sym typeface="Arial"/>
                    </a:rPr>
                    <a:t>     </a:t>
                  </a:r>
                  <a:endParaRPr b="0" i="0" sz="1400" u="none" cap="none" strike="noStrike">
                    <a:solidFill>
                      <a:srgbClr val="000000"/>
                    </a:solidFill>
                    <a:latin typeface="Arial"/>
                    <a:ea typeface="Arial"/>
                    <a:cs typeface="Arial"/>
                    <a:sym typeface="Arial"/>
                  </a:endParaRPr>
                </a:p>
              </p:txBody>
            </p:sp>
          </p:grpSp>
          <p:grpSp>
            <p:nvGrpSpPr>
              <p:cNvPr id="23140" name="Google Shape;23140;p42"/>
              <p:cNvGrpSpPr/>
              <p:nvPr/>
            </p:nvGrpSpPr>
            <p:grpSpPr>
              <a:xfrm>
                <a:off x="4421361" y="3997002"/>
                <a:ext cx="507618" cy="395463"/>
                <a:chOff x="4421361" y="3997002"/>
                <a:chExt cx="507618" cy="395463"/>
              </a:xfrm>
            </p:grpSpPr>
            <p:sp>
              <p:nvSpPr>
                <p:cNvPr id="23141" name="Google Shape;23141;p4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2" name="Google Shape;23142;p4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43" name="Google Shape;23143;p42"/>
              <p:cNvGrpSpPr/>
              <p:nvPr/>
            </p:nvGrpSpPr>
            <p:grpSpPr>
              <a:xfrm>
                <a:off x="4928973" y="4189418"/>
                <a:ext cx="507596" cy="203047"/>
                <a:chOff x="4928973" y="4189418"/>
                <a:chExt cx="507596" cy="203047"/>
              </a:xfrm>
            </p:grpSpPr>
            <p:sp>
              <p:nvSpPr>
                <p:cNvPr id="23144" name="Google Shape;23144;p4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5" name="Google Shape;23145;p4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146" name="Google Shape;23146;p42"/>
            <p:cNvGrpSpPr/>
            <p:nvPr/>
          </p:nvGrpSpPr>
          <p:grpSpPr>
            <a:xfrm>
              <a:off x="4482186" y="3641905"/>
              <a:ext cx="397605" cy="349784"/>
              <a:chOff x="2906375" y="1159725"/>
              <a:chExt cx="1860575" cy="1636800"/>
            </a:xfrm>
          </p:grpSpPr>
          <p:sp>
            <p:nvSpPr>
              <p:cNvPr id="23147" name="Google Shape;23147;p4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8" name="Google Shape;23148;p4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9" name="Google Shape;23149;p4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0" name="Google Shape;23150;p4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151" name="Google Shape;23151;p42"/>
          <p:cNvGrpSpPr/>
          <p:nvPr/>
        </p:nvGrpSpPr>
        <p:grpSpPr>
          <a:xfrm>
            <a:off x="6528949" y="1853801"/>
            <a:ext cx="940737" cy="721067"/>
            <a:chOff x="6599718" y="2068734"/>
            <a:chExt cx="940737" cy="721067"/>
          </a:xfrm>
        </p:grpSpPr>
        <p:sp>
          <p:nvSpPr>
            <p:cNvPr id="23152" name="Google Shape;23152;p4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3" name="Google Shape;23153;p4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4" name="Google Shape;23154;p4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5" name="Google Shape;23155;p4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6" name="Google Shape;23156;p4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7" name="Google Shape;23157;p4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158" name="Google Shape;23158;p42"/>
            <p:cNvGrpSpPr/>
            <p:nvPr/>
          </p:nvGrpSpPr>
          <p:grpSpPr>
            <a:xfrm>
              <a:off x="6836957" y="2068734"/>
              <a:ext cx="461892" cy="721067"/>
              <a:chOff x="6836957" y="2068734"/>
              <a:chExt cx="461892" cy="721067"/>
            </a:xfrm>
          </p:grpSpPr>
          <p:sp>
            <p:nvSpPr>
              <p:cNvPr id="23159" name="Google Shape;23159;p4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0" name="Google Shape;23160;p4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1" name="Google Shape;23161;p4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2" name="Google Shape;23162;p4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3" name="Google Shape;23163;p4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4" name="Google Shape;23164;p4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165" name="Google Shape;23165;p42"/>
              <p:cNvGrpSpPr/>
              <p:nvPr/>
            </p:nvGrpSpPr>
            <p:grpSpPr>
              <a:xfrm>
                <a:off x="6836957" y="2068734"/>
                <a:ext cx="461892" cy="721067"/>
                <a:chOff x="6836957" y="2068734"/>
                <a:chExt cx="461892" cy="721067"/>
              </a:xfrm>
            </p:grpSpPr>
            <p:sp>
              <p:nvSpPr>
                <p:cNvPr id="23166" name="Google Shape;23166;p4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7" name="Google Shape;23167;p4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8" name="Google Shape;23168;p4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9" name="Google Shape;23169;p4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0" name="Google Shape;23170;p4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1" name="Google Shape;23171;p4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2" name="Google Shape;23172;p4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23173" name="Google Shape;23173;p42"/>
          <p:cNvGrpSpPr/>
          <p:nvPr/>
        </p:nvGrpSpPr>
        <p:grpSpPr>
          <a:xfrm>
            <a:off x="2412267" y="1858147"/>
            <a:ext cx="712576" cy="712375"/>
            <a:chOff x="2559249" y="2069323"/>
            <a:chExt cx="685565" cy="685635"/>
          </a:xfrm>
        </p:grpSpPr>
        <p:sp>
          <p:nvSpPr>
            <p:cNvPr id="23174" name="Google Shape;23174;p4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5" name="Google Shape;23175;p4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6" name="Google Shape;23176;p4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7" name="Google Shape;23177;p4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8" name="Google Shape;23178;p4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9" name="Google Shape;23179;p4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0" name="Google Shape;23180;p4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1" name="Google Shape;23181;p4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2" name="Google Shape;23182;p4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3" name="Google Shape;23183;p4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4" name="Google Shape;23184;p4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5" name="Google Shape;23185;p4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6" name="Google Shape;23186;p4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87" name="Google Shape;23187;p42"/>
          <p:cNvGrpSpPr/>
          <p:nvPr/>
        </p:nvGrpSpPr>
        <p:grpSpPr>
          <a:xfrm>
            <a:off x="7594705" y="970936"/>
            <a:ext cx="845645" cy="711911"/>
            <a:chOff x="951975" y="315800"/>
            <a:chExt cx="5860325" cy="4933550"/>
          </a:xfrm>
        </p:grpSpPr>
        <p:sp>
          <p:nvSpPr>
            <p:cNvPr id="23188" name="Google Shape;23188;p4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9" name="Google Shape;23189;p4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0" name="Google Shape;23190;p4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1" name="Google Shape;23191;p4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2" name="Google Shape;23192;p4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3" name="Google Shape;23193;p4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4" name="Google Shape;23194;p4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5" name="Google Shape;23195;p4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96" name="Google Shape;23196;p42"/>
          <p:cNvGrpSpPr/>
          <p:nvPr/>
        </p:nvGrpSpPr>
        <p:grpSpPr>
          <a:xfrm>
            <a:off x="3691834" y="2707045"/>
            <a:ext cx="1617932" cy="621724"/>
            <a:chOff x="3862800" y="3038525"/>
            <a:chExt cx="1329006" cy="510698"/>
          </a:xfrm>
        </p:grpSpPr>
        <p:sp>
          <p:nvSpPr>
            <p:cNvPr id="23197" name="Google Shape;23197;p4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8" name="Google Shape;23198;p4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199" name="Google Shape;23199;p42"/>
            <p:cNvGrpSpPr/>
            <p:nvPr/>
          </p:nvGrpSpPr>
          <p:grpSpPr>
            <a:xfrm>
              <a:off x="3967075" y="3040337"/>
              <a:ext cx="1019927" cy="402126"/>
              <a:chOff x="3967075" y="3040337"/>
              <a:chExt cx="1019927" cy="402126"/>
            </a:xfrm>
          </p:grpSpPr>
          <p:sp>
            <p:nvSpPr>
              <p:cNvPr id="23200" name="Google Shape;23200;p4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1" name="Google Shape;23201;p4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02" name="Google Shape;23202;p42"/>
            <p:cNvGrpSpPr/>
            <p:nvPr/>
          </p:nvGrpSpPr>
          <p:grpSpPr>
            <a:xfrm>
              <a:off x="4186700" y="3040337"/>
              <a:ext cx="390475" cy="183289"/>
              <a:chOff x="4186700" y="3040337"/>
              <a:chExt cx="390475" cy="183289"/>
            </a:xfrm>
          </p:grpSpPr>
          <p:sp>
            <p:nvSpPr>
              <p:cNvPr id="23203" name="Google Shape;23203;p4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4" name="Google Shape;23204;p4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05" name="Google Shape;23205;p42"/>
            <p:cNvGrpSpPr/>
            <p:nvPr/>
          </p:nvGrpSpPr>
          <p:grpSpPr>
            <a:xfrm>
              <a:off x="4073727" y="3040337"/>
              <a:ext cx="697793" cy="296263"/>
              <a:chOff x="4073727" y="3040337"/>
              <a:chExt cx="697793" cy="296263"/>
            </a:xfrm>
          </p:grpSpPr>
          <p:sp>
            <p:nvSpPr>
              <p:cNvPr id="23206" name="Google Shape;23206;p4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7" name="Google Shape;23207;p4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08" name="Google Shape;23208;p42"/>
            <p:cNvGrpSpPr/>
            <p:nvPr/>
          </p:nvGrpSpPr>
          <p:grpSpPr>
            <a:xfrm>
              <a:off x="3862800" y="3038525"/>
              <a:ext cx="1329006" cy="510698"/>
              <a:chOff x="3862800" y="3038525"/>
              <a:chExt cx="1329006" cy="510698"/>
            </a:xfrm>
          </p:grpSpPr>
          <p:sp>
            <p:nvSpPr>
              <p:cNvPr id="23209" name="Google Shape;23209;p4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0" name="Google Shape;23210;p4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211" name="Google Shape;23211;p42"/>
          <p:cNvGrpSpPr/>
          <p:nvPr/>
        </p:nvGrpSpPr>
        <p:grpSpPr>
          <a:xfrm>
            <a:off x="700156" y="970936"/>
            <a:ext cx="883205" cy="775176"/>
            <a:chOff x="649648" y="271400"/>
            <a:chExt cx="6215377" cy="5455143"/>
          </a:xfrm>
        </p:grpSpPr>
        <p:sp>
          <p:nvSpPr>
            <p:cNvPr id="23212" name="Google Shape;23212;p4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3" name="Google Shape;23213;p4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4" name="Google Shape;23214;p4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5" name="Google Shape;23215;p4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6" name="Google Shape;23216;p4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7" name="Google Shape;23217;p4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8" name="Google Shape;23218;p4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9" name="Google Shape;23219;p4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0" name="Google Shape;23220;p4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1" name="Google Shape;23221;p4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2" name="Google Shape;23222;p4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3" name="Google Shape;23223;p4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24" name="Google Shape;23224;p42"/>
          <p:cNvGrpSpPr/>
          <p:nvPr/>
        </p:nvGrpSpPr>
        <p:grpSpPr>
          <a:xfrm>
            <a:off x="2308457" y="970936"/>
            <a:ext cx="767704" cy="815488"/>
            <a:chOff x="2499700" y="1135950"/>
            <a:chExt cx="732402" cy="777989"/>
          </a:xfrm>
        </p:grpSpPr>
        <p:grpSp>
          <p:nvGrpSpPr>
            <p:cNvPr id="23225" name="Google Shape;23225;p42"/>
            <p:cNvGrpSpPr/>
            <p:nvPr/>
          </p:nvGrpSpPr>
          <p:grpSpPr>
            <a:xfrm>
              <a:off x="2499700" y="1135950"/>
              <a:ext cx="732402" cy="694706"/>
              <a:chOff x="2499700" y="1135950"/>
              <a:chExt cx="732402" cy="694706"/>
            </a:xfrm>
          </p:grpSpPr>
          <p:sp>
            <p:nvSpPr>
              <p:cNvPr id="23226" name="Google Shape;23226;p4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7" name="Google Shape;23227;p4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8" name="Google Shape;23228;p4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9" name="Google Shape;23229;p4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0" name="Google Shape;23230;p4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1" name="Google Shape;23231;p4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2" name="Google Shape;23232;p4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3" name="Google Shape;23233;p4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4" name="Google Shape;23234;p4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5" name="Google Shape;23235;p4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6" name="Google Shape;23236;p4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7" name="Google Shape;23237;p4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8" name="Google Shape;23238;p4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9" name="Google Shape;23239;p4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0" name="Google Shape;23240;p4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1" name="Google Shape;23241;p4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2" name="Google Shape;23242;p4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3" name="Google Shape;23243;p4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4" name="Google Shape;23244;p4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5" name="Google Shape;23245;p4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6" name="Google Shape;23246;p4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7" name="Google Shape;23247;p4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8" name="Google Shape;23248;p4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9" name="Google Shape;23249;p4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0" name="Google Shape;23250;p4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1" name="Google Shape;23251;p4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2" name="Google Shape;23252;p4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53" name="Google Shape;23253;p42"/>
            <p:cNvGrpSpPr/>
            <p:nvPr/>
          </p:nvGrpSpPr>
          <p:grpSpPr>
            <a:xfrm>
              <a:off x="2517909" y="1188726"/>
              <a:ext cx="702702" cy="725213"/>
              <a:chOff x="2517909" y="1188726"/>
              <a:chExt cx="702702" cy="725213"/>
            </a:xfrm>
          </p:grpSpPr>
          <p:sp>
            <p:nvSpPr>
              <p:cNvPr id="23254" name="Google Shape;23254;p4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5" name="Google Shape;23255;p4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6" name="Google Shape;23256;p4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7" name="Google Shape;23257;p4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8" name="Google Shape;23258;p4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259" name="Google Shape;23259;p42"/>
          <p:cNvGrpSpPr/>
          <p:nvPr/>
        </p:nvGrpSpPr>
        <p:grpSpPr>
          <a:xfrm>
            <a:off x="1654189" y="970936"/>
            <a:ext cx="583439" cy="870229"/>
            <a:chOff x="1716825" y="1121550"/>
            <a:chExt cx="622800" cy="928938"/>
          </a:xfrm>
        </p:grpSpPr>
        <p:grpSp>
          <p:nvGrpSpPr>
            <p:cNvPr id="23260" name="Google Shape;23260;p42"/>
            <p:cNvGrpSpPr/>
            <p:nvPr/>
          </p:nvGrpSpPr>
          <p:grpSpPr>
            <a:xfrm>
              <a:off x="1716825" y="1121550"/>
              <a:ext cx="622800" cy="928938"/>
              <a:chOff x="1716825" y="1121550"/>
              <a:chExt cx="622800" cy="928938"/>
            </a:xfrm>
          </p:grpSpPr>
          <p:cxnSp>
            <p:nvCxnSpPr>
              <p:cNvPr id="23261" name="Google Shape;23261;p42"/>
              <p:cNvCxnSpPr/>
              <p:nvPr/>
            </p:nvCxnSpPr>
            <p:spPr>
              <a:xfrm>
                <a:off x="1954750" y="1738188"/>
                <a:ext cx="0" cy="312300"/>
              </a:xfrm>
              <a:prstGeom prst="straightConnector1">
                <a:avLst/>
              </a:prstGeom>
              <a:noFill/>
              <a:ln cap="flat" cmpd="sng" w="9525">
                <a:solidFill>
                  <a:srgbClr val="213B55"/>
                </a:solidFill>
                <a:prstDash val="solid"/>
                <a:round/>
                <a:headEnd len="sm" w="sm" type="none"/>
                <a:tailEnd len="sm" w="sm" type="none"/>
              </a:ln>
            </p:spPr>
          </p:cxnSp>
          <p:sp>
            <p:nvSpPr>
              <p:cNvPr id="23262" name="Google Shape;23262;p4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63" name="Google Shape;23263;p42"/>
            <p:cNvGrpSpPr/>
            <p:nvPr/>
          </p:nvGrpSpPr>
          <p:grpSpPr>
            <a:xfrm>
              <a:off x="1768050" y="1172775"/>
              <a:ext cx="520200" cy="832000"/>
              <a:chOff x="1768050" y="1172775"/>
              <a:chExt cx="520200" cy="832000"/>
            </a:xfrm>
          </p:grpSpPr>
          <p:cxnSp>
            <p:nvCxnSpPr>
              <p:cNvPr id="23264" name="Google Shape;23264;p42"/>
              <p:cNvCxnSpPr/>
              <p:nvPr/>
            </p:nvCxnSpPr>
            <p:spPr>
              <a:xfrm>
                <a:off x="2003025" y="1692475"/>
                <a:ext cx="0" cy="312300"/>
              </a:xfrm>
              <a:prstGeom prst="straightConnector1">
                <a:avLst/>
              </a:prstGeom>
              <a:noFill/>
              <a:ln cap="flat" cmpd="sng" w="9525">
                <a:solidFill>
                  <a:srgbClr val="667E92"/>
                </a:solidFill>
                <a:prstDash val="solid"/>
                <a:round/>
                <a:headEnd len="sm" w="sm" type="none"/>
                <a:tailEnd len="sm" w="sm" type="none"/>
              </a:ln>
            </p:spPr>
          </p:cxnSp>
          <p:sp>
            <p:nvSpPr>
              <p:cNvPr id="23265" name="Google Shape;23265;p4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66" name="Google Shape;23266;p42"/>
            <p:cNvGrpSpPr/>
            <p:nvPr/>
          </p:nvGrpSpPr>
          <p:grpSpPr>
            <a:xfrm>
              <a:off x="1820100" y="1225475"/>
              <a:ext cx="416400" cy="729575"/>
              <a:chOff x="1820100" y="1225475"/>
              <a:chExt cx="416400" cy="729575"/>
            </a:xfrm>
          </p:grpSpPr>
          <p:cxnSp>
            <p:nvCxnSpPr>
              <p:cNvPr id="23267" name="Google Shape;23267;p42"/>
              <p:cNvCxnSpPr/>
              <p:nvPr/>
            </p:nvCxnSpPr>
            <p:spPr>
              <a:xfrm>
                <a:off x="2051300" y="1642750"/>
                <a:ext cx="0" cy="312300"/>
              </a:xfrm>
              <a:prstGeom prst="straightConnector1">
                <a:avLst/>
              </a:prstGeom>
              <a:noFill/>
              <a:ln cap="flat" cmpd="sng" w="9525">
                <a:solidFill>
                  <a:srgbClr val="445D73"/>
                </a:solidFill>
                <a:prstDash val="solid"/>
                <a:round/>
                <a:headEnd len="sm" w="sm" type="none"/>
                <a:tailEnd len="sm" w="sm" type="none"/>
              </a:ln>
            </p:spPr>
          </p:cxnSp>
          <p:sp>
            <p:nvSpPr>
              <p:cNvPr id="23268" name="Google Shape;23268;p4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69" name="Google Shape;23269;p42"/>
            <p:cNvGrpSpPr/>
            <p:nvPr/>
          </p:nvGrpSpPr>
          <p:grpSpPr>
            <a:xfrm>
              <a:off x="1874250" y="1278825"/>
              <a:ext cx="308100" cy="605275"/>
              <a:chOff x="1874250" y="1278825"/>
              <a:chExt cx="308100" cy="605275"/>
            </a:xfrm>
          </p:grpSpPr>
          <p:cxnSp>
            <p:nvCxnSpPr>
              <p:cNvPr id="23270" name="Google Shape;23270;p42"/>
              <p:cNvCxnSpPr/>
              <p:nvPr/>
            </p:nvCxnSpPr>
            <p:spPr>
              <a:xfrm>
                <a:off x="2099575" y="1571800"/>
                <a:ext cx="0" cy="312300"/>
              </a:xfrm>
              <a:prstGeom prst="straightConnector1">
                <a:avLst/>
              </a:prstGeom>
              <a:noFill/>
              <a:ln cap="flat" cmpd="sng" w="9525">
                <a:solidFill>
                  <a:srgbClr val="E3E9ED"/>
                </a:solidFill>
                <a:prstDash val="solid"/>
                <a:round/>
                <a:headEnd len="sm" w="sm" type="none"/>
                <a:tailEnd len="sm" w="sm" type="none"/>
              </a:ln>
            </p:spPr>
          </p:cxnSp>
          <p:sp>
            <p:nvSpPr>
              <p:cNvPr id="23271" name="Google Shape;23271;p4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272" name="Google Shape;23272;p4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73" name="Google Shape;23273;p42"/>
          <p:cNvGrpSpPr/>
          <p:nvPr/>
        </p:nvGrpSpPr>
        <p:grpSpPr>
          <a:xfrm>
            <a:off x="1574012" y="1857258"/>
            <a:ext cx="739072" cy="714152"/>
            <a:chOff x="4334725" y="1355875"/>
            <a:chExt cx="3106650" cy="3001900"/>
          </a:xfrm>
        </p:grpSpPr>
        <p:grpSp>
          <p:nvGrpSpPr>
            <p:cNvPr id="23274" name="Google Shape;23274;p42"/>
            <p:cNvGrpSpPr/>
            <p:nvPr/>
          </p:nvGrpSpPr>
          <p:grpSpPr>
            <a:xfrm>
              <a:off x="4516050" y="1724875"/>
              <a:ext cx="2693725" cy="2632900"/>
              <a:chOff x="4516050" y="1724875"/>
              <a:chExt cx="2693725" cy="2632900"/>
            </a:xfrm>
          </p:grpSpPr>
          <p:sp>
            <p:nvSpPr>
              <p:cNvPr id="23275" name="Google Shape;23275;p4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6" name="Google Shape;23276;p4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7" name="Google Shape;23277;p4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78" name="Google Shape;23278;p42"/>
            <p:cNvGrpSpPr/>
            <p:nvPr/>
          </p:nvGrpSpPr>
          <p:grpSpPr>
            <a:xfrm>
              <a:off x="4334725" y="1355875"/>
              <a:ext cx="3106650" cy="2709650"/>
              <a:chOff x="4334725" y="1355875"/>
              <a:chExt cx="3106650" cy="2709650"/>
            </a:xfrm>
          </p:grpSpPr>
          <p:sp>
            <p:nvSpPr>
              <p:cNvPr id="23279" name="Google Shape;23279;p4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0" name="Google Shape;23280;p4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1" name="Google Shape;23281;p4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282" name="Google Shape;23282;p42"/>
          <p:cNvGrpSpPr/>
          <p:nvPr/>
        </p:nvGrpSpPr>
        <p:grpSpPr>
          <a:xfrm>
            <a:off x="7690961" y="3488029"/>
            <a:ext cx="312074" cy="684173"/>
            <a:chOff x="7645573" y="3754300"/>
            <a:chExt cx="293855" cy="644170"/>
          </a:xfrm>
        </p:grpSpPr>
        <p:sp>
          <p:nvSpPr>
            <p:cNvPr id="23283" name="Google Shape;23283;p4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4" name="Google Shape;23284;p4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85" name="Google Shape;23285;p42"/>
          <p:cNvGrpSpPr/>
          <p:nvPr/>
        </p:nvGrpSpPr>
        <p:grpSpPr>
          <a:xfrm>
            <a:off x="5612949" y="970936"/>
            <a:ext cx="709011" cy="739359"/>
            <a:chOff x="5830645" y="1256617"/>
            <a:chExt cx="530340" cy="553040"/>
          </a:xfrm>
        </p:grpSpPr>
        <p:grpSp>
          <p:nvGrpSpPr>
            <p:cNvPr id="23286" name="Google Shape;23286;p42"/>
            <p:cNvGrpSpPr/>
            <p:nvPr/>
          </p:nvGrpSpPr>
          <p:grpSpPr>
            <a:xfrm>
              <a:off x="5830645" y="1256617"/>
              <a:ext cx="259743" cy="269908"/>
              <a:chOff x="5830645" y="1256617"/>
              <a:chExt cx="259743" cy="269908"/>
            </a:xfrm>
          </p:grpSpPr>
          <p:sp>
            <p:nvSpPr>
              <p:cNvPr id="23287" name="Google Shape;23287;p4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8" name="Google Shape;23288;p4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89" name="Google Shape;23289;p42"/>
            <p:cNvGrpSpPr/>
            <p:nvPr/>
          </p:nvGrpSpPr>
          <p:grpSpPr>
            <a:xfrm>
              <a:off x="6101293" y="1256617"/>
              <a:ext cx="259692" cy="269908"/>
              <a:chOff x="6101293" y="1256617"/>
              <a:chExt cx="259692" cy="269908"/>
            </a:xfrm>
          </p:grpSpPr>
          <p:sp>
            <p:nvSpPr>
              <p:cNvPr id="23290" name="Google Shape;23290;p4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1" name="Google Shape;23291;p4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92" name="Google Shape;23292;p42"/>
            <p:cNvGrpSpPr/>
            <p:nvPr/>
          </p:nvGrpSpPr>
          <p:grpSpPr>
            <a:xfrm>
              <a:off x="5830645" y="1539749"/>
              <a:ext cx="259692" cy="269908"/>
              <a:chOff x="5830645" y="1539749"/>
              <a:chExt cx="259692" cy="269908"/>
            </a:xfrm>
          </p:grpSpPr>
          <p:sp>
            <p:nvSpPr>
              <p:cNvPr id="23293" name="Google Shape;23293;p4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4" name="Google Shape;23294;p4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95" name="Google Shape;23295;p42"/>
            <p:cNvGrpSpPr/>
            <p:nvPr/>
          </p:nvGrpSpPr>
          <p:grpSpPr>
            <a:xfrm>
              <a:off x="6101293" y="1539749"/>
              <a:ext cx="259692" cy="269908"/>
              <a:chOff x="6101293" y="1539749"/>
              <a:chExt cx="259692" cy="269908"/>
            </a:xfrm>
          </p:grpSpPr>
          <p:sp>
            <p:nvSpPr>
              <p:cNvPr id="23296" name="Google Shape;23296;p4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7" name="Google Shape;23297;p4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298" name="Google Shape;23298;p4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99" name="Google Shape;23299;p42"/>
          <p:cNvGrpSpPr/>
          <p:nvPr/>
        </p:nvGrpSpPr>
        <p:grpSpPr>
          <a:xfrm>
            <a:off x="714444" y="2707052"/>
            <a:ext cx="1452955" cy="621361"/>
            <a:chOff x="732422" y="2990152"/>
            <a:chExt cx="1337773" cy="572103"/>
          </a:xfrm>
        </p:grpSpPr>
        <p:sp>
          <p:nvSpPr>
            <p:cNvPr id="23300" name="Google Shape;23300;p4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1" name="Google Shape;23301;p4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2" name="Google Shape;23302;p4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3" name="Google Shape;23303;p4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4" name="Google Shape;23304;p4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5" name="Google Shape;23305;p4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09" name="Shape 23309"/>
        <p:cNvGrpSpPr/>
        <p:nvPr/>
      </p:nvGrpSpPr>
      <p:grpSpPr>
        <a:xfrm>
          <a:off x="0" y="0"/>
          <a:ext cx="0" cy="0"/>
          <a:chOff x="0" y="0"/>
          <a:chExt cx="0" cy="0"/>
        </a:xfrm>
      </p:grpSpPr>
      <p:grpSp>
        <p:nvGrpSpPr>
          <p:cNvPr id="23310" name="Google Shape;23310;p43"/>
          <p:cNvGrpSpPr/>
          <p:nvPr/>
        </p:nvGrpSpPr>
        <p:grpSpPr>
          <a:xfrm>
            <a:off x="708579" y="965872"/>
            <a:ext cx="1636117" cy="1526144"/>
            <a:chOff x="729238" y="1179665"/>
            <a:chExt cx="1636117" cy="1526144"/>
          </a:xfrm>
        </p:grpSpPr>
        <p:grpSp>
          <p:nvGrpSpPr>
            <p:cNvPr id="23311" name="Google Shape;23311;p43"/>
            <p:cNvGrpSpPr/>
            <p:nvPr/>
          </p:nvGrpSpPr>
          <p:grpSpPr>
            <a:xfrm>
              <a:off x="729238" y="1179665"/>
              <a:ext cx="80700" cy="1526144"/>
              <a:chOff x="729238" y="1179665"/>
              <a:chExt cx="80700" cy="1526144"/>
            </a:xfrm>
          </p:grpSpPr>
          <p:sp>
            <p:nvSpPr>
              <p:cNvPr id="23312" name="Google Shape;23312;p4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3" name="Google Shape;23313;p4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4" name="Google Shape;23314;p4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5" name="Google Shape;23315;p4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6" name="Google Shape;23316;p4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7" name="Google Shape;23317;p4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8" name="Google Shape;23318;p4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9" name="Google Shape;23319;p4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0" name="Google Shape;23320;p4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1" name="Google Shape;23321;p4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22" name="Google Shape;23322;p43"/>
            <p:cNvGrpSpPr/>
            <p:nvPr/>
          </p:nvGrpSpPr>
          <p:grpSpPr>
            <a:xfrm>
              <a:off x="903098" y="1179665"/>
              <a:ext cx="80700" cy="1526144"/>
              <a:chOff x="903098" y="1179665"/>
              <a:chExt cx="80700" cy="1526144"/>
            </a:xfrm>
          </p:grpSpPr>
          <p:sp>
            <p:nvSpPr>
              <p:cNvPr id="23323" name="Google Shape;23323;p4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4" name="Google Shape;23324;p4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5" name="Google Shape;23325;p4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6" name="Google Shape;23326;p4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7" name="Google Shape;23327;p4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8" name="Google Shape;23328;p4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9" name="Google Shape;23329;p4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0" name="Google Shape;23330;p4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1" name="Google Shape;23331;p4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2" name="Google Shape;23332;p4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33" name="Google Shape;23333;p43"/>
            <p:cNvGrpSpPr/>
            <p:nvPr/>
          </p:nvGrpSpPr>
          <p:grpSpPr>
            <a:xfrm>
              <a:off x="1076958" y="1179665"/>
              <a:ext cx="80700" cy="1526144"/>
              <a:chOff x="1076958" y="1179665"/>
              <a:chExt cx="80700" cy="1526144"/>
            </a:xfrm>
          </p:grpSpPr>
          <p:sp>
            <p:nvSpPr>
              <p:cNvPr id="23334" name="Google Shape;23334;p4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5" name="Google Shape;23335;p4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6" name="Google Shape;23336;p4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7" name="Google Shape;23337;p4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8" name="Google Shape;23338;p4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9" name="Google Shape;23339;p4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0" name="Google Shape;23340;p4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1" name="Google Shape;23341;p4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2" name="Google Shape;23342;p4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3" name="Google Shape;23343;p4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44" name="Google Shape;23344;p43"/>
            <p:cNvGrpSpPr/>
            <p:nvPr/>
          </p:nvGrpSpPr>
          <p:grpSpPr>
            <a:xfrm>
              <a:off x="1247707" y="1179665"/>
              <a:ext cx="80700" cy="1526144"/>
              <a:chOff x="1247707" y="1179665"/>
              <a:chExt cx="80700" cy="1526144"/>
            </a:xfrm>
          </p:grpSpPr>
          <p:sp>
            <p:nvSpPr>
              <p:cNvPr id="23345" name="Google Shape;23345;p4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6" name="Google Shape;23346;p4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7" name="Google Shape;23347;p4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8" name="Google Shape;23348;p4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9" name="Google Shape;23349;p4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0" name="Google Shape;23350;p4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1" name="Google Shape;23351;p4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2" name="Google Shape;23352;p4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3" name="Google Shape;23353;p4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4" name="Google Shape;23354;p4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55" name="Google Shape;23355;p43"/>
            <p:cNvGrpSpPr/>
            <p:nvPr/>
          </p:nvGrpSpPr>
          <p:grpSpPr>
            <a:xfrm>
              <a:off x="1421567" y="1179665"/>
              <a:ext cx="80700" cy="1526144"/>
              <a:chOff x="1421567" y="1179665"/>
              <a:chExt cx="80700" cy="1526144"/>
            </a:xfrm>
          </p:grpSpPr>
          <p:sp>
            <p:nvSpPr>
              <p:cNvPr id="23356" name="Google Shape;23356;p4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7" name="Google Shape;23357;p4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8" name="Google Shape;23358;p4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9" name="Google Shape;23359;p4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0" name="Google Shape;23360;p4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1" name="Google Shape;23361;p4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2" name="Google Shape;23362;p4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3" name="Google Shape;23363;p4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4" name="Google Shape;23364;p4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5" name="Google Shape;23365;p4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66" name="Google Shape;23366;p43"/>
            <p:cNvGrpSpPr/>
            <p:nvPr/>
          </p:nvGrpSpPr>
          <p:grpSpPr>
            <a:xfrm>
              <a:off x="1592327" y="1179665"/>
              <a:ext cx="80700" cy="1526144"/>
              <a:chOff x="1592327" y="1179665"/>
              <a:chExt cx="80700" cy="1526144"/>
            </a:xfrm>
          </p:grpSpPr>
          <p:sp>
            <p:nvSpPr>
              <p:cNvPr id="23367" name="Google Shape;23367;p4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8" name="Google Shape;23368;p4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9" name="Google Shape;23369;p4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0" name="Google Shape;23370;p4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1" name="Google Shape;23371;p4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2" name="Google Shape;23372;p4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3" name="Google Shape;23373;p4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4" name="Google Shape;23374;p4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5" name="Google Shape;23375;p4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6" name="Google Shape;23376;p4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77" name="Google Shape;23377;p43"/>
            <p:cNvGrpSpPr/>
            <p:nvPr/>
          </p:nvGrpSpPr>
          <p:grpSpPr>
            <a:xfrm>
              <a:off x="1766187" y="1179665"/>
              <a:ext cx="80700" cy="1526144"/>
              <a:chOff x="1766187" y="1179665"/>
              <a:chExt cx="80700" cy="1526144"/>
            </a:xfrm>
          </p:grpSpPr>
          <p:sp>
            <p:nvSpPr>
              <p:cNvPr id="23378" name="Google Shape;23378;p4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9" name="Google Shape;23379;p4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0" name="Google Shape;23380;p4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1" name="Google Shape;23381;p4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2" name="Google Shape;23382;p4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3" name="Google Shape;23383;p4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4" name="Google Shape;23384;p4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5" name="Google Shape;23385;p4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6" name="Google Shape;23386;p4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7" name="Google Shape;23387;p4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88" name="Google Shape;23388;p43"/>
            <p:cNvGrpSpPr/>
            <p:nvPr/>
          </p:nvGrpSpPr>
          <p:grpSpPr>
            <a:xfrm>
              <a:off x="1936935" y="1179665"/>
              <a:ext cx="80700" cy="1526144"/>
              <a:chOff x="1936935" y="1179665"/>
              <a:chExt cx="80700" cy="1526144"/>
            </a:xfrm>
          </p:grpSpPr>
          <p:sp>
            <p:nvSpPr>
              <p:cNvPr id="23389" name="Google Shape;23389;p4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0" name="Google Shape;23390;p4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1" name="Google Shape;23391;p4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2" name="Google Shape;23392;p4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3" name="Google Shape;23393;p4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4" name="Google Shape;23394;p4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5" name="Google Shape;23395;p4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6" name="Google Shape;23396;p4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7" name="Google Shape;23397;p4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8" name="Google Shape;23398;p4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99" name="Google Shape;23399;p43"/>
            <p:cNvGrpSpPr/>
            <p:nvPr/>
          </p:nvGrpSpPr>
          <p:grpSpPr>
            <a:xfrm>
              <a:off x="2110795" y="1179665"/>
              <a:ext cx="80700" cy="1526144"/>
              <a:chOff x="2110795" y="1179665"/>
              <a:chExt cx="80700" cy="1526144"/>
            </a:xfrm>
          </p:grpSpPr>
          <p:sp>
            <p:nvSpPr>
              <p:cNvPr id="23400" name="Google Shape;23400;p4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1" name="Google Shape;23401;p4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2" name="Google Shape;23402;p4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3" name="Google Shape;23403;p4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4" name="Google Shape;23404;p4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5" name="Google Shape;23405;p4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6" name="Google Shape;23406;p4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7" name="Google Shape;23407;p4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8" name="Google Shape;23408;p4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9" name="Google Shape;23409;p4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10" name="Google Shape;23410;p43"/>
            <p:cNvGrpSpPr/>
            <p:nvPr/>
          </p:nvGrpSpPr>
          <p:grpSpPr>
            <a:xfrm>
              <a:off x="2284655" y="1179665"/>
              <a:ext cx="80700" cy="1526144"/>
              <a:chOff x="2284655" y="1179665"/>
              <a:chExt cx="80700" cy="1526144"/>
            </a:xfrm>
          </p:grpSpPr>
          <p:sp>
            <p:nvSpPr>
              <p:cNvPr id="23411" name="Google Shape;23411;p4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2" name="Google Shape;23412;p4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3" name="Google Shape;23413;p4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4" name="Google Shape;23414;p4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5" name="Google Shape;23415;p4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6" name="Google Shape;23416;p4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7" name="Google Shape;23417;p4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8" name="Google Shape;23418;p4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9" name="Google Shape;23419;p4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0" name="Google Shape;23420;p4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421" name="Google Shape;23421;p43"/>
          <p:cNvGrpSpPr/>
          <p:nvPr/>
        </p:nvGrpSpPr>
        <p:grpSpPr>
          <a:xfrm>
            <a:off x="2603245" y="985011"/>
            <a:ext cx="1364248" cy="1102133"/>
            <a:chOff x="2623904" y="1198803"/>
            <a:chExt cx="1364248" cy="1102133"/>
          </a:xfrm>
        </p:grpSpPr>
        <p:grpSp>
          <p:nvGrpSpPr>
            <p:cNvPr id="23422" name="Google Shape;23422;p43"/>
            <p:cNvGrpSpPr/>
            <p:nvPr/>
          </p:nvGrpSpPr>
          <p:grpSpPr>
            <a:xfrm>
              <a:off x="2623907" y="1198803"/>
              <a:ext cx="1364245" cy="273000"/>
              <a:chOff x="2623907" y="1198803"/>
              <a:chExt cx="1364245" cy="273000"/>
            </a:xfrm>
          </p:grpSpPr>
          <p:sp>
            <p:nvSpPr>
              <p:cNvPr id="23423" name="Google Shape;23423;p4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4" name="Google Shape;23424;p4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5" name="Google Shape;23425;p4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6" name="Google Shape;23426;p4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7" name="Google Shape;23427;p4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28" name="Google Shape;23428;p43"/>
            <p:cNvGrpSpPr/>
            <p:nvPr/>
          </p:nvGrpSpPr>
          <p:grpSpPr>
            <a:xfrm>
              <a:off x="2623904" y="1476964"/>
              <a:ext cx="1364245" cy="273000"/>
              <a:chOff x="2623904" y="1476964"/>
              <a:chExt cx="1364245" cy="273000"/>
            </a:xfrm>
          </p:grpSpPr>
          <p:sp>
            <p:nvSpPr>
              <p:cNvPr id="23429" name="Google Shape;23429;p4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0" name="Google Shape;23430;p4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1" name="Google Shape;23431;p4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2" name="Google Shape;23432;p4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3" name="Google Shape;23433;p4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34" name="Google Shape;23434;p43"/>
            <p:cNvGrpSpPr/>
            <p:nvPr/>
          </p:nvGrpSpPr>
          <p:grpSpPr>
            <a:xfrm>
              <a:off x="2623907" y="1749775"/>
              <a:ext cx="1364245" cy="273000"/>
              <a:chOff x="2623907" y="1749775"/>
              <a:chExt cx="1364245" cy="273000"/>
            </a:xfrm>
          </p:grpSpPr>
          <p:sp>
            <p:nvSpPr>
              <p:cNvPr id="23435" name="Google Shape;23435;p4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6" name="Google Shape;23436;p4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7" name="Google Shape;23437;p4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8" name="Google Shape;23438;p4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9" name="Google Shape;23439;p4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40" name="Google Shape;23440;p43"/>
            <p:cNvGrpSpPr/>
            <p:nvPr/>
          </p:nvGrpSpPr>
          <p:grpSpPr>
            <a:xfrm>
              <a:off x="2623904" y="2027936"/>
              <a:ext cx="1364245" cy="273000"/>
              <a:chOff x="2623904" y="2027936"/>
              <a:chExt cx="1364245" cy="273000"/>
            </a:xfrm>
          </p:grpSpPr>
          <p:sp>
            <p:nvSpPr>
              <p:cNvPr id="23441" name="Google Shape;23441;p4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2" name="Google Shape;23442;p4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3" name="Google Shape;23443;p4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4" name="Google Shape;23444;p4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5" name="Google Shape;23445;p4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446" name="Google Shape;23446;p43"/>
          <p:cNvGrpSpPr/>
          <p:nvPr/>
        </p:nvGrpSpPr>
        <p:grpSpPr>
          <a:xfrm>
            <a:off x="2592706" y="2444193"/>
            <a:ext cx="1387540" cy="159124"/>
            <a:chOff x="3200660" y="2180272"/>
            <a:chExt cx="2563823" cy="378237"/>
          </a:xfrm>
        </p:grpSpPr>
        <p:sp>
          <p:nvSpPr>
            <p:cNvPr id="23447" name="Google Shape;23447;p4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8" name="Google Shape;23448;p4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9" name="Google Shape;23449;p4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0" name="Google Shape;23450;p4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1" name="Google Shape;23451;p4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2" name="Google Shape;23452;p4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3" name="Google Shape;23453;p4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4" name="Google Shape;23454;p4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5" name="Google Shape;23455;p4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6" name="Google Shape;23456;p4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7" name="Google Shape;23457;p4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8" name="Google Shape;23458;p4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9" name="Google Shape;23459;p4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0" name="Google Shape;23460;p4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1" name="Google Shape;23461;p4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2" name="Google Shape;23462;p4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3" name="Google Shape;23463;p4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4" name="Google Shape;23464;p4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65" name="Google Shape;23465;p43"/>
          <p:cNvGrpSpPr/>
          <p:nvPr/>
        </p:nvGrpSpPr>
        <p:grpSpPr>
          <a:xfrm>
            <a:off x="2589231" y="2722018"/>
            <a:ext cx="1390502" cy="159625"/>
            <a:chOff x="3530150" y="2790075"/>
            <a:chExt cx="1962600" cy="225300"/>
          </a:xfrm>
        </p:grpSpPr>
        <p:sp>
          <p:nvSpPr>
            <p:cNvPr id="23466" name="Google Shape;23466;p4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7" name="Google Shape;23467;p4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68" name="Google Shape;23468;p43"/>
          <p:cNvGrpSpPr/>
          <p:nvPr/>
        </p:nvGrpSpPr>
        <p:grpSpPr>
          <a:xfrm>
            <a:off x="2589884" y="3000344"/>
            <a:ext cx="1411629" cy="153761"/>
            <a:chOff x="3558802" y="4011427"/>
            <a:chExt cx="1866000" cy="111300"/>
          </a:xfrm>
        </p:grpSpPr>
        <p:sp>
          <p:nvSpPr>
            <p:cNvPr id="23469" name="Google Shape;23469;p4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0" name="Google Shape;23470;p4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71" name="Google Shape;23471;p43"/>
          <p:cNvGrpSpPr/>
          <p:nvPr/>
        </p:nvGrpSpPr>
        <p:grpSpPr>
          <a:xfrm>
            <a:off x="2589576" y="2205744"/>
            <a:ext cx="1383504" cy="119749"/>
            <a:chOff x="3465975" y="2270276"/>
            <a:chExt cx="1986365" cy="171929"/>
          </a:xfrm>
        </p:grpSpPr>
        <p:sp>
          <p:nvSpPr>
            <p:cNvPr id="23472" name="Google Shape;23472;p4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3" name="Google Shape;23473;p4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4" name="Google Shape;23474;p4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5" name="Google Shape;23475;p4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6" name="Google Shape;23476;p4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7" name="Google Shape;23477;p4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8" name="Google Shape;23478;p4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9" name="Google Shape;23479;p4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80" name="Google Shape;23480;p43"/>
          <p:cNvGrpSpPr/>
          <p:nvPr/>
        </p:nvGrpSpPr>
        <p:grpSpPr>
          <a:xfrm>
            <a:off x="2600584" y="3569394"/>
            <a:ext cx="1369531" cy="195460"/>
            <a:chOff x="723300" y="4253549"/>
            <a:chExt cx="2276482" cy="324900"/>
          </a:xfrm>
        </p:grpSpPr>
        <p:sp>
          <p:nvSpPr>
            <p:cNvPr id="23481" name="Google Shape;23481;p4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2" name="Google Shape;23482;p4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3" name="Google Shape;23483;p4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4" name="Google Shape;23484;p4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5" name="Google Shape;23485;p4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86" name="Google Shape;23486;p43"/>
          <p:cNvGrpSpPr/>
          <p:nvPr/>
        </p:nvGrpSpPr>
        <p:grpSpPr>
          <a:xfrm>
            <a:off x="2590145" y="3270574"/>
            <a:ext cx="1389065" cy="180119"/>
            <a:chOff x="705948" y="3788465"/>
            <a:chExt cx="2308952" cy="299400"/>
          </a:xfrm>
        </p:grpSpPr>
        <p:sp>
          <p:nvSpPr>
            <p:cNvPr id="23487" name="Google Shape;23487;p4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8" name="Google Shape;23488;p4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9" name="Google Shape;23489;p4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0" name="Google Shape;23490;p4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1" name="Google Shape;23491;p4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92" name="Google Shape;23492;p43"/>
          <p:cNvGrpSpPr/>
          <p:nvPr/>
        </p:nvGrpSpPr>
        <p:grpSpPr>
          <a:xfrm>
            <a:off x="2638082" y="3883554"/>
            <a:ext cx="1304609" cy="294074"/>
            <a:chOff x="2658741" y="4097347"/>
            <a:chExt cx="1304609" cy="294074"/>
          </a:xfrm>
        </p:grpSpPr>
        <p:grpSp>
          <p:nvGrpSpPr>
            <p:cNvPr id="23493" name="Google Shape;23493;p43"/>
            <p:cNvGrpSpPr/>
            <p:nvPr/>
          </p:nvGrpSpPr>
          <p:grpSpPr>
            <a:xfrm>
              <a:off x="2658741" y="4097347"/>
              <a:ext cx="118572" cy="294074"/>
              <a:chOff x="3343310" y="4475555"/>
              <a:chExt cx="127717" cy="316753"/>
            </a:xfrm>
          </p:grpSpPr>
          <p:sp>
            <p:nvSpPr>
              <p:cNvPr id="23494" name="Google Shape;23494;p4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5" name="Google Shape;23495;p4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96" name="Google Shape;23496;p43"/>
            <p:cNvGrpSpPr/>
            <p:nvPr/>
          </p:nvGrpSpPr>
          <p:grpSpPr>
            <a:xfrm>
              <a:off x="3815519" y="4098388"/>
              <a:ext cx="147831" cy="291991"/>
              <a:chOff x="3527539" y="4476677"/>
              <a:chExt cx="159232" cy="314510"/>
            </a:xfrm>
          </p:grpSpPr>
          <p:sp>
            <p:nvSpPr>
              <p:cNvPr id="23497" name="Google Shape;23497;p4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8" name="Google Shape;23498;p4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99" name="Google Shape;23499;p43"/>
            <p:cNvGrpSpPr/>
            <p:nvPr/>
          </p:nvGrpSpPr>
          <p:grpSpPr>
            <a:xfrm>
              <a:off x="3511696" y="4098388"/>
              <a:ext cx="147831" cy="291991"/>
              <a:chOff x="3527539" y="4476677"/>
              <a:chExt cx="159232" cy="314510"/>
            </a:xfrm>
          </p:grpSpPr>
          <p:sp>
            <p:nvSpPr>
              <p:cNvPr id="23500" name="Google Shape;23500;p4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1" name="Google Shape;23501;p4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02" name="Google Shape;23502;p43"/>
            <p:cNvGrpSpPr/>
            <p:nvPr/>
          </p:nvGrpSpPr>
          <p:grpSpPr>
            <a:xfrm>
              <a:off x="3207874" y="4098388"/>
              <a:ext cx="147831" cy="291991"/>
              <a:chOff x="3527539" y="4476677"/>
              <a:chExt cx="159232" cy="314510"/>
            </a:xfrm>
          </p:grpSpPr>
          <p:sp>
            <p:nvSpPr>
              <p:cNvPr id="23503" name="Google Shape;23503;p4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4" name="Google Shape;23504;p4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05" name="Google Shape;23505;p43"/>
            <p:cNvGrpSpPr/>
            <p:nvPr/>
          </p:nvGrpSpPr>
          <p:grpSpPr>
            <a:xfrm>
              <a:off x="2933305" y="4097347"/>
              <a:ext cx="118572" cy="294074"/>
              <a:chOff x="3343310" y="4475555"/>
              <a:chExt cx="127717" cy="316753"/>
            </a:xfrm>
          </p:grpSpPr>
          <p:sp>
            <p:nvSpPr>
              <p:cNvPr id="23506" name="Google Shape;23506;p4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7" name="Google Shape;23507;p4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508" name="Google Shape;23508;p43"/>
          <p:cNvGrpSpPr/>
          <p:nvPr/>
        </p:nvGrpSpPr>
        <p:grpSpPr>
          <a:xfrm>
            <a:off x="4256912" y="1866676"/>
            <a:ext cx="1433821" cy="191500"/>
            <a:chOff x="4273350" y="2080469"/>
            <a:chExt cx="1433821" cy="191500"/>
          </a:xfrm>
        </p:grpSpPr>
        <p:grpSp>
          <p:nvGrpSpPr>
            <p:cNvPr id="23509" name="Google Shape;23509;p43"/>
            <p:cNvGrpSpPr/>
            <p:nvPr/>
          </p:nvGrpSpPr>
          <p:grpSpPr>
            <a:xfrm>
              <a:off x="4273350" y="2080469"/>
              <a:ext cx="1433821" cy="0"/>
              <a:chOff x="5224975" y="2962250"/>
              <a:chExt cx="1544400" cy="0"/>
            </a:xfrm>
          </p:grpSpPr>
          <p:cxnSp>
            <p:nvCxnSpPr>
              <p:cNvPr id="23510" name="Google Shape;23510;p43"/>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23511" name="Google Shape;23511;p43"/>
              <p:cNvCxnSpPr/>
              <p:nvPr/>
            </p:nvCxnSpPr>
            <p:spPr>
              <a:xfrm>
                <a:off x="5225150" y="2962250"/>
                <a:ext cx="453300" cy="0"/>
              </a:xfrm>
              <a:prstGeom prst="straightConnector1">
                <a:avLst/>
              </a:prstGeom>
              <a:noFill/>
              <a:ln cap="flat" cmpd="sng" w="9525">
                <a:solidFill>
                  <a:srgbClr val="7994A9"/>
                </a:solidFill>
                <a:prstDash val="solid"/>
                <a:round/>
                <a:headEnd len="sm" w="sm" type="none"/>
                <a:tailEnd len="med" w="med" type="oval"/>
              </a:ln>
            </p:spPr>
          </p:cxnSp>
        </p:grpSp>
        <p:grpSp>
          <p:nvGrpSpPr>
            <p:cNvPr id="23512" name="Google Shape;23512;p43"/>
            <p:cNvGrpSpPr/>
            <p:nvPr/>
          </p:nvGrpSpPr>
          <p:grpSpPr>
            <a:xfrm>
              <a:off x="4273350" y="2271969"/>
              <a:ext cx="1433821" cy="0"/>
              <a:chOff x="5224975" y="2962250"/>
              <a:chExt cx="1544400" cy="0"/>
            </a:xfrm>
          </p:grpSpPr>
          <p:cxnSp>
            <p:nvCxnSpPr>
              <p:cNvPr id="23513" name="Google Shape;23513;p43"/>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23514" name="Google Shape;23514;p43"/>
              <p:cNvCxnSpPr/>
              <p:nvPr/>
            </p:nvCxnSpPr>
            <p:spPr>
              <a:xfrm>
                <a:off x="5225150" y="2962250"/>
                <a:ext cx="998700" cy="0"/>
              </a:xfrm>
              <a:prstGeom prst="straightConnector1">
                <a:avLst/>
              </a:prstGeom>
              <a:noFill/>
              <a:ln cap="flat" cmpd="sng" w="9525">
                <a:solidFill>
                  <a:srgbClr val="7994A9"/>
                </a:solidFill>
                <a:prstDash val="solid"/>
                <a:round/>
                <a:headEnd len="sm" w="sm" type="none"/>
                <a:tailEnd len="med" w="med" type="oval"/>
              </a:ln>
            </p:spPr>
          </p:cxnSp>
        </p:grpSp>
      </p:grpSp>
      <p:grpSp>
        <p:nvGrpSpPr>
          <p:cNvPr id="23515" name="Google Shape;23515;p43"/>
          <p:cNvGrpSpPr/>
          <p:nvPr/>
        </p:nvGrpSpPr>
        <p:grpSpPr>
          <a:xfrm>
            <a:off x="4258467" y="969244"/>
            <a:ext cx="1430711" cy="743389"/>
            <a:chOff x="5159450" y="1919950"/>
            <a:chExt cx="1541050" cy="862500"/>
          </a:xfrm>
        </p:grpSpPr>
        <p:sp>
          <p:nvSpPr>
            <p:cNvPr id="23516" name="Google Shape;23516;p4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17" name="Google Shape;23517;p43"/>
            <p:cNvGrpSpPr/>
            <p:nvPr/>
          </p:nvGrpSpPr>
          <p:grpSpPr>
            <a:xfrm>
              <a:off x="5159450" y="1919950"/>
              <a:ext cx="1541050" cy="862500"/>
              <a:chOff x="5159450" y="1919950"/>
              <a:chExt cx="1541050" cy="862500"/>
            </a:xfrm>
          </p:grpSpPr>
          <p:cxnSp>
            <p:nvCxnSpPr>
              <p:cNvPr id="23518" name="Google Shape;23518;p43"/>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23519" name="Google Shape;23519;p43"/>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23520" name="Google Shape;23520;p43"/>
          <p:cNvGrpSpPr/>
          <p:nvPr/>
        </p:nvGrpSpPr>
        <p:grpSpPr>
          <a:xfrm>
            <a:off x="4248581" y="2192571"/>
            <a:ext cx="1450484" cy="1052087"/>
            <a:chOff x="5230575" y="1554475"/>
            <a:chExt cx="2137150" cy="1550150"/>
          </a:xfrm>
        </p:grpSpPr>
        <p:sp>
          <p:nvSpPr>
            <p:cNvPr id="23521" name="Google Shape;23521;p4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2" name="Google Shape;23522;p4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3" name="Google Shape;23523;p4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4" name="Google Shape;23524;p4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5" name="Google Shape;23525;p4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6" name="Google Shape;23526;p4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7" name="Google Shape;23527;p4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8" name="Google Shape;23528;p4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9" name="Google Shape;23529;p4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0" name="Google Shape;23530;p4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1" name="Google Shape;23531;p4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2" name="Google Shape;23532;p4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3" name="Google Shape;23533;p4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34" name="Google Shape;23534;p43"/>
          <p:cNvGrpSpPr/>
          <p:nvPr/>
        </p:nvGrpSpPr>
        <p:grpSpPr>
          <a:xfrm rot="10800000">
            <a:off x="4265131" y="3284761"/>
            <a:ext cx="1417383" cy="887946"/>
            <a:chOff x="5645403" y="2920021"/>
            <a:chExt cx="2650800" cy="2180614"/>
          </a:xfrm>
        </p:grpSpPr>
        <p:sp>
          <p:nvSpPr>
            <p:cNvPr id="23535" name="Google Shape;23535;p4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536" name="Google Shape;23536;p43"/>
            <p:cNvCxnSpPr>
              <a:stCxn id="23535" idx="1"/>
            </p:cNvCxnSpPr>
            <p:nvPr/>
          </p:nvCxnSpPr>
          <p:spPr>
            <a:xfrm rot="10800000">
              <a:off x="5645403" y="3154021"/>
              <a:ext cx="127500" cy="600"/>
            </a:xfrm>
            <a:prstGeom prst="straightConnector1">
              <a:avLst/>
            </a:prstGeom>
            <a:noFill/>
            <a:ln cap="flat" cmpd="sng" w="9525">
              <a:solidFill>
                <a:srgbClr val="435D74"/>
              </a:solidFill>
              <a:prstDash val="solid"/>
              <a:round/>
              <a:headEnd len="sm" w="sm" type="none"/>
              <a:tailEnd len="sm" w="sm" type="none"/>
            </a:ln>
          </p:spPr>
        </p:cxnSp>
        <p:sp>
          <p:nvSpPr>
            <p:cNvPr id="23537" name="Google Shape;23537;p4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538" name="Google Shape;23538;p43"/>
            <p:cNvCxnSpPr>
              <a:endCxn id="23537" idx="3"/>
            </p:cNvCxnSpPr>
            <p:nvPr/>
          </p:nvCxnSpPr>
          <p:spPr>
            <a:xfrm rot="10800000">
              <a:off x="8059040" y="3735532"/>
              <a:ext cx="135300" cy="0"/>
            </a:xfrm>
            <a:prstGeom prst="straightConnector1">
              <a:avLst/>
            </a:prstGeom>
            <a:noFill/>
            <a:ln cap="flat" cmpd="sng" w="9525">
              <a:solidFill>
                <a:srgbClr val="5F7D95"/>
              </a:solidFill>
              <a:prstDash val="solid"/>
              <a:round/>
              <a:headEnd len="sm" w="sm" type="none"/>
              <a:tailEnd len="sm" w="sm" type="none"/>
            </a:ln>
          </p:spPr>
        </p:cxnSp>
        <p:sp>
          <p:nvSpPr>
            <p:cNvPr id="23539" name="Google Shape;23539;p4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540" name="Google Shape;23540;p43"/>
            <p:cNvCxnSpPr>
              <a:stCxn id="23539" idx="1"/>
            </p:cNvCxnSpPr>
            <p:nvPr/>
          </p:nvCxnSpPr>
          <p:spPr>
            <a:xfrm rot="10800000">
              <a:off x="6175223" y="4300183"/>
              <a:ext cx="123900" cy="600"/>
            </a:xfrm>
            <a:prstGeom prst="straightConnector1">
              <a:avLst/>
            </a:prstGeom>
            <a:noFill/>
            <a:ln cap="flat" cmpd="sng" w="9525">
              <a:solidFill>
                <a:srgbClr val="869FB2"/>
              </a:solidFill>
              <a:prstDash val="solid"/>
              <a:round/>
              <a:headEnd len="sm" w="sm" type="none"/>
              <a:tailEnd len="sm" w="sm" type="none"/>
            </a:ln>
          </p:spPr>
        </p:cxnSp>
        <p:sp>
          <p:nvSpPr>
            <p:cNvPr id="23541" name="Google Shape;23541;p4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542" name="Google Shape;23542;p43"/>
            <p:cNvCxnSpPr>
              <a:endCxn id="23541" idx="3"/>
            </p:cNvCxnSpPr>
            <p:nvPr/>
          </p:nvCxnSpPr>
          <p:spPr>
            <a:xfrm flipH="1">
              <a:off x="7439761" y="4864535"/>
              <a:ext cx="104400" cy="1500"/>
            </a:xfrm>
            <a:prstGeom prst="straightConnector1">
              <a:avLst/>
            </a:prstGeom>
            <a:noFill/>
            <a:ln cap="flat" cmpd="sng" w="9525">
              <a:solidFill>
                <a:srgbClr val="BAC8D3"/>
              </a:solidFill>
              <a:prstDash val="solid"/>
              <a:round/>
              <a:headEnd len="sm" w="sm" type="none"/>
              <a:tailEnd len="sm" w="sm" type="none"/>
            </a:ln>
          </p:spPr>
        </p:cxnSp>
      </p:grpSp>
      <p:grpSp>
        <p:nvGrpSpPr>
          <p:cNvPr id="23543" name="Google Shape;23543;p43"/>
          <p:cNvGrpSpPr/>
          <p:nvPr/>
        </p:nvGrpSpPr>
        <p:grpSpPr>
          <a:xfrm>
            <a:off x="7365491" y="2188116"/>
            <a:ext cx="1071743" cy="1021579"/>
            <a:chOff x="7189833" y="2022667"/>
            <a:chExt cx="1251159" cy="1192597"/>
          </a:xfrm>
        </p:grpSpPr>
        <p:sp>
          <p:nvSpPr>
            <p:cNvPr id="23544" name="Google Shape;23544;p4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5" name="Google Shape;23545;p4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6" name="Google Shape;23546;p4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7" name="Google Shape;23547;p4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48" name="Google Shape;23548;p43"/>
          <p:cNvGrpSpPr/>
          <p:nvPr/>
        </p:nvGrpSpPr>
        <p:grpSpPr>
          <a:xfrm>
            <a:off x="706762" y="2614523"/>
            <a:ext cx="1695374" cy="1560837"/>
            <a:chOff x="727421" y="2828315"/>
            <a:chExt cx="1695374" cy="1560837"/>
          </a:xfrm>
        </p:grpSpPr>
        <p:grpSp>
          <p:nvGrpSpPr>
            <p:cNvPr id="23549" name="Google Shape;23549;p43"/>
            <p:cNvGrpSpPr/>
            <p:nvPr/>
          </p:nvGrpSpPr>
          <p:grpSpPr>
            <a:xfrm>
              <a:off x="819108" y="2882501"/>
              <a:ext cx="103104" cy="1426186"/>
              <a:chOff x="4674013" y="3100904"/>
              <a:chExt cx="122758" cy="1698043"/>
            </a:xfrm>
          </p:grpSpPr>
          <p:sp>
            <p:nvSpPr>
              <p:cNvPr id="23550" name="Google Shape;23550;p4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1" name="Google Shape;23551;p4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2" name="Google Shape;23552;p4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3" name="Google Shape;23553;p4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4" name="Google Shape;23554;p4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5" name="Google Shape;23555;p4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6" name="Google Shape;23556;p4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57" name="Google Shape;23557;p43"/>
            <p:cNvGrpSpPr/>
            <p:nvPr/>
          </p:nvGrpSpPr>
          <p:grpSpPr>
            <a:xfrm>
              <a:off x="1062475" y="2882501"/>
              <a:ext cx="103104" cy="1426186"/>
              <a:chOff x="4940438" y="3100904"/>
              <a:chExt cx="122758" cy="1698043"/>
            </a:xfrm>
          </p:grpSpPr>
          <p:sp>
            <p:nvSpPr>
              <p:cNvPr id="23558" name="Google Shape;23558;p4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9" name="Google Shape;23559;p4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0" name="Google Shape;23560;p4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1" name="Google Shape;23561;p4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2" name="Google Shape;23562;p4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3" name="Google Shape;23563;p4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4" name="Google Shape;23564;p4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65" name="Google Shape;23565;p43"/>
            <p:cNvGrpSpPr/>
            <p:nvPr/>
          </p:nvGrpSpPr>
          <p:grpSpPr>
            <a:xfrm>
              <a:off x="1299324" y="2882501"/>
              <a:ext cx="103104" cy="1426186"/>
              <a:chOff x="5206863" y="3100904"/>
              <a:chExt cx="122758" cy="1698043"/>
            </a:xfrm>
          </p:grpSpPr>
          <p:sp>
            <p:nvSpPr>
              <p:cNvPr id="23566" name="Google Shape;23566;p4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7" name="Google Shape;23567;p4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8" name="Google Shape;23568;p4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9" name="Google Shape;23569;p4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0" name="Google Shape;23570;p4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1" name="Google Shape;23571;p4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2" name="Google Shape;23572;p4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73" name="Google Shape;23573;p43"/>
            <p:cNvGrpSpPr/>
            <p:nvPr/>
          </p:nvGrpSpPr>
          <p:grpSpPr>
            <a:xfrm>
              <a:off x="1786057" y="2882501"/>
              <a:ext cx="103104" cy="1426186"/>
              <a:chOff x="6006138" y="3143629"/>
              <a:chExt cx="122758" cy="1698043"/>
            </a:xfrm>
          </p:grpSpPr>
          <p:sp>
            <p:nvSpPr>
              <p:cNvPr id="23574" name="Google Shape;23574;p4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5" name="Google Shape;23575;p4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6" name="Google Shape;23576;p4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7" name="Google Shape;23577;p4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8" name="Google Shape;23578;p4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9" name="Google Shape;23579;p4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0" name="Google Shape;23580;p4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81" name="Google Shape;23581;p43"/>
            <p:cNvGrpSpPr/>
            <p:nvPr/>
          </p:nvGrpSpPr>
          <p:grpSpPr>
            <a:xfrm>
              <a:off x="2029422" y="2882501"/>
              <a:ext cx="103104" cy="1426186"/>
              <a:chOff x="6805413" y="3100904"/>
              <a:chExt cx="122758" cy="1698043"/>
            </a:xfrm>
          </p:grpSpPr>
          <p:sp>
            <p:nvSpPr>
              <p:cNvPr id="23582" name="Google Shape;23582;p4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3" name="Google Shape;23583;p4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4" name="Google Shape;23584;p4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5" name="Google Shape;23585;p4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6" name="Google Shape;23586;p4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7" name="Google Shape;23587;p4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8" name="Google Shape;23588;p4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89" name="Google Shape;23589;p43"/>
            <p:cNvGrpSpPr/>
            <p:nvPr/>
          </p:nvGrpSpPr>
          <p:grpSpPr>
            <a:xfrm>
              <a:off x="727421" y="2828315"/>
              <a:ext cx="1695374" cy="1560837"/>
              <a:chOff x="734799" y="2782450"/>
              <a:chExt cx="1571100" cy="1577400"/>
            </a:xfrm>
          </p:grpSpPr>
          <p:cxnSp>
            <p:nvCxnSpPr>
              <p:cNvPr id="23590" name="Google Shape;23590;p43"/>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23591" name="Google Shape;23591;p43"/>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23592" name="Google Shape;23592;p43"/>
            <p:cNvGrpSpPr/>
            <p:nvPr/>
          </p:nvGrpSpPr>
          <p:grpSpPr>
            <a:xfrm>
              <a:off x="2272795" y="2882501"/>
              <a:ext cx="103104" cy="1426186"/>
              <a:chOff x="5206863" y="3100904"/>
              <a:chExt cx="122758" cy="1698043"/>
            </a:xfrm>
          </p:grpSpPr>
          <p:sp>
            <p:nvSpPr>
              <p:cNvPr id="23593" name="Google Shape;23593;p4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4" name="Google Shape;23594;p4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5" name="Google Shape;23595;p4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6" name="Google Shape;23596;p4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7" name="Google Shape;23597;p4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8" name="Google Shape;23598;p4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9" name="Google Shape;23599;p4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00" name="Google Shape;23600;p43"/>
            <p:cNvGrpSpPr/>
            <p:nvPr/>
          </p:nvGrpSpPr>
          <p:grpSpPr>
            <a:xfrm>
              <a:off x="1542694" y="2882501"/>
              <a:ext cx="103104" cy="1426186"/>
              <a:chOff x="6006138" y="3143629"/>
              <a:chExt cx="122758" cy="1698043"/>
            </a:xfrm>
          </p:grpSpPr>
          <p:sp>
            <p:nvSpPr>
              <p:cNvPr id="23601" name="Google Shape;23601;p4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2" name="Google Shape;23602;p4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3" name="Google Shape;23603;p4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4" name="Google Shape;23604;p4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5" name="Google Shape;23605;p4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6" name="Google Shape;23606;p4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7" name="Google Shape;23607;p4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608" name="Google Shape;23608;p43"/>
          <p:cNvGrpSpPr/>
          <p:nvPr/>
        </p:nvGrpSpPr>
        <p:grpSpPr>
          <a:xfrm>
            <a:off x="5915341" y="2192094"/>
            <a:ext cx="1248543" cy="1025319"/>
            <a:chOff x="5183758" y="1210600"/>
            <a:chExt cx="3605380" cy="2960783"/>
          </a:xfrm>
        </p:grpSpPr>
        <p:sp>
          <p:nvSpPr>
            <p:cNvPr id="23609" name="Google Shape;23609;p4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0" name="Google Shape;23610;p4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1" name="Google Shape;23611;p4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2" name="Google Shape;23612;p4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613" name="Google Shape;23613;p4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sm" w="sm" type="none"/>
            </a:ln>
          </p:spPr>
        </p:cxnSp>
        <p:cxnSp>
          <p:nvCxnSpPr>
            <p:cNvPr id="23614" name="Google Shape;23614;p4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sm" w="sm" type="none"/>
            </a:ln>
          </p:spPr>
        </p:cxnSp>
        <p:cxnSp>
          <p:nvCxnSpPr>
            <p:cNvPr id="23615" name="Google Shape;23615;p4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sm" w="sm" type="none"/>
            </a:ln>
          </p:spPr>
        </p:cxnSp>
        <p:cxnSp>
          <p:nvCxnSpPr>
            <p:cNvPr id="23616" name="Google Shape;23616;p4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sm" w="sm" type="none"/>
            </a:ln>
          </p:spPr>
        </p:cxnSp>
        <p:sp>
          <p:nvSpPr>
            <p:cNvPr id="23617" name="Google Shape;23617;p4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18" name="Google Shape;23618;p43"/>
          <p:cNvGrpSpPr/>
          <p:nvPr/>
        </p:nvGrpSpPr>
        <p:grpSpPr>
          <a:xfrm>
            <a:off x="5772403" y="3330411"/>
            <a:ext cx="2664832" cy="843440"/>
            <a:chOff x="5916567" y="1099697"/>
            <a:chExt cx="2556684" cy="809211"/>
          </a:xfrm>
        </p:grpSpPr>
        <p:sp>
          <p:nvSpPr>
            <p:cNvPr id="23619" name="Google Shape;23619;p4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0" name="Google Shape;23620;p4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1" name="Google Shape;23621;p4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2" name="Google Shape;23622;p4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3" name="Google Shape;23623;p43"/>
            <p:cNvSpPr/>
            <p:nvPr/>
          </p:nvSpPr>
          <p:spPr>
            <a:xfrm>
              <a:off x="8279421" y="1099697"/>
              <a:ext cx="54" cy="0"/>
            </a:xfrm>
            <a:custGeom>
              <a:rect b="b" l="l" r="r" t="t"/>
              <a:pathLst>
                <a:path extrusionOk="0" h="12000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4" name="Google Shape;23624;p4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5" name="Google Shape;23625;p4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6" name="Google Shape;23626;p4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27" name="Google Shape;23627;p43"/>
          <p:cNvGrpSpPr/>
          <p:nvPr/>
        </p:nvGrpSpPr>
        <p:grpSpPr>
          <a:xfrm>
            <a:off x="5879943" y="979270"/>
            <a:ext cx="1299850" cy="1023337"/>
            <a:chOff x="5900602" y="1193063"/>
            <a:chExt cx="1299850" cy="1023337"/>
          </a:xfrm>
        </p:grpSpPr>
        <p:grpSp>
          <p:nvGrpSpPr>
            <p:cNvPr id="23628" name="Google Shape;23628;p43"/>
            <p:cNvGrpSpPr/>
            <p:nvPr/>
          </p:nvGrpSpPr>
          <p:grpSpPr>
            <a:xfrm>
              <a:off x="6743564" y="1193063"/>
              <a:ext cx="456888" cy="700378"/>
              <a:chOff x="6743564" y="1193063"/>
              <a:chExt cx="456888" cy="700378"/>
            </a:xfrm>
          </p:grpSpPr>
          <p:grpSp>
            <p:nvGrpSpPr>
              <p:cNvPr id="23629" name="Google Shape;23629;p43"/>
              <p:cNvGrpSpPr/>
              <p:nvPr/>
            </p:nvGrpSpPr>
            <p:grpSpPr>
              <a:xfrm>
                <a:off x="6743564" y="1690732"/>
                <a:ext cx="214402" cy="202709"/>
                <a:chOff x="6743564" y="1690732"/>
                <a:chExt cx="214402" cy="202709"/>
              </a:xfrm>
            </p:grpSpPr>
            <p:sp>
              <p:nvSpPr>
                <p:cNvPr id="23630" name="Google Shape;23630;p4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1" name="Google Shape;23631;p4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32" name="Google Shape;23632;p43"/>
              <p:cNvGrpSpPr/>
              <p:nvPr/>
            </p:nvGrpSpPr>
            <p:grpSpPr>
              <a:xfrm>
                <a:off x="6915505" y="1193063"/>
                <a:ext cx="284947" cy="589637"/>
                <a:chOff x="6915505" y="1193063"/>
                <a:chExt cx="284947" cy="589637"/>
              </a:xfrm>
            </p:grpSpPr>
            <p:sp>
              <p:nvSpPr>
                <p:cNvPr id="23633" name="Google Shape;23633;p4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634" name="Google Shape;23634;p43"/>
                <p:cNvCxnSpPr/>
                <p:nvPr/>
              </p:nvCxnSpPr>
              <p:spPr>
                <a:xfrm rot="10800000">
                  <a:off x="6938275" y="1279600"/>
                  <a:ext cx="0" cy="503100"/>
                </a:xfrm>
                <a:prstGeom prst="straightConnector1">
                  <a:avLst/>
                </a:prstGeom>
                <a:noFill/>
                <a:ln cap="flat" cmpd="sng" w="9525">
                  <a:solidFill>
                    <a:srgbClr val="CFD9E0"/>
                  </a:solidFill>
                  <a:prstDash val="solid"/>
                  <a:round/>
                  <a:headEnd len="sm" w="sm" type="none"/>
                  <a:tailEnd len="med" w="med" type="oval"/>
                </a:ln>
              </p:spPr>
            </p:cxnSp>
          </p:grpSp>
        </p:grpSp>
        <p:grpSp>
          <p:nvGrpSpPr>
            <p:cNvPr id="23635" name="Google Shape;23635;p43"/>
            <p:cNvGrpSpPr/>
            <p:nvPr/>
          </p:nvGrpSpPr>
          <p:grpSpPr>
            <a:xfrm>
              <a:off x="6520338" y="1193063"/>
              <a:ext cx="341813" cy="801589"/>
              <a:chOff x="6520338" y="1193063"/>
              <a:chExt cx="341813" cy="801589"/>
            </a:xfrm>
          </p:grpSpPr>
          <p:grpSp>
            <p:nvGrpSpPr>
              <p:cNvPr id="23636" name="Google Shape;23636;p43"/>
              <p:cNvGrpSpPr/>
              <p:nvPr/>
            </p:nvGrpSpPr>
            <p:grpSpPr>
              <a:xfrm>
                <a:off x="6520337" y="1589528"/>
                <a:ext cx="213949" cy="405124"/>
                <a:chOff x="6520338" y="1589528"/>
                <a:chExt cx="213949" cy="405124"/>
              </a:xfrm>
            </p:grpSpPr>
            <p:sp>
              <p:nvSpPr>
                <p:cNvPr id="23637" name="Google Shape;23637;p4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8" name="Google Shape;23638;p4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39" name="Google Shape;23639;p43"/>
              <p:cNvGrpSpPr/>
              <p:nvPr/>
            </p:nvGrpSpPr>
            <p:grpSpPr>
              <a:xfrm>
                <a:off x="6577204" y="1193063"/>
                <a:ext cx="284947" cy="453562"/>
                <a:chOff x="6577204" y="1193063"/>
                <a:chExt cx="284947" cy="453562"/>
              </a:xfrm>
            </p:grpSpPr>
            <p:sp>
              <p:nvSpPr>
                <p:cNvPr id="23640" name="Google Shape;23640;p4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641" name="Google Shape;23641;p43"/>
                <p:cNvCxnSpPr/>
                <p:nvPr/>
              </p:nvCxnSpPr>
              <p:spPr>
                <a:xfrm rot="10800000">
                  <a:off x="6677825" y="1279425"/>
                  <a:ext cx="0" cy="367200"/>
                </a:xfrm>
                <a:prstGeom prst="straightConnector1">
                  <a:avLst/>
                </a:prstGeom>
                <a:noFill/>
                <a:ln cap="flat" cmpd="sng" w="9525">
                  <a:solidFill>
                    <a:srgbClr val="A5B7C6"/>
                  </a:solidFill>
                  <a:prstDash val="solid"/>
                  <a:round/>
                  <a:headEnd len="sm" w="sm" type="none"/>
                  <a:tailEnd len="med" w="med" type="oval"/>
                </a:ln>
              </p:spPr>
            </p:cxnSp>
          </p:grpSp>
        </p:grpSp>
        <p:grpSp>
          <p:nvGrpSpPr>
            <p:cNvPr id="23642" name="Google Shape;23642;p43"/>
            <p:cNvGrpSpPr/>
            <p:nvPr/>
          </p:nvGrpSpPr>
          <p:grpSpPr>
            <a:xfrm>
              <a:off x="6238903" y="1193063"/>
              <a:ext cx="300476" cy="901783"/>
              <a:chOff x="6238903" y="1193063"/>
              <a:chExt cx="300476" cy="901783"/>
            </a:xfrm>
          </p:grpSpPr>
          <p:grpSp>
            <p:nvGrpSpPr>
              <p:cNvPr id="23643" name="Google Shape;23643;p43"/>
              <p:cNvGrpSpPr/>
              <p:nvPr/>
            </p:nvGrpSpPr>
            <p:grpSpPr>
              <a:xfrm>
                <a:off x="6290865" y="1489315"/>
                <a:ext cx="248514" cy="605531"/>
                <a:chOff x="6290865" y="1489315"/>
                <a:chExt cx="248514" cy="605531"/>
              </a:xfrm>
            </p:grpSpPr>
            <p:sp>
              <p:nvSpPr>
                <p:cNvPr id="23644" name="Google Shape;23644;p4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5" name="Google Shape;23645;p4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46" name="Google Shape;23646;p43"/>
              <p:cNvGrpSpPr/>
              <p:nvPr/>
            </p:nvGrpSpPr>
            <p:grpSpPr>
              <a:xfrm>
                <a:off x="6238903" y="1193063"/>
                <a:ext cx="284947" cy="327512"/>
                <a:chOff x="6238903" y="1193063"/>
                <a:chExt cx="284947" cy="327512"/>
              </a:xfrm>
            </p:grpSpPr>
            <p:sp>
              <p:nvSpPr>
                <p:cNvPr id="23647" name="Google Shape;23647;p4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648" name="Google Shape;23648;p43"/>
                <p:cNvCxnSpPr/>
                <p:nvPr/>
              </p:nvCxnSpPr>
              <p:spPr>
                <a:xfrm rot="10800000">
                  <a:off x="6431250" y="1279375"/>
                  <a:ext cx="0" cy="241200"/>
                </a:xfrm>
                <a:prstGeom prst="straightConnector1">
                  <a:avLst/>
                </a:prstGeom>
                <a:noFill/>
                <a:ln cap="flat" cmpd="sng" w="9525">
                  <a:solidFill>
                    <a:srgbClr val="869FB2"/>
                  </a:solidFill>
                  <a:prstDash val="solid"/>
                  <a:round/>
                  <a:headEnd len="sm" w="sm" type="none"/>
                  <a:tailEnd len="med" w="med" type="oval"/>
                </a:ln>
              </p:spPr>
            </p:cxnSp>
          </p:grpSp>
        </p:grpSp>
        <p:grpSp>
          <p:nvGrpSpPr>
            <p:cNvPr id="23649" name="Google Shape;23649;p43"/>
            <p:cNvGrpSpPr/>
            <p:nvPr/>
          </p:nvGrpSpPr>
          <p:grpSpPr>
            <a:xfrm>
              <a:off x="5900602" y="1193063"/>
              <a:ext cx="444346" cy="1023337"/>
              <a:chOff x="5900602" y="1193063"/>
              <a:chExt cx="444346" cy="1023337"/>
            </a:xfrm>
          </p:grpSpPr>
          <p:grpSp>
            <p:nvGrpSpPr>
              <p:cNvPr id="23650" name="Google Shape;23650;p43"/>
              <p:cNvGrpSpPr/>
              <p:nvPr/>
            </p:nvGrpSpPr>
            <p:grpSpPr>
              <a:xfrm>
                <a:off x="6046502" y="1367785"/>
                <a:ext cx="298446" cy="848616"/>
                <a:chOff x="6046502" y="1367784"/>
                <a:chExt cx="298446" cy="848616"/>
              </a:xfrm>
            </p:grpSpPr>
            <p:sp>
              <p:nvSpPr>
                <p:cNvPr id="23651" name="Google Shape;23651;p4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2" name="Google Shape;23652;p4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53" name="Google Shape;23653;p43"/>
              <p:cNvGrpSpPr/>
              <p:nvPr/>
            </p:nvGrpSpPr>
            <p:grpSpPr>
              <a:xfrm>
                <a:off x="5900602" y="1193063"/>
                <a:ext cx="284947" cy="182312"/>
                <a:chOff x="5900602" y="1193063"/>
                <a:chExt cx="284947" cy="182312"/>
              </a:xfrm>
            </p:grpSpPr>
            <p:sp>
              <p:nvSpPr>
                <p:cNvPr id="23654" name="Google Shape;23654;p4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655" name="Google Shape;23655;p43"/>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grpSp>
        <p:nvGrpSpPr>
          <p:cNvPr id="23656" name="Google Shape;23656;p43"/>
          <p:cNvGrpSpPr/>
          <p:nvPr/>
        </p:nvGrpSpPr>
        <p:grpSpPr>
          <a:xfrm>
            <a:off x="7217825" y="979415"/>
            <a:ext cx="1219413" cy="1051365"/>
            <a:chOff x="7287122" y="1165658"/>
            <a:chExt cx="1219413" cy="1051365"/>
          </a:xfrm>
        </p:grpSpPr>
        <p:grpSp>
          <p:nvGrpSpPr>
            <p:cNvPr id="23657" name="Google Shape;23657;p43"/>
            <p:cNvGrpSpPr/>
            <p:nvPr/>
          </p:nvGrpSpPr>
          <p:grpSpPr>
            <a:xfrm>
              <a:off x="7287122" y="1969723"/>
              <a:ext cx="1219413" cy="247300"/>
              <a:chOff x="7287122" y="1969723"/>
              <a:chExt cx="1219413" cy="247300"/>
            </a:xfrm>
          </p:grpSpPr>
          <p:sp>
            <p:nvSpPr>
              <p:cNvPr id="23658" name="Google Shape;23658;p4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659" name="Google Shape;23659;p43"/>
              <p:cNvGrpSpPr/>
              <p:nvPr/>
            </p:nvGrpSpPr>
            <p:grpSpPr>
              <a:xfrm>
                <a:off x="7287122" y="2063892"/>
                <a:ext cx="1151753" cy="73428"/>
                <a:chOff x="7287122" y="2063892"/>
                <a:chExt cx="1151753" cy="73428"/>
              </a:xfrm>
            </p:grpSpPr>
            <p:sp>
              <p:nvSpPr>
                <p:cNvPr id="23660" name="Google Shape;23660;p4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661" name="Google Shape;23661;p43"/>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23662" name="Google Shape;23662;p43"/>
            <p:cNvGrpSpPr/>
            <p:nvPr/>
          </p:nvGrpSpPr>
          <p:grpSpPr>
            <a:xfrm>
              <a:off x="7287122" y="1712201"/>
              <a:ext cx="1219403" cy="246767"/>
              <a:chOff x="7287122" y="1712201"/>
              <a:chExt cx="1219403" cy="246767"/>
            </a:xfrm>
          </p:grpSpPr>
          <p:sp>
            <p:nvSpPr>
              <p:cNvPr id="23663" name="Google Shape;23663;p4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664" name="Google Shape;23664;p43"/>
              <p:cNvGrpSpPr/>
              <p:nvPr/>
            </p:nvGrpSpPr>
            <p:grpSpPr>
              <a:xfrm>
                <a:off x="7287122" y="1842861"/>
                <a:ext cx="1005303" cy="73419"/>
                <a:chOff x="7287122" y="1842861"/>
                <a:chExt cx="1005303" cy="73419"/>
              </a:xfrm>
            </p:grpSpPr>
            <p:sp>
              <p:nvSpPr>
                <p:cNvPr id="23665" name="Google Shape;23665;p4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666" name="Google Shape;23666;p43"/>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23667" name="Google Shape;23667;p43"/>
            <p:cNvGrpSpPr/>
            <p:nvPr/>
          </p:nvGrpSpPr>
          <p:grpSpPr>
            <a:xfrm>
              <a:off x="7287122" y="1447520"/>
              <a:ext cx="1219403" cy="286667"/>
              <a:chOff x="7287122" y="1447520"/>
              <a:chExt cx="1219403" cy="286667"/>
            </a:xfrm>
          </p:grpSpPr>
          <p:sp>
            <p:nvSpPr>
              <p:cNvPr id="23668" name="Google Shape;23668;p4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669" name="Google Shape;23669;p43"/>
              <p:cNvGrpSpPr/>
              <p:nvPr/>
            </p:nvGrpSpPr>
            <p:grpSpPr>
              <a:xfrm>
                <a:off x="7287122" y="1581977"/>
                <a:ext cx="852803" cy="73428"/>
                <a:chOff x="7287122" y="1581977"/>
                <a:chExt cx="852803" cy="73428"/>
              </a:xfrm>
            </p:grpSpPr>
            <p:sp>
              <p:nvSpPr>
                <p:cNvPr id="23670" name="Google Shape;23670;p4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671" name="Google Shape;23671;p43"/>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23672" name="Google Shape;23672;p43"/>
            <p:cNvGrpSpPr/>
            <p:nvPr/>
          </p:nvGrpSpPr>
          <p:grpSpPr>
            <a:xfrm>
              <a:off x="7287122" y="1165658"/>
              <a:ext cx="1219403" cy="344253"/>
              <a:chOff x="7287122" y="1165658"/>
              <a:chExt cx="1219403" cy="344253"/>
            </a:xfrm>
          </p:grpSpPr>
          <p:sp>
            <p:nvSpPr>
              <p:cNvPr id="23673" name="Google Shape;23673;p4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674" name="Google Shape;23674;p43"/>
              <p:cNvGrpSpPr/>
              <p:nvPr/>
            </p:nvGrpSpPr>
            <p:grpSpPr>
              <a:xfrm>
                <a:off x="7287122" y="1341025"/>
                <a:ext cx="695703" cy="73419"/>
                <a:chOff x="7287122" y="1341025"/>
                <a:chExt cx="695703" cy="73419"/>
              </a:xfrm>
            </p:grpSpPr>
            <p:sp>
              <p:nvSpPr>
                <p:cNvPr id="23675" name="Google Shape;23675;p4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676" name="Google Shape;23676;p43"/>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spTree>
  </p:cSld>
  <p:clrMapOvr>
    <a:masterClrMapping/>
  </p:clrMapOvr>
</p:sld>
</file>

<file path=ppt/slides/slide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680" name="Shape 23680"/>
        <p:cNvGrpSpPr/>
        <p:nvPr/>
      </p:nvGrpSpPr>
      <p:grpSpPr>
        <a:xfrm>
          <a:off x="0" y="0"/>
          <a:ext cx="0" cy="0"/>
          <a:chOff x="0" y="0"/>
          <a:chExt cx="0" cy="0"/>
        </a:xfrm>
      </p:grpSpPr>
      <p:grpSp>
        <p:nvGrpSpPr>
          <p:cNvPr id="23681" name="Google Shape;23681;p44"/>
          <p:cNvGrpSpPr/>
          <p:nvPr/>
        </p:nvGrpSpPr>
        <p:grpSpPr>
          <a:xfrm>
            <a:off x="846551" y="2273217"/>
            <a:ext cx="415546" cy="355053"/>
            <a:chOff x="866243" y="2291587"/>
            <a:chExt cx="415546" cy="355053"/>
          </a:xfrm>
        </p:grpSpPr>
        <p:sp>
          <p:nvSpPr>
            <p:cNvPr id="23682" name="Google Shape;23682;p44"/>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3" name="Google Shape;23683;p44"/>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4" name="Google Shape;23684;p44"/>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5" name="Google Shape;23685;p44"/>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6" name="Google Shape;23686;p44"/>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687" name="Google Shape;23687;p44"/>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688" name="Google Shape;23688;p44"/>
          <p:cNvGrpSpPr/>
          <p:nvPr/>
        </p:nvGrpSpPr>
        <p:grpSpPr>
          <a:xfrm>
            <a:off x="1938828" y="2284205"/>
            <a:ext cx="359213" cy="327807"/>
            <a:chOff x="1958520" y="2302574"/>
            <a:chExt cx="359213" cy="327807"/>
          </a:xfrm>
        </p:grpSpPr>
        <p:sp>
          <p:nvSpPr>
            <p:cNvPr id="23689" name="Google Shape;23689;p44"/>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0" name="Google Shape;23690;p44"/>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1" name="Google Shape;23691;p44"/>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92" name="Google Shape;23692;p44"/>
          <p:cNvGrpSpPr/>
          <p:nvPr/>
        </p:nvGrpSpPr>
        <p:grpSpPr>
          <a:xfrm>
            <a:off x="2560190" y="2269057"/>
            <a:ext cx="207582" cy="359594"/>
            <a:chOff x="2656082" y="2287427"/>
            <a:chExt cx="207582" cy="359594"/>
          </a:xfrm>
        </p:grpSpPr>
        <p:sp>
          <p:nvSpPr>
            <p:cNvPr id="23693" name="Google Shape;23693;p44"/>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4" name="Google Shape;23694;p44"/>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5" name="Google Shape;23695;p44"/>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6" name="Google Shape;23696;p44"/>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97" name="Google Shape;23697;p44"/>
          <p:cNvGrpSpPr/>
          <p:nvPr/>
        </p:nvGrpSpPr>
        <p:grpSpPr>
          <a:xfrm>
            <a:off x="3029961" y="2303099"/>
            <a:ext cx="362992" cy="290018"/>
            <a:chOff x="3049653" y="2321468"/>
            <a:chExt cx="362992" cy="290018"/>
          </a:xfrm>
        </p:grpSpPr>
        <p:sp>
          <p:nvSpPr>
            <p:cNvPr id="23698" name="Google Shape;23698;p44"/>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9" name="Google Shape;23699;p44"/>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0" name="Google Shape;23700;p44"/>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1" name="Google Shape;23701;p44"/>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02" name="Google Shape;23702;p44"/>
          <p:cNvGrpSpPr/>
          <p:nvPr/>
        </p:nvGrpSpPr>
        <p:grpSpPr>
          <a:xfrm>
            <a:off x="3544551" y="2271534"/>
            <a:ext cx="422341" cy="355243"/>
            <a:chOff x="3564243" y="2289904"/>
            <a:chExt cx="422341" cy="355243"/>
          </a:xfrm>
        </p:grpSpPr>
        <p:sp>
          <p:nvSpPr>
            <p:cNvPr id="23703" name="Google Shape;23703;p44"/>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4" name="Google Shape;23704;p44"/>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5" name="Google Shape;23705;p44"/>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6" name="Google Shape;23706;p44"/>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7" name="Google Shape;23707;p44"/>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708" name="Google Shape;23708;p44"/>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709" name="Google Shape;23709;p44"/>
          <p:cNvGrpSpPr/>
          <p:nvPr/>
        </p:nvGrpSpPr>
        <p:grpSpPr>
          <a:xfrm>
            <a:off x="4668202" y="2271344"/>
            <a:ext cx="359594" cy="353909"/>
            <a:chOff x="4687894" y="2289713"/>
            <a:chExt cx="359594" cy="353909"/>
          </a:xfrm>
        </p:grpSpPr>
        <p:sp>
          <p:nvSpPr>
            <p:cNvPr id="23710" name="Google Shape;23710;p44"/>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1" name="Google Shape;23711;p44"/>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2" name="Google Shape;23712;p44"/>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713" name="Google Shape;23713;p44"/>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714" name="Google Shape;23714;p44"/>
          <p:cNvGrpSpPr/>
          <p:nvPr/>
        </p:nvGrpSpPr>
        <p:grpSpPr>
          <a:xfrm>
            <a:off x="6352932" y="2289857"/>
            <a:ext cx="263567" cy="317614"/>
            <a:chOff x="6421399" y="2308227"/>
            <a:chExt cx="263567" cy="317614"/>
          </a:xfrm>
        </p:grpSpPr>
        <p:sp>
          <p:nvSpPr>
            <p:cNvPr id="23715" name="Google Shape;23715;p44"/>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6" name="Google Shape;23716;p44"/>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7" name="Google Shape;23717;p44"/>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8" name="Google Shape;23718;p44"/>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19" name="Google Shape;23719;p44"/>
          <p:cNvGrpSpPr/>
          <p:nvPr/>
        </p:nvGrpSpPr>
        <p:grpSpPr>
          <a:xfrm>
            <a:off x="6850501" y="2277250"/>
            <a:ext cx="360356" cy="343462"/>
            <a:chOff x="6870193" y="2295620"/>
            <a:chExt cx="360356" cy="343462"/>
          </a:xfrm>
        </p:grpSpPr>
        <p:sp>
          <p:nvSpPr>
            <p:cNvPr id="23720" name="Google Shape;23720;p44"/>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1" name="Google Shape;23721;p44"/>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22" name="Google Shape;23722;p44"/>
          <p:cNvGrpSpPr/>
          <p:nvPr/>
        </p:nvGrpSpPr>
        <p:grpSpPr>
          <a:xfrm>
            <a:off x="7421773" y="2284490"/>
            <a:ext cx="342192" cy="327140"/>
            <a:chOff x="7441465" y="2302860"/>
            <a:chExt cx="342192" cy="327140"/>
          </a:xfrm>
        </p:grpSpPr>
        <p:sp>
          <p:nvSpPr>
            <p:cNvPr id="23723" name="Google Shape;23723;p44"/>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4" name="Google Shape;23724;p44"/>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25" name="Google Shape;23725;p44"/>
          <p:cNvGrpSpPr/>
          <p:nvPr/>
        </p:nvGrpSpPr>
        <p:grpSpPr>
          <a:xfrm>
            <a:off x="7969991" y="2331837"/>
            <a:ext cx="332761" cy="234066"/>
            <a:chOff x="7989683" y="2350207"/>
            <a:chExt cx="332761" cy="234066"/>
          </a:xfrm>
        </p:grpSpPr>
        <p:sp>
          <p:nvSpPr>
            <p:cNvPr id="23726" name="Google Shape;23726;p44"/>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7" name="Google Shape;23727;p44"/>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8" name="Google Shape;23728;p44"/>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9" name="Google Shape;23729;p44"/>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0" name="Google Shape;23730;p44"/>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1" name="Google Shape;23731;p44"/>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32" name="Google Shape;23732;p44"/>
          <p:cNvGrpSpPr/>
          <p:nvPr/>
        </p:nvGrpSpPr>
        <p:grpSpPr>
          <a:xfrm>
            <a:off x="5803602" y="2291381"/>
            <a:ext cx="315327" cy="314978"/>
            <a:chOff x="5823294" y="2309751"/>
            <a:chExt cx="315327" cy="314978"/>
          </a:xfrm>
        </p:grpSpPr>
        <p:sp>
          <p:nvSpPr>
            <p:cNvPr id="23733" name="Google Shape;23733;p4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4" name="Google Shape;23734;p4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5" name="Google Shape;23735;p4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6" name="Google Shape;23736;p4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7" name="Google Shape;23737;p4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8" name="Google Shape;23738;p4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9" name="Google Shape;23739;p4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0" name="Google Shape;23740;p4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1" name="Google Shape;23741;p4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2" name="Google Shape;23742;p4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3" name="Google Shape;23743;p4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4" name="Google Shape;23744;p4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5" name="Google Shape;23745;p4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6" name="Google Shape;23746;p4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7" name="Google Shape;23747;p4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8" name="Google Shape;23748;p4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9" name="Google Shape;23749;p4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50" name="Google Shape;23750;p44"/>
          <p:cNvGrpSpPr/>
          <p:nvPr/>
        </p:nvGrpSpPr>
        <p:grpSpPr>
          <a:xfrm>
            <a:off x="2477583" y="2725790"/>
            <a:ext cx="370930" cy="370550"/>
            <a:chOff x="2497275" y="2744159"/>
            <a:chExt cx="370930" cy="370550"/>
          </a:xfrm>
        </p:grpSpPr>
        <p:sp>
          <p:nvSpPr>
            <p:cNvPr id="23751" name="Google Shape;23751;p44"/>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2" name="Google Shape;23752;p44"/>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3" name="Google Shape;23753;p44"/>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4" name="Google Shape;23754;p44"/>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5" name="Google Shape;23755;p44"/>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6" name="Google Shape;23756;p44"/>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57" name="Google Shape;23757;p44"/>
          <p:cNvGrpSpPr/>
          <p:nvPr/>
        </p:nvGrpSpPr>
        <p:grpSpPr>
          <a:xfrm>
            <a:off x="841248" y="2728108"/>
            <a:ext cx="371883" cy="365691"/>
            <a:chOff x="860940" y="2746477"/>
            <a:chExt cx="371883" cy="365691"/>
          </a:xfrm>
        </p:grpSpPr>
        <p:sp>
          <p:nvSpPr>
            <p:cNvPr id="23758" name="Google Shape;23758;p44"/>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9" name="Google Shape;23759;p44"/>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0" name="Google Shape;23760;p44"/>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1" name="Google Shape;23761;p44"/>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2" name="Google Shape;23762;p44"/>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63" name="Google Shape;23763;p44"/>
          <p:cNvGrpSpPr/>
          <p:nvPr/>
        </p:nvGrpSpPr>
        <p:grpSpPr>
          <a:xfrm>
            <a:off x="1431144" y="2747889"/>
            <a:ext cx="283985" cy="341080"/>
            <a:chOff x="1493849" y="2775533"/>
            <a:chExt cx="283985" cy="341080"/>
          </a:xfrm>
        </p:grpSpPr>
        <p:sp>
          <p:nvSpPr>
            <p:cNvPr id="23764" name="Google Shape;23764;p44"/>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5" name="Google Shape;23765;p44"/>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66" name="Google Shape;23766;p44"/>
          <p:cNvGrpSpPr/>
          <p:nvPr/>
        </p:nvGrpSpPr>
        <p:grpSpPr>
          <a:xfrm>
            <a:off x="1933144" y="2756052"/>
            <a:ext cx="372835" cy="342573"/>
            <a:chOff x="1952836" y="2774422"/>
            <a:chExt cx="372835" cy="342573"/>
          </a:xfrm>
        </p:grpSpPr>
        <p:sp>
          <p:nvSpPr>
            <p:cNvPr id="23767" name="Google Shape;23767;p44"/>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8" name="Google Shape;23768;p44"/>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9" name="Google Shape;23769;p44"/>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70" name="Google Shape;23770;p44"/>
          <p:cNvGrpSpPr/>
          <p:nvPr/>
        </p:nvGrpSpPr>
        <p:grpSpPr>
          <a:xfrm>
            <a:off x="3060224" y="2726107"/>
            <a:ext cx="332729" cy="372518"/>
            <a:chOff x="3079916" y="2744477"/>
            <a:chExt cx="332729" cy="372518"/>
          </a:xfrm>
        </p:grpSpPr>
        <p:sp>
          <p:nvSpPr>
            <p:cNvPr id="23771" name="Google Shape;23771;p44"/>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2" name="Google Shape;23772;p44"/>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3" name="Google Shape;23773;p44"/>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74" name="Google Shape;23774;p44"/>
          <p:cNvGrpSpPr/>
          <p:nvPr/>
        </p:nvGrpSpPr>
        <p:grpSpPr>
          <a:xfrm>
            <a:off x="3600884" y="2727155"/>
            <a:ext cx="336890" cy="355592"/>
            <a:chOff x="3620576" y="2745525"/>
            <a:chExt cx="336890" cy="355592"/>
          </a:xfrm>
        </p:grpSpPr>
        <p:sp>
          <p:nvSpPr>
            <p:cNvPr id="23775" name="Google Shape;23775;p44"/>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6" name="Google Shape;23776;p44"/>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77" name="Google Shape;23777;p44"/>
          <p:cNvGrpSpPr/>
          <p:nvPr/>
        </p:nvGrpSpPr>
        <p:grpSpPr>
          <a:xfrm>
            <a:off x="4107123" y="2742334"/>
            <a:ext cx="380393" cy="363118"/>
            <a:chOff x="4126815" y="2760704"/>
            <a:chExt cx="380393" cy="363118"/>
          </a:xfrm>
        </p:grpSpPr>
        <p:sp>
          <p:nvSpPr>
            <p:cNvPr id="23778" name="Google Shape;23778;p44"/>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9" name="Google Shape;23779;p44"/>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0" name="Google Shape;23780;p44"/>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1" name="Google Shape;23781;p44"/>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82" name="Google Shape;23782;p44"/>
          <p:cNvGrpSpPr/>
          <p:nvPr/>
        </p:nvGrpSpPr>
        <p:grpSpPr>
          <a:xfrm>
            <a:off x="4656294" y="2727314"/>
            <a:ext cx="381346" cy="368644"/>
            <a:chOff x="4675986" y="2745684"/>
            <a:chExt cx="381346" cy="368644"/>
          </a:xfrm>
        </p:grpSpPr>
        <p:sp>
          <p:nvSpPr>
            <p:cNvPr id="23783" name="Google Shape;23783;p44"/>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4" name="Google Shape;23784;p44"/>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85" name="Google Shape;23785;p44"/>
          <p:cNvGrpSpPr/>
          <p:nvPr/>
        </p:nvGrpSpPr>
        <p:grpSpPr>
          <a:xfrm>
            <a:off x="5200924" y="2772692"/>
            <a:ext cx="373185" cy="302466"/>
            <a:chOff x="5220616" y="2791061"/>
            <a:chExt cx="373185" cy="302466"/>
          </a:xfrm>
        </p:grpSpPr>
        <p:sp>
          <p:nvSpPr>
            <p:cNvPr id="23786" name="Google Shape;23786;p44"/>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7" name="Google Shape;23787;p44"/>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8" name="Google Shape;23788;p44"/>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9" name="Google Shape;23789;p44"/>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0" name="Google Shape;23790;p44"/>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1" name="Google Shape;23791;p44"/>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2" name="Google Shape;23792;p44"/>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3" name="Google Shape;23793;p44"/>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4" name="Google Shape;23794;p44"/>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5" name="Google Shape;23795;p44"/>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6" name="Google Shape;23796;p44"/>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7" name="Google Shape;23797;p44"/>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8" name="Google Shape;23798;p44"/>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9" name="Google Shape;23799;p44"/>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0" name="Google Shape;23800;p44"/>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1" name="Google Shape;23801;p44"/>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2" name="Google Shape;23802;p44"/>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3" name="Google Shape;23803;p44"/>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04" name="Google Shape;23804;p44"/>
          <p:cNvGrpSpPr/>
          <p:nvPr/>
        </p:nvGrpSpPr>
        <p:grpSpPr>
          <a:xfrm>
            <a:off x="5768969" y="2754147"/>
            <a:ext cx="284366" cy="344097"/>
            <a:chOff x="5864861" y="2772517"/>
            <a:chExt cx="284366" cy="344097"/>
          </a:xfrm>
        </p:grpSpPr>
        <p:sp>
          <p:nvSpPr>
            <p:cNvPr id="23805" name="Google Shape;23805;p44"/>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6" name="Google Shape;23806;p44"/>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7" name="Google Shape;23807;p44"/>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8" name="Google Shape;23808;p44"/>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9" name="Google Shape;23809;p44"/>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0" name="Google Shape;23810;p44"/>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811" name="Google Shape;23811;p44"/>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812" name="Google Shape;23812;p44"/>
          <p:cNvGrpSpPr/>
          <p:nvPr/>
        </p:nvGrpSpPr>
        <p:grpSpPr>
          <a:xfrm>
            <a:off x="6954467" y="2771168"/>
            <a:ext cx="255247" cy="327458"/>
            <a:chOff x="6974158" y="2789537"/>
            <a:chExt cx="255247" cy="327458"/>
          </a:xfrm>
        </p:grpSpPr>
        <p:sp>
          <p:nvSpPr>
            <p:cNvPr id="23813" name="Google Shape;23813;p44"/>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4" name="Google Shape;23814;p44"/>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5" name="Google Shape;23815;p44"/>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6" name="Google Shape;23816;p44"/>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7" name="Google Shape;23817;p44"/>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8" name="Google Shape;23818;p44"/>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19" name="Google Shape;23819;p44"/>
          <p:cNvGrpSpPr/>
          <p:nvPr/>
        </p:nvGrpSpPr>
        <p:grpSpPr>
          <a:xfrm>
            <a:off x="7511005" y="2771930"/>
            <a:ext cx="244291" cy="326314"/>
            <a:chOff x="7530697" y="2790299"/>
            <a:chExt cx="244291" cy="326314"/>
          </a:xfrm>
        </p:grpSpPr>
        <p:sp>
          <p:nvSpPr>
            <p:cNvPr id="23820" name="Google Shape;23820;p44"/>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1" name="Google Shape;23821;p44"/>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2" name="Google Shape;23822;p44"/>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3" name="Google Shape;23823;p44"/>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4" name="Google Shape;23824;p44"/>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5" name="Google Shape;23825;p44"/>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26" name="Google Shape;23826;p44"/>
          <p:cNvGrpSpPr/>
          <p:nvPr/>
        </p:nvGrpSpPr>
        <p:grpSpPr>
          <a:xfrm>
            <a:off x="7968499" y="2813878"/>
            <a:ext cx="332348" cy="283985"/>
            <a:chOff x="7988191" y="2832248"/>
            <a:chExt cx="332348" cy="283985"/>
          </a:xfrm>
        </p:grpSpPr>
        <p:sp>
          <p:nvSpPr>
            <p:cNvPr id="23827" name="Google Shape;23827;p44"/>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8" name="Google Shape;23828;p44"/>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9" name="Google Shape;23829;p44"/>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830" name="Google Shape;23830;p44"/>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831" name="Google Shape;23831;p44"/>
          <p:cNvGrpSpPr/>
          <p:nvPr/>
        </p:nvGrpSpPr>
        <p:grpSpPr>
          <a:xfrm>
            <a:off x="3568748" y="3239998"/>
            <a:ext cx="364484" cy="262423"/>
            <a:chOff x="3588440" y="3258368"/>
            <a:chExt cx="364484" cy="262423"/>
          </a:xfrm>
        </p:grpSpPr>
        <p:sp>
          <p:nvSpPr>
            <p:cNvPr id="23832" name="Google Shape;23832;p44"/>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3" name="Google Shape;23833;p44"/>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4" name="Google Shape;23834;p44"/>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5" name="Google Shape;23835;p44"/>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6" name="Google Shape;23836;p44"/>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7" name="Google Shape;23837;p44"/>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838" name="Google Shape;23838;p44"/>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839" name="Google Shape;23839;p44"/>
          <p:cNvGrpSpPr/>
          <p:nvPr/>
        </p:nvGrpSpPr>
        <p:grpSpPr>
          <a:xfrm>
            <a:off x="5746125" y="3209355"/>
            <a:ext cx="364865" cy="324822"/>
            <a:chOff x="5765817" y="3227724"/>
            <a:chExt cx="364865" cy="324822"/>
          </a:xfrm>
        </p:grpSpPr>
        <p:sp>
          <p:nvSpPr>
            <p:cNvPr id="23840" name="Google Shape;23840;p44"/>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1" name="Google Shape;23841;p44"/>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2" name="Google Shape;23842;p44"/>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43" name="Google Shape;23843;p44"/>
          <p:cNvGrpSpPr/>
          <p:nvPr/>
        </p:nvGrpSpPr>
        <p:grpSpPr>
          <a:xfrm>
            <a:off x="6208891" y="3219294"/>
            <a:ext cx="446539" cy="303895"/>
            <a:chOff x="6228583" y="3237664"/>
            <a:chExt cx="446539" cy="303895"/>
          </a:xfrm>
        </p:grpSpPr>
        <p:sp>
          <p:nvSpPr>
            <p:cNvPr id="23844" name="Google Shape;23844;p44"/>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5" name="Google Shape;23845;p44"/>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6" name="Google Shape;23846;p44"/>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7" name="Google Shape;23847;p44"/>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8" name="Google Shape;23848;p44"/>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9" name="Google Shape;23849;p44"/>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0" name="Google Shape;23850;p44"/>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1" name="Google Shape;23851;p44"/>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2" name="Google Shape;23852;p44"/>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3" name="Google Shape;23853;p44"/>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4" name="Google Shape;23854;p44"/>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5" name="Google Shape;23855;p44"/>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6" name="Google Shape;23856;p44"/>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7" name="Google Shape;23857;p44"/>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8" name="Google Shape;23858;p44"/>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9" name="Google Shape;23859;p44"/>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0" name="Google Shape;23860;p44"/>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61" name="Google Shape;23861;p44"/>
          <p:cNvGrpSpPr/>
          <p:nvPr/>
        </p:nvGrpSpPr>
        <p:grpSpPr>
          <a:xfrm>
            <a:off x="846170" y="3188936"/>
            <a:ext cx="364483" cy="364896"/>
            <a:chOff x="865862" y="3207306"/>
            <a:chExt cx="364483" cy="364896"/>
          </a:xfrm>
        </p:grpSpPr>
        <p:sp>
          <p:nvSpPr>
            <p:cNvPr id="23862" name="Google Shape;23862;p44"/>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3" name="Google Shape;23863;p44"/>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4" name="Google Shape;23864;p44"/>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5" name="Google Shape;23865;p44"/>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6" name="Google Shape;23866;p44"/>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7" name="Google Shape;23867;p44"/>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8" name="Google Shape;23868;p44"/>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9" name="Google Shape;23869;p44"/>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0" name="Google Shape;23870;p44"/>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1" name="Google Shape;23871;p44"/>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2" name="Google Shape;23872;p44"/>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3" name="Google Shape;23873;p44"/>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4" name="Google Shape;23874;p44"/>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5" name="Google Shape;23875;p44"/>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76" name="Google Shape;23876;p44"/>
          <p:cNvGrpSpPr/>
          <p:nvPr/>
        </p:nvGrpSpPr>
        <p:grpSpPr>
          <a:xfrm>
            <a:off x="1384925" y="3208593"/>
            <a:ext cx="370169" cy="325966"/>
            <a:chOff x="1404617" y="3226962"/>
            <a:chExt cx="370169" cy="325966"/>
          </a:xfrm>
        </p:grpSpPr>
        <p:sp>
          <p:nvSpPr>
            <p:cNvPr id="23877" name="Google Shape;23877;p44"/>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8" name="Google Shape;23878;p44"/>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9" name="Google Shape;23879;p44"/>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0" name="Google Shape;23880;p44"/>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1" name="Google Shape;23881;p44"/>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2" name="Google Shape;23882;p44"/>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3" name="Google Shape;23883;p44"/>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4" name="Google Shape;23884;p44"/>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5" name="Google Shape;23885;p44"/>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86" name="Google Shape;23886;p44"/>
          <p:cNvGrpSpPr/>
          <p:nvPr/>
        </p:nvGrpSpPr>
        <p:grpSpPr>
          <a:xfrm>
            <a:off x="1933711" y="3197724"/>
            <a:ext cx="366389" cy="354481"/>
            <a:chOff x="1954741" y="3212419"/>
            <a:chExt cx="366389" cy="354481"/>
          </a:xfrm>
        </p:grpSpPr>
        <p:sp>
          <p:nvSpPr>
            <p:cNvPr id="23887" name="Google Shape;23887;p44"/>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8" name="Google Shape;23888;p44"/>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9" name="Google Shape;23889;p44"/>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0" name="Google Shape;23890;p44"/>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1" name="Google Shape;23891;p44"/>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2" name="Google Shape;23892;p44"/>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3" name="Google Shape;23893;p44"/>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94" name="Google Shape;23894;p44"/>
          <p:cNvGrpSpPr/>
          <p:nvPr/>
        </p:nvGrpSpPr>
        <p:grpSpPr>
          <a:xfrm>
            <a:off x="3023547" y="3197256"/>
            <a:ext cx="366008" cy="348670"/>
            <a:chOff x="3043239" y="3215626"/>
            <a:chExt cx="366008" cy="348670"/>
          </a:xfrm>
        </p:grpSpPr>
        <p:sp>
          <p:nvSpPr>
            <p:cNvPr id="23895" name="Google Shape;23895;p44"/>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6" name="Google Shape;23896;p44"/>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97" name="Google Shape;23897;p44"/>
          <p:cNvGrpSpPr/>
          <p:nvPr/>
        </p:nvGrpSpPr>
        <p:grpSpPr>
          <a:xfrm>
            <a:off x="4198641" y="3166613"/>
            <a:ext cx="209107" cy="383441"/>
            <a:chOff x="4218333" y="3184982"/>
            <a:chExt cx="209107" cy="383441"/>
          </a:xfrm>
        </p:grpSpPr>
        <p:sp>
          <p:nvSpPr>
            <p:cNvPr id="23898" name="Google Shape;23898;p44"/>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9" name="Google Shape;23899;p44"/>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900" name="Google Shape;23900;p44"/>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901" name="Google Shape;23901;p44"/>
          <p:cNvGrpSpPr/>
          <p:nvPr/>
        </p:nvGrpSpPr>
        <p:grpSpPr>
          <a:xfrm>
            <a:off x="6876953" y="3197637"/>
            <a:ext cx="322917" cy="347876"/>
            <a:chOff x="6896644" y="3216007"/>
            <a:chExt cx="322917" cy="347876"/>
          </a:xfrm>
        </p:grpSpPr>
        <p:sp>
          <p:nvSpPr>
            <p:cNvPr id="23902" name="Google Shape;23902;p44"/>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3" name="Google Shape;23903;p44"/>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4" name="Google Shape;23904;p44"/>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5" name="Google Shape;23905;p44"/>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6" name="Google Shape;23906;p44"/>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7" name="Google Shape;23907;p44"/>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8" name="Google Shape;23908;p44"/>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09" name="Google Shape;23909;p44"/>
          <p:cNvGrpSpPr/>
          <p:nvPr/>
        </p:nvGrpSpPr>
        <p:grpSpPr>
          <a:xfrm>
            <a:off x="7409674" y="3204814"/>
            <a:ext cx="334634" cy="333904"/>
            <a:chOff x="7429366" y="3223183"/>
            <a:chExt cx="334634" cy="333904"/>
          </a:xfrm>
        </p:grpSpPr>
        <p:sp>
          <p:nvSpPr>
            <p:cNvPr id="23910" name="Google Shape;23910;p44"/>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1" name="Google Shape;23911;p44"/>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912" name="Google Shape;23912;p44"/>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913" name="Google Shape;23913;p44"/>
          <p:cNvGrpSpPr/>
          <p:nvPr/>
        </p:nvGrpSpPr>
        <p:grpSpPr>
          <a:xfrm>
            <a:off x="5196764" y="3707114"/>
            <a:ext cx="356195" cy="265631"/>
            <a:chOff x="5216456" y="3725484"/>
            <a:chExt cx="356195" cy="265631"/>
          </a:xfrm>
        </p:grpSpPr>
        <p:sp>
          <p:nvSpPr>
            <p:cNvPr id="23914" name="Google Shape;23914;p4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5" name="Google Shape;23915;p4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16" name="Google Shape;23916;p44"/>
          <p:cNvGrpSpPr/>
          <p:nvPr/>
        </p:nvGrpSpPr>
        <p:grpSpPr>
          <a:xfrm>
            <a:off x="6829701" y="3715625"/>
            <a:ext cx="355053" cy="248038"/>
            <a:chOff x="6849393" y="3733994"/>
            <a:chExt cx="355053" cy="248038"/>
          </a:xfrm>
        </p:grpSpPr>
        <p:sp>
          <p:nvSpPr>
            <p:cNvPr id="23917" name="Google Shape;23917;p44"/>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8" name="Google Shape;23918;p44"/>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9" name="Google Shape;23919;p44"/>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0" name="Google Shape;23920;p44"/>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1" name="Google Shape;23921;p44"/>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22" name="Google Shape;23922;p44"/>
          <p:cNvGrpSpPr/>
          <p:nvPr/>
        </p:nvGrpSpPr>
        <p:grpSpPr>
          <a:xfrm>
            <a:off x="7899305" y="3696318"/>
            <a:ext cx="392110" cy="280207"/>
            <a:chOff x="7918997" y="3714687"/>
            <a:chExt cx="392110" cy="280207"/>
          </a:xfrm>
        </p:grpSpPr>
        <p:sp>
          <p:nvSpPr>
            <p:cNvPr id="23923" name="Google Shape;23923;p44"/>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4" name="Google Shape;23924;p44"/>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5" name="Google Shape;23925;p44"/>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6" name="Google Shape;23926;p44"/>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7" name="Google Shape;23927;p44"/>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928" name="Google Shape;23928;p44"/>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929" name="Google Shape;23929;p44"/>
          <p:cNvGrpSpPr/>
          <p:nvPr/>
        </p:nvGrpSpPr>
        <p:grpSpPr>
          <a:xfrm>
            <a:off x="1389085" y="3662594"/>
            <a:ext cx="357720" cy="355147"/>
            <a:chOff x="1408777" y="3680964"/>
            <a:chExt cx="357720" cy="355147"/>
          </a:xfrm>
        </p:grpSpPr>
        <p:sp>
          <p:nvSpPr>
            <p:cNvPr id="23930" name="Google Shape;23930;p44"/>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1" name="Google Shape;23931;p44"/>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2" name="Google Shape;23932;p44"/>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3" name="Google Shape;23933;p44"/>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4" name="Google Shape;23934;p44"/>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35" name="Google Shape;23935;p44"/>
          <p:cNvGrpSpPr/>
          <p:nvPr/>
        </p:nvGrpSpPr>
        <p:grpSpPr>
          <a:xfrm>
            <a:off x="1933144" y="3662594"/>
            <a:ext cx="357719" cy="355147"/>
            <a:chOff x="1952836" y="3680964"/>
            <a:chExt cx="357719" cy="355147"/>
          </a:xfrm>
        </p:grpSpPr>
        <p:sp>
          <p:nvSpPr>
            <p:cNvPr id="23936" name="Google Shape;23936;p44"/>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7" name="Google Shape;23937;p44"/>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8" name="Google Shape;23938;p44"/>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9" name="Google Shape;23939;p44"/>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0" name="Google Shape;23940;p44"/>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41" name="Google Shape;23941;p44"/>
          <p:cNvGrpSpPr/>
          <p:nvPr/>
        </p:nvGrpSpPr>
        <p:grpSpPr>
          <a:xfrm>
            <a:off x="2477202" y="3662594"/>
            <a:ext cx="357720" cy="355147"/>
            <a:chOff x="2496894" y="3680964"/>
            <a:chExt cx="357720" cy="355147"/>
          </a:xfrm>
        </p:grpSpPr>
        <p:sp>
          <p:nvSpPr>
            <p:cNvPr id="23942" name="Google Shape;23942;p44"/>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3" name="Google Shape;23943;p44"/>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4" name="Google Shape;23944;p44"/>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5" name="Google Shape;23945;p44"/>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6" name="Google Shape;23946;p44"/>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47" name="Google Shape;23947;p44"/>
          <p:cNvGrpSpPr/>
          <p:nvPr/>
        </p:nvGrpSpPr>
        <p:grpSpPr>
          <a:xfrm>
            <a:off x="3021292" y="3662689"/>
            <a:ext cx="356164" cy="355815"/>
            <a:chOff x="3040984" y="3681059"/>
            <a:chExt cx="356164" cy="355815"/>
          </a:xfrm>
        </p:grpSpPr>
        <p:sp>
          <p:nvSpPr>
            <p:cNvPr id="23948" name="Google Shape;23948;p44"/>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9" name="Google Shape;23949;p44"/>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0" name="Google Shape;23950;p44"/>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51" name="Google Shape;23951;p44"/>
          <p:cNvGrpSpPr/>
          <p:nvPr/>
        </p:nvGrpSpPr>
        <p:grpSpPr>
          <a:xfrm>
            <a:off x="3564589" y="3680821"/>
            <a:ext cx="358069" cy="317995"/>
            <a:chOff x="3584280" y="3699191"/>
            <a:chExt cx="358069" cy="317995"/>
          </a:xfrm>
        </p:grpSpPr>
        <p:sp>
          <p:nvSpPr>
            <p:cNvPr id="23952" name="Google Shape;23952;p44"/>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3" name="Google Shape;23953;p44"/>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4" name="Google Shape;23954;p44"/>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5" name="Google Shape;23955;p44"/>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56" name="Google Shape;23956;p44"/>
          <p:cNvGrpSpPr/>
          <p:nvPr/>
        </p:nvGrpSpPr>
        <p:grpSpPr>
          <a:xfrm>
            <a:off x="4109790" y="3662689"/>
            <a:ext cx="355402" cy="354291"/>
            <a:chOff x="4129482" y="3681059"/>
            <a:chExt cx="355402" cy="354291"/>
          </a:xfrm>
        </p:grpSpPr>
        <p:sp>
          <p:nvSpPr>
            <p:cNvPr id="23957" name="Google Shape;23957;p44"/>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8" name="Google Shape;23958;p44"/>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9" name="Google Shape;23959;p44"/>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0" name="Google Shape;23960;p44"/>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61" name="Google Shape;23961;p44"/>
          <p:cNvGrpSpPr/>
          <p:nvPr/>
        </p:nvGrpSpPr>
        <p:grpSpPr>
          <a:xfrm>
            <a:off x="4653849" y="3661927"/>
            <a:ext cx="355434" cy="355815"/>
            <a:chOff x="4673540" y="3680297"/>
            <a:chExt cx="355434" cy="355815"/>
          </a:xfrm>
        </p:grpSpPr>
        <p:sp>
          <p:nvSpPr>
            <p:cNvPr id="23962" name="Google Shape;23962;p44"/>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3" name="Google Shape;23963;p44"/>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4" name="Google Shape;23964;p44"/>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65" name="Google Shape;23965;p44"/>
          <p:cNvGrpSpPr/>
          <p:nvPr/>
        </p:nvGrpSpPr>
        <p:grpSpPr>
          <a:xfrm>
            <a:off x="5759716" y="3680821"/>
            <a:ext cx="317645" cy="318757"/>
            <a:chOff x="5779408" y="3699191"/>
            <a:chExt cx="317645" cy="318757"/>
          </a:xfrm>
        </p:grpSpPr>
        <p:sp>
          <p:nvSpPr>
            <p:cNvPr id="23966" name="Google Shape;23966;p4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7" name="Google Shape;23967;p4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968" name="Google Shape;23968;p44"/>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969" name="Google Shape;23969;p44"/>
          <p:cNvGrpSpPr/>
          <p:nvPr/>
        </p:nvGrpSpPr>
        <p:grpSpPr>
          <a:xfrm>
            <a:off x="7370743" y="3662499"/>
            <a:ext cx="372073" cy="355244"/>
            <a:chOff x="7390435" y="3680868"/>
            <a:chExt cx="372073" cy="355244"/>
          </a:xfrm>
        </p:grpSpPr>
        <p:sp>
          <p:nvSpPr>
            <p:cNvPr id="23970" name="Google Shape;23970;p44"/>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1" name="Google Shape;23971;p44"/>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2" name="Google Shape;23972;p44"/>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3" name="Google Shape;23973;p44"/>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4" name="Google Shape;23974;p44"/>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5" name="Google Shape;23975;p44"/>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76" name="Google Shape;23976;p44"/>
          <p:cNvGrpSpPr/>
          <p:nvPr/>
        </p:nvGrpSpPr>
        <p:grpSpPr>
          <a:xfrm>
            <a:off x="1392301" y="4119346"/>
            <a:ext cx="374709" cy="374010"/>
            <a:chOff x="1421638" y="4125629"/>
            <a:chExt cx="374709" cy="374010"/>
          </a:xfrm>
        </p:grpSpPr>
        <p:sp>
          <p:nvSpPr>
            <p:cNvPr id="23977" name="Google Shape;23977;p44"/>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8" name="Google Shape;23978;p44"/>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79" name="Google Shape;23979;p44"/>
          <p:cNvGrpSpPr/>
          <p:nvPr/>
        </p:nvGrpSpPr>
        <p:grpSpPr>
          <a:xfrm>
            <a:off x="1943917" y="4135255"/>
            <a:ext cx="357720" cy="342192"/>
            <a:chOff x="1973254" y="4156304"/>
            <a:chExt cx="357720" cy="342192"/>
          </a:xfrm>
        </p:grpSpPr>
        <p:sp>
          <p:nvSpPr>
            <p:cNvPr id="23980" name="Google Shape;23980;p44"/>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1" name="Google Shape;23981;p44"/>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2" name="Google Shape;23982;p44"/>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3" name="Google Shape;23983;p44"/>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4" name="Google Shape;23984;p44"/>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5" name="Google Shape;23985;p44"/>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86" name="Google Shape;23986;p44"/>
          <p:cNvGrpSpPr/>
          <p:nvPr/>
        </p:nvGrpSpPr>
        <p:grpSpPr>
          <a:xfrm>
            <a:off x="2494422" y="4136192"/>
            <a:ext cx="341049" cy="340318"/>
            <a:chOff x="2523759" y="4135505"/>
            <a:chExt cx="341049" cy="340318"/>
          </a:xfrm>
        </p:grpSpPr>
        <p:sp>
          <p:nvSpPr>
            <p:cNvPr id="23987" name="Google Shape;23987;p44"/>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8" name="Google Shape;23988;p44"/>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89" name="Google Shape;23989;p44"/>
          <p:cNvGrpSpPr/>
          <p:nvPr/>
        </p:nvGrpSpPr>
        <p:grpSpPr>
          <a:xfrm>
            <a:off x="3011266" y="4131175"/>
            <a:ext cx="392079" cy="350353"/>
            <a:chOff x="3040603" y="4130360"/>
            <a:chExt cx="392079" cy="350353"/>
          </a:xfrm>
        </p:grpSpPr>
        <p:sp>
          <p:nvSpPr>
            <p:cNvPr id="23990" name="Google Shape;23990;p44"/>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1" name="Google Shape;23991;p44"/>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2" name="Google Shape;23992;p44"/>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3" name="Google Shape;23993;p44"/>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4" name="Google Shape;23994;p44"/>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5" name="Google Shape;23995;p44"/>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6" name="Google Shape;23996;p44"/>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7" name="Google Shape;23997;p44"/>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8" name="Google Shape;23998;p44"/>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9" name="Google Shape;23999;p44"/>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00" name="Google Shape;24000;p44"/>
          <p:cNvGrpSpPr/>
          <p:nvPr/>
        </p:nvGrpSpPr>
        <p:grpSpPr>
          <a:xfrm>
            <a:off x="3632807" y="4136192"/>
            <a:ext cx="232954" cy="340318"/>
            <a:chOff x="3662144" y="4135505"/>
            <a:chExt cx="232954" cy="340318"/>
          </a:xfrm>
        </p:grpSpPr>
        <p:sp>
          <p:nvSpPr>
            <p:cNvPr id="24001" name="Google Shape;24001;p44"/>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2" name="Google Shape;24002;p44"/>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3" name="Google Shape;24003;p44"/>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4" name="Google Shape;24004;p44"/>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05" name="Google Shape;24005;p44"/>
          <p:cNvGrpSpPr/>
          <p:nvPr/>
        </p:nvGrpSpPr>
        <p:grpSpPr>
          <a:xfrm>
            <a:off x="4119801" y="4122029"/>
            <a:ext cx="344065" cy="368644"/>
            <a:chOff x="4149138" y="4121151"/>
            <a:chExt cx="344065" cy="368644"/>
          </a:xfrm>
        </p:grpSpPr>
        <p:sp>
          <p:nvSpPr>
            <p:cNvPr id="24006" name="Google Shape;24006;p44"/>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7" name="Google Shape;24007;p44"/>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8" name="Google Shape;24008;p44"/>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9" name="Google Shape;24009;p44"/>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0" name="Google Shape;24010;p44"/>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1" name="Google Shape;24011;p44"/>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2" name="Google Shape;24012;p44"/>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3" name="Google Shape;24013;p44"/>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4" name="Google Shape;24014;p44"/>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5" name="Google Shape;24015;p44"/>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6" name="Google Shape;24016;p44"/>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7" name="Google Shape;24017;p44"/>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018" name="Google Shape;24018;p44"/>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019" name="Google Shape;24019;p44"/>
          <p:cNvGrpSpPr/>
          <p:nvPr/>
        </p:nvGrpSpPr>
        <p:grpSpPr>
          <a:xfrm>
            <a:off x="5176925" y="4174949"/>
            <a:ext cx="397763" cy="262805"/>
            <a:chOff x="5206262" y="4174817"/>
            <a:chExt cx="397763" cy="262805"/>
          </a:xfrm>
        </p:grpSpPr>
        <p:sp>
          <p:nvSpPr>
            <p:cNvPr id="24020" name="Google Shape;24020;p44"/>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1" name="Google Shape;24021;p44"/>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2" name="Google Shape;24022;p44"/>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3" name="Google Shape;24023;p44"/>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4" name="Google Shape;24024;p44"/>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5" name="Google Shape;24025;p44"/>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6" name="Google Shape;24026;p44"/>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27" name="Google Shape;24027;p44"/>
          <p:cNvGrpSpPr/>
          <p:nvPr/>
        </p:nvGrpSpPr>
        <p:grpSpPr>
          <a:xfrm>
            <a:off x="5698279" y="4161342"/>
            <a:ext cx="440505" cy="290018"/>
            <a:chOff x="5727616" y="4204699"/>
            <a:chExt cx="440505" cy="290018"/>
          </a:xfrm>
        </p:grpSpPr>
        <p:sp>
          <p:nvSpPr>
            <p:cNvPr id="24028" name="Google Shape;24028;p44"/>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9" name="Google Shape;24029;p44"/>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0" name="Google Shape;24030;p44"/>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1" name="Google Shape;24031;p44"/>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2" name="Google Shape;24032;p44"/>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3" name="Google Shape;24033;p44"/>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4" name="Google Shape;24034;p44"/>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5" name="Google Shape;24035;p44"/>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36" name="Google Shape;24036;p44"/>
          <p:cNvGrpSpPr/>
          <p:nvPr/>
        </p:nvGrpSpPr>
        <p:grpSpPr>
          <a:xfrm>
            <a:off x="6380726" y="4124093"/>
            <a:ext cx="159950" cy="364516"/>
            <a:chOff x="6410063" y="4135124"/>
            <a:chExt cx="159950" cy="364516"/>
          </a:xfrm>
        </p:grpSpPr>
        <p:sp>
          <p:nvSpPr>
            <p:cNvPr id="24037" name="Google Shape;24037;p44"/>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8" name="Google Shape;24038;p44"/>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9" name="Google Shape;24039;p44"/>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0" name="Google Shape;24040;p44"/>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41" name="Google Shape;24041;p44"/>
          <p:cNvGrpSpPr/>
          <p:nvPr/>
        </p:nvGrpSpPr>
        <p:grpSpPr>
          <a:xfrm>
            <a:off x="6641065" y="4124284"/>
            <a:ext cx="214379" cy="364134"/>
            <a:chOff x="6924652" y="4135505"/>
            <a:chExt cx="214379" cy="364134"/>
          </a:xfrm>
        </p:grpSpPr>
        <p:sp>
          <p:nvSpPr>
            <p:cNvPr id="24042" name="Google Shape;24042;p44"/>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3" name="Google Shape;24043;p44"/>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4" name="Google Shape;24044;p44"/>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5" name="Google Shape;24045;p44"/>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046" name="Google Shape;24046;p44"/>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a:t>
            </a:r>
            <a:r>
              <a:rPr b="1" i="0" lang="en" sz="1100" u="none" cap="none" strike="noStrike">
                <a:solidFill>
                  <a:schemeClr val="hlink"/>
                </a:solidFill>
                <a:latin typeface="Arial"/>
                <a:ea typeface="Arial"/>
                <a:cs typeface="Arial"/>
                <a:sym typeface="Arial"/>
              </a:rPr>
              <a:t>resize </a:t>
            </a:r>
            <a:r>
              <a:rPr b="0" i="0" lang="en" sz="1100" u="none" cap="none" strike="noStrike">
                <a:solidFill>
                  <a:schemeClr val="lt1"/>
                </a:solidFill>
                <a:latin typeface="Arial"/>
                <a:ea typeface="Arial"/>
                <a:cs typeface="Arial"/>
                <a:sym typeface="Arial"/>
              </a:rPr>
              <a:t>these icons without losing quality.</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a:t>
            </a:r>
            <a:r>
              <a:rPr b="1" i="0" lang="en" sz="1100" u="none" cap="none" strike="noStrike">
                <a:solidFill>
                  <a:schemeClr val="hlink"/>
                </a:solidFill>
                <a:latin typeface="Arial"/>
                <a:ea typeface="Arial"/>
                <a:cs typeface="Arial"/>
                <a:sym typeface="Arial"/>
              </a:rPr>
              <a:t>change the stroke and fill color</a:t>
            </a:r>
            <a:r>
              <a:rPr b="0" i="0" lang="en" sz="1100" u="none" cap="none" strike="noStrike">
                <a:solidFill>
                  <a:schemeClr val="lt1"/>
                </a:solidFill>
                <a:latin typeface="Arial"/>
                <a:ea typeface="Arial"/>
                <a:cs typeface="Arial"/>
                <a:sym typeface="Arial"/>
              </a:rPr>
              <a:t>; just select the icon and click on the </a:t>
            </a:r>
            <a:r>
              <a:rPr b="1" i="0" lang="en" sz="1100" u="none" cap="none" strike="noStrike">
                <a:solidFill>
                  <a:schemeClr val="hlink"/>
                </a:solidFill>
                <a:latin typeface="Arial"/>
                <a:ea typeface="Arial"/>
                <a:cs typeface="Arial"/>
                <a:sym typeface="Arial"/>
              </a:rPr>
              <a:t>paint bucket/pen</a:t>
            </a:r>
            <a:r>
              <a:rPr b="0" i="0" lang="en" sz="1100" u="none" cap="none" strike="noStrike">
                <a:solidFill>
                  <a:schemeClr val="lt1"/>
                </a:solidFill>
                <a:latin typeface="Arial"/>
                <a:ea typeface="Arial"/>
                <a:cs typeface="Arial"/>
                <a:sym typeface="Arial"/>
              </a:rPr>
              <a:t>.</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In Google Slides, you can also use </a:t>
            </a:r>
            <a:r>
              <a:rPr b="1" i="0" lang="en" sz="1100" u="none" cap="none" strike="noStrike">
                <a:solidFill>
                  <a:schemeClr val="hlink"/>
                </a:solidFill>
                <a:uFill>
                  <a:noFill/>
                </a:uFill>
                <a:latin typeface="Arial"/>
                <a:ea typeface="Arial"/>
                <a:cs typeface="Arial"/>
                <a:sym typeface="Arial"/>
                <a:hlinkClick r:id="rId3"/>
              </a:rPr>
              <a:t>Flaticon’s extension</a:t>
            </a:r>
            <a:r>
              <a:rPr b="0" i="0" lang="en" sz="1100" u="none" cap="none" strike="noStrike">
                <a:solidFill>
                  <a:schemeClr val="lt1"/>
                </a:solidFill>
                <a:latin typeface="Arial"/>
                <a:ea typeface="Arial"/>
                <a:cs typeface="Arial"/>
                <a:sym typeface="Arial"/>
              </a:rPr>
              <a:t>, allowing you to customize and add even more icons.</a:t>
            </a:r>
            <a:br>
              <a:rPr b="0" i="0" lang="en" sz="1100" u="none" cap="none" strike="noStrike">
                <a:solidFill>
                  <a:srgbClr val="435D74"/>
                </a:solidFill>
                <a:latin typeface="Arial"/>
                <a:ea typeface="Arial"/>
                <a:cs typeface="Arial"/>
                <a:sym typeface="Arial"/>
              </a:rPr>
            </a:br>
            <a:endParaRPr b="0" i="0" sz="1100" u="none" cap="none" strike="noStrike">
              <a:solidFill>
                <a:srgbClr val="435D74"/>
              </a:solidFill>
              <a:latin typeface="Arial"/>
              <a:ea typeface="Arial"/>
              <a:cs typeface="Arial"/>
              <a:sym typeface="Arial"/>
            </a:endParaRPr>
          </a:p>
        </p:txBody>
      </p:sp>
      <p:sp>
        <p:nvSpPr>
          <p:cNvPr id="24047" name="Google Shape;24047;p44"/>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...and our sets of editable icons</a:t>
            </a:r>
            <a:endParaRPr/>
          </a:p>
        </p:txBody>
      </p:sp>
      <p:grpSp>
        <p:nvGrpSpPr>
          <p:cNvPr id="24048" name="Google Shape;24048;p44"/>
          <p:cNvGrpSpPr/>
          <p:nvPr/>
        </p:nvGrpSpPr>
        <p:grpSpPr>
          <a:xfrm>
            <a:off x="841240" y="4119220"/>
            <a:ext cx="374176" cy="374262"/>
            <a:chOff x="775325" y="4143525"/>
            <a:chExt cx="468775" cy="468883"/>
          </a:xfrm>
        </p:grpSpPr>
        <p:sp>
          <p:nvSpPr>
            <p:cNvPr id="24049" name="Google Shape;24049;p44"/>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0" name="Google Shape;24050;p44"/>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1" name="Google Shape;24051;p44"/>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2" name="Google Shape;24052;p44"/>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53" name="Google Shape;24053;p44"/>
          <p:cNvGrpSpPr/>
          <p:nvPr/>
        </p:nvGrpSpPr>
        <p:grpSpPr>
          <a:xfrm>
            <a:off x="7015917" y="4114633"/>
            <a:ext cx="219464" cy="383437"/>
            <a:chOff x="1426400" y="1814750"/>
            <a:chExt cx="407850" cy="712575"/>
          </a:xfrm>
        </p:grpSpPr>
        <p:sp>
          <p:nvSpPr>
            <p:cNvPr id="24054" name="Google Shape;24054;p44"/>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5" name="Google Shape;24055;p44"/>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6" name="Google Shape;24056;p44"/>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57" name="Google Shape;24057;p44"/>
          <p:cNvGrpSpPr/>
          <p:nvPr/>
        </p:nvGrpSpPr>
        <p:grpSpPr>
          <a:xfrm>
            <a:off x="7391519" y="4149408"/>
            <a:ext cx="313833" cy="313887"/>
            <a:chOff x="1910075" y="2021700"/>
            <a:chExt cx="583225" cy="583325"/>
          </a:xfrm>
        </p:grpSpPr>
        <p:sp>
          <p:nvSpPr>
            <p:cNvPr id="24058" name="Google Shape;24058;p44"/>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9" name="Google Shape;24059;p44"/>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0" name="Google Shape;24060;p4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61" name="Google Shape;24061;p44"/>
          <p:cNvGrpSpPr/>
          <p:nvPr/>
        </p:nvGrpSpPr>
        <p:grpSpPr>
          <a:xfrm>
            <a:off x="7861486" y="4189187"/>
            <a:ext cx="441255" cy="234329"/>
            <a:chOff x="2749275" y="2099575"/>
            <a:chExt cx="820025" cy="435475"/>
          </a:xfrm>
        </p:grpSpPr>
        <p:sp>
          <p:nvSpPr>
            <p:cNvPr id="24062" name="Google Shape;24062;p44"/>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3" name="Google Shape;24063;p44"/>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4" name="Google Shape;24064;p4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5" name="Google Shape;24065;p44"/>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69" name="Shape 24069"/>
        <p:cNvGrpSpPr/>
        <p:nvPr/>
      </p:nvGrpSpPr>
      <p:grpSpPr>
        <a:xfrm>
          <a:off x="0" y="0"/>
          <a:ext cx="0" cy="0"/>
          <a:chOff x="0" y="0"/>
          <a:chExt cx="0" cy="0"/>
        </a:xfrm>
      </p:grpSpPr>
      <p:grpSp>
        <p:nvGrpSpPr>
          <p:cNvPr id="24070" name="Google Shape;24070;p45"/>
          <p:cNvGrpSpPr/>
          <p:nvPr/>
        </p:nvGrpSpPr>
        <p:grpSpPr>
          <a:xfrm>
            <a:off x="1989449" y="4101269"/>
            <a:ext cx="374774" cy="346073"/>
            <a:chOff x="1989449" y="4282269"/>
            <a:chExt cx="374774" cy="346073"/>
          </a:xfrm>
        </p:grpSpPr>
        <p:sp>
          <p:nvSpPr>
            <p:cNvPr id="24071" name="Google Shape;24071;p45"/>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2" name="Google Shape;24072;p45"/>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3" name="Google Shape;24073;p45"/>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4" name="Google Shape;24074;p45"/>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5" name="Google Shape;24075;p45"/>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76" name="Google Shape;24076;p45"/>
          <p:cNvGrpSpPr/>
          <p:nvPr/>
        </p:nvGrpSpPr>
        <p:grpSpPr>
          <a:xfrm>
            <a:off x="2487439" y="4099740"/>
            <a:ext cx="198775" cy="348972"/>
            <a:chOff x="2487439" y="4280740"/>
            <a:chExt cx="198775" cy="348972"/>
          </a:xfrm>
        </p:grpSpPr>
        <p:sp>
          <p:nvSpPr>
            <p:cNvPr id="24077" name="Google Shape;24077;p45"/>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8" name="Google Shape;24078;p45"/>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9" name="Google Shape;24079;p45"/>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0" name="Google Shape;24080;p45"/>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81" name="Google Shape;24081;p45"/>
          <p:cNvGrpSpPr/>
          <p:nvPr/>
        </p:nvGrpSpPr>
        <p:grpSpPr>
          <a:xfrm>
            <a:off x="2810958" y="4092923"/>
            <a:ext cx="353145" cy="361873"/>
            <a:chOff x="2810958" y="4273923"/>
            <a:chExt cx="353145" cy="361873"/>
          </a:xfrm>
        </p:grpSpPr>
        <p:sp>
          <p:nvSpPr>
            <p:cNvPr id="24082" name="Google Shape;24082;p45"/>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3" name="Google Shape;24083;p45"/>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4" name="Google Shape;24084;p45"/>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5" name="Google Shape;24085;p45"/>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6" name="Google Shape;24086;p45"/>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7" name="Google Shape;24087;p45"/>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8" name="Google Shape;24088;p45"/>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89" name="Google Shape;24089;p45"/>
          <p:cNvGrpSpPr/>
          <p:nvPr/>
        </p:nvGrpSpPr>
        <p:grpSpPr>
          <a:xfrm>
            <a:off x="6275635" y="4101651"/>
            <a:ext cx="209383" cy="366778"/>
            <a:chOff x="6275635" y="4282651"/>
            <a:chExt cx="209383" cy="366778"/>
          </a:xfrm>
        </p:grpSpPr>
        <p:sp>
          <p:nvSpPr>
            <p:cNvPr id="24090" name="Google Shape;24090;p45"/>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1" name="Google Shape;24091;p45"/>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92" name="Google Shape;24092;p45"/>
          <p:cNvGrpSpPr/>
          <p:nvPr/>
        </p:nvGrpSpPr>
        <p:grpSpPr>
          <a:xfrm>
            <a:off x="6701186" y="4102033"/>
            <a:ext cx="280292" cy="366396"/>
            <a:chOff x="6701186" y="4283033"/>
            <a:chExt cx="280292" cy="366396"/>
          </a:xfrm>
        </p:grpSpPr>
        <p:sp>
          <p:nvSpPr>
            <p:cNvPr id="24093" name="Google Shape;24093;p45"/>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4" name="Google Shape;24094;p45"/>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95" name="Google Shape;24095;p45"/>
          <p:cNvGrpSpPr/>
          <p:nvPr/>
        </p:nvGrpSpPr>
        <p:grpSpPr>
          <a:xfrm>
            <a:off x="2609571" y="3643958"/>
            <a:ext cx="373627" cy="347347"/>
            <a:chOff x="2609571" y="3824958"/>
            <a:chExt cx="373627" cy="347347"/>
          </a:xfrm>
        </p:grpSpPr>
        <p:sp>
          <p:nvSpPr>
            <p:cNvPr id="24096" name="Google Shape;24096;p45"/>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7" name="Google Shape;24097;p45"/>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098" name="Google Shape;24098;p45"/>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099" name="Google Shape;24099;p45"/>
          <p:cNvGrpSpPr/>
          <p:nvPr/>
        </p:nvGrpSpPr>
        <p:grpSpPr>
          <a:xfrm>
            <a:off x="916127" y="3626056"/>
            <a:ext cx="221902" cy="380795"/>
            <a:chOff x="916127" y="3807056"/>
            <a:chExt cx="221902" cy="380795"/>
          </a:xfrm>
        </p:grpSpPr>
        <p:sp>
          <p:nvSpPr>
            <p:cNvPr id="24100" name="Google Shape;24100;p45"/>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1" name="Google Shape;24101;p45"/>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2" name="Google Shape;24102;p45"/>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3" name="Google Shape;24103;p45"/>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104" name="Google Shape;24104;p45"/>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5" name="Google Shape;24105;p45"/>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106" name="Google Shape;24106;p45"/>
          <p:cNvGrpSpPr/>
          <p:nvPr/>
        </p:nvGrpSpPr>
        <p:grpSpPr>
          <a:xfrm>
            <a:off x="3513010" y="3635134"/>
            <a:ext cx="362223" cy="361108"/>
            <a:chOff x="3513010" y="3816134"/>
            <a:chExt cx="362223" cy="361108"/>
          </a:xfrm>
        </p:grpSpPr>
        <p:sp>
          <p:nvSpPr>
            <p:cNvPr id="24107" name="Google Shape;24107;p45"/>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8" name="Google Shape;24108;p45"/>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9" name="Google Shape;24109;p45"/>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0" name="Google Shape;24110;p45"/>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11" name="Google Shape;24111;p45"/>
          <p:cNvGrpSpPr/>
          <p:nvPr/>
        </p:nvGrpSpPr>
        <p:grpSpPr>
          <a:xfrm>
            <a:off x="3950316" y="3639307"/>
            <a:ext cx="369805" cy="353782"/>
            <a:chOff x="3950316" y="3820307"/>
            <a:chExt cx="369805" cy="353782"/>
          </a:xfrm>
        </p:grpSpPr>
        <p:sp>
          <p:nvSpPr>
            <p:cNvPr id="24112" name="Google Shape;24112;p45"/>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3" name="Google Shape;24113;p45"/>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4" name="Google Shape;24114;p45"/>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5" name="Google Shape;24115;p45"/>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16" name="Google Shape;24116;p45"/>
          <p:cNvGrpSpPr/>
          <p:nvPr/>
        </p:nvGrpSpPr>
        <p:grpSpPr>
          <a:xfrm>
            <a:off x="1761909" y="3630961"/>
            <a:ext cx="307974" cy="371716"/>
            <a:chOff x="1761909" y="3811961"/>
            <a:chExt cx="307974" cy="371716"/>
          </a:xfrm>
        </p:grpSpPr>
        <p:sp>
          <p:nvSpPr>
            <p:cNvPr id="24117" name="Google Shape;24117;p45"/>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8" name="Google Shape;24118;p45"/>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9" name="Google Shape;24119;p45"/>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0" name="Google Shape;24120;p45"/>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1" name="Google Shape;24121;p45"/>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2" name="Google Shape;24122;p45"/>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3" name="Google Shape;24123;p45"/>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4" name="Google Shape;24124;p45"/>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5" name="Google Shape;24125;p45"/>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6" name="Google Shape;24126;p45"/>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27" name="Google Shape;24127;p45"/>
          <p:cNvGrpSpPr/>
          <p:nvPr/>
        </p:nvGrpSpPr>
        <p:grpSpPr>
          <a:xfrm>
            <a:off x="5373342" y="3627935"/>
            <a:ext cx="231395" cy="353145"/>
            <a:chOff x="5373342" y="3808935"/>
            <a:chExt cx="231395" cy="353145"/>
          </a:xfrm>
        </p:grpSpPr>
        <p:sp>
          <p:nvSpPr>
            <p:cNvPr id="24128" name="Google Shape;24128;p45"/>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9" name="Google Shape;24129;p45"/>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0" name="Google Shape;24130;p45"/>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1" name="Google Shape;24131;p45"/>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2" name="Google Shape;24132;p45"/>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3" name="Google Shape;24133;p45"/>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4" name="Google Shape;24134;p45"/>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5" name="Google Shape;24135;p45"/>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6" name="Google Shape;24136;p45"/>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137" name="Google Shape;24137;p45"/>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138" name="Google Shape;24138;p45"/>
          <p:cNvGrpSpPr/>
          <p:nvPr/>
        </p:nvGrpSpPr>
        <p:grpSpPr>
          <a:xfrm>
            <a:off x="5833775" y="3628445"/>
            <a:ext cx="235185" cy="352252"/>
            <a:chOff x="5833775" y="3809445"/>
            <a:chExt cx="235185" cy="352252"/>
          </a:xfrm>
        </p:grpSpPr>
        <p:sp>
          <p:nvSpPr>
            <p:cNvPr id="24139" name="Google Shape;24139;p45"/>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0" name="Google Shape;24140;p45"/>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1" name="Google Shape;24141;p45"/>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42" name="Google Shape;24142;p45"/>
          <p:cNvGrpSpPr/>
          <p:nvPr/>
        </p:nvGrpSpPr>
        <p:grpSpPr>
          <a:xfrm>
            <a:off x="4942472" y="3628318"/>
            <a:ext cx="238976" cy="352762"/>
            <a:chOff x="4942472" y="3809318"/>
            <a:chExt cx="238976" cy="352762"/>
          </a:xfrm>
        </p:grpSpPr>
        <p:sp>
          <p:nvSpPr>
            <p:cNvPr id="24143" name="Google Shape;24143;p45"/>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4" name="Google Shape;24144;p45"/>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5" name="Google Shape;24145;p45"/>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6" name="Google Shape;24146;p45"/>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7" name="Google Shape;24147;p45"/>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8" name="Google Shape;24148;p45"/>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9" name="Google Shape;24149;p45"/>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50" name="Google Shape;24150;p45"/>
          <p:cNvGrpSpPr/>
          <p:nvPr/>
        </p:nvGrpSpPr>
        <p:grpSpPr>
          <a:xfrm>
            <a:off x="6266525" y="3626788"/>
            <a:ext cx="260223" cy="353527"/>
            <a:chOff x="6266525" y="3807788"/>
            <a:chExt cx="260223" cy="353527"/>
          </a:xfrm>
        </p:grpSpPr>
        <p:sp>
          <p:nvSpPr>
            <p:cNvPr id="24151" name="Google Shape;24151;p4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2" name="Google Shape;24152;p4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3" name="Google Shape;24153;p4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4" name="Google Shape;24154;p4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155" name="Google Shape;24155;p45"/>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156" name="Google Shape;24156;p45"/>
          <p:cNvGrpSpPr/>
          <p:nvPr/>
        </p:nvGrpSpPr>
        <p:grpSpPr>
          <a:xfrm>
            <a:off x="7184363" y="3628604"/>
            <a:ext cx="202184" cy="352762"/>
            <a:chOff x="7184363" y="3809604"/>
            <a:chExt cx="202184" cy="352762"/>
          </a:xfrm>
        </p:grpSpPr>
        <p:sp>
          <p:nvSpPr>
            <p:cNvPr id="24157" name="Google Shape;24157;p45"/>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8" name="Google Shape;24158;p45"/>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59" name="Google Shape;24159;p45"/>
          <p:cNvGrpSpPr/>
          <p:nvPr/>
        </p:nvGrpSpPr>
        <p:grpSpPr>
          <a:xfrm>
            <a:off x="7571624" y="3627935"/>
            <a:ext cx="292047" cy="352762"/>
            <a:chOff x="7571624" y="3808935"/>
            <a:chExt cx="292047" cy="352762"/>
          </a:xfrm>
        </p:grpSpPr>
        <p:sp>
          <p:nvSpPr>
            <p:cNvPr id="24160" name="Google Shape;24160;p45"/>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1" name="Google Shape;24161;p45"/>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2" name="Google Shape;24162;p45"/>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3" name="Google Shape;24163;p45"/>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4" name="Google Shape;24164;p45"/>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5" name="Google Shape;24165;p45"/>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66" name="Google Shape;24166;p45"/>
          <p:cNvGrpSpPr/>
          <p:nvPr/>
        </p:nvGrpSpPr>
        <p:grpSpPr>
          <a:xfrm>
            <a:off x="2174559" y="3175116"/>
            <a:ext cx="364135" cy="359930"/>
            <a:chOff x="2174559" y="3356116"/>
            <a:chExt cx="364135" cy="359930"/>
          </a:xfrm>
        </p:grpSpPr>
        <p:sp>
          <p:nvSpPr>
            <p:cNvPr id="24167" name="Google Shape;24167;p45"/>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8" name="Google Shape;24168;p45"/>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69" name="Google Shape;24169;p45"/>
          <p:cNvGrpSpPr/>
          <p:nvPr/>
        </p:nvGrpSpPr>
        <p:grpSpPr>
          <a:xfrm>
            <a:off x="1731934" y="3174639"/>
            <a:ext cx="368371" cy="361554"/>
            <a:chOff x="1731934" y="3355639"/>
            <a:chExt cx="368371" cy="361554"/>
          </a:xfrm>
        </p:grpSpPr>
        <p:sp>
          <p:nvSpPr>
            <p:cNvPr id="24170" name="Google Shape;24170;p45"/>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1" name="Google Shape;24171;p45"/>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72" name="Google Shape;24172;p45"/>
          <p:cNvGrpSpPr/>
          <p:nvPr/>
        </p:nvGrpSpPr>
        <p:grpSpPr>
          <a:xfrm>
            <a:off x="3990517" y="3173173"/>
            <a:ext cx="279559" cy="363402"/>
            <a:chOff x="3990517" y="3354173"/>
            <a:chExt cx="279559" cy="363402"/>
          </a:xfrm>
        </p:grpSpPr>
        <p:sp>
          <p:nvSpPr>
            <p:cNvPr id="24173" name="Google Shape;24173;p45"/>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4" name="Google Shape;24174;p45"/>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5" name="Google Shape;24175;p45"/>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76" name="Google Shape;24176;p45"/>
          <p:cNvGrpSpPr/>
          <p:nvPr/>
        </p:nvGrpSpPr>
        <p:grpSpPr>
          <a:xfrm>
            <a:off x="3497847" y="3236374"/>
            <a:ext cx="379680" cy="237606"/>
            <a:chOff x="3497847" y="3417374"/>
            <a:chExt cx="379680" cy="237606"/>
          </a:xfrm>
        </p:grpSpPr>
        <p:sp>
          <p:nvSpPr>
            <p:cNvPr id="24177" name="Google Shape;24177;p45"/>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8" name="Google Shape;24178;p45"/>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9" name="Google Shape;24179;p45"/>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0" name="Google Shape;24180;p45"/>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81" name="Google Shape;24181;p45"/>
          <p:cNvGrpSpPr/>
          <p:nvPr/>
        </p:nvGrpSpPr>
        <p:grpSpPr>
          <a:xfrm>
            <a:off x="2612597" y="3186075"/>
            <a:ext cx="376271" cy="337982"/>
            <a:chOff x="2612597" y="3367075"/>
            <a:chExt cx="376271" cy="337982"/>
          </a:xfrm>
        </p:grpSpPr>
        <p:sp>
          <p:nvSpPr>
            <p:cNvPr id="24182" name="Google Shape;24182;p45"/>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3" name="Google Shape;24183;p45"/>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84" name="Google Shape;24184;p45"/>
          <p:cNvGrpSpPr/>
          <p:nvPr/>
        </p:nvGrpSpPr>
        <p:grpSpPr>
          <a:xfrm>
            <a:off x="3071914" y="3183431"/>
            <a:ext cx="343652" cy="342505"/>
            <a:chOff x="3071914" y="3364431"/>
            <a:chExt cx="343652" cy="342505"/>
          </a:xfrm>
        </p:grpSpPr>
        <p:sp>
          <p:nvSpPr>
            <p:cNvPr id="24185" name="Google Shape;24185;p45"/>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6" name="Google Shape;24186;p45"/>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7" name="Google Shape;24187;p45"/>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8" name="Google Shape;24188;p45"/>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9" name="Google Shape;24189;p45"/>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90" name="Google Shape;24190;p45"/>
          <p:cNvGrpSpPr/>
          <p:nvPr/>
        </p:nvGrpSpPr>
        <p:grpSpPr>
          <a:xfrm>
            <a:off x="897141" y="3178875"/>
            <a:ext cx="257962" cy="352762"/>
            <a:chOff x="897141" y="3359875"/>
            <a:chExt cx="257962" cy="352762"/>
          </a:xfrm>
        </p:grpSpPr>
        <p:sp>
          <p:nvSpPr>
            <p:cNvPr id="24191" name="Google Shape;24191;p45"/>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2" name="Google Shape;24192;p45"/>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3" name="Google Shape;24193;p45"/>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4" name="Google Shape;24194;p45"/>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5" name="Google Shape;24195;p45"/>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6" name="Google Shape;24196;p45"/>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7" name="Google Shape;24197;p45"/>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8" name="Google Shape;24198;p45"/>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99" name="Google Shape;24199;p45"/>
          <p:cNvGrpSpPr/>
          <p:nvPr/>
        </p:nvGrpSpPr>
        <p:grpSpPr>
          <a:xfrm>
            <a:off x="1333682" y="3163330"/>
            <a:ext cx="271214" cy="383088"/>
            <a:chOff x="1333682" y="3344330"/>
            <a:chExt cx="271214" cy="383088"/>
          </a:xfrm>
        </p:grpSpPr>
        <p:sp>
          <p:nvSpPr>
            <p:cNvPr id="24200" name="Google Shape;24200;p45"/>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1" name="Google Shape;24201;p45"/>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2" name="Google Shape;24202;p45"/>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3" name="Google Shape;24203;p45"/>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4" name="Google Shape;24204;p45"/>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5" name="Google Shape;24205;p45"/>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6" name="Google Shape;24206;p45"/>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7" name="Google Shape;24207;p45"/>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8" name="Google Shape;24208;p45"/>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9" name="Google Shape;24209;p45"/>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0" name="Google Shape;24210;p45"/>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11" name="Google Shape;24211;p45"/>
          <p:cNvGrpSpPr/>
          <p:nvPr/>
        </p:nvGrpSpPr>
        <p:grpSpPr>
          <a:xfrm>
            <a:off x="6664394" y="3165974"/>
            <a:ext cx="353113" cy="351998"/>
            <a:chOff x="6664394" y="3346974"/>
            <a:chExt cx="353113" cy="351998"/>
          </a:xfrm>
        </p:grpSpPr>
        <p:sp>
          <p:nvSpPr>
            <p:cNvPr id="24212" name="Google Shape;24212;p45"/>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3" name="Google Shape;24213;p45"/>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4" name="Google Shape;24214;p45"/>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5" name="Google Shape;24215;p45"/>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6" name="Google Shape;24216;p45"/>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17" name="Google Shape;24217;p45"/>
          <p:cNvGrpSpPr/>
          <p:nvPr/>
        </p:nvGrpSpPr>
        <p:grpSpPr>
          <a:xfrm>
            <a:off x="849741" y="1778307"/>
            <a:ext cx="399398" cy="375443"/>
            <a:chOff x="849741" y="1959307"/>
            <a:chExt cx="399398" cy="375443"/>
          </a:xfrm>
        </p:grpSpPr>
        <p:sp>
          <p:nvSpPr>
            <p:cNvPr id="24218" name="Google Shape;24218;p4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9" name="Google Shape;24219;p4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20" name="Google Shape;24220;p45"/>
          <p:cNvGrpSpPr/>
          <p:nvPr/>
        </p:nvGrpSpPr>
        <p:grpSpPr>
          <a:xfrm>
            <a:off x="1284212" y="1782766"/>
            <a:ext cx="379489" cy="366046"/>
            <a:chOff x="1284212" y="1963766"/>
            <a:chExt cx="379489" cy="366046"/>
          </a:xfrm>
        </p:grpSpPr>
        <p:sp>
          <p:nvSpPr>
            <p:cNvPr id="24221" name="Google Shape;24221;p45"/>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2" name="Google Shape;24222;p45"/>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23" name="Google Shape;24223;p45"/>
          <p:cNvGrpSpPr/>
          <p:nvPr/>
        </p:nvGrpSpPr>
        <p:grpSpPr>
          <a:xfrm>
            <a:off x="3037766" y="1788564"/>
            <a:ext cx="370219" cy="354928"/>
            <a:chOff x="3037766" y="1969564"/>
            <a:chExt cx="370219" cy="354928"/>
          </a:xfrm>
        </p:grpSpPr>
        <p:sp>
          <p:nvSpPr>
            <p:cNvPr id="24224" name="Google Shape;24224;p45"/>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5" name="Google Shape;24225;p45"/>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6" name="Google Shape;24226;p45"/>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7" name="Google Shape;24227;p45"/>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28" name="Google Shape;24228;p45"/>
          <p:cNvGrpSpPr/>
          <p:nvPr/>
        </p:nvGrpSpPr>
        <p:grpSpPr>
          <a:xfrm>
            <a:off x="3982553" y="1790730"/>
            <a:ext cx="304566" cy="350501"/>
            <a:chOff x="3982553" y="1971730"/>
            <a:chExt cx="304566" cy="350501"/>
          </a:xfrm>
        </p:grpSpPr>
        <p:sp>
          <p:nvSpPr>
            <p:cNvPr id="24229" name="Google Shape;24229;p45"/>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0" name="Google Shape;24230;p45"/>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31" name="Google Shape;24231;p45"/>
          <p:cNvGrpSpPr/>
          <p:nvPr/>
        </p:nvGrpSpPr>
        <p:grpSpPr>
          <a:xfrm>
            <a:off x="2567841" y="1813124"/>
            <a:ext cx="399812" cy="306477"/>
            <a:chOff x="2567841" y="1994124"/>
            <a:chExt cx="399812" cy="306477"/>
          </a:xfrm>
        </p:grpSpPr>
        <p:sp>
          <p:nvSpPr>
            <p:cNvPr id="24232" name="Google Shape;24232;p45"/>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3" name="Google Shape;24233;p45"/>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4" name="Google Shape;24234;p45"/>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35" name="Google Shape;24235;p45"/>
          <p:cNvGrpSpPr/>
          <p:nvPr/>
        </p:nvGrpSpPr>
        <p:grpSpPr>
          <a:xfrm>
            <a:off x="2212084" y="1779358"/>
            <a:ext cx="324698" cy="372863"/>
            <a:chOff x="2212084" y="1960358"/>
            <a:chExt cx="324698" cy="372863"/>
          </a:xfrm>
        </p:grpSpPr>
        <p:sp>
          <p:nvSpPr>
            <p:cNvPr id="24236" name="Google Shape;24236;p45"/>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7" name="Google Shape;24237;p45"/>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8" name="Google Shape;24238;p45"/>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39" name="Google Shape;24239;p45"/>
          <p:cNvGrpSpPr/>
          <p:nvPr/>
        </p:nvGrpSpPr>
        <p:grpSpPr>
          <a:xfrm>
            <a:off x="1805901" y="1779358"/>
            <a:ext cx="284847" cy="373627"/>
            <a:chOff x="1805901" y="1960358"/>
            <a:chExt cx="284847" cy="373627"/>
          </a:xfrm>
        </p:grpSpPr>
        <p:sp>
          <p:nvSpPr>
            <p:cNvPr id="24240" name="Google Shape;24240;p45"/>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1" name="Google Shape;24241;p45"/>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242" name="Google Shape;24242;p45"/>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3" name="Google Shape;24243;p45"/>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4" name="Google Shape;24244;p45"/>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245" name="Google Shape;24245;p45"/>
          <p:cNvGrpSpPr/>
          <p:nvPr/>
        </p:nvGrpSpPr>
        <p:grpSpPr>
          <a:xfrm>
            <a:off x="6656812" y="1848388"/>
            <a:ext cx="368690" cy="245793"/>
            <a:chOff x="6656812" y="2029388"/>
            <a:chExt cx="368690" cy="245793"/>
          </a:xfrm>
        </p:grpSpPr>
        <p:sp>
          <p:nvSpPr>
            <p:cNvPr id="24246" name="Google Shape;24246;p45"/>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7" name="Google Shape;24247;p45"/>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8" name="Google Shape;24248;p45"/>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9" name="Google Shape;24249;p45"/>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0" name="Google Shape;24250;p45"/>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1" name="Google Shape;24251;p45"/>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2" name="Google Shape;24252;p45"/>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3" name="Google Shape;24253;p45"/>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4" name="Google Shape;24254;p45"/>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5" name="Google Shape;24255;p45"/>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56" name="Google Shape;24256;p45"/>
          <p:cNvGrpSpPr/>
          <p:nvPr/>
        </p:nvGrpSpPr>
        <p:grpSpPr>
          <a:xfrm>
            <a:off x="4869651" y="1831218"/>
            <a:ext cx="376654" cy="281566"/>
            <a:chOff x="4869651" y="2012218"/>
            <a:chExt cx="376654" cy="281566"/>
          </a:xfrm>
        </p:grpSpPr>
        <p:sp>
          <p:nvSpPr>
            <p:cNvPr id="24257" name="Google Shape;24257;p45"/>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8" name="Google Shape;24258;p45"/>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9" name="Google Shape;24259;p45"/>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0" name="Google Shape;24260;p45"/>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61" name="Google Shape;24261;p45"/>
          <p:cNvGrpSpPr/>
          <p:nvPr/>
        </p:nvGrpSpPr>
        <p:grpSpPr>
          <a:xfrm>
            <a:off x="5306224" y="1831313"/>
            <a:ext cx="367925" cy="281694"/>
            <a:chOff x="5306224" y="2012313"/>
            <a:chExt cx="367925" cy="281694"/>
          </a:xfrm>
        </p:grpSpPr>
        <p:sp>
          <p:nvSpPr>
            <p:cNvPr id="24262" name="Google Shape;24262;p45"/>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3" name="Google Shape;24263;p45"/>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264" name="Google Shape;24264;p45"/>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265" name="Google Shape;24265;p45"/>
          <p:cNvGrpSpPr/>
          <p:nvPr/>
        </p:nvGrpSpPr>
        <p:grpSpPr>
          <a:xfrm>
            <a:off x="6195998" y="1802102"/>
            <a:ext cx="368308" cy="338746"/>
            <a:chOff x="6195998" y="1983102"/>
            <a:chExt cx="368308" cy="338746"/>
          </a:xfrm>
        </p:grpSpPr>
        <p:sp>
          <p:nvSpPr>
            <p:cNvPr id="24266" name="Google Shape;24266;p45"/>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7" name="Google Shape;24267;p45"/>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8" name="Google Shape;24268;p45"/>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69" name="Google Shape;24269;p45"/>
          <p:cNvGrpSpPr/>
          <p:nvPr/>
        </p:nvGrpSpPr>
        <p:grpSpPr>
          <a:xfrm>
            <a:off x="7542031" y="1830835"/>
            <a:ext cx="369072" cy="280037"/>
            <a:chOff x="7542031" y="2011835"/>
            <a:chExt cx="369072" cy="280037"/>
          </a:xfrm>
        </p:grpSpPr>
        <p:sp>
          <p:nvSpPr>
            <p:cNvPr id="24270" name="Google Shape;24270;p45"/>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1" name="Google Shape;24271;p45"/>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2" name="Google Shape;24272;p45"/>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3" name="Google Shape;24273;p45"/>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4" name="Google Shape;24274;p45"/>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5" name="Google Shape;24275;p45"/>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6" name="Google Shape;24276;p45"/>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7" name="Google Shape;24277;p45"/>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8" name="Google Shape;24278;p45"/>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79" name="Google Shape;24279;p45"/>
          <p:cNvGrpSpPr/>
          <p:nvPr/>
        </p:nvGrpSpPr>
        <p:grpSpPr>
          <a:xfrm>
            <a:off x="8010427" y="3167503"/>
            <a:ext cx="278795" cy="351615"/>
            <a:chOff x="8010427" y="3348503"/>
            <a:chExt cx="278795" cy="351615"/>
          </a:xfrm>
        </p:grpSpPr>
        <p:sp>
          <p:nvSpPr>
            <p:cNvPr id="24280" name="Google Shape;24280;p45"/>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1" name="Google Shape;24281;p45"/>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2" name="Google Shape;24282;p45"/>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3" name="Google Shape;24283;p45"/>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284" name="Google Shape;24284;p45"/>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285" name="Google Shape;24285;p45"/>
          <p:cNvGrpSpPr/>
          <p:nvPr/>
        </p:nvGrpSpPr>
        <p:grpSpPr>
          <a:xfrm>
            <a:off x="7141900" y="3168204"/>
            <a:ext cx="281057" cy="351010"/>
            <a:chOff x="7141900" y="3349204"/>
            <a:chExt cx="281057" cy="351010"/>
          </a:xfrm>
        </p:grpSpPr>
        <p:sp>
          <p:nvSpPr>
            <p:cNvPr id="24286" name="Google Shape;24286;p45"/>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7" name="Google Shape;24287;p45"/>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8" name="Google Shape;24288;p45"/>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89" name="Google Shape;24289;p45"/>
          <p:cNvGrpSpPr/>
          <p:nvPr/>
        </p:nvGrpSpPr>
        <p:grpSpPr>
          <a:xfrm>
            <a:off x="5314188" y="3169032"/>
            <a:ext cx="363752" cy="353113"/>
            <a:chOff x="5314188" y="3350032"/>
            <a:chExt cx="363752" cy="353113"/>
          </a:xfrm>
        </p:grpSpPr>
        <p:sp>
          <p:nvSpPr>
            <p:cNvPr id="24290" name="Google Shape;24290;p45"/>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1" name="Google Shape;24291;p45"/>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92" name="Google Shape;24292;p45"/>
          <p:cNvGrpSpPr/>
          <p:nvPr/>
        </p:nvGrpSpPr>
        <p:grpSpPr>
          <a:xfrm>
            <a:off x="5829984" y="3169032"/>
            <a:ext cx="220755" cy="352348"/>
            <a:chOff x="5829984" y="3350032"/>
            <a:chExt cx="220755" cy="352348"/>
          </a:xfrm>
        </p:grpSpPr>
        <p:sp>
          <p:nvSpPr>
            <p:cNvPr id="24293" name="Google Shape;24293;p45"/>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4" name="Google Shape;24294;p45"/>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5" name="Google Shape;24295;p45"/>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6" name="Google Shape;24296;p45"/>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97" name="Google Shape;24297;p45"/>
          <p:cNvGrpSpPr/>
          <p:nvPr/>
        </p:nvGrpSpPr>
        <p:grpSpPr>
          <a:xfrm>
            <a:off x="4882170" y="3168841"/>
            <a:ext cx="358464" cy="352316"/>
            <a:chOff x="4882170" y="3349841"/>
            <a:chExt cx="358464" cy="352316"/>
          </a:xfrm>
        </p:grpSpPr>
        <p:sp>
          <p:nvSpPr>
            <p:cNvPr id="24298" name="Google Shape;24298;p45"/>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9" name="Google Shape;24299;p45"/>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300" name="Google Shape;24300;p45"/>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1" name="Google Shape;24301;p45"/>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302" name="Google Shape;24302;p45"/>
          <p:cNvGrpSpPr/>
          <p:nvPr/>
        </p:nvGrpSpPr>
        <p:grpSpPr>
          <a:xfrm>
            <a:off x="3044965" y="2254220"/>
            <a:ext cx="400194" cy="324316"/>
            <a:chOff x="3044965" y="2435220"/>
            <a:chExt cx="400194" cy="324316"/>
          </a:xfrm>
        </p:grpSpPr>
        <p:sp>
          <p:nvSpPr>
            <p:cNvPr id="24303" name="Google Shape;24303;p45"/>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4" name="Google Shape;24304;p45"/>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5" name="Google Shape;24305;p45"/>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06" name="Google Shape;24306;p45"/>
          <p:cNvGrpSpPr/>
          <p:nvPr/>
        </p:nvGrpSpPr>
        <p:grpSpPr>
          <a:xfrm>
            <a:off x="6203579" y="3167981"/>
            <a:ext cx="351615" cy="350373"/>
            <a:chOff x="6203579" y="3348981"/>
            <a:chExt cx="351615" cy="350373"/>
          </a:xfrm>
        </p:grpSpPr>
        <p:sp>
          <p:nvSpPr>
            <p:cNvPr id="24307" name="Google Shape;24307;p45"/>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8" name="Google Shape;24308;p45"/>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9" name="Google Shape;24309;p45"/>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0" name="Google Shape;24310;p45"/>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1" name="Google Shape;24311;p45"/>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12" name="Google Shape;24312;p45"/>
          <p:cNvGrpSpPr/>
          <p:nvPr/>
        </p:nvGrpSpPr>
        <p:grpSpPr>
          <a:xfrm>
            <a:off x="4878379" y="2292892"/>
            <a:ext cx="367161" cy="287523"/>
            <a:chOff x="4878379" y="2473892"/>
            <a:chExt cx="367161" cy="287523"/>
          </a:xfrm>
        </p:grpSpPr>
        <p:sp>
          <p:nvSpPr>
            <p:cNvPr id="24313" name="Google Shape;24313;p45"/>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4" name="Google Shape;24314;p45"/>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5" name="Google Shape;24315;p45"/>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6" name="Google Shape;24316;p45"/>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7" name="Google Shape;24317;p45"/>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18" name="Google Shape;24318;p45"/>
          <p:cNvGrpSpPr/>
          <p:nvPr/>
        </p:nvGrpSpPr>
        <p:grpSpPr>
          <a:xfrm>
            <a:off x="1325719" y="2706689"/>
            <a:ext cx="290581" cy="372481"/>
            <a:chOff x="1325719" y="2887689"/>
            <a:chExt cx="290581" cy="372481"/>
          </a:xfrm>
        </p:grpSpPr>
        <p:sp>
          <p:nvSpPr>
            <p:cNvPr id="24319" name="Google Shape;24319;p45"/>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0" name="Google Shape;24320;p45"/>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321" name="Google Shape;24321;p45"/>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322" name="Google Shape;24322;p45"/>
          <p:cNvGrpSpPr/>
          <p:nvPr/>
        </p:nvGrpSpPr>
        <p:grpSpPr>
          <a:xfrm>
            <a:off x="3510335" y="2711499"/>
            <a:ext cx="360726" cy="361204"/>
            <a:chOff x="3510335" y="2892499"/>
            <a:chExt cx="360726" cy="361204"/>
          </a:xfrm>
        </p:grpSpPr>
        <p:sp>
          <p:nvSpPr>
            <p:cNvPr id="24323" name="Google Shape;24323;p45"/>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4" name="Google Shape;24324;p45"/>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5" name="Google Shape;24325;p45"/>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6" name="Google Shape;24326;p45"/>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7" name="Google Shape;24327;p45"/>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28" name="Google Shape;24328;p45"/>
          <p:cNvGrpSpPr/>
          <p:nvPr/>
        </p:nvGrpSpPr>
        <p:grpSpPr>
          <a:xfrm>
            <a:off x="3086313" y="2696049"/>
            <a:ext cx="320142" cy="392581"/>
            <a:chOff x="3086313" y="2877049"/>
            <a:chExt cx="320142" cy="392581"/>
          </a:xfrm>
        </p:grpSpPr>
        <p:sp>
          <p:nvSpPr>
            <p:cNvPr id="24329" name="Google Shape;24329;p45"/>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0" name="Google Shape;24330;p45"/>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1" name="Google Shape;24331;p45"/>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2" name="Google Shape;24332;p45"/>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3" name="Google Shape;24333;p45"/>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4" name="Google Shape;24334;p45"/>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5" name="Google Shape;24335;p45"/>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6" name="Google Shape;24336;p45"/>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7" name="Google Shape;24337;p45"/>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8" name="Google Shape;24338;p45"/>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9" name="Google Shape;24339;p45"/>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0" name="Google Shape;24340;p45"/>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341" name="Google Shape;24341;p45"/>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342" name="Google Shape;24342;p45"/>
          <p:cNvGrpSpPr/>
          <p:nvPr/>
        </p:nvGrpSpPr>
        <p:grpSpPr>
          <a:xfrm>
            <a:off x="861113" y="2704746"/>
            <a:ext cx="333809" cy="373276"/>
            <a:chOff x="861113" y="2885746"/>
            <a:chExt cx="333809" cy="373276"/>
          </a:xfrm>
        </p:grpSpPr>
        <p:sp>
          <p:nvSpPr>
            <p:cNvPr id="24343" name="Google Shape;24343;p45"/>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4" name="Google Shape;24344;p45"/>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5" name="Google Shape;24345;p45"/>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346" name="Google Shape;24346;p45"/>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7" name="Google Shape;24347;p45"/>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348" name="Google Shape;24348;p45"/>
          <p:cNvGrpSpPr/>
          <p:nvPr/>
        </p:nvGrpSpPr>
        <p:grpSpPr>
          <a:xfrm>
            <a:off x="1297654" y="1323481"/>
            <a:ext cx="349354" cy="362223"/>
            <a:chOff x="1297654" y="1504481"/>
            <a:chExt cx="349354" cy="362223"/>
          </a:xfrm>
        </p:grpSpPr>
        <p:sp>
          <p:nvSpPr>
            <p:cNvPr id="24349" name="Google Shape;24349;p45"/>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0" name="Google Shape;24350;p45"/>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1" name="Google Shape;24351;p45"/>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352" name="Google Shape;24352;p45"/>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353" name="Google Shape;24353;p45"/>
          <p:cNvGrpSpPr/>
          <p:nvPr/>
        </p:nvGrpSpPr>
        <p:grpSpPr>
          <a:xfrm>
            <a:off x="852385" y="1329916"/>
            <a:ext cx="353145" cy="351997"/>
            <a:chOff x="852385" y="1510916"/>
            <a:chExt cx="353145" cy="351997"/>
          </a:xfrm>
        </p:grpSpPr>
        <p:sp>
          <p:nvSpPr>
            <p:cNvPr id="24354" name="Google Shape;24354;p45"/>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5" name="Google Shape;24355;p45"/>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6" name="Google Shape;24356;p45"/>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57" name="Google Shape;24357;p45"/>
          <p:cNvGrpSpPr/>
          <p:nvPr/>
        </p:nvGrpSpPr>
        <p:grpSpPr>
          <a:xfrm>
            <a:off x="1745217" y="1334471"/>
            <a:ext cx="343269" cy="342505"/>
            <a:chOff x="1745217" y="1515471"/>
            <a:chExt cx="343269" cy="342505"/>
          </a:xfrm>
        </p:grpSpPr>
        <p:sp>
          <p:nvSpPr>
            <p:cNvPr id="24358" name="Google Shape;24358;p45"/>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9" name="Google Shape;24359;p45"/>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0" name="Google Shape;24360;p45"/>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1" name="Google Shape;24361;p45"/>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362" name="Google Shape;24362;p45"/>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363" name="Google Shape;24363;p45"/>
          <p:cNvGrpSpPr/>
          <p:nvPr/>
        </p:nvGrpSpPr>
        <p:grpSpPr>
          <a:xfrm>
            <a:off x="3042703" y="1348137"/>
            <a:ext cx="411535" cy="315587"/>
            <a:chOff x="3042703" y="1529137"/>
            <a:chExt cx="411535" cy="315587"/>
          </a:xfrm>
        </p:grpSpPr>
        <p:sp>
          <p:nvSpPr>
            <p:cNvPr id="24364" name="Google Shape;24364;p45"/>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5" name="Google Shape;24365;p45"/>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6" name="Google Shape;24366;p45"/>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7" name="Google Shape;24367;p45"/>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8" name="Google Shape;24368;p45"/>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9" name="Google Shape;24369;p45"/>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0" name="Google Shape;24370;p45"/>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1" name="Google Shape;24371;p45"/>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2" name="Google Shape;24372;p45"/>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3" name="Google Shape;24373;p45"/>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74" name="Google Shape;24374;p45"/>
          <p:cNvGrpSpPr/>
          <p:nvPr/>
        </p:nvGrpSpPr>
        <p:grpSpPr>
          <a:xfrm>
            <a:off x="2629289" y="1363682"/>
            <a:ext cx="350500" cy="284497"/>
            <a:chOff x="2629289" y="1544682"/>
            <a:chExt cx="350500" cy="284497"/>
          </a:xfrm>
        </p:grpSpPr>
        <p:sp>
          <p:nvSpPr>
            <p:cNvPr id="24375" name="Google Shape;24375;p45"/>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6" name="Google Shape;24376;p45"/>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7" name="Google Shape;24377;p45"/>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8" name="Google Shape;24378;p45"/>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9" name="Google Shape;24379;p45"/>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80" name="Google Shape;24380;p45"/>
          <p:cNvGrpSpPr/>
          <p:nvPr/>
        </p:nvGrpSpPr>
        <p:grpSpPr>
          <a:xfrm>
            <a:off x="5305077" y="1321633"/>
            <a:ext cx="367893" cy="365218"/>
            <a:chOff x="5305077" y="1502633"/>
            <a:chExt cx="367893" cy="365218"/>
          </a:xfrm>
        </p:grpSpPr>
        <p:sp>
          <p:nvSpPr>
            <p:cNvPr id="24381" name="Google Shape;24381;p45"/>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2" name="Google Shape;24382;p45"/>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83" name="Google Shape;24383;p45"/>
          <p:cNvGrpSpPr/>
          <p:nvPr/>
        </p:nvGrpSpPr>
        <p:grpSpPr>
          <a:xfrm>
            <a:off x="7100170" y="1319117"/>
            <a:ext cx="368308" cy="367033"/>
            <a:chOff x="7100170" y="1500117"/>
            <a:chExt cx="368308" cy="367033"/>
          </a:xfrm>
        </p:grpSpPr>
        <p:sp>
          <p:nvSpPr>
            <p:cNvPr id="24384" name="Google Shape;24384;p45"/>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5" name="Google Shape;24385;p45"/>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6" name="Google Shape;24386;p45"/>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7" name="Google Shape;24387;p45"/>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8" name="Google Shape;24388;p45"/>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9" name="Google Shape;24389;p45"/>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0" name="Google Shape;24390;p45"/>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1" name="Google Shape;24391;p45"/>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2" name="Google Shape;24392;p45"/>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3" name="Google Shape;24393;p45"/>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4" name="Google Shape;24394;p45"/>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5" name="Google Shape;24395;p45"/>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6" name="Google Shape;24396;p45"/>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397" name="Google Shape;24397;p45"/>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398" name="Google Shape;24398;p45"/>
          <p:cNvGrpSpPr/>
          <p:nvPr/>
        </p:nvGrpSpPr>
        <p:grpSpPr>
          <a:xfrm>
            <a:off x="6649231" y="1319021"/>
            <a:ext cx="390287" cy="367065"/>
            <a:chOff x="6649231" y="1500021"/>
            <a:chExt cx="390287" cy="367065"/>
          </a:xfrm>
        </p:grpSpPr>
        <p:sp>
          <p:nvSpPr>
            <p:cNvPr id="24399" name="Google Shape;24399;p45"/>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0" name="Google Shape;24400;p45"/>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1" name="Google Shape;24401;p45"/>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2" name="Google Shape;24402;p45"/>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3" name="Google Shape;24403;p45"/>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4" name="Google Shape;24404;p45"/>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5" name="Google Shape;24405;p45"/>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6" name="Google Shape;24406;p45"/>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7" name="Google Shape;24407;p45"/>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8" name="Google Shape;24408;p45"/>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9" name="Google Shape;24409;p45"/>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0" name="Google Shape;24410;p45"/>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11" name="Google Shape;24411;p45"/>
          <p:cNvGrpSpPr/>
          <p:nvPr/>
        </p:nvGrpSpPr>
        <p:grpSpPr>
          <a:xfrm>
            <a:off x="5746938" y="1362503"/>
            <a:ext cx="387261" cy="280356"/>
            <a:chOff x="5746938" y="1543503"/>
            <a:chExt cx="387261" cy="280356"/>
          </a:xfrm>
        </p:grpSpPr>
        <p:sp>
          <p:nvSpPr>
            <p:cNvPr id="24412" name="Google Shape;24412;p45"/>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3" name="Google Shape;24413;p45"/>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14" name="Google Shape;24414;p45"/>
          <p:cNvGrpSpPr/>
          <p:nvPr/>
        </p:nvGrpSpPr>
        <p:grpSpPr>
          <a:xfrm>
            <a:off x="6196730" y="1344346"/>
            <a:ext cx="369073" cy="317467"/>
            <a:chOff x="6196730" y="1525346"/>
            <a:chExt cx="369073" cy="317467"/>
          </a:xfrm>
        </p:grpSpPr>
        <p:sp>
          <p:nvSpPr>
            <p:cNvPr id="24415" name="Google Shape;24415;p45"/>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6" name="Google Shape;24416;p45"/>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7" name="Google Shape;24417;p45"/>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18" name="Google Shape;24418;p45"/>
          <p:cNvGrpSpPr/>
          <p:nvPr/>
        </p:nvGrpSpPr>
        <p:grpSpPr>
          <a:xfrm>
            <a:off x="4940592" y="1319690"/>
            <a:ext cx="246558" cy="367161"/>
            <a:chOff x="4940592" y="1500690"/>
            <a:chExt cx="246558" cy="367161"/>
          </a:xfrm>
        </p:grpSpPr>
        <p:sp>
          <p:nvSpPr>
            <p:cNvPr id="24419" name="Google Shape;24419;p45"/>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0" name="Google Shape;24420;p45"/>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1" name="Google Shape;24421;p45"/>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2" name="Google Shape;24422;p45"/>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23" name="Google Shape;24423;p45"/>
          <p:cNvGrpSpPr/>
          <p:nvPr/>
        </p:nvGrpSpPr>
        <p:grpSpPr>
          <a:xfrm>
            <a:off x="7964906" y="1318894"/>
            <a:ext cx="380859" cy="367575"/>
            <a:chOff x="7964906" y="1499894"/>
            <a:chExt cx="380859" cy="367575"/>
          </a:xfrm>
        </p:grpSpPr>
        <p:sp>
          <p:nvSpPr>
            <p:cNvPr id="24424" name="Google Shape;24424;p45"/>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5" name="Google Shape;24425;p45"/>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6" name="Google Shape;24426;p45"/>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427" name="Google Shape;24427;p45"/>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428" name="Google Shape;24428;p45"/>
          <p:cNvGrpSpPr/>
          <p:nvPr/>
        </p:nvGrpSpPr>
        <p:grpSpPr>
          <a:xfrm>
            <a:off x="8007400" y="2721278"/>
            <a:ext cx="285230" cy="355597"/>
            <a:chOff x="8007400" y="2902278"/>
            <a:chExt cx="285230" cy="355597"/>
          </a:xfrm>
        </p:grpSpPr>
        <p:sp>
          <p:nvSpPr>
            <p:cNvPr id="24429" name="Google Shape;24429;p4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0" name="Google Shape;24430;p4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31" name="Google Shape;24431;p45"/>
          <p:cNvGrpSpPr/>
          <p:nvPr/>
        </p:nvGrpSpPr>
        <p:grpSpPr>
          <a:xfrm>
            <a:off x="6219124" y="2721788"/>
            <a:ext cx="318232" cy="355469"/>
            <a:chOff x="6219124" y="2902788"/>
            <a:chExt cx="318232" cy="355469"/>
          </a:xfrm>
        </p:grpSpPr>
        <p:sp>
          <p:nvSpPr>
            <p:cNvPr id="24432" name="Google Shape;24432;p45"/>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3" name="Google Shape;24433;p45"/>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4" name="Google Shape;24434;p45"/>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35" name="Google Shape;24435;p45"/>
          <p:cNvGrpSpPr/>
          <p:nvPr/>
        </p:nvGrpSpPr>
        <p:grpSpPr>
          <a:xfrm>
            <a:off x="4969421" y="2721852"/>
            <a:ext cx="185109" cy="355406"/>
            <a:chOff x="4969421" y="2902852"/>
            <a:chExt cx="185109" cy="355406"/>
          </a:xfrm>
        </p:grpSpPr>
        <p:sp>
          <p:nvSpPr>
            <p:cNvPr id="24436" name="Google Shape;24436;p45"/>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7" name="Google Shape;24437;p45"/>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8" name="Google Shape;24438;p45"/>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9" name="Google Shape;24439;p45"/>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0" name="Google Shape;24440;p45"/>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1" name="Google Shape;24441;p45"/>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442" name="Google Shape;24442;p45"/>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3" name="Google Shape;24443;p45"/>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444" name="Google Shape;24444;p45"/>
          <p:cNvGrpSpPr/>
          <p:nvPr/>
        </p:nvGrpSpPr>
        <p:grpSpPr>
          <a:xfrm>
            <a:off x="6685259" y="2721852"/>
            <a:ext cx="311414" cy="355406"/>
            <a:chOff x="6685259" y="2902852"/>
            <a:chExt cx="311414" cy="355406"/>
          </a:xfrm>
        </p:grpSpPr>
        <p:sp>
          <p:nvSpPr>
            <p:cNvPr id="24445" name="Google Shape;24445;p45"/>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6" name="Google Shape;24446;p45"/>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7" name="Google Shape;24447;p45"/>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48" name="Google Shape;24448;p45"/>
          <p:cNvGrpSpPr/>
          <p:nvPr/>
        </p:nvGrpSpPr>
        <p:grpSpPr>
          <a:xfrm>
            <a:off x="5309250" y="2722170"/>
            <a:ext cx="359579" cy="355852"/>
            <a:chOff x="5309250" y="2903170"/>
            <a:chExt cx="359579" cy="355852"/>
          </a:xfrm>
        </p:grpSpPr>
        <p:sp>
          <p:nvSpPr>
            <p:cNvPr id="24449" name="Google Shape;24449;p45"/>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0" name="Google Shape;24450;p45"/>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1" name="Google Shape;24451;p45"/>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52" name="Google Shape;24452;p45"/>
          <p:cNvGrpSpPr/>
          <p:nvPr/>
        </p:nvGrpSpPr>
        <p:grpSpPr>
          <a:xfrm>
            <a:off x="2199565" y="2240172"/>
            <a:ext cx="312179" cy="353431"/>
            <a:chOff x="2199565" y="2421172"/>
            <a:chExt cx="312179" cy="353431"/>
          </a:xfrm>
        </p:grpSpPr>
        <p:sp>
          <p:nvSpPr>
            <p:cNvPr id="24453" name="Google Shape;24453;p45"/>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4" name="Google Shape;24454;p45"/>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55" name="Google Shape;24455;p45"/>
          <p:cNvGrpSpPr/>
          <p:nvPr/>
        </p:nvGrpSpPr>
        <p:grpSpPr>
          <a:xfrm>
            <a:off x="1750887" y="2244727"/>
            <a:ext cx="320143" cy="343270"/>
            <a:chOff x="1750887" y="2425727"/>
            <a:chExt cx="320143" cy="343270"/>
          </a:xfrm>
        </p:grpSpPr>
        <p:sp>
          <p:nvSpPr>
            <p:cNvPr id="24456" name="Google Shape;24456;p45"/>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7" name="Google Shape;24457;p45"/>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58" name="Google Shape;24458;p45"/>
          <p:cNvGrpSpPr/>
          <p:nvPr/>
        </p:nvGrpSpPr>
        <p:grpSpPr>
          <a:xfrm>
            <a:off x="1298037" y="2244727"/>
            <a:ext cx="338364" cy="342887"/>
            <a:chOff x="1298037" y="2425727"/>
            <a:chExt cx="338364" cy="342887"/>
          </a:xfrm>
        </p:grpSpPr>
        <p:sp>
          <p:nvSpPr>
            <p:cNvPr id="24459" name="Google Shape;24459;p45"/>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0" name="Google Shape;24460;p45"/>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1" name="Google Shape;24461;p45"/>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2" name="Google Shape;24462;p45"/>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463" name="Google Shape;24463;p45"/>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464" name="Google Shape;24464;p45"/>
          <p:cNvGrpSpPr/>
          <p:nvPr/>
        </p:nvGrpSpPr>
        <p:grpSpPr>
          <a:xfrm>
            <a:off x="3974207" y="2248009"/>
            <a:ext cx="320143" cy="338491"/>
            <a:chOff x="3974207" y="2429009"/>
            <a:chExt cx="320143" cy="338491"/>
          </a:xfrm>
        </p:grpSpPr>
        <p:sp>
          <p:nvSpPr>
            <p:cNvPr id="24465" name="Google Shape;24465;p45"/>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6" name="Google Shape;24466;p45"/>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67" name="Google Shape;24467;p45"/>
          <p:cNvGrpSpPr/>
          <p:nvPr/>
        </p:nvGrpSpPr>
        <p:grpSpPr>
          <a:xfrm>
            <a:off x="2623237" y="2250047"/>
            <a:ext cx="355024" cy="332630"/>
            <a:chOff x="2623237" y="2431047"/>
            <a:chExt cx="355024" cy="332630"/>
          </a:xfrm>
        </p:grpSpPr>
        <p:sp>
          <p:nvSpPr>
            <p:cNvPr id="24468" name="Google Shape;24468;p45"/>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9" name="Google Shape;24469;p45"/>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0" name="Google Shape;24470;p45"/>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1" name="Google Shape;24471;p45"/>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72" name="Google Shape;24472;p45"/>
          <p:cNvGrpSpPr/>
          <p:nvPr/>
        </p:nvGrpSpPr>
        <p:grpSpPr>
          <a:xfrm>
            <a:off x="6657194" y="2253073"/>
            <a:ext cx="375507" cy="367925"/>
            <a:chOff x="6657194" y="2434073"/>
            <a:chExt cx="375507" cy="367925"/>
          </a:xfrm>
        </p:grpSpPr>
        <p:sp>
          <p:nvSpPr>
            <p:cNvPr id="24473" name="Google Shape;24473;p45"/>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4" name="Google Shape;24474;p45"/>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5" name="Google Shape;24475;p45"/>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76" name="Google Shape;24476;p45"/>
          <p:cNvGrpSpPr/>
          <p:nvPr/>
        </p:nvGrpSpPr>
        <p:grpSpPr>
          <a:xfrm>
            <a:off x="7101317" y="2260655"/>
            <a:ext cx="367925" cy="352380"/>
            <a:chOff x="7101317" y="2441655"/>
            <a:chExt cx="367925" cy="352380"/>
          </a:xfrm>
        </p:grpSpPr>
        <p:sp>
          <p:nvSpPr>
            <p:cNvPr id="24477" name="Google Shape;24477;p45"/>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8" name="Google Shape;24478;p45"/>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79" name="Google Shape;24479;p45"/>
          <p:cNvGrpSpPr/>
          <p:nvPr/>
        </p:nvGrpSpPr>
        <p:grpSpPr>
          <a:xfrm>
            <a:off x="5756399" y="2253456"/>
            <a:ext cx="367925" cy="367161"/>
            <a:chOff x="5756399" y="2434456"/>
            <a:chExt cx="367925" cy="367161"/>
          </a:xfrm>
        </p:grpSpPr>
        <p:sp>
          <p:nvSpPr>
            <p:cNvPr id="24480" name="Google Shape;24480;p45"/>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1" name="Google Shape;24481;p45"/>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2" name="Google Shape;24482;p45"/>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3" name="Google Shape;24483;p45"/>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4" name="Google Shape;24484;p45"/>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5" name="Google Shape;24485;p45"/>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6" name="Google Shape;24486;p45"/>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487" name="Google Shape;24487;p45"/>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8" name="Google Shape;24488;p45"/>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489" name="Google Shape;24489;p45"/>
          <p:cNvGrpSpPr/>
          <p:nvPr/>
        </p:nvGrpSpPr>
        <p:grpSpPr>
          <a:xfrm>
            <a:off x="7964906" y="2253073"/>
            <a:ext cx="373627" cy="367925"/>
            <a:chOff x="7964906" y="2434073"/>
            <a:chExt cx="373627" cy="367925"/>
          </a:xfrm>
        </p:grpSpPr>
        <p:sp>
          <p:nvSpPr>
            <p:cNvPr id="24490" name="Google Shape;24490;p45"/>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1" name="Google Shape;24491;p45"/>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92" name="Google Shape;24492;p45"/>
          <p:cNvGrpSpPr/>
          <p:nvPr/>
        </p:nvGrpSpPr>
        <p:grpSpPr>
          <a:xfrm>
            <a:off x="6194086" y="2256737"/>
            <a:ext cx="369837" cy="360471"/>
            <a:chOff x="6194086" y="2437737"/>
            <a:chExt cx="369837" cy="360471"/>
          </a:xfrm>
        </p:grpSpPr>
        <p:sp>
          <p:nvSpPr>
            <p:cNvPr id="24493" name="Google Shape;24493;p45"/>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4" name="Google Shape;24494;p45"/>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495" name="Google Shape;24495;p45"/>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Educational Icons</a:t>
            </a:r>
            <a:endParaRPr b="0" i="0" sz="2400" u="none" cap="none" strike="noStrike">
              <a:solidFill>
                <a:srgbClr val="FFFFFF"/>
              </a:solidFill>
              <a:latin typeface="Arial"/>
              <a:ea typeface="Arial"/>
              <a:cs typeface="Arial"/>
              <a:sym typeface="Arial"/>
            </a:endParaRPr>
          </a:p>
        </p:txBody>
      </p:sp>
      <p:sp>
        <p:nvSpPr>
          <p:cNvPr id="24496" name="Google Shape;24496;p45"/>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Medical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500" name="Shape 24500"/>
        <p:cNvGrpSpPr/>
        <p:nvPr/>
      </p:nvGrpSpPr>
      <p:grpSpPr>
        <a:xfrm>
          <a:off x="0" y="0"/>
          <a:ext cx="0" cy="0"/>
          <a:chOff x="0" y="0"/>
          <a:chExt cx="0" cy="0"/>
        </a:xfrm>
      </p:grpSpPr>
      <p:grpSp>
        <p:nvGrpSpPr>
          <p:cNvPr id="24501" name="Google Shape;24501;p46"/>
          <p:cNvGrpSpPr/>
          <p:nvPr/>
        </p:nvGrpSpPr>
        <p:grpSpPr>
          <a:xfrm>
            <a:off x="3122257" y="1334344"/>
            <a:ext cx="294850" cy="349434"/>
            <a:chOff x="3122257" y="1508594"/>
            <a:chExt cx="294850" cy="349434"/>
          </a:xfrm>
        </p:grpSpPr>
        <p:sp>
          <p:nvSpPr>
            <p:cNvPr id="24502" name="Google Shape;24502;p46"/>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3" name="Google Shape;24503;p46"/>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4" name="Google Shape;24504;p46"/>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5" name="Google Shape;24505;p46"/>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6" name="Google Shape;24506;p46"/>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07" name="Google Shape;24507;p46"/>
          <p:cNvGrpSpPr/>
          <p:nvPr/>
        </p:nvGrpSpPr>
        <p:grpSpPr>
          <a:xfrm>
            <a:off x="910723" y="1333962"/>
            <a:ext cx="251660" cy="350166"/>
            <a:chOff x="910723" y="1508212"/>
            <a:chExt cx="251660" cy="350166"/>
          </a:xfrm>
        </p:grpSpPr>
        <p:sp>
          <p:nvSpPr>
            <p:cNvPr id="24508" name="Google Shape;24508;p46"/>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9" name="Google Shape;24509;p46"/>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0" name="Google Shape;24510;p46"/>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1" name="Google Shape;24511;p46"/>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2" name="Google Shape;24512;p46"/>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3" name="Google Shape;24513;p46"/>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4" name="Google Shape;24514;p46"/>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5" name="Google Shape;24515;p46"/>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6" name="Google Shape;24516;p46"/>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7" name="Google Shape;24517;p46"/>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8" name="Google Shape;24518;p46"/>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9" name="Google Shape;24519;p46"/>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0" name="Google Shape;24520;p46"/>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1" name="Google Shape;24521;p46"/>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2" name="Google Shape;24522;p46"/>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3" name="Google Shape;24523;p46"/>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4" name="Google Shape;24524;p46"/>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25" name="Google Shape;24525;p46"/>
          <p:cNvGrpSpPr/>
          <p:nvPr/>
        </p:nvGrpSpPr>
        <p:grpSpPr>
          <a:xfrm>
            <a:off x="1308631" y="1333580"/>
            <a:ext cx="350166" cy="350198"/>
            <a:chOff x="1308631" y="1507830"/>
            <a:chExt cx="350166" cy="350198"/>
          </a:xfrm>
        </p:grpSpPr>
        <p:sp>
          <p:nvSpPr>
            <p:cNvPr id="24526" name="Google Shape;24526;p46"/>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7" name="Google Shape;24527;p46"/>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8" name="Google Shape;24528;p46"/>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9" name="Google Shape;24529;p46"/>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30" name="Google Shape;24530;p46"/>
          <p:cNvGrpSpPr/>
          <p:nvPr/>
        </p:nvGrpSpPr>
        <p:grpSpPr>
          <a:xfrm>
            <a:off x="1756921" y="1335489"/>
            <a:ext cx="345997" cy="345997"/>
            <a:chOff x="1756921" y="1509739"/>
            <a:chExt cx="345997" cy="345997"/>
          </a:xfrm>
        </p:grpSpPr>
        <p:sp>
          <p:nvSpPr>
            <p:cNvPr id="24531" name="Google Shape;24531;p46"/>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2" name="Google Shape;24532;p46"/>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3" name="Google Shape;24533;p46"/>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4" name="Google Shape;24534;p46"/>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5" name="Google Shape;24535;p46"/>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6" name="Google Shape;24536;p46"/>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7" name="Google Shape;24537;p46"/>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8" name="Google Shape;24538;p46"/>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9" name="Google Shape;24539;p46"/>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0" name="Google Shape;24540;p46"/>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1" name="Google Shape;24541;p46"/>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2" name="Google Shape;24542;p46"/>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3" name="Google Shape;24543;p46"/>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4" name="Google Shape;24544;p46"/>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5" name="Google Shape;24545;p46"/>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6" name="Google Shape;24546;p46"/>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7" name="Google Shape;24547;p46"/>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48" name="Google Shape;24548;p46"/>
          <p:cNvGrpSpPr/>
          <p:nvPr/>
        </p:nvGrpSpPr>
        <p:grpSpPr>
          <a:xfrm>
            <a:off x="2216956" y="1336253"/>
            <a:ext cx="318721" cy="345615"/>
            <a:chOff x="2216956" y="1510503"/>
            <a:chExt cx="318721" cy="345615"/>
          </a:xfrm>
        </p:grpSpPr>
        <p:sp>
          <p:nvSpPr>
            <p:cNvPr id="24549" name="Google Shape;24549;p46"/>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0" name="Google Shape;24550;p46"/>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1" name="Google Shape;24551;p46"/>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2" name="Google Shape;24552;p46"/>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3" name="Google Shape;24553;p46"/>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54" name="Google Shape;24554;p46"/>
          <p:cNvGrpSpPr/>
          <p:nvPr/>
        </p:nvGrpSpPr>
        <p:grpSpPr>
          <a:xfrm>
            <a:off x="3988156" y="1394211"/>
            <a:ext cx="349052" cy="230050"/>
            <a:chOff x="3988156" y="1568461"/>
            <a:chExt cx="349052" cy="230050"/>
          </a:xfrm>
        </p:grpSpPr>
        <p:sp>
          <p:nvSpPr>
            <p:cNvPr id="24555" name="Google Shape;24555;p46"/>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6" name="Google Shape;24556;p46"/>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7" name="Google Shape;24557;p46"/>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8" name="Google Shape;24558;p46"/>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9" name="Google Shape;24559;p46"/>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0" name="Google Shape;24560;p46"/>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1" name="Google Shape;24561;p46"/>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62" name="Google Shape;24562;p46"/>
          <p:cNvGrpSpPr/>
          <p:nvPr/>
        </p:nvGrpSpPr>
        <p:grpSpPr>
          <a:xfrm>
            <a:off x="2633037" y="1325623"/>
            <a:ext cx="379002" cy="366112"/>
            <a:chOff x="2633037" y="1499873"/>
            <a:chExt cx="379002" cy="366112"/>
          </a:xfrm>
        </p:grpSpPr>
        <p:sp>
          <p:nvSpPr>
            <p:cNvPr id="24563" name="Google Shape;24563;p46"/>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4" name="Google Shape;24564;p46"/>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5" name="Google Shape;24565;p46"/>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6" name="Google Shape;24566;p46"/>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7" name="Google Shape;24567;p46"/>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8" name="Google Shape;24568;p46"/>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69" name="Google Shape;24569;p46"/>
          <p:cNvGrpSpPr/>
          <p:nvPr/>
        </p:nvGrpSpPr>
        <p:grpSpPr>
          <a:xfrm>
            <a:off x="6675256" y="1341919"/>
            <a:ext cx="327823" cy="357009"/>
            <a:chOff x="6675256" y="1516169"/>
            <a:chExt cx="327823" cy="357009"/>
          </a:xfrm>
        </p:grpSpPr>
        <p:sp>
          <p:nvSpPr>
            <p:cNvPr id="24570" name="Google Shape;24570;p46"/>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1" name="Google Shape;24571;p46"/>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2" name="Google Shape;24572;p46"/>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3" name="Google Shape;24573;p46"/>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4" name="Google Shape;24574;p46"/>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5" name="Google Shape;24575;p46"/>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6" name="Google Shape;24576;p46"/>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7" name="Google Shape;24577;p46"/>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8" name="Google Shape;24578;p46"/>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79" name="Google Shape;24579;p46"/>
          <p:cNvGrpSpPr/>
          <p:nvPr/>
        </p:nvGrpSpPr>
        <p:grpSpPr>
          <a:xfrm>
            <a:off x="8020159" y="1342301"/>
            <a:ext cx="300897" cy="356627"/>
            <a:chOff x="8020159" y="1516551"/>
            <a:chExt cx="300897" cy="356627"/>
          </a:xfrm>
        </p:grpSpPr>
        <p:sp>
          <p:nvSpPr>
            <p:cNvPr id="24580" name="Google Shape;24580;p46"/>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1" name="Google Shape;24581;p46"/>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2" name="Google Shape;24582;p46"/>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3" name="Google Shape;24583;p46"/>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4" name="Google Shape;24584;p46"/>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85" name="Google Shape;24585;p46"/>
          <p:cNvGrpSpPr/>
          <p:nvPr/>
        </p:nvGrpSpPr>
        <p:grpSpPr>
          <a:xfrm>
            <a:off x="5377363" y="1341919"/>
            <a:ext cx="257357" cy="356627"/>
            <a:chOff x="5377363" y="1516169"/>
            <a:chExt cx="257357" cy="356627"/>
          </a:xfrm>
        </p:grpSpPr>
        <p:sp>
          <p:nvSpPr>
            <p:cNvPr id="24586" name="Google Shape;24586;p46"/>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7" name="Google Shape;24587;p46"/>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8" name="Google Shape;24588;p46"/>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9" name="Google Shape;24589;p46"/>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0" name="Google Shape;24590;p46"/>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1" name="Google Shape;24591;p46"/>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2" name="Google Shape;24592;p46"/>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3" name="Google Shape;24593;p46"/>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4" name="Google Shape;24594;p46"/>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5" name="Google Shape;24595;p46"/>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6" name="Google Shape;24596;p46"/>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7" name="Google Shape;24597;p46"/>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8" name="Google Shape;24598;p46"/>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9" name="Google Shape;24599;p46"/>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0" name="Google Shape;24600;p46"/>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1" name="Google Shape;24601;p46"/>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2" name="Google Shape;24602;p46"/>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03" name="Google Shape;24603;p46"/>
          <p:cNvGrpSpPr/>
          <p:nvPr/>
        </p:nvGrpSpPr>
        <p:grpSpPr>
          <a:xfrm>
            <a:off x="4880567" y="1361620"/>
            <a:ext cx="356245" cy="317606"/>
            <a:chOff x="4880567" y="1535870"/>
            <a:chExt cx="356245" cy="317606"/>
          </a:xfrm>
        </p:grpSpPr>
        <p:sp>
          <p:nvSpPr>
            <p:cNvPr id="24604" name="Google Shape;24604;p46"/>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5" name="Google Shape;24605;p46"/>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6" name="Google Shape;24606;p46"/>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7" name="Google Shape;24607;p46"/>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8" name="Google Shape;24608;p46"/>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09" name="Google Shape;24609;p46"/>
          <p:cNvGrpSpPr/>
          <p:nvPr/>
        </p:nvGrpSpPr>
        <p:grpSpPr>
          <a:xfrm>
            <a:off x="5771483" y="1341537"/>
            <a:ext cx="357359" cy="357391"/>
            <a:chOff x="5771483" y="1515787"/>
            <a:chExt cx="357359" cy="357391"/>
          </a:xfrm>
        </p:grpSpPr>
        <p:sp>
          <p:nvSpPr>
            <p:cNvPr id="24610" name="Google Shape;24610;p46"/>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1" name="Google Shape;24611;p46"/>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2" name="Google Shape;24612;p46"/>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3" name="Google Shape;24613;p46"/>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14" name="Google Shape;24614;p46"/>
          <p:cNvGrpSpPr/>
          <p:nvPr/>
        </p:nvGrpSpPr>
        <p:grpSpPr>
          <a:xfrm>
            <a:off x="7121669" y="1359360"/>
            <a:ext cx="321362" cy="321363"/>
            <a:chOff x="7121669" y="1533610"/>
            <a:chExt cx="321362" cy="321363"/>
          </a:xfrm>
        </p:grpSpPr>
        <p:sp>
          <p:nvSpPr>
            <p:cNvPr id="24615" name="Google Shape;24615;p46"/>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6" name="Google Shape;24616;p46"/>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7" name="Google Shape;24617;p46"/>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8" name="Google Shape;24618;p46"/>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19" name="Google Shape;24619;p46"/>
          <p:cNvGrpSpPr/>
          <p:nvPr/>
        </p:nvGrpSpPr>
        <p:grpSpPr>
          <a:xfrm>
            <a:off x="7562766" y="1340614"/>
            <a:ext cx="327059" cy="360192"/>
            <a:chOff x="7562766" y="1514864"/>
            <a:chExt cx="327059" cy="360192"/>
          </a:xfrm>
        </p:grpSpPr>
        <p:sp>
          <p:nvSpPr>
            <p:cNvPr id="24620" name="Google Shape;24620;p46"/>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1" name="Google Shape;24621;p46"/>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2" name="Google Shape;24622;p46"/>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3" name="Google Shape;24623;p46"/>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24" name="Google Shape;24624;p46"/>
          <p:cNvGrpSpPr/>
          <p:nvPr/>
        </p:nvGrpSpPr>
        <p:grpSpPr>
          <a:xfrm>
            <a:off x="6221229" y="1324423"/>
            <a:ext cx="361636" cy="362183"/>
            <a:chOff x="6259175" y="1559008"/>
            <a:chExt cx="271743" cy="272093"/>
          </a:xfrm>
        </p:grpSpPr>
        <p:sp>
          <p:nvSpPr>
            <p:cNvPr id="24625" name="Google Shape;24625;p46"/>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6" name="Google Shape;24626;p46"/>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7" name="Google Shape;24627;p46"/>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8" name="Google Shape;24628;p46"/>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9" name="Google Shape;24629;p46"/>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0" name="Google Shape;24630;p46"/>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1" name="Google Shape;24631;p46"/>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2" name="Google Shape;24632;p46"/>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3" name="Google Shape;24633;p46"/>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4" name="Google Shape;24634;p46"/>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5" name="Google Shape;24635;p46"/>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6" name="Google Shape;24636;p46"/>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7" name="Google Shape;24637;p46"/>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8" name="Google Shape;24638;p46"/>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9" name="Google Shape;24639;p46"/>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0" name="Google Shape;24640;p46"/>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1" name="Google Shape;24641;p46"/>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42" name="Google Shape;24642;p46"/>
          <p:cNvGrpSpPr/>
          <p:nvPr/>
        </p:nvGrpSpPr>
        <p:grpSpPr>
          <a:xfrm>
            <a:off x="6671087" y="1835054"/>
            <a:ext cx="332756" cy="281832"/>
            <a:chOff x="6671087" y="2009304"/>
            <a:chExt cx="332756" cy="281832"/>
          </a:xfrm>
        </p:grpSpPr>
        <p:sp>
          <p:nvSpPr>
            <p:cNvPr id="24643" name="Google Shape;24643;p46"/>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4" name="Google Shape;24644;p46"/>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645" name="Google Shape;24645;p46"/>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646" name="Google Shape;24646;p46"/>
          <p:cNvGrpSpPr/>
          <p:nvPr/>
        </p:nvGrpSpPr>
        <p:grpSpPr>
          <a:xfrm>
            <a:off x="2201806" y="1802335"/>
            <a:ext cx="349784" cy="349435"/>
            <a:chOff x="2201806" y="1976585"/>
            <a:chExt cx="349784" cy="349435"/>
          </a:xfrm>
        </p:grpSpPr>
        <p:sp>
          <p:nvSpPr>
            <p:cNvPr id="24647" name="Google Shape;24647;p46"/>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8" name="Google Shape;24648;p46"/>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9" name="Google Shape;24649;p46"/>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0" name="Google Shape;24650;p46"/>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51" name="Google Shape;24651;p46"/>
          <p:cNvGrpSpPr/>
          <p:nvPr/>
        </p:nvGrpSpPr>
        <p:grpSpPr>
          <a:xfrm>
            <a:off x="3094217" y="1802335"/>
            <a:ext cx="350198" cy="350549"/>
            <a:chOff x="3094217" y="1976585"/>
            <a:chExt cx="350198" cy="350549"/>
          </a:xfrm>
        </p:grpSpPr>
        <p:sp>
          <p:nvSpPr>
            <p:cNvPr id="24652" name="Google Shape;24652;p46"/>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3" name="Google Shape;24653;p46"/>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4" name="Google Shape;24654;p46"/>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5" name="Google Shape;24655;p46"/>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6" name="Google Shape;24656;p46"/>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7" name="Google Shape;24657;p46"/>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8" name="Google Shape;24658;p46"/>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9" name="Google Shape;24659;p46"/>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0" name="Google Shape;24660;p46"/>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1" name="Google Shape;24661;p46"/>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2" name="Google Shape;24662;p46"/>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3" name="Google Shape;24663;p46"/>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4" name="Google Shape;24664;p46"/>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665" name="Google Shape;24665;p46"/>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666" name="Google Shape;24666;p46"/>
          <p:cNvGrpSpPr/>
          <p:nvPr/>
        </p:nvGrpSpPr>
        <p:grpSpPr>
          <a:xfrm>
            <a:off x="3979435" y="1802335"/>
            <a:ext cx="345265" cy="349848"/>
            <a:chOff x="3979435" y="1976585"/>
            <a:chExt cx="345265" cy="349848"/>
          </a:xfrm>
        </p:grpSpPr>
        <p:sp>
          <p:nvSpPr>
            <p:cNvPr id="24667" name="Google Shape;24667;p46"/>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8" name="Google Shape;24668;p46"/>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9" name="Google Shape;24669;p46"/>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0" name="Google Shape;24670;p46"/>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1" name="Google Shape;24671;p46"/>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2" name="Google Shape;24672;p46"/>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3" name="Google Shape;24673;p46"/>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4" name="Google Shape;24674;p46"/>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5" name="Google Shape;24675;p46"/>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6" name="Google Shape;24676;p46"/>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7" name="Google Shape;24677;p46"/>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8" name="Google Shape;24678;p46"/>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9" name="Google Shape;24679;p46"/>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0" name="Google Shape;24680;p46"/>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1" name="Google Shape;24681;p46"/>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2" name="Google Shape;24682;p46"/>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3" name="Google Shape;24683;p46"/>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84" name="Google Shape;24684;p46"/>
          <p:cNvGrpSpPr/>
          <p:nvPr/>
        </p:nvGrpSpPr>
        <p:grpSpPr>
          <a:xfrm>
            <a:off x="3541011" y="1334344"/>
            <a:ext cx="350167" cy="349434"/>
            <a:chOff x="3541011" y="1508594"/>
            <a:chExt cx="350167" cy="349434"/>
          </a:xfrm>
        </p:grpSpPr>
        <p:sp>
          <p:nvSpPr>
            <p:cNvPr id="24685" name="Google Shape;24685;p46"/>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6" name="Google Shape;24686;p46"/>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7" name="Google Shape;24687;p46"/>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8" name="Google Shape;24688;p46"/>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9" name="Google Shape;24689;p46"/>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0" name="Google Shape;24690;p46"/>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1" name="Google Shape;24691;p46"/>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2" name="Google Shape;24692;p46"/>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3" name="Google Shape;24693;p46"/>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4" name="Google Shape;24694;p46"/>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5" name="Google Shape;24695;p46"/>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6" name="Google Shape;24696;p46"/>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7" name="Google Shape;24697;p46"/>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98" name="Google Shape;24698;p46"/>
          <p:cNvGrpSpPr/>
          <p:nvPr/>
        </p:nvGrpSpPr>
        <p:grpSpPr>
          <a:xfrm>
            <a:off x="3576626" y="1801571"/>
            <a:ext cx="284251" cy="351694"/>
            <a:chOff x="3576626" y="1975821"/>
            <a:chExt cx="284251" cy="351694"/>
          </a:xfrm>
        </p:grpSpPr>
        <p:sp>
          <p:nvSpPr>
            <p:cNvPr id="24699" name="Google Shape;24699;p46"/>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0" name="Google Shape;24700;p46"/>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1" name="Google Shape;24701;p46"/>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02" name="Google Shape;24702;p46"/>
          <p:cNvGrpSpPr/>
          <p:nvPr/>
        </p:nvGrpSpPr>
        <p:grpSpPr>
          <a:xfrm>
            <a:off x="2722090" y="2715912"/>
            <a:ext cx="238770" cy="371841"/>
            <a:chOff x="2722090" y="2890162"/>
            <a:chExt cx="238770" cy="371841"/>
          </a:xfrm>
        </p:grpSpPr>
        <p:sp>
          <p:nvSpPr>
            <p:cNvPr id="24703" name="Google Shape;24703;p46"/>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4" name="Google Shape;24704;p46"/>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5" name="Google Shape;24705;p46"/>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706" name="Google Shape;24706;p46"/>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707" name="Google Shape;24707;p46"/>
          <p:cNvGrpSpPr/>
          <p:nvPr/>
        </p:nvGrpSpPr>
        <p:grpSpPr>
          <a:xfrm>
            <a:off x="6216367" y="1795906"/>
            <a:ext cx="361147" cy="361147"/>
            <a:chOff x="6216367" y="1970156"/>
            <a:chExt cx="361147" cy="361147"/>
          </a:xfrm>
        </p:grpSpPr>
        <p:sp>
          <p:nvSpPr>
            <p:cNvPr id="24708" name="Google Shape;24708;p46"/>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9" name="Google Shape;24709;p46"/>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0" name="Google Shape;24710;p46"/>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1" name="Google Shape;24711;p46"/>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12" name="Google Shape;24712;p46"/>
          <p:cNvGrpSpPr/>
          <p:nvPr/>
        </p:nvGrpSpPr>
        <p:grpSpPr>
          <a:xfrm>
            <a:off x="1289311" y="2751972"/>
            <a:ext cx="408156" cy="299783"/>
            <a:chOff x="1289311" y="2926222"/>
            <a:chExt cx="408156" cy="299783"/>
          </a:xfrm>
        </p:grpSpPr>
        <p:sp>
          <p:nvSpPr>
            <p:cNvPr id="24713" name="Google Shape;24713;p46"/>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4" name="Google Shape;24714;p46"/>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15" name="Google Shape;24715;p46"/>
          <p:cNvGrpSpPr/>
          <p:nvPr/>
        </p:nvGrpSpPr>
        <p:grpSpPr>
          <a:xfrm>
            <a:off x="7978465" y="1795142"/>
            <a:ext cx="361147" cy="360797"/>
            <a:chOff x="7978465" y="1969392"/>
            <a:chExt cx="361147" cy="360797"/>
          </a:xfrm>
        </p:grpSpPr>
        <p:sp>
          <p:nvSpPr>
            <p:cNvPr id="24716" name="Google Shape;24716;p46"/>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7" name="Google Shape;24717;p46"/>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8" name="Google Shape;24718;p46"/>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9" name="Google Shape;24719;p46"/>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0" name="Google Shape;24720;p46"/>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1" name="Google Shape;24721;p46"/>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2" name="Google Shape;24722;p46"/>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3" name="Google Shape;24723;p46"/>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4" name="Google Shape;24724;p46"/>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725" name="Google Shape;24725;p46"/>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726" name="Google Shape;24726;p46"/>
          <p:cNvGrpSpPr/>
          <p:nvPr/>
        </p:nvGrpSpPr>
        <p:grpSpPr>
          <a:xfrm>
            <a:off x="854261" y="2734563"/>
            <a:ext cx="377474" cy="335748"/>
            <a:chOff x="854261" y="2908813"/>
            <a:chExt cx="377474" cy="335748"/>
          </a:xfrm>
        </p:grpSpPr>
        <p:sp>
          <p:nvSpPr>
            <p:cNvPr id="24727" name="Google Shape;24727;p46"/>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8" name="Google Shape;24728;p46"/>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9" name="Google Shape;24729;p46"/>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0" name="Google Shape;24730;p46"/>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1" name="Google Shape;24731;p46"/>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32" name="Google Shape;24732;p46"/>
          <p:cNvGrpSpPr/>
          <p:nvPr/>
        </p:nvGrpSpPr>
        <p:grpSpPr>
          <a:xfrm>
            <a:off x="1749728" y="2720527"/>
            <a:ext cx="386927" cy="363438"/>
            <a:chOff x="1749728" y="2894777"/>
            <a:chExt cx="386927" cy="363438"/>
          </a:xfrm>
        </p:grpSpPr>
        <p:sp>
          <p:nvSpPr>
            <p:cNvPr id="24733" name="Google Shape;24733;p46"/>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4" name="Google Shape;24734;p46"/>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5" name="Google Shape;24735;p46"/>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6" name="Google Shape;24736;p46"/>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7" name="Google Shape;24737;p46"/>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8" name="Google Shape;24738;p46"/>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9" name="Google Shape;24739;p46"/>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40" name="Google Shape;24740;p46"/>
          <p:cNvGrpSpPr/>
          <p:nvPr/>
        </p:nvGrpSpPr>
        <p:grpSpPr>
          <a:xfrm>
            <a:off x="7098912" y="1795142"/>
            <a:ext cx="359651" cy="361561"/>
            <a:chOff x="7098912" y="1969392"/>
            <a:chExt cx="359651" cy="361561"/>
          </a:xfrm>
        </p:grpSpPr>
        <p:sp>
          <p:nvSpPr>
            <p:cNvPr id="24741" name="Google Shape;24741;p46"/>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2" name="Google Shape;24742;p46"/>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3" name="Google Shape;24743;p46"/>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4" name="Google Shape;24744;p46"/>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5" name="Google Shape;24745;p46"/>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6" name="Google Shape;24746;p46"/>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7" name="Google Shape;24747;p46"/>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8" name="Google Shape;24748;p46"/>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9" name="Google Shape;24749;p46"/>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0" name="Google Shape;24750;p46"/>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1" name="Google Shape;24751;p46"/>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2" name="Google Shape;24752;p46"/>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3" name="Google Shape;24753;p46"/>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754" name="Google Shape;24754;p46"/>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755" name="Google Shape;24755;p46"/>
          <p:cNvGrpSpPr/>
          <p:nvPr/>
        </p:nvGrpSpPr>
        <p:grpSpPr>
          <a:xfrm>
            <a:off x="5352728" y="1815989"/>
            <a:ext cx="327092" cy="322508"/>
            <a:chOff x="5352728" y="1990239"/>
            <a:chExt cx="327092" cy="322508"/>
          </a:xfrm>
        </p:grpSpPr>
        <p:sp>
          <p:nvSpPr>
            <p:cNvPr id="24756" name="Google Shape;24756;p46"/>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7" name="Google Shape;24757;p46"/>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8" name="Google Shape;24758;p46"/>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59" name="Google Shape;24759;p46"/>
          <p:cNvGrpSpPr/>
          <p:nvPr/>
        </p:nvGrpSpPr>
        <p:grpSpPr>
          <a:xfrm>
            <a:off x="7538896" y="1795906"/>
            <a:ext cx="361147" cy="361529"/>
            <a:chOff x="7538896" y="1970156"/>
            <a:chExt cx="361147" cy="361529"/>
          </a:xfrm>
        </p:grpSpPr>
        <p:sp>
          <p:nvSpPr>
            <p:cNvPr id="24760" name="Google Shape;24760;p46"/>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1" name="Google Shape;24761;p46"/>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2" name="Google Shape;24762;p46"/>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3" name="Google Shape;24763;p46"/>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4" name="Google Shape;24764;p46"/>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5" name="Google Shape;24765;p46"/>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66" name="Google Shape;24766;p46"/>
          <p:cNvGrpSpPr/>
          <p:nvPr/>
        </p:nvGrpSpPr>
        <p:grpSpPr>
          <a:xfrm>
            <a:off x="4896099" y="1796670"/>
            <a:ext cx="358155" cy="358123"/>
            <a:chOff x="4896099" y="1970920"/>
            <a:chExt cx="358155" cy="358123"/>
          </a:xfrm>
        </p:grpSpPr>
        <p:sp>
          <p:nvSpPr>
            <p:cNvPr id="24767" name="Google Shape;24767;p46"/>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8" name="Google Shape;24768;p46"/>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9" name="Google Shape;24769;p46"/>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70" name="Google Shape;24770;p46"/>
          <p:cNvGrpSpPr/>
          <p:nvPr/>
        </p:nvGrpSpPr>
        <p:grpSpPr>
          <a:xfrm>
            <a:off x="4048787" y="2802769"/>
            <a:ext cx="283488" cy="198604"/>
            <a:chOff x="4048787" y="2977019"/>
            <a:chExt cx="283488" cy="198604"/>
          </a:xfrm>
        </p:grpSpPr>
        <p:sp>
          <p:nvSpPr>
            <p:cNvPr id="24771" name="Google Shape;24771;p46"/>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2" name="Google Shape;24772;p46"/>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3" name="Google Shape;24773;p46"/>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4" name="Google Shape;24774;p46"/>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5" name="Google Shape;24775;p46"/>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6" name="Google Shape;24776;p46"/>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77" name="Google Shape;24777;p46"/>
          <p:cNvGrpSpPr/>
          <p:nvPr/>
        </p:nvGrpSpPr>
        <p:grpSpPr>
          <a:xfrm>
            <a:off x="4054103" y="2255941"/>
            <a:ext cx="218687" cy="349052"/>
            <a:chOff x="4054103" y="2430191"/>
            <a:chExt cx="218687" cy="349052"/>
          </a:xfrm>
        </p:grpSpPr>
        <p:sp>
          <p:nvSpPr>
            <p:cNvPr id="24778" name="Google Shape;24778;p46"/>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9" name="Google Shape;24779;p46"/>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80" name="Google Shape;24780;p46"/>
          <p:cNvGrpSpPr/>
          <p:nvPr/>
        </p:nvGrpSpPr>
        <p:grpSpPr>
          <a:xfrm>
            <a:off x="2185128" y="2253299"/>
            <a:ext cx="382757" cy="356595"/>
            <a:chOff x="2185128" y="2427549"/>
            <a:chExt cx="382757" cy="356595"/>
          </a:xfrm>
        </p:grpSpPr>
        <p:sp>
          <p:nvSpPr>
            <p:cNvPr id="24781" name="Google Shape;24781;p46"/>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2" name="Google Shape;24782;p46"/>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3" name="Google Shape;24783;p46"/>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4" name="Google Shape;24784;p46"/>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85" name="Google Shape;24785;p46"/>
          <p:cNvGrpSpPr/>
          <p:nvPr/>
        </p:nvGrpSpPr>
        <p:grpSpPr>
          <a:xfrm>
            <a:off x="2656907" y="2265043"/>
            <a:ext cx="332757" cy="332343"/>
            <a:chOff x="2656907" y="2439293"/>
            <a:chExt cx="332757" cy="332343"/>
          </a:xfrm>
        </p:grpSpPr>
        <p:sp>
          <p:nvSpPr>
            <p:cNvPr id="24786" name="Google Shape;24786;p46"/>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7" name="Google Shape;24787;p46"/>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8" name="Google Shape;24788;p46"/>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9" name="Google Shape;24789;p46"/>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0" name="Google Shape;24790;p46"/>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1" name="Google Shape;24791;p46"/>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2" name="Google Shape;24792;p46"/>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93" name="Google Shape;24793;p46"/>
          <p:cNvGrpSpPr/>
          <p:nvPr/>
        </p:nvGrpSpPr>
        <p:grpSpPr>
          <a:xfrm>
            <a:off x="1731523" y="2248366"/>
            <a:ext cx="399435" cy="365698"/>
            <a:chOff x="1731523" y="2422616"/>
            <a:chExt cx="399435" cy="365698"/>
          </a:xfrm>
        </p:grpSpPr>
        <p:sp>
          <p:nvSpPr>
            <p:cNvPr id="24794" name="Google Shape;24794;p46"/>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5" name="Google Shape;24795;p46"/>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6" name="Google Shape;24796;p46"/>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97" name="Google Shape;24797;p46"/>
          <p:cNvGrpSpPr/>
          <p:nvPr/>
        </p:nvGrpSpPr>
        <p:grpSpPr>
          <a:xfrm>
            <a:off x="3097241" y="2259314"/>
            <a:ext cx="344883" cy="343388"/>
            <a:chOff x="3097241" y="2433564"/>
            <a:chExt cx="344883" cy="343388"/>
          </a:xfrm>
        </p:grpSpPr>
        <p:sp>
          <p:nvSpPr>
            <p:cNvPr id="24798" name="Google Shape;24798;p46"/>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9" name="Google Shape;24799;p46"/>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0" name="Google Shape;24800;p46"/>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1" name="Google Shape;24801;p46"/>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2" name="Google Shape;24802;p46"/>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3" name="Google Shape;24803;p46"/>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4" name="Google Shape;24804;p46"/>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5" name="Google Shape;24805;p46"/>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6" name="Google Shape;24806;p46"/>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07" name="Google Shape;24807;p46"/>
          <p:cNvGrpSpPr/>
          <p:nvPr/>
        </p:nvGrpSpPr>
        <p:grpSpPr>
          <a:xfrm>
            <a:off x="1278299" y="2265043"/>
            <a:ext cx="410829" cy="332343"/>
            <a:chOff x="1278299" y="2439293"/>
            <a:chExt cx="410829" cy="332343"/>
          </a:xfrm>
        </p:grpSpPr>
        <p:sp>
          <p:nvSpPr>
            <p:cNvPr id="24808" name="Google Shape;24808;p46"/>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9" name="Google Shape;24809;p46"/>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0" name="Google Shape;24810;p46"/>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1" name="Google Shape;24811;p46"/>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2" name="Google Shape;24812;p46"/>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3" name="Google Shape;24813;p46"/>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4" name="Google Shape;24814;p46"/>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5" name="Google Shape;24815;p46"/>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16" name="Google Shape;24816;p46"/>
          <p:cNvGrpSpPr/>
          <p:nvPr/>
        </p:nvGrpSpPr>
        <p:grpSpPr>
          <a:xfrm>
            <a:off x="2661459" y="1840751"/>
            <a:ext cx="322508" cy="273494"/>
            <a:chOff x="2661459" y="2015001"/>
            <a:chExt cx="322508" cy="273494"/>
          </a:xfrm>
        </p:grpSpPr>
        <p:sp>
          <p:nvSpPr>
            <p:cNvPr id="24817" name="Google Shape;24817;p46"/>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8" name="Google Shape;24818;p46"/>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19" name="Google Shape;24819;p46"/>
          <p:cNvGrpSpPr/>
          <p:nvPr/>
        </p:nvGrpSpPr>
        <p:grpSpPr>
          <a:xfrm>
            <a:off x="870939" y="2265043"/>
            <a:ext cx="331993" cy="331993"/>
            <a:chOff x="870939" y="2439293"/>
            <a:chExt cx="331993" cy="331993"/>
          </a:xfrm>
        </p:grpSpPr>
        <p:sp>
          <p:nvSpPr>
            <p:cNvPr id="24820" name="Google Shape;24820;p46"/>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1" name="Google Shape;24821;p46"/>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2" name="Google Shape;24822;p46"/>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3" name="Google Shape;24823;p46"/>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4" name="Google Shape;24824;p46"/>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5" name="Google Shape;24825;p46"/>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6" name="Google Shape;24826;p46"/>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7" name="Google Shape;24827;p46"/>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8" name="Google Shape;24828;p46"/>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9" name="Google Shape;24829;p46"/>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0" name="Google Shape;24830;p46"/>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1" name="Google Shape;24831;p46"/>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2" name="Google Shape;24832;p46"/>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3" name="Google Shape;24833;p46"/>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4" name="Google Shape;24834;p46"/>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5" name="Google Shape;24835;p46"/>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36" name="Google Shape;24836;p46"/>
          <p:cNvGrpSpPr/>
          <p:nvPr/>
        </p:nvGrpSpPr>
        <p:grpSpPr>
          <a:xfrm>
            <a:off x="6644957" y="2282103"/>
            <a:ext cx="371395" cy="278905"/>
            <a:chOff x="6644957" y="2456353"/>
            <a:chExt cx="371395" cy="278905"/>
          </a:xfrm>
        </p:grpSpPr>
        <p:sp>
          <p:nvSpPr>
            <p:cNvPr id="24837" name="Google Shape;24837;p46"/>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8" name="Google Shape;24838;p46"/>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9" name="Google Shape;24839;p46"/>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0" name="Google Shape;24840;p46"/>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1" name="Google Shape;24841;p46"/>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42" name="Google Shape;24842;p46"/>
          <p:cNvGrpSpPr/>
          <p:nvPr/>
        </p:nvGrpSpPr>
        <p:grpSpPr>
          <a:xfrm>
            <a:off x="5388757" y="2240409"/>
            <a:ext cx="260349" cy="362292"/>
            <a:chOff x="5388757" y="2414659"/>
            <a:chExt cx="260349" cy="362292"/>
          </a:xfrm>
        </p:grpSpPr>
        <p:sp>
          <p:nvSpPr>
            <p:cNvPr id="24843" name="Google Shape;24843;p46"/>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4" name="Google Shape;24844;p46"/>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5" name="Google Shape;24845;p46"/>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6" name="Google Shape;24846;p46"/>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7" name="Google Shape;24847;p46"/>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8" name="Google Shape;24848;p46"/>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9" name="Google Shape;24849;p46"/>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0" name="Google Shape;24850;p46"/>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1" name="Google Shape;24851;p46"/>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2" name="Google Shape;24852;p46"/>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3" name="Google Shape;24853;p46"/>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4" name="Google Shape;24854;p46"/>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5" name="Google Shape;24855;p46"/>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6" name="Google Shape;24856;p46"/>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7" name="Google Shape;24857;p46"/>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8" name="Google Shape;24858;p46"/>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9" name="Google Shape;24859;p46"/>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0" name="Google Shape;24860;p46"/>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1" name="Google Shape;24861;p46"/>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2" name="Google Shape;24862;p46"/>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63" name="Google Shape;24863;p46"/>
          <p:cNvGrpSpPr/>
          <p:nvPr/>
        </p:nvGrpSpPr>
        <p:grpSpPr>
          <a:xfrm>
            <a:off x="3567142" y="2731507"/>
            <a:ext cx="348288" cy="340331"/>
            <a:chOff x="3567142" y="2905757"/>
            <a:chExt cx="348288" cy="340331"/>
          </a:xfrm>
        </p:grpSpPr>
        <p:sp>
          <p:nvSpPr>
            <p:cNvPr id="24864" name="Google Shape;24864;p46"/>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5" name="Google Shape;24865;p46"/>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6" name="Google Shape;24866;p46"/>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7" name="Google Shape;24867;p46"/>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8" name="Google Shape;24868;p46"/>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69" name="Google Shape;24869;p46"/>
          <p:cNvGrpSpPr/>
          <p:nvPr/>
        </p:nvGrpSpPr>
        <p:grpSpPr>
          <a:xfrm>
            <a:off x="870939" y="1801571"/>
            <a:ext cx="332375" cy="350071"/>
            <a:chOff x="870939" y="1975821"/>
            <a:chExt cx="332375" cy="350071"/>
          </a:xfrm>
        </p:grpSpPr>
        <p:sp>
          <p:nvSpPr>
            <p:cNvPr id="24870" name="Google Shape;24870;p46"/>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1" name="Google Shape;24871;p46"/>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2" name="Google Shape;24872;p46"/>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3" name="Google Shape;24873;p46"/>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74" name="Google Shape;24874;p46"/>
          <p:cNvGrpSpPr/>
          <p:nvPr/>
        </p:nvGrpSpPr>
        <p:grpSpPr>
          <a:xfrm>
            <a:off x="7967103" y="2240791"/>
            <a:ext cx="355863" cy="361911"/>
            <a:chOff x="7967103" y="2415041"/>
            <a:chExt cx="355863" cy="361911"/>
          </a:xfrm>
        </p:grpSpPr>
        <p:sp>
          <p:nvSpPr>
            <p:cNvPr id="24875" name="Google Shape;24875;p46"/>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6" name="Google Shape;24876;p46"/>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7" name="Google Shape;24877;p46"/>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8" name="Google Shape;24878;p46"/>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9" name="Google Shape;24879;p46"/>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0" name="Google Shape;24880;p46"/>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1" name="Google Shape;24881;p46"/>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2" name="Google Shape;24882;p46"/>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3" name="Google Shape;24883;p46"/>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4" name="Google Shape;24884;p46"/>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5" name="Google Shape;24885;p46"/>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86" name="Google Shape;24886;p46"/>
          <p:cNvGrpSpPr/>
          <p:nvPr/>
        </p:nvGrpSpPr>
        <p:grpSpPr>
          <a:xfrm>
            <a:off x="7529411" y="2240409"/>
            <a:ext cx="355863" cy="362293"/>
            <a:chOff x="7529411" y="2414659"/>
            <a:chExt cx="355863" cy="362293"/>
          </a:xfrm>
        </p:grpSpPr>
        <p:sp>
          <p:nvSpPr>
            <p:cNvPr id="24887" name="Google Shape;24887;p46"/>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8" name="Google Shape;24888;p46"/>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9" name="Google Shape;24889;p46"/>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0" name="Google Shape;24890;p46"/>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1" name="Google Shape;24891;p46"/>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2" name="Google Shape;24892;p46"/>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3" name="Google Shape;24893;p46"/>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4" name="Google Shape;24894;p46"/>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5" name="Google Shape;24895;p46"/>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6" name="Google Shape;24896;p46"/>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7" name="Google Shape;24897;p46"/>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8" name="Google Shape;24898;p46"/>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99" name="Google Shape;24899;p46"/>
          <p:cNvGrpSpPr/>
          <p:nvPr/>
        </p:nvGrpSpPr>
        <p:grpSpPr>
          <a:xfrm>
            <a:off x="5733194" y="2257468"/>
            <a:ext cx="446826" cy="327059"/>
            <a:chOff x="5733194" y="2431718"/>
            <a:chExt cx="446826" cy="327059"/>
          </a:xfrm>
        </p:grpSpPr>
        <p:sp>
          <p:nvSpPr>
            <p:cNvPr id="24900" name="Google Shape;24900;p46"/>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1" name="Google Shape;24901;p46"/>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2" name="Google Shape;24902;p46"/>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03" name="Google Shape;24903;p46"/>
          <p:cNvGrpSpPr/>
          <p:nvPr/>
        </p:nvGrpSpPr>
        <p:grpSpPr>
          <a:xfrm>
            <a:off x="4876780" y="2243814"/>
            <a:ext cx="407774" cy="356628"/>
            <a:chOff x="4876780" y="2418064"/>
            <a:chExt cx="407774" cy="356628"/>
          </a:xfrm>
        </p:grpSpPr>
        <p:sp>
          <p:nvSpPr>
            <p:cNvPr id="24904" name="Google Shape;24904;p46"/>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5" name="Google Shape;24905;p46"/>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6" name="Google Shape;24906;p46"/>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7" name="Google Shape;24907;p46"/>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8" name="Google Shape;24908;p46"/>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9" name="Google Shape;24909;p46"/>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0" name="Google Shape;24910;p46"/>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1" name="Google Shape;24911;p46"/>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12" name="Google Shape;24912;p46"/>
          <p:cNvGrpSpPr/>
          <p:nvPr/>
        </p:nvGrpSpPr>
        <p:grpSpPr>
          <a:xfrm>
            <a:off x="7070872" y="2236621"/>
            <a:ext cx="398322" cy="371013"/>
            <a:chOff x="7070872" y="2410871"/>
            <a:chExt cx="398322" cy="371013"/>
          </a:xfrm>
        </p:grpSpPr>
        <p:sp>
          <p:nvSpPr>
            <p:cNvPr id="24913" name="Google Shape;24913;p46"/>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4" name="Google Shape;24914;p46"/>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5" name="Google Shape;24915;p46"/>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6" name="Google Shape;24916;p46"/>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917" name="Google Shape;24917;p46"/>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918" name="Google Shape;24918;p46"/>
          <p:cNvGrpSpPr/>
          <p:nvPr/>
        </p:nvGrpSpPr>
        <p:grpSpPr>
          <a:xfrm>
            <a:off x="5318259" y="2807861"/>
            <a:ext cx="371013" cy="220788"/>
            <a:chOff x="5318259" y="2982111"/>
            <a:chExt cx="371013" cy="220788"/>
          </a:xfrm>
        </p:grpSpPr>
        <p:sp>
          <p:nvSpPr>
            <p:cNvPr id="24919" name="Google Shape;24919;p46"/>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0" name="Google Shape;24920;p46"/>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1" name="Google Shape;24921;p46"/>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2" name="Google Shape;24922;p46"/>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3" name="Google Shape;24923;p46"/>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4" name="Google Shape;24924;p46"/>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5" name="Google Shape;24925;p46"/>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6" name="Google Shape;24926;p46"/>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27" name="Google Shape;24927;p46"/>
          <p:cNvGrpSpPr/>
          <p:nvPr/>
        </p:nvGrpSpPr>
        <p:grpSpPr>
          <a:xfrm>
            <a:off x="7073928" y="2731507"/>
            <a:ext cx="371395" cy="371809"/>
            <a:chOff x="7073928" y="2905757"/>
            <a:chExt cx="371395" cy="371809"/>
          </a:xfrm>
        </p:grpSpPr>
        <p:sp>
          <p:nvSpPr>
            <p:cNvPr id="24928" name="Google Shape;24928;p46"/>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9" name="Google Shape;24929;p46"/>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0" name="Google Shape;24930;p46"/>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31" name="Google Shape;24931;p46"/>
          <p:cNvGrpSpPr/>
          <p:nvPr/>
        </p:nvGrpSpPr>
        <p:grpSpPr>
          <a:xfrm>
            <a:off x="6188327" y="2781158"/>
            <a:ext cx="371395" cy="272857"/>
            <a:chOff x="6188327" y="2955408"/>
            <a:chExt cx="371395" cy="272857"/>
          </a:xfrm>
        </p:grpSpPr>
        <p:sp>
          <p:nvSpPr>
            <p:cNvPr id="24932" name="Google Shape;24932;p46"/>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3" name="Google Shape;24933;p46"/>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34" name="Google Shape;24934;p46"/>
          <p:cNvGrpSpPr/>
          <p:nvPr/>
        </p:nvGrpSpPr>
        <p:grpSpPr>
          <a:xfrm>
            <a:off x="7521454" y="2731889"/>
            <a:ext cx="359650" cy="371013"/>
            <a:chOff x="7521454" y="2906139"/>
            <a:chExt cx="359650" cy="371013"/>
          </a:xfrm>
        </p:grpSpPr>
        <p:sp>
          <p:nvSpPr>
            <p:cNvPr id="24935" name="Google Shape;24935;p46"/>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6" name="Google Shape;24936;p46"/>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7" name="Google Shape;24937;p46"/>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8" name="Google Shape;24938;p46"/>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9" name="Google Shape;24939;p46"/>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40" name="Google Shape;24940;p46"/>
          <p:cNvGrpSpPr/>
          <p:nvPr/>
        </p:nvGrpSpPr>
        <p:grpSpPr>
          <a:xfrm>
            <a:off x="5782845" y="2732271"/>
            <a:ext cx="301661" cy="371013"/>
            <a:chOff x="5782845" y="2906521"/>
            <a:chExt cx="301661" cy="371013"/>
          </a:xfrm>
        </p:grpSpPr>
        <p:sp>
          <p:nvSpPr>
            <p:cNvPr id="24941" name="Google Shape;24941;p46"/>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2" name="Google Shape;24942;p46"/>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3" name="Google Shape;24943;p46"/>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44" name="Google Shape;24944;p46"/>
          <p:cNvGrpSpPr/>
          <p:nvPr/>
        </p:nvGrpSpPr>
        <p:grpSpPr>
          <a:xfrm>
            <a:off x="3539102" y="2253299"/>
            <a:ext cx="355099" cy="355481"/>
            <a:chOff x="3539102" y="2427549"/>
            <a:chExt cx="355099" cy="355481"/>
          </a:xfrm>
        </p:grpSpPr>
        <p:sp>
          <p:nvSpPr>
            <p:cNvPr id="24945" name="Google Shape;24945;p46"/>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6" name="Google Shape;24946;p46"/>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47" name="Google Shape;24947;p46"/>
          <p:cNvGrpSpPr/>
          <p:nvPr/>
        </p:nvGrpSpPr>
        <p:grpSpPr>
          <a:xfrm>
            <a:off x="6630539" y="2743252"/>
            <a:ext cx="371777" cy="349434"/>
            <a:chOff x="6630539" y="2917502"/>
            <a:chExt cx="371777" cy="349434"/>
          </a:xfrm>
        </p:grpSpPr>
        <p:sp>
          <p:nvSpPr>
            <p:cNvPr id="24948" name="Google Shape;24948;p46"/>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9" name="Google Shape;24949;p46"/>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0" name="Google Shape;24950;p46"/>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1" name="Google Shape;24951;p46"/>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2" name="Google Shape;24952;p46"/>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3" name="Google Shape;24953;p46"/>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4" name="Google Shape;24954;p46"/>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55" name="Google Shape;24955;p46"/>
          <p:cNvGrpSpPr/>
          <p:nvPr/>
        </p:nvGrpSpPr>
        <p:grpSpPr>
          <a:xfrm>
            <a:off x="2171474" y="3194979"/>
            <a:ext cx="408156" cy="343737"/>
            <a:chOff x="2171474" y="3369229"/>
            <a:chExt cx="408156" cy="343737"/>
          </a:xfrm>
        </p:grpSpPr>
        <p:sp>
          <p:nvSpPr>
            <p:cNvPr id="24956" name="Google Shape;24956;p46"/>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7" name="Google Shape;24957;p46"/>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8" name="Google Shape;24958;p46"/>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9" name="Google Shape;24959;p46"/>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60" name="Google Shape;24960;p46"/>
          <p:cNvGrpSpPr/>
          <p:nvPr/>
        </p:nvGrpSpPr>
        <p:grpSpPr>
          <a:xfrm>
            <a:off x="4891198" y="2750858"/>
            <a:ext cx="334634" cy="334634"/>
            <a:chOff x="4891198" y="2925108"/>
            <a:chExt cx="334634" cy="334634"/>
          </a:xfrm>
        </p:grpSpPr>
        <p:sp>
          <p:nvSpPr>
            <p:cNvPr id="24961" name="Google Shape;24961;p46"/>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2" name="Google Shape;24962;p46"/>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3" name="Google Shape;24963;p46"/>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4" name="Google Shape;24964;p46"/>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5" name="Google Shape;24965;p46"/>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6" name="Google Shape;24966;p46"/>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7" name="Google Shape;24967;p46"/>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8" name="Google Shape;24968;p46"/>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69" name="Google Shape;24969;p46"/>
          <p:cNvGrpSpPr/>
          <p:nvPr/>
        </p:nvGrpSpPr>
        <p:grpSpPr>
          <a:xfrm>
            <a:off x="7976174" y="2750858"/>
            <a:ext cx="334666" cy="334634"/>
            <a:chOff x="7976174" y="2925108"/>
            <a:chExt cx="334666" cy="334634"/>
          </a:xfrm>
        </p:grpSpPr>
        <p:sp>
          <p:nvSpPr>
            <p:cNvPr id="24970" name="Google Shape;24970;p46"/>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1" name="Google Shape;24971;p46"/>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2" name="Google Shape;24972;p46"/>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3" name="Google Shape;24973;p46"/>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4" name="Google Shape;24974;p46"/>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5" name="Google Shape;24975;p46"/>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6" name="Google Shape;24976;p46"/>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7" name="Google Shape;24977;p46"/>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8" name="Google Shape;24978;p46"/>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79" name="Google Shape;24979;p46"/>
          <p:cNvGrpSpPr/>
          <p:nvPr/>
        </p:nvGrpSpPr>
        <p:grpSpPr>
          <a:xfrm>
            <a:off x="3091957" y="3199881"/>
            <a:ext cx="354717" cy="332757"/>
            <a:chOff x="3091957" y="3374131"/>
            <a:chExt cx="354717" cy="332757"/>
          </a:xfrm>
        </p:grpSpPr>
        <p:sp>
          <p:nvSpPr>
            <p:cNvPr id="24980" name="Google Shape;24980;p46"/>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1" name="Google Shape;24981;p46"/>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2" name="Google Shape;24982;p46"/>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3" name="Google Shape;24983;p46"/>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4" name="Google Shape;24984;p46"/>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5" name="Google Shape;24985;p46"/>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86" name="Google Shape;24986;p46"/>
          <p:cNvGrpSpPr/>
          <p:nvPr/>
        </p:nvGrpSpPr>
        <p:grpSpPr>
          <a:xfrm>
            <a:off x="3988156" y="3205960"/>
            <a:ext cx="353954" cy="318880"/>
            <a:chOff x="3988156" y="3380210"/>
            <a:chExt cx="353954" cy="318880"/>
          </a:xfrm>
        </p:grpSpPr>
        <p:sp>
          <p:nvSpPr>
            <p:cNvPr id="24987" name="Google Shape;24987;p46"/>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8" name="Google Shape;24988;p46"/>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9" name="Google Shape;24989;p46"/>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0" name="Google Shape;24990;p46"/>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1" name="Google Shape;24991;p46"/>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92" name="Google Shape;24992;p46"/>
          <p:cNvGrpSpPr/>
          <p:nvPr/>
        </p:nvGrpSpPr>
        <p:grpSpPr>
          <a:xfrm>
            <a:off x="3541011" y="3193070"/>
            <a:ext cx="348257" cy="346188"/>
            <a:chOff x="3541011" y="3367320"/>
            <a:chExt cx="348257" cy="346188"/>
          </a:xfrm>
        </p:grpSpPr>
        <p:sp>
          <p:nvSpPr>
            <p:cNvPr id="24993" name="Google Shape;24993;p46"/>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4" name="Google Shape;24994;p46"/>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5" name="Google Shape;24995;p46"/>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6" name="Google Shape;24996;p46"/>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97" name="Google Shape;24997;p46"/>
          <p:cNvGrpSpPr/>
          <p:nvPr/>
        </p:nvGrpSpPr>
        <p:grpSpPr>
          <a:xfrm>
            <a:off x="1314678" y="3183967"/>
            <a:ext cx="334667" cy="365348"/>
            <a:chOff x="1314678" y="3358217"/>
            <a:chExt cx="334667" cy="365348"/>
          </a:xfrm>
        </p:grpSpPr>
        <p:sp>
          <p:nvSpPr>
            <p:cNvPr id="24998" name="Google Shape;24998;p46"/>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9" name="Google Shape;24999;p46"/>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0" name="Google Shape;25000;p46"/>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1" name="Google Shape;25001;p46"/>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2" name="Google Shape;25002;p46"/>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03" name="Google Shape;25003;p46"/>
          <p:cNvGrpSpPr/>
          <p:nvPr/>
        </p:nvGrpSpPr>
        <p:grpSpPr>
          <a:xfrm>
            <a:off x="1748582" y="3198385"/>
            <a:ext cx="359269" cy="335780"/>
            <a:chOff x="1748582" y="3372635"/>
            <a:chExt cx="359269" cy="335780"/>
          </a:xfrm>
        </p:grpSpPr>
        <p:sp>
          <p:nvSpPr>
            <p:cNvPr id="25004" name="Google Shape;25004;p46"/>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005" name="Google Shape;25005;p46"/>
            <p:cNvGrpSpPr/>
            <p:nvPr/>
          </p:nvGrpSpPr>
          <p:grpSpPr>
            <a:xfrm>
              <a:off x="1748582" y="3372635"/>
              <a:ext cx="333520" cy="335780"/>
              <a:chOff x="1748582" y="3372635"/>
              <a:chExt cx="333520" cy="335780"/>
            </a:xfrm>
          </p:grpSpPr>
          <p:sp>
            <p:nvSpPr>
              <p:cNvPr id="25006" name="Google Shape;25006;p46"/>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7" name="Google Shape;25007;p46"/>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8" name="Google Shape;25008;p46"/>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5009" name="Google Shape;25009;p46"/>
          <p:cNvGrpSpPr/>
          <p:nvPr/>
        </p:nvGrpSpPr>
        <p:grpSpPr>
          <a:xfrm>
            <a:off x="2640993" y="3183585"/>
            <a:ext cx="365348" cy="364966"/>
            <a:chOff x="2640993" y="3357835"/>
            <a:chExt cx="365348" cy="364966"/>
          </a:xfrm>
        </p:grpSpPr>
        <p:sp>
          <p:nvSpPr>
            <p:cNvPr id="25010" name="Google Shape;25010;p46"/>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1" name="Google Shape;25011;p46"/>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2" name="Google Shape;25012;p46"/>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3" name="Google Shape;25013;p46"/>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4" name="Google Shape;25014;p46"/>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5" name="Google Shape;25015;p46"/>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6" name="Google Shape;25016;p46"/>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7" name="Google Shape;25017;p46"/>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8" name="Google Shape;25018;p46"/>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9" name="Google Shape;25019;p46"/>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20" name="Google Shape;25020;p46"/>
          <p:cNvGrpSpPr/>
          <p:nvPr/>
        </p:nvGrpSpPr>
        <p:grpSpPr>
          <a:xfrm>
            <a:off x="4886264" y="3191924"/>
            <a:ext cx="350549" cy="350198"/>
            <a:chOff x="4886264" y="3366174"/>
            <a:chExt cx="350549" cy="350198"/>
          </a:xfrm>
        </p:grpSpPr>
        <p:sp>
          <p:nvSpPr>
            <p:cNvPr id="25021" name="Google Shape;25021;p46"/>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2" name="Google Shape;25022;p46"/>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3" name="Google Shape;25023;p46"/>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4" name="Google Shape;25024;p46"/>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5" name="Google Shape;25025;p46"/>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6" name="Google Shape;25026;p46"/>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7" name="Google Shape;25027;p46"/>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8" name="Google Shape;25028;p46"/>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9" name="Google Shape;25029;p46"/>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0" name="Google Shape;25030;p46"/>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1" name="Google Shape;25031;p46"/>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2" name="Google Shape;25032;p46"/>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3" name="Google Shape;25033;p46"/>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34" name="Google Shape;25034;p46"/>
          <p:cNvGrpSpPr/>
          <p:nvPr/>
        </p:nvGrpSpPr>
        <p:grpSpPr>
          <a:xfrm>
            <a:off x="5331913" y="3239697"/>
            <a:ext cx="347143" cy="254684"/>
            <a:chOff x="5331913" y="3413947"/>
            <a:chExt cx="347143" cy="254684"/>
          </a:xfrm>
        </p:grpSpPr>
        <p:sp>
          <p:nvSpPr>
            <p:cNvPr id="25035" name="Google Shape;25035;p46"/>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6" name="Google Shape;25036;p46"/>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7" name="Google Shape;25037;p46"/>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8" name="Google Shape;25038;p46"/>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9" name="Google Shape;25039;p46"/>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0" name="Google Shape;25040;p46"/>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41" name="Google Shape;25041;p46"/>
          <p:cNvGrpSpPr/>
          <p:nvPr/>
        </p:nvGrpSpPr>
        <p:grpSpPr>
          <a:xfrm>
            <a:off x="5776798" y="3235528"/>
            <a:ext cx="346379" cy="264518"/>
            <a:chOff x="5776798" y="3409778"/>
            <a:chExt cx="346379" cy="264518"/>
          </a:xfrm>
        </p:grpSpPr>
        <p:sp>
          <p:nvSpPr>
            <p:cNvPr id="25042" name="Google Shape;25042;p46"/>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3" name="Google Shape;25043;p46"/>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4" name="Google Shape;25044;p46"/>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5" name="Google Shape;25045;p46"/>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6" name="Google Shape;25046;p46"/>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7" name="Google Shape;25047;p46"/>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48" name="Google Shape;25048;p46"/>
          <p:cNvGrpSpPr/>
          <p:nvPr/>
        </p:nvGrpSpPr>
        <p:grpSpPr>
          <a:xfrm>
            <a:off x="7108015" y="3222255"/>
            <a:ext cx="344883" cy="290299"/>
            <a:chOff x="7108015" y="3396505"/>
            <a:chExt cx="344883" cy="290299"/>
          </a:xfrm>
        </p:grpSpPr>
        <p:sp>
          <p:nvSpPr>
            <p:cNvPr id="25049" name="Google Shape;25049;p46"/>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0" name="Google Shape;25050;p46"/>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1" name="Google Shape;25051;p46"/>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2" name="Google Shape;25052;p46"/>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53" name="Google Shape;25053;p46"/>
          <p:cNvGrpSpPr/>
          <p:nvPr/>
        </p:nvGrpSpPr>
        <p:grpSpPr>
          <a:xfrm>
            <a:off x="7551754" y="3216558"/>
            <a:ext cx="344883" cy="301311"/>
            <a:chOff x="7551754" y="3390808"/>
            <a:chExt cx="344883" cy="301311"/>
          </a:xfrm>
        </p:grpSpPr>
        <p:sp>
          <p:nvSpPr>
            <p:cNvPr id="25054" name="Google Shape;25054;p46"/>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5" name="Google Shape;25055;p46"/>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6" name="Google Shape;25056;p46"/>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7" name="Google Shape;25057;p46"/>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8" name="Google Shape;25058;p46"/>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9" name="Google Shape;25059;p46"/>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0" name="Google Shape;25060;p46"/>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1" name="Google Shape;25061;p46"/>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2" name="Google Shape;25062;p46"/>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3" name="Google Shape;25063;p46"/>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4" name="Google Shape;25064;p46"/>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65" name="Google Shape;25065;p46"/>
          <p:cNvGrpSpPr/>
          <p:nvPr/>
        </p:nvGrpSpPr>
        <p:grpSpPr>
          <a:xfrm>
            <a:off x="6707084" y="3213153"/>
            <a:ext cx="261145" cy="308504"/>
            <a:chOff x="6707084" y="3387403"/>
            <a:chExt cx="261145" cy="308504"/>
          </a:xfrm>
        </p:grpSpPr>
        <p:sp>
          <p:nvSpPr>
            <p:cNvPr id="25066" name="Google Shape;25066;p46"/>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7" name="Google Shape;25067;p46"/>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8" name="Google Shape;25068;p46"/>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9" name="Google Shape;25069;p46"/>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70" name="Google Shape;25070;p46"/>
          <p:cNvGrpSpPr/>
          <p:nvPr/>
        </p:nvGrpSpPr>
        <p:grpSpPr>
          <a:xfrm>
            <a:off x="848978" y="4123387"/>
            <a:ext cx="377824" cy="324418"/>
            <a:chOff x="848978" y="4297637"/>
            <a:chExt cx="377824" cy="324418"/>
          </a:xfrm>
        </p:grpSpPr>
        <p:sp>
          <p:nvSpPr>
            <p:cNvPr id="25071" name="Google Shape;25071;p46"/>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2" name="Google Shape;25072;p46"/>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73" name="Google Shape;25073;p46"/>
          <p:cNvGrpSpPr/>
          <p:nvPr/>
        </p:nvGrpSpPr>
        <p:grpSpPr>
          <a:xfrm>
            <a:off x="1754279" y="4112343"/>
            <a:ext cx="351439" cy="345965"/>
            <a:chOff x="1754279" y="4286593"/>
            <a:chExt cx="351439" cy="345965"/>
          </a:xfrm>
        </p:grpSpPr>
        <p:sp>
          <p:nvSpPr>
            <p:cNvPr id="25074" name="Google Shape;25074;p46"/>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5" name="Google Shape;25075;p46"/>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6" name="Google Shape;25076;p46"/>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7" name="Google Shape;25077;p46"/>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8" name="Google Shape;25078;p46"/>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79" name="Google Shape;25079;p46"/>
          <p:cNvGrpSpPr/>
          <p:nvPr/>
        </p:nvGrpSpPr>
        <p:grpSpPr>
          <a:xfrm>
            <a:off x="3996113" y="4116926"/>
            <a:ext cx="336512" cy="335048"/>
            <a:chOff x="3996113" y="4291176"/>
            <a:chExt cx="336512" cy="335048"/>
          </a:xfrm>
        </p:grpSpPr>
        <p:sp>
          <p:nvSpPr>
            <p:cNvPr id="25080" name="Google Shape;25080;p46"/>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1" name="Google Shape;25081;p46"/>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2" name="Google Shape;25082;p46"/>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083" name="Google Shape;25083;p46"/>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084" name="Google Shape;25084;p46"/>
          <p:cNvGrpSpPr/>
          <p:nvPr/>
        </p:nvGrpSpPr>
        <p:grpSpPr>
          <a:xfrm>
            <a:off x="2179081" y="4111261"/>
            <a:ext cx="397525" cy="348670"/>
            <a:chOff x="2179081" y="4285511"/>
            <a:chExt cx="397525" cy="348670"/>
          </a:xfrm>
        </p:grpSpPr>
        <p:sp>
          <p:nvSpPr>
            <p:cNvPr id="25085" name="Google Shape;25085;p46"/>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6" name="Google Shape;25086;p46"/>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87" name="Google Shape;25087;p46"/>
          <p:cNvGrpSpPr/>
          <p:nvPr/>
        </p:nvGrpSpPr>
        <p:grpSpPr>
          <a:xfrm>
            <a:off x="3584201" y="4120746"/>
            <a:ext cx="267574" cy="329415"/>
            <a:chOff x="3584201" y="4294996"/>
            <a:chExt cx="267574" cy="329415"/>
          </a:xfrm>
        </p:grpSpPr>
        <p:sp>
          <p:nvSpPr>
            <p:cNvPr id="25088" name="Google Shape;25088;p46"/>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9" name="Google Shape;25089;p46"/>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0" name="Google Shape;25090;p46"/>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1" name="Google Shape;25091;p46"/>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92" name="Google Shape;25092;p46"/>
          <p:cNvGrpSpPr/>
          <p:nvPr/>
        </p:nvGrpSpPr>
        <p:grpSpPr>
          <a:xfrm>
            <a:off x="3082855" y="4121478"/>
            <a:ext cx="375946" cy="327823"/>
            <a:chOff x="3082855" y="4295728"/>
            <a:chExt cx="375946" cy="327823"/>
          </a:xfrm>
        </p:grpSpPr>
        <p:sp>
          <p:nvSpPr>
            <p:cNvPr id="25093" name="Google Shape;25093;p46"/>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4" name="Google Shape;25094;p46"/>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5" name="Google Shape;25095;p46"/>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6" name="Google Shape;25096;p46"/>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7" name="Google Shape;25097;p46"/>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8" name="Google Shape;25098;p46"/>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9" name="Google Shape;25099;p46"/>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0" name="Google Shape;25100;p46"/>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1" name="Google Shape;25101;p46"/>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2" name="Google Shape;25102;p46"/>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3" name="Google Shape;25103;p46"/>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04" name="Google Shape;25104;p46"/>
          <p:cNvGrpSpPr/>
          <p:nvPr/>
        </p:nvGrpSpPr>
        <p:grpSpPr>
          <a:xfrm>
            <a:off x="2749016" y="4116926"/>
            <a:ext cx="150831" cy="336926"/>
            <a:chOff x="2749016" y="4291176"/>
            <a:chExt cx="150831" cy="336926"/>
          </a:xfrm>
        </p:grpSpPr>
        <p:sp>
          <p:nvSpPr>
            <p:cNvPr id="25105" name="Google Shape;25105;p46"/>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6" name="Google Shape;25106;p46"/>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7" name="Google Shape;25107;p46"/>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8" name="Google Shape;25108;p46"/>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09" name="Google Shape;25109;p46"/>
          <p:cNvGrpSpPr/>
          <p:nvPr/>
        </p:nvGrpSpPr>
        <p:grpSpPr>
          <a:xfrm>
            <a:off x="7127716" y="4105182"/>
            <a:ext cx="248254" cy="361942"/>
            <a:chOff x="7127716" y="4279432"/>
            <a:chExt cx="248254" cy="361942"/>
          </a:xfrm>
        </p:grpSpPr>
        <p:sp>
          <p:nvSpPr>
            <p:cNvPr id="25110" name="Google Shape;25110;p46"/>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1" name="Google Shape;25111;p46"/>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2" name="Google Shape;25112;p46"/>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3" name="Google Shape;25113;p46"/>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4" name="Google Shape;25114;p46"/>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5" name="Google Shape;25115;p46"/>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6" name="Google Shape;25116;p46"/>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7" name="Google Shape;25117;p46"/>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8" name="Google Shape;25118;p46"/>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19" name="Google Shape;25119;p46"/>
          <p:cNvGrpSpPr/>
          <p:nvPr/>
        </p:nvGrpSpPr>
        <p:grpSpPr>
          <a:xfrm>
            <a:off x="7565408" y="4105182"/>
            <a:ext cx="248254" cy="361942"/>
            <a:chOff x="7565408" y="4279432"/>
            <a:chExt cx="248254" cy="361942"/>
          </a:xfrm>
        </p:grpSpPr>
        <p:sp>
          <p:nvSpPr>
            <p:cNvPr id="25120" name="Google Shape;25120;p46"/>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1" name="Google Shape;25121;p46"/>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2" name="Google Shape;25122;p46"/>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3" name="Google Shape;25123;p46"/>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4" name="Google Shape;25124;p46"/>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5" name="Google Shape;25125;p46"/>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6" name="Google Shape;25126;p46"/>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7" name="Google Shape;25127;p46"/>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28" name="Google Shape;25128;p46"/>
          <p:cNvGrpSpPr/>
          <p:nvPr/>
        </p:nvGrpSpPr>
        <p:grpSpPr>
          <a:xfrm>
            <a:off x="6264109" y="4105182"/>
            <a:ext cx="225498" cy="361560"/>
            <a:chOff x="6264109" y="4279432"/>
            <a:chExt cx="225498" cy="361560"/>
          </a:xfrm>
        </p:grpSpPr>
        <p:sp>
          <p:nvSpPr>
            <p:cNvPr id="25129" name="Google Shape;25129;p46"/>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0" name="Google Shape;25130;p46"/>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31" name="Google Shape;25131;p46"/>
          <p:cNvGrpSpPr/>
          <p:nvPr/>
        </p:nvGrpSpPr>
        <p:grpSpPr>
          <a:xfrm>
            <a:off x="7929578" y="4110115"/>
            <a:ext cx="395266" cy="351312"/>
            <a:chOff x="7929578" y="4284365"/>
            <a:chExt cx="395266" cy="351312"/>
          </a:xfrm>
        </p:grpSpPr>
        <p:sp>
          <p:nvSpPr>
            <p:cNvPr id="25132" name="Google Shape;25132;p46"/>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3" name="Google Shape;25133;p46"/>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4" name="Google Shape;25134;p46"/>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5" name="Google Shape;25135;p46"/>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36" name="Google Shape;25136;p46"/>
          <p:cNvGrpSpPr/>
          <p:nvPr/>
        </p:nvGrpSpPr>
        <p:grpSpPr>
          <a:xfrm>
            <a:off x="6595502" y="4149527"/>
            <a:ext cx="426315" cy="332826"/>
            <a:chOff x="6639652" y="4323777"/>
            <a:chExt cx="426315" cy="332826"/>
          </a:xfrm>
        </p:grpSpPr>
        <p:sp>
          <p:nvSpPr>
            <p:cNvPr id="25137" name="Google Shape;25137;p46"/>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8" name="Google Shape;25138;p46"/>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9" name="Google Shape;25139;p46"/>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0" name="Google Shape;25140;p46"/>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1" name="Google Shape;25141;p46"/>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2" name="Google Shape;25142;p46"/>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3" name="Google Shape;25143;p46"/>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4" name="Google Shape;25144;p46"/>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5" name="Google Shape;25145;p46"/>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6" name="Google Shape;25146;p46"/>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47" name="Google Shape;25147;p46"/>
          <p:cNvGrpSpPr/>
          <p:nvPr/>
        </p:nvGrpSpPr>
        <p:grpSpPr>
          <a:xfrm>
            <a:off x="5357662" y="4123387"/>
            <a:ext cx="287275" cy="326296"/>
            <a:chOff x="5357662" y="4297637"/>
            <a:chExt cx="287275" cy="326296"/>
          </a:xfrm>
        </p:grpSpPr>
        <p:sp>
          <p:nvSpPr>
            <p:cNvPr id="25148" name="Google Shape;25148;p46"/>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9" name="Google Shape;25149;p46"/>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0" name="Google Shape;25150;p46"/>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1" name="Google Shape;25151;p46"/>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2" name="Google Shape;25152;p46"/>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53" name="Google Shape;25153;p46"/>
          <p:cNvGrpSpPr/>
          <p:nvPr/>
        </p:nvGrpSpPr>
        <p:grpSpPr>
          <a:xfrm>
            <a:off x="5774124" y="4120300"/>
            <a:ext cx="331611" cy="331674"/>
            <a:chOff x="5774124" y="4294550"/>
            <a:chExt cx="331611" cy="331674"/>
          </a:xfrm>
        </p:grpSpPr>
        <p:sp>
          <p:nvSpPr>
            <p:cNvPr id="25154" name="Google Shape;25154;p46"/>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5" name="Google Shape;25155;p46"/>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56" name="Google Shape;25156;p46"/>
          <p:cNvGrpSpPr/>
          <p:nvPr/>
        </p:nvGrpSpPr>
        <p:grpSpPr>
          <a:xfrm>
            <a:off x="4890434" y="4113139"/>
            <a:ext cx="345997" cy="346029"/>
            <a:chOff x="4890434" y="4287389"/>
            <a:chExt cx="345997" cy="346029"/>
          </a:xfrm>
        </p:grpSpPr>
        <p:sp>
          <p:nvSpPr>
            <p:cNvPr id="25157" name="Google Shape;25157;p46"/>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8" name="Google Shape;25158;p46"/>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9" name="Google Shape;25159;p46"/>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0" name="Google Shape;25160;p46"/>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1" name="Google Shape;25161;p46"/>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2" name="Google Shape;25162;p46"/>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3" name="Google Shape;25163;p46"/>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64" name="Google Shape;25164;p46"/>
          <p:cNvGrpSpPr/>
          <p:nvPr/>
        </p:nvGrpSpPr>
        <p:grpSpPr>
          <a:xfrm>
            <a:off x="2165809" y="3636809"/>
            <a:ext cx="422542" cy="342973"/>
            <a:chOff x="2165809" y="3811059"/>
            <a:chExt cx="422542" cy="342973"/>
          </a:xfrm>
        </p:grpSpPr>
        <p:sp>
          <p:nvSpPr>
            <p:cNvPr id="25165" name="Google Shape;25165;p46"/>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6" name="Google Shape;25166;p46"/>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7" name="Google Shape;25167;p46"/>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8" name="Google Shape;25168;p46"/>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9" name="Google Shape;25169;p46"/>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0" name="Google Shape;25170;p46"/>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1" name="Google Shape;25171;p46"/>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2" name="Google Shape;25172;p46"/>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3" name="Google Shape;25173;p46"/>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4" name="Google Shape;25174;p46"/>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5" name="Google Shape;25175;p46"/>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6" name="Google Shape;25176;p46"/>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7" name="Google Shape;25177;p46"/>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8" name="Google Shape;25178;p46"/>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9" name="Google Shape;25179;p46"/>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0" name="Google Shape;25180;p46"/>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1" name="Google Shape;25181;p46"/>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2" name="Google Shape;25182;p46"/>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183" name="Google Shape;25183;p46"/>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184" name="Google Shape;25184;p46"/>
          <p:cNvGrpSpPr/>
          <p:nvPr/>
        </p:nvGrpSpPr>
        <p:grpSpPr>
          <a:xfrm>
            <a:off x="903530" y="3631875"/>
            <a:ext cx="264550" cy="353222"/>
            <a:chOff x="903530" y="3806125"/>
            <a:chExt cx="264550" cy="353222"/>
          </a:xfrm>
        </p:grpSpPr>
        <p:sp>
          <p:nvSpPr>
            <p:cNvPr id="25185" name="Google Shape;25185;p46"/>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6" name="Google Shape;25186;p46"/>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7" name="Google Shape;25187;p46"/>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8" name="Google Shape;25188;p46"/>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89" name="Google Shape;25189;p46"/>
          <p:cNvGrpSpPr/>
          <p:nvPr/>
        </p:nvGrpSpPr>
        <p:grpSpPr>
          <a:xfrm>
            <a:off x="850092" y="3178684"/>
            <a:ext cx="369517" cy="375660"/>
            <a:chOff x="850092" y="3352934"/>
            <a:chExt cx="369517" cy="375660"/>
          </a:xfrm>
        </p:grpSpPr>
        <p:sp>
          <p:nvSpPr>
            <p:cNvPr id="25190" name="Google Shape;25190;p46"/>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1" name="Google Shape;25191;p46"/>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2" name="Google Shape;25192;p46"/>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3" name="Google Shape;25193;p46"/>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4" name="Google Shape;25194;p46"/>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95" name="Google Shape;25195;p46"/>
          <p:cNvGrpSpPr/>
          <p:nvPr/>
        </p:nvGrpSpPr>
        <p:grpSpPr>
          <a:xfrm>
            <a:off x="2611458" y="3642124"/>
            <a:ext cx="426329" cy="332375"/>
            <a:chOff x="2611458" y="3816374"/>
            <a:chExt cx="426329" cy="332375"/>
          </a:xfrm>
        </p:grpSpPr>
        <p:sp>
          <p:nvSpPr>
            <p:cNvPr id="25196" name="Google Shape;25196;p46"/>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7" name="Google Shape;25197;p46"/>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8" name="Google Shape;25198;p46"/>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9" name="Google Shape;25199;p46"/>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0" name="Google Shape;25200;p46"/>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1" name="Google Shape;25201;p46"/>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2" name="Google Shape;25202;p46"/>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3" name="Google Shape;25203;p46"/>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4" name="Google Shape;25204;p46"/>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5" name="Google Shape;25205;p46"/>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206" name="Google Shape;25206;p46"/>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207" name="Google Shape;25207;p46"/>
          <p:cNvGrpSpPr/>
          <p:nvPr/>
        </p:nvGrpSpPr>
        <p:grpSpPr>
          <a:xfrm>
            <a:off x="4019984" y="3631143"/>
            <a:ext cx="293704" cy="353954"/>
            <a:chOff x="4019984" y="3805393"/>
            <a:chExt cx="293704" cy="353954"/>
          </a:xfrm>
        </p:grpSpPr>
        <p:sp>
          <p:nvSpPr>
            <p:cNvPr id="25208" name="Google Shape;25208;p46"/>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9" name="Google Shape;25209;p46"/>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10" name="Google Shape;25210;p46"/>
          <p:cNvGrpSpPr/>
          <p:nvPr/>
        </p:nvGrpSpPr>
        <p:grpSpPr>
          <a:xfrm>
            <a:off x="8006505" y="3215794"/>
            <a:ext cx="323654" cy="303189"/>
            <a:chOff x="8006505" y="3390044"/>
            <a:chExt cx="323654" cy="303189"/>
          </a:xfrm>
        </p:grpSpPr>
        <p:sp>
          <p:nvSpPr>
            <p:cNvPr id="25211" name="Google Shape;25211;p46"/>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2" name="Google Shape;25212;p46"/>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3" name="Google Shape;25213;p46"/>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4" name="Google Shape;25214;p46"/>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5" name="Google Shape;25215;p46"/>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6" name="Google Shape;25216;p46"/>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17" name="Google Shape;25217;p46"/>
          <p:cNvGrpSpPr/>
          <p:nvPr/>
        </p:nvGrpSpPr>
        <p:grpSpPr>
          <a:xfrm>
            <a:off x="1299146" y="3632257"/>
            <a:ext cx="367989" cy="351312"/>
            <a:chOff x="1299146" y="3806507"/>
            <a:chExt cx="367989" cy="351312"/>
          </a:xfrm>
        </p:grpSpPr>
        <p:sp>
          <p:nvSpPr>
            <p:cNvPr id="25218" name="Google Shape;25218;p46"/>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9" name="Google Shape;25219;p46"/>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220" name="Google Shape;25220;p46"/>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221" name="Google Shape;25221;p46"/>
          <p:cNvGrpSpPr/>
          <p:nvPr/>
        </p:nvGrpSpPr>
        <p:grpSpPr>
          <a:xfrm>
            <a:off x="7550258" y="3658420"/>
            <a:ext cx="371395" cy="301279"/>
            <a:chOff x="7550258" y="3832670"/>
            <a:chExt cx="371395" cy="301279"/>
          </a:xfrm>
        </p:grpSpPr>
        <p:sp>
          <p:nvSpPr>
            <p:cNvPr id="25222" name="Google Shape;25222;p46"/>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3" name="Google Shape;25223;p46"/>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4" name="Google Shape;25224;p46"/>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5" name="Google Shape;25225;p46"/>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6" name="Google Shape;25226;p46"/>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7" name="Google Shape;25227;p46"/>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8" name="Google Shape;25228;p46"/>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9" name="Google Shape;25229;p46"/>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0" name="Google Shape;25230;p46"/>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1" name="Google Shape;25231;p46"/>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2" name="Google Shape;25232;p46"/>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3" name="Google Shape;25233;p46"/>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4" name="Google Shape;25234;p46"/>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5" name="Google Shape;25235;p46"/>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6" name="Google Shape;25236;p46"/>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7" name="Google Shape;25237;p46"/>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8" name="Google Shape;25238;p46"/>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9" name="Google Shape;25239;p46"/>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240" name="Google Shape;25240;p46"/>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241" name="Google Shape;25241;p46"/>
          <p:cNvGrpSpPr/>
          <p:nvPr/>
        </p:nvGrpSpPr>
        <p:grpSpPr>
          <a:xfrm>
            <a:off x="6659725" y="3633785"/>
            <a:ext cx="367607" cy="350549"/>
            <a:chOff x="6659725" y="3808035"/>
            <a:chExt cx="367607" cy="350549"/>
          </a:xfrm>
        </p:grpSpPr>
        <p:sp>
          <p:nvSpPr>
            <p:cNvPr id="25242" name="Google Shape;25242;p46"/>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3" name="Google Shape;25243;p46"/>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44" name="Google Shape;25244;p46"/>
          <p:cNvGrpSpPr/>
          <p:nvPr/>
        </p:nvGrpSpPr>
        <p:grpSpPr>
          <a:xfrm>
            <a:off x="6219391" y="3642506"/>
            <a:ext cx="356627" cy="334252"/>
            <a:chOff x="6219391" y="3816756"/>
            <a:chExt cx="356627" cy="334252"/>
          </a:xfrm>
        </p:grpSpPr>
        <p:sp>
          <p:nvSpPr>
            <p:cNvPr id="25245" name="Google Shape;25245;p46"/>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6" name="Google Shape;25246;p46"/>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7" name="Google Shape;25247;p46"/>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8" name="Google Shape;25248;p46"/>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49" name="Google Shape;25249;p46"/>
          <p:cNvGrpSpPr/>
          <p:nvPr/>
        </p:nvGrpSpPr>
        <p:grpSpPr>
          <a:xfrm>
            <a:off x="5778676" y="3652722"/>
            <a:ext cx="349052" cy="313056"/>
            <a:chOff x="5778676" y="3826972"/>
            <a:chExt cx="349052" cy="313056"/>
          </a:xfrm>
        </p:grpSpPr>
        <p:sp>
          <p:nvSpPr>
            <p:cNvPr id="25250" name="Google Shape;25250;p46"/>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1" name="Google Shape;25251;p46"/>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2" name="Google Shape;25252;p46"/>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3" name="Google Shape;25253;p46"/>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4" name="Google Shape;25254;p46"/>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55" name="Google Shape;25255;p46"/>
          <p:cNvGrpSpPr/>
          <p:nvPr/>
        </p:nvGrpSpPr>
        <p:grpSpPr>
          <a:xfrm>
            <a:off x="5355784" y="3660297"/>
            <a:ext cx="299019" cy="297905"/>
            <a:chOff x="5355784" y="3834547"/>
            <a:chExt cx="299019" cy="297905"/>
          </a:xfrm>
        </p:grpSpPr>
        <p:sp>
          <p:nvSpPr>
            <p:cNvPr id="25256" name="Google Shape;25256;p46"/>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7" name="Google Shape;25257;p46"/>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8" name="Google Shape;25258;p46"/>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9" name="Google Shape;25259;p46"/>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60" name="Google Shape;25260;p46"/>
          <p:cNvGrpSpPr/>
          <p:nvPr/>
        </p:nvGrpSpPr>
        <p:grpSpPr>
          <a:xfrm>
            <a:off x="8036455" y="3633021"/>
            <a:ext cx="292177" cy="353986"/>
            <a:chOff x="8036455" y="3807271"/>
            <a:chExt cx="292177" cy="353986"/>
          </a:xfrm>
        </p:grpSpPr>
        <p:sp>
          <p:nvSpPr>
            <p:cNvPr id="25261" name="Google Shape;25261;p46"/>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2" name="Google Shape;25262;p46"/>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263" name="Google Shape;25263;p4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Business Icons</a:t>
            </a:r>
            <a:endParaRPr b="0" i="0" sz="2400" u="none" cap="none" strike="noStrike">
              <a:solidFill>
                <a:srgbClr val="FFFFFF"/>
              </a:solidFill>
              <a:latin typeface="Arial"/>
              <a:ea typeface="Arial"/>
              <a:cs typeface="Arial"/>
              <a:sym typeface="Arial"/>
            </a:endParaRPr>
          </a:p>
        </p:txBody>
      </p:sp>
      <p:sp>
        <p:nvSpPr>
          <p:cNvPr id="25264" name="Google Shape;25264;p4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Teamwork Icons</a:t>
            </a:r>
            <a:endParaRPr b="0" i="0" sz="2400" u="none" cap="none" strike="noStrike">
              <a:solidFill>
                <a:srgbClr val="FFFFFF"/>
              </a:solidFill>
              <a:latin typeface="Arial"/>
              <a:ea typeface="Arial"/>
              <a:cs typeface="Arial"/>
              <a:sym typeface="Arial"/>
            </a:endParaRPr>
          </a:p>
        </p:txBody>
      </p:sp>
      <p:grpSp>
        <p:nvGrpSpPr>
          <p:cNvPr id="25265" name="Google Shape;25265;p46"/>
          <p:cNvGrpSpPr/>
          <p:nvPr/>
        </p:nvGrpSpPr>
        <p:grpSpPr>
          <a:xfrm>
            <a:off x="4874902" y="3634549"/>
            <a:ext cx="345615" cy="350835"/>
            <a:chOff x="4874902" y="3808799"/>
            <a:chExt cx="345615" cy="350835"/>
          </a:xfrm>
        </p:grpSpPr>
        <p:sp>
          <p:nvSpPr>
            <p:cNvPr id="25266" name="Google Shape;25266;p46"/>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7" name="Google Shape;25267;p46"/>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8" name="Google Shape;25268;p46"/>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9" name="Google Shape;25269;p46"/>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0" name="Google Shape;25270;p46"/>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1" name="Google Shape;25271;p46"/>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2" name="Google Shape;25272;p46"/>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3" name="Google Shape;25273;p46"/>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4" name="Google Shape;25274;p46"/>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5" name="Google Shape;25275;p46"/>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6" name="Google Shape;25276;p46"/>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7" name="Google Shape;25277;p46"/>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8" name="Google Shape;25278;p46"/>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9" name="Google Shape;25279;p46"/>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0" name="Google Shape;25280;p46"/>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1" name="Google Shape;25281;p46"/>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2" name="Google Shape;25282;p46"/>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83" name="Google Shape;25283;p46"/>
          <p:cNvGrpSpPr/>
          <p:nvPr/>
        </p:nvGrpSpPr>
        <p:grpSpPr>
          <a:xfrm>
            <a:off x="3095745" y="3631143"/>
            <a:ext cx="352840" cy="354718"/>
            <a:chOff x="3095745" y="3805393"/>
            <a:chExt cx="352840" cy="354718"/>
          </a:xfrm>
        </p:grpSpPr>
        <p:sp>
          <p:nvSpPr>
            <p:cNvPr id="25284" name="Google Shape;25284;p46"/>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5" name="Google Shape;25285;p46"/>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6" name="Google Shape;25286;p46"/>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7" name="Google Shape;25287;p46"/>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8" name="Google Shape;25288;p46"/>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9" name="Google Shape;25289;p46"/>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293" name="Shape 25293"/>
        <p:cNvGrpSpPr/>
        <p:nvPr/>
      </p:nvGrpSpPr>
      <p:grpSpPr>
        <a:xfrm>
          <a:off x="0" y="0"/>
          <a:ext cx="0" cy="0"/>
          <a:chOff x="0" y="0"/>
          <a:chExt cx="0" cy="0"/>
        </a:xfrm>
      </p:grpSpPr>
      <p:grpSp>
        <p:nvGrpSpPr>
          <p:cNvPr id="25294" name="Google Shape;25294;p47"/>
          <p:cNvGrpSpPr/>
          <p:nvPr/>
        </p:nvGrpSpPr>
        <p:grpSpPr>
          <a:xfrm>
            <a:off x="2733780" y="4039081"/>
            <a:ext cx="342143" cy="362704"/>
            <a:chOff x="2704005" y="4258781"/>
            <a:chExt cx="342143" cy="362704"/>
          </a:xfrm>
        </p:grpSpPr>
        <p:sp>
          <p:nvSpPr>
            <p:cNvPr id="25295" name="Google Shape;25295;p47"/>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6" name="Google Shape;25296;p47"/>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7" name="Google Shape;25297;p47"/>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8" name="Google Shape;25298;p47"/>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9" name="Google Shape;25299;p47"/>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0" name="Google Shape;25300;p47"/>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1" name="Google Shape;25301;p47"/>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02" name="Google Shape;25302;p47"/>
          <p:cNvGrpSpPr/>
          <p:nvPr/>
        </p:nvGrpSpPr>
        <p:grpSpPr>
          <a:xfrm>
            <a:off x="2157462" y="4083096"/>
            <a:ext cx="347434" cy="363369"/>
            <a:chOff x="2157462" y="4258496"/>
            <a:chExt cx="347434" cy="363369"/>
          </a:xfrm>
        </p:grpSpPr>
        <p:sp>
          <p:nvSpPr>
            <p:cNvPr id="25303" name="Google Shape;25303;p47"/>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4" name="Google Shape;25304;p47"/>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5" name="Google Shape;25305;p47"/>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06" name="Google Shape;25306;p47"/>
          <p:cNvGrpSpPr/>
          <p:nvPr/>
        </p:nvGrpSpPr>
        <p:grpSpPr>
          <a:xfrm>
            <a:off x="4010963" y="3588381"/>
            <a:ext cx="343665" cy="363212"/>
            <a:chOff x="4010963" y="3763781"/>
            <a:chExt cx="343665" cy="363212"/>
          </a:xfrm>
        </p:grpSpPr>
        <p:sp>
          <p:nvSpPr>
            <p:cNvPr id="25307" name="Google Shape;25307;p47"/>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8" name="Google Shape;25308;p47"/>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9" name="Google Shape;25309;p47"/>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0" name="Google Shape;25310;p47"/>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1" name="Google Shape;25311;p47"/>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12" name="Google Shape;25312;p47"/>
          <p:cNvGrpSpPr/>
          <p:nvPr/>
        </p:nvGrpSpPr>
        <p:grpSpPr>
          <a:xfrm>
            <a:off x="2214042" y="3635109"/>
            <a:ext cx="368153" cy="311193"/>
            <a:chOff x="2214042" y="3810509"/>
            <a:chExt cx="368153" cy="311193"/>
          </a:xfrm>
        </p:grpSpPr>
        <p:sp>
          <p:nvSpPr>
            <p:cNvPr id="25313" name="Google Shape;25313;p47"/>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4" name="Google Shape;25314;p47"/>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15" name="Google Shape;25315;p47"/>
          <p:cNvGrpSpPr/>
          <p:nvPr/>
        </p:nvGrpSpPr>
        <p:grpSpPr>
          <a:xfrm>
            <a:off x="1797413" y="3606819"/>
            <a:ext cx="367805" cy="367773"/>
            <a:chOff x="1768938" y="3782219"/>
            <a:chExt cx="367805" cy="367773"/>
          </a:xfrm>
        </p:grpSpPr>
        <p:sp>
          <p:nvSpPr>
            <p:cNvPr id="25316" name="Google Shape;25316;p47"/>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7" name="Google Shape;25317;p47"/>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8" name="Google Shape;25318;p47"/>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9" name="Google Shape;25319;p47"/>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0" name="Google Shape;25320;p47"/>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21" name="Google Shape;25321;p47"/>
          <p:cNvGrpSpPr/>
          <p:nvPr/>
        </p:nvGrpSpPr>
        <p:grpSpPr>
          <a:xfrm>
            <a:off x="2681385" y="3623039"/>
            <a:ext cx="325544" cy="327413"/>
            <a:chOff x="2681385" y="3798439"/>
            <a:chExt cx="325544" cy="327413"/>
          </a:xfrm>
        </p:grpSpPr>
        <p:sp>
          <p:nvSpPr>
            <p:cNvPr id="25322" name="Google Shape;25322;p47"/>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3" name="Google Shape;25323;p47"/>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4" name="Google Shape;25324;p47"/>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5" name="Google Shape;25325;p47"/>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6" name="Google Shape;25326;p47"/>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7" name="Google Shape;25327;p47"/>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8" name="Google Shape;25328;p47"/>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29" name="Google Shape;25329;p47"/>
          <p:cNvGrpSpPr/>
          <p:nvPr/>
        </p:nvGrpSpPr>
        <p:grpSpPr>
          <a:xfrm>
            <a:off x="6243928" y="4088102"/>
            <a:ext cx="274254" cy="350824"/>
            <a:chOff x="6243928" y="4263502"/>
            <a:chExt cx="274254" cy="350824"/>
          </a:xfrm>
        </p:grpSpPr>
        <p:sp>
          <p:nvSpPr>
            <p:cNvPr id="25330" name="Google Shape;25330;p47"/>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1" name="Google Shape;25331;p47"/>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2" name="Google Shape;25332;p47"/>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3" name="Google Shape;25333;p47"/>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4" name="Google Shape;25334;p47"/>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5" name="Google Shape;25335;p47"/>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6" name="Google Shape;25336;p47"/>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7" name="Google Shape;25337;p47"/>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38" name="Google Shape;25338;p47"/>
          <p:cNvGrpSpPr/>
          <p:nvPr/>
        </p:nvGrpSpPr>
        <p:grpSpPr>
          <a:xfrm>
            <a:off x="3560600" y="3587938"/>
            <a:ext cx="352345" cy="363655"/>
            <a:chOff x="3560600" y="3763338"/>
            <a:chExt cx="352345" cy="363655"/>
          </a:xfrm>
        </p:grpSpPr>
        <p:sp>
          <p:nvSpPr>
            <p:cNvPr id="25339" name="Google Shape;25339;p47"/>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0" name="Google Shape;25340;p47"/>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1" name="Google Shape;25341;p47"/>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42" name="Google Shape;25342;p47"/>
          <p:cNvGrpSpPr/>
          <p:nvPr/>
        </p:nvGrpSpPr>
        <p:grpSpPr>
          <a:xfrm>
            <a:off x="5790556" y="4085852"/>
            <a:ext cx="279513" cy="356084"/>
            <a:chOff x="5790556" y="4261252"/>
            <a:chExt cx="279513" cy="356084"/>
          </a:xfrm>
        </p:grpSpPr>
        <p:sp>
          <p:nvSpPr>
            <p:cNvPr id="25343" name="Google Shape;25343;p47"/>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4" name="Google Shape;25344;p47"/>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5" name="Google Shape;25345;p47"/>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6" name="Google Shape;25346;p47"/>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7" name="Google Shape;25347;p47"/>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8" name="Google Shape;25348;p47"/>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9" name="Google Shape;25349;p47"/>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50" name="Google Shape;25350;p47"/>
          <p:cNvGrpSpPr/>
          <p:nvPr/>
        </p:nvGrpSpPr>
        <p:grpSpPr>
          <a:xfrm>
            <a:off x="5341333" y="4085852"/>
            <a:ext cx="278752" cy="356463"/>
            <a:chOff x="5341333" y="4261252"/>
            <a:chExt cx="278752" cy="356463"/>
          </a:xfrm>
        </p:grpSpPr>
        <p:sp>
          <p:nvSpPr>
            <p:cNvPr id="25351" name="Google Shape;25351;p47"/>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2" name="Google Shape;25352;p47"/>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3" name="Google Shape;25353;p47"/>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4" name="Google Shape;25354;p47"/>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5" name="Google Shape;25355;p47"/>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6" name="Google Shape;25356;p47"/>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7" name="Google Shape;25357;p47"/>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358" name="Google Shape;25358;p47"/>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359" name="Google Shape;25359;p47"/>
          <p:cNvGrpSpPr/>
          <p:nvPr/>
        </p:nvGrpSpPr>
        <p:grpSpPr>
          <a:xfrm>
            <a:off x="3103646" y="3590676"/>
            <a:ext cx="360233" cy="362451"/>
            <a:chOff x="3107608" y="3763401"/>
            <a:chExt cx="360233" cy="362451"/>
          </a:xfrm>
        </p:grpSpPr>
        <p:sp>
          <p:nvSpPr>
            <p:cNvPr id="25360" name="Google Shape;25360;p47"/>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1" name="Google Shape;25361;p47"/>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2" name="Google Shape;25362;p47"/>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63" name="Google Shape;25363;p47"/>
          <p:cNvGrpSpPr/>
          <p:nvPr/>
        </p:nvGrpSpPr>
        <p:grpSpPr>
          <a:xfrm>
            <a:off x="889343" y="3625827"/>
            <a:ext cx="351585" cy="339705"/>
            <a:chOff x="889343" y="3801227"/>
            <a:chExt cx="351585" cy="339705"/>
          </a:xfrm>
        </p:grpSpPr>
        <p:sp>
          <p:nvSpPr>
            <p:cNvPr id="25364" name="Google Shape;25364;p47"/>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5" name="Google Shape;25365;p47"/>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6" name="Google Shape;25366;p47"/>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7" name="Google Shape;25367;p47"/>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8" name="Google Shape;25368;p47"/>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69" name="Google Shape;25369;p47"/>
          <p:cNvGrpSpPr/>
          <p:nvPr/>
        </p:nvGrpSpPr>
        <p:grpSpPr>
          <a:xfrm>
            <a:off x="4896609" y="4085472"/>
            <a:ext cx="278784" cy="355323"/>
            <a:chOff x="4896609" y="4260872"/>
            <a:chExt cx="278784" cy="355323"/>
          </a:xfrm>
        </p:grpSpPr>
        <p:sp>
          <p:nvSpPr>
            <p:cNvPr id="25370" name="Google Shape;25370;p47"/>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1" name="Google Shape;25371;p47"/>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2" name="Google Shape;25372;p47"/>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3" name="Google Shape;25373;p47"/>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4" name="Google Shape;25374;p47"/>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5" name="Google Shape;25375;p47"/>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76" name="Google Shape;25376;p47"/>
          <p:cNvGrpSpPr/>
          <p:nvPr/>
        </p:nvGrpSpPr>
        <p:grpSpPr>
          <a:xfrm>
            <a:off x="7598438" y="4090731"/>
            <a:ext cx="260283" cy="345914"/>
            <a:chOff x="7598438" y="4266131"/>
            <a:chExt cx="260283" cy="345914"/>
          </a:xfrm>
        </p:grpSpPr>
        <p:sp>
          <p:nvSpPr>
            <p:cNvPr id="25377" name="Google Shape;25377;p47"/>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8" name="Google Shape;25378;p47"/>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9" name="Google Shape;25379;p47"/>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0" name="Google Shape;25380;p47"/>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1" name="Google Shape;25381;p47"/>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2" name="Google Shape;25382;p47"/>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3" name="Google Shape;25383;p47"/>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84" name="Google Shape;25384;p47"/>
          <p:cNvGrpSpPr/>
          <p:nvPr/>
        </p:nvGrpSpPr>
        <p:grpSpPr>
          <a:xfrm>
            <a:off x="1767069" y="3184746"/>
            <a:ext cx="286324" cy="348164"/>
            <a:chOff x="1767069" y="3360146"/>
            <a:chExt cx="286324" cy="348164"/>
          </a:xfrm>
        </p:grpSpPr>
        <p:sp>
          <p:nvSpPr>
            <p:cNvPr id="25385" name="Google Shape;25385;p47"/>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6" name="Google Shape;25386;p47"/>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7" name="Google Shape;25387;p47"/>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8" name="Google Shape;25388;p47"/>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9" name="Google Shape;25389;p47"/>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0" name="Google Shape;25390;p47"/>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1" name="Google Shape;25391;p47"/>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92" name="Google Shape;25392;p47"/>
          <p:cNvGrpSpPr/>
          <p:nvPr/>
        </p:nvGrpSpPr>
        <p:grpSpPr>
          <a:xfrm>
            <a:off x="7149944" y="4090731"/>
            <a:ext cx="260283" cy="345914"/>
            <a:chOff x="7149944" y="4266131"/>
            <a:chExt cx="260283" cy="345914"/>
          </a:xfrm>
        </p:grpSpPr>
        <p:sp>
          <p:nvSpPr>
            <p:cNvPr id="25393" name="Google Shape;25393;p47"/>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4" name="Google Shape;25394;p47"/>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5" name="Google Shape;25395;p47"/>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6" name="Google Shape;25396;p47"/>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7" name="Google Shape;25397;p47"/>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8" name="Google Shape;25398;p47"/>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99" name="Google Shape;25399;p47"/>
          <p:cNvGrpSpPr/>
          <p:nvPr/>
        </p:nvGrpSpPr>
        <p:grpSpPr>
          <a:xfrm>
            <a:off x="6695051" y="4083951"/>
            <a:ext cx="270104" cy="360233"/>
            <a:chOff x="6695051" y="4259351"/>
            <a:chExt cx="270104" cy="360233"/>
          </a:xfrm>
        </p:grpSpPr>
        <p:sp>
          <p:nvSpPr>
            <p:cNvPr id="25400" name="Google Shape;25400;p47"/>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1" name="Google Shape;25401;p47"/>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2" name="Google Shape;25402;p47"/>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3" name="Google Shape;25403;p47"/>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04" name="Google Shape;25404;p47"/>
          <p:cNvGrpSpPr/>
          <p:nvPr/>
        </p:nvGrpSpPr>
        <p:grpSpPr>
          <a:xfrm>
            <a:off x="8047661" y="4082051"/>
            <a:ext cx="277263" cy="362514"/>
            <a:chOff x="8047661" y="4257451"/>
            <a:chExt cx="277263" cy="362514"/>
          </a:xfrm>
        </p:grpSpPr>
        <p:sp>
          <p:nvSpPr>
            <p:cNvPr id="25405" name="Google Shape;25405;p47"/>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6" name="Google Shape;25406;p47"/>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7" name="Google Shape;25407;p47"/>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8" name="Google Shape;25408;p47"/>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09" name="Google Shape;25409;p47"/>
          <p:cNvGrpSpPr/>
          <p:nvPr/>
        </p:nvGrpSpPr>
        <p:grpSpPr>
          <a:xfrm>
            <a:off x="6248078" y="3609068"/>
            <a:ext cx="277263" cy="356115"/>
            <a:chOff x="6248078" y="3784468"/>
            <a:chExt cx="277263" cy="356115"/>
          </a:xfrm>
        </p:grpSpPr>
        <p:sp>
          <p:nvSpPr>
            <p:cNvPr id="25410" name="Google Shape;25410;p47"/>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1" name="Google Shape;25411;p47"/>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2" name="Google Shape;25412;p47"/>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3" name="Google Shape;25413;p47"/>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4" name="Google Shape;25414;p47"/>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15" name="Google Shape;25415;p47"/>
          <p:cNvGrpSpPr/>
          <p:nvPr/>
        </p:nvGrpSpPr>
        <p:grpSpPr>
          <a:xfrm>
            <a:off x="5800725" y="3610589"/>
            <a:ext cx="277644" cy="354594"/>
            <a:chOff x="5800725" y="3785989"/>
            <a:chExt cx="277644" cy="354594"/>
          </a:xfrm>
        </p:grpSpPr>
        <p:sp>
          <p:nvSpPr>
            <p:cNvPr id="25416" name="Google Shape;25416;p47"/>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7" name="Google Shape;25417;p47"/>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8" name="Google Shape;25418;p47"/>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9" name="Google Shape;25419;p47"/>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0" name="Google Shape;25420;p47"/>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1" name="Google Shape;25421;p47"/>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2" name="Google Shape;25422;p47"/>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23" name="Google Shape;25423;p47"/>
          <p:cNvGrpSpPr/>
          <p:nvPr/>
        </p:nvGrpSpPr>
        <p:grpSpPr>
          <a:xfrm>
            <a:off x="2206122" y="3185348"/>
            <a:ext cx="308183" cy="347562"/>
            <a:chOff x="2206122" y="3360748"/>
            <a:chExt cx="308183" cy="347562"/>
          </a:xfrm>
        </p:grpSpPr>
        <p:sp>
          <p:nvSpPr>
            <p:cNvPr id="25424" name="Google Shape;25424;p47"/>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5" name="Google Shape;25425;p47"/>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6" name="Google Shape;25426;p47"/>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7" name="Google Shape;25427;p47"/>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8" name="Google Shape;25428;p47"/>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29" name="Google Shape;25429;p47"/>
          <p:cNvGrpSpPr/>
          <p:nvPr/>
        </p:nvGrpSpPr>
        <p:grpSpPr>
          <a:xfrm>
            <a:off x="5353403" y="3610209"/>
            <a:ext cx="277992" cy="354974"/>
            <a:chOff x="5353403" y="3785609"/>
            <a:chExt cx="277992" cy="354974"/>
          </a:xfrm>
        </p:grpSpPr>
        <p:sp>
          <p:nvSpPr>
            <p:cNvPr id="25430" name="Google Shape;25430;p47"/>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1" name="Google Shape;25431;p47"/>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2" name="Google Shape;25432;p47"/>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3" name="Google Shape;25433;p47"/>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4" name="Google Shape;25434;p47"/>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5" name="Google Shape;25435;p47"/>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36" name="Google Shape;25436;p47"/>
          <p:cNvGrpSpPr/>
          <p:nvPr/>
        </p:nvGrpSpPr>
        <p:grpSpPr>
          <a:xfrm>
            <a:off x="4896229" y="3610589"/>
            <a:ext cx="278784" cy="354594"/>
            <a:chOff x="4896229" y="3785989"/>
            <a:chExt cx="278784" cy="354594"/>
          </a:xfrm>
        </p:grpSpPr>
        <p:sp>
          <p:nvSpPr>
            <p:cNvPr id="25437" name="Google Shape;25437;p47"/>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8" name="Google Shape;25438;p47"/>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9" name="Google Shape;25439;p47"/>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0" name="Google Shape;25440;p47"/>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1" name="Google Shape;25441;p47"/>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2" name="Google Shape;25442;p47"/>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43" name="Google Shape;25443;p47"/>
          <p:cNvGrpSpPr/>
          <p:nvPr/>
        </p:nvGrpSpPr>
        <p:grpSpPr>
          <a:xfrm>
            <a:off x="7592387" y="3612458"/>
            <a:ext cx="273874" cy="351204"/>
            <a:chOff x="7592387" y="3787858"/>
            <a:chExt cx="273874" cy="351204"/>
          </a:xfrm>
        </p:grpSpPr>
        <p:sp>
          <p:nvSpPr>
            <p:cNvPr id="25444" name="Google Shape;25444;p47"/>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5" name="Google Shape;25445;p47"/>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6" name="Google Shape;25446;p47"/>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7" name="Google Shape;25447;p47"/>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48" name="Google Shape;25448;p47"/>
          <p:cNvGrpSpPr/>
          <p:nvPr/>
        </p:nvGrpSpPr>
        <p:grpSpPr>
          <a:xfrm>
            <a:off x="7145794" y="3612458"/>
            <a:ext cx="274254" cy="350444"/>
            <a:chOff x="7145794" y="3787858"/>
            <a:chExt cx="274254" cy="350444"/>
          </a:xfrm>
        </p:grpSpPr>
        <p:sp>
          <p:nvSpPr>
            <p:cNvPr id="25449" name="Google Shape;25449;p47"/>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0" name="Google Shape;25450;p47"/>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1" name="Google Shape;25451;p47"/>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2" name="Google Shape;25452;p47"/>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3" name="Google Shape;25453;p47"/>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4" name="Google Shape;25454;p47"/>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55" name="Google Shape;25455;p47"/>
          <p:cNvGrpSpPr/>
          <p:nvPr/>
        </p:nvGrpSpPr>
        <p:grpSpPr>
          <a:xfrm>
            <a:off x="8054060" y="3611698"/>
            <a:ext cx="266334" cy="353834"/>
            <a:chOff x="8054060" y="3787098"/>
            <a:chExt cx="266334" cy="353834"/>
          </a:xfrm>
        </p:grpSpPr>
        <p:sp>
          <p:nvSpPr>
            <p:cNvPr id="25456" name="Google Shape;25456;p47"/>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7" name="Google Shape;25457;p47"/>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8" name="Google Shape;25458;p47"/>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9" name="Google Shape;25459;p47"/>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60" name="Google Shape;25460;p47"/>
          <p:cNvGrpSpPr/>
          <p:nvPr/>
        </p:nvGrpSpPr>
        <p:grpSpPr>
          <a:xfrm>
            <a:off x="6702211" y="3607199"/>
            <a:ext cx="270104" cy="361754"/>
            <a:chOff x="6702211" y="3782599"/>
            <a:chExt cx="270104" cy="361754"/>
          </a:xfrm>
        </p:grpSpPr>
        <p:sp>
          <p:nvSpPr>
            <p:cNvPr id="25461" name="Google Shape;25461;p47"/>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2" name="Google Shape;25462;p47"/>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3" name="Google Shape;25463;p47"/>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4" name="Google Shape;25464;p47"/>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5" name="Google Shape;25465;p47"/>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66" name="Google Shape;25466;p47"/>
          <p:cNvGrpSpPr/>
          <p:nvPr/>
        </p:nvGrpSpPr>
        <p:grpSpPr>
          <a:xfrm>
            <a:off x="3516886" y="3263327"/>
            <a:ext cx="391854" cy="269922"/>
            <a:chOff x="3516850" y="3406526"/>
            <a:chExt cx="369674" cy="254644"/>
          </a:xfrm>
        </p:grpSpPr>
        <p:sp>
          <p:nvSpPr>
            <p:cNvPr id="25467" name="Google Shape;25467;p47"/>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8" name="Google Shape;25468;p47"/>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9" name="Google Shape;25469;p47"/>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0" name="Google Shape;25470;p47"/>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71" name="Google Shape;25471;p47"/>
          <p:cNvGrpSpPr/>
          <p:nvPr/>
        </p:nvGrpSpPr>
        <p:grpSpPr>
          <a:xfrm>
            <a:off x="1310655" y="3185127"/>
            <a:ext cx="306314" cy="347402"/>
            <a:chOff x="1310655" y="3360527"/>
            <a:chExt cx="306314" cy="347402"/>
          </a:xfrm>
        </p:grpSpPr>
        <p:sp>
          <p:nvSpPr>
            <p:cNvPr id="25472" name="Google Shape;25472;p47"/>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3" name="Google Shape;25473;p47"/>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4" name="Google Shape;25474;p47"/>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5" name="Google Shape;25475;p47"/>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6" name="Google Shape;25476;p47"/>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77" name="Google Shape;25477;p47"/>
          <p:cNvGrpSpPr/>
          <p:nvPr/>
        </p:nvGrpSpPr>
        <p:grpSpPr>
          <a:xfrm>
            <a:off x="3119678" y="3184746"/>
            <a:ext cx="269343" cy="348543"/>
            <a:chOff x="3119678" y="3360146"/>
            <a:chExt cx="269343" cy="348543"/>
          </a:xfrm>
        </p:grpSpPr>
        <p:sp>
          <p:nvSpPr>
            <p:cNvPr id="25478" name="Google Shape;25478;p47"/>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9" name="Google Shape;25479;p47"/>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0" name="Google Shape;25480;p47"/>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1" name="Google Shape;25481;p47"/>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2" name="Google Shape;25482;p47"/>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3" name="Google Shape;25483;p47"/>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4" name="Google Shape;25484;p47"/>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85" name="Google Shape;25485;p47"/>
          <p:cNvGrpSpPr/>
          <p:nvPr/>
        </p:nvGrpSpPr>
        <p:grpSpPr>
          <a:xfrm>
            <a:off x="3967213" y="3181547"/>
            <a:ext cx="368185" cy="354753"/>
            <a:chOff x="3967213" y="3356947"/>
            <a:chExt cx="368185" cy="354753"/>
          </a:xfrm>
        </p:grpSpPr>
        <p:sp>
          <p:nvSpPr>
            <p:cNvPr id="25486" name="Google Shape;25486;p47"/>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7" name="Google Shape;25487;p47"/>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8" name="Google Shape;25488;p47"/>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9" name="Google Shape;25489;p47"/>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0" name="Google Shape;25490;p47"/>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91" name="Google Shape;25491;p47"/>
          <p:cNvGrpSpPr/>
          <p:nvPr/>
        </p:nvGrpSpPr>
        <p:grpSpPr>
          <a:xfrm>
            <a:off x="871254" y="3184746"/>
            <a:ext cx="285183" cy="347023"/>
            <a:chOff x="871254" y="3360146"/>
            <a:chExt cx="285183" cy="347023"/>
          </a:xfrm>
        </p:grpSpPr>
        <p:sp>
          <p:nvSpPr>
            <p:cNvPr id="25492" name="Google Shape;25492;p47"/>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3" name="Google Shape;25493;p47"/>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4" name="Google Shape;25494;p47"/>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5" name="Google Shape;25495;p47"/>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96" name="Google Shape;25496;p47"/>
          <p:cNvGrpSpPr/>
          <p:nvPr/>
        </p:nvGrpSpPr>
        <p:grpSpPr>
          <a:xfrm>
            <a:off x="2665165" y="3184746"/>
            <a:ext cx="281794" cy="349685"/>
            <a:chOff x="2665165" y="3360146"/>
            <a:chExt cx="281794" cy="349685"/>
          </a:xfrm>
        </p:grpSpPr>
        <p:sp>
          <p:nvSpPr>
            <p:cNvPr id="25497" name="Google Shape;25497;p47"/>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8" name="Google Shape;25498;p47"/>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9" name="Google Shape;25499;p47"/>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0" name="Google Shape;25500;p47"/>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1" name="Google Shape;25501;p47"/>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02" name="Google Shape;25502;p47"/>
          <p:cNvGrpSpPr/>
          <p:nvPr/>
        </p:nvGrpSpPr>
        <p:grpSpPr>
          <a:xfrm>
            <a:off x="7156344" y="3172296"/>
            <a:ext cx="264465" cy="353074"/>
            <a:chOff x="7156344" y="3347696"/>
            <a:chExt cx="264465" cy="353074"/>
          </a:xfrm>
        </p:grpSpPr>
        <p:sp>
          <p:nvSpPr>
            <p:cNvPr id="25503" name="Google Shape;25503;p47"/>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4" name="Google Shape;25504;p47"/>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5" name="Google Shape;25505;p47"/>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6" name="Google Shape;25506;p47"/>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7" name="Google Shape;25507;p47"/>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08" name="Google Shape;25508;p47"/>
          <p:cNvGrpSpPr/>
          <p:nvPr/>
        </p:nvGrpSpPr>
        <p:grpSpPr>
          <a:xfrm>
            <a:off x="6703732" y="3171536"/>
            <a:ext cx="264813" cy="352693"/>
            <a:chOff x="6703732" y="3346936"/>
            <a:chExt cx="264813" cy="352693"/>
          </a:xfrm>
        </p:grpSpPr>
        <p:sp>
          <p:nvSpPr>
            <p:cNvPr id="25509" name="Google Shape;25509;p47"/>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0" name="Google Shape;25510;p47"/>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1" name="Google Shape;25511;p47"/>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2" name="Google Shape;25512;p47"/>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3" name="Google Shape;25513;p47"/>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14" name="Google Shape;25514;p47"/>
          <p:cNvGrpSpPr/>
          <p:nvPr/>
        </p:nvGrpSpPr>
        <p:grpSpPr>
          <a:xfrm>
            <a:off x="6252228" y="3171536"/>
            <a:ext cx="265193" cy="352693"/>
            <a:chOff x="6252228" y="3346936"/>
            <a:chExt cx="265193" cy="352693"/>
          </a:xfrm>
        </p:grpSpPr>
        <p:sp>
          <p:nvSpPr>
            <p:cNvPr id="25515" name="Google Shape;25515;p47"/>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6" name="Google Shape;25516;p47"/>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7" name="Google Shape;25517;p47"/>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18" name="Google Shape;25518;p47"/>
          <p:cNvGrpSpPr/>
          <p:nvPr/>
        </p:nvGrpSpPr>
        <p:grpSpPr>
          <a:xfrm>
            <a:off x="5801105" y="3172296"/>
            <a:ext cx="264813" cy="351933"/>
            <a:chOff x="5801105" y="3347696"/>
            <a:chExt cx="264813" cy="351933"/>
          </a:xfrm>
        </p:grpSpPr>
        <p:sp>
          <p:nvSpPr>
            <p:cNvPr id="25519" name="Google Shape;25519;p47"/>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0" name="Google Shape;25520;p47"/>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1" name="Google Shape;25521;p47"/>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2" name="Google Shape;25522;p47"/>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23" name="Google Shape;25523;p47"/>
          <p:cNvGrpSpPr/>
          <p:nvPr/>
        </p:nvGrpSpPr>
        <p:grpSpPr>
          <a:xfrm>
            <a:off x="5349253" y="3171536"/>
            <a:ext cx="265922" cy="352693"/>
            <a:chOff x="5349253" y="3346936"/>
            <a:chExt cx="265922" cy="352693"/>
          </a:xfrm>
        </p:grpSpPr>
        <p:sp>
          <p:nvSpPr>
            <p:cNvPr id="25524" name="Google Shape;25524;p47"/>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5" name="Google Shape;25525;p47"/>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6" name="Google Shape;25526;p47"/>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7" name="Google Shape;25527;p47"/>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8" name="Google Shape;25528;p47"/>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9" name="Google Shape;25529;p47"/>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30" name="Google Shape;25530;p47"/>
          <p:cNvGrpSpPr/>
          <p:nvPr/>
        </p:nvGrpSpPr>
        <p:grpSpPr>
          <a:xfrm>
            <a:off x="4907159" y="3171536"/>
            <a:ext cx="264845" cy="354214"/>
            <a:chOff x="4907159" y="3346936"/>
            <a:chExt cx="264845" cy="354214"/>
          </a:xfrm>
        </p:grpSpPr>
        <p:sp>
          <p:nvSpPr>
            <p:cNvPr id="25531" name="Google Shape;25531;p47"/>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2" name="Google Shape;25532;p47"/>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33" name="Google Shape;25533;p47"/>
          <p:cNvGrpSpPr/>
          <p:nvPr/>
        </p:nvGrpSpPr>
        <p:grpSpPr>
          <a:xfrm>
            <a:off x="8048421" y="3159086"/>
            <a:ext cx="276503" cy="369674"/>
            <a:chOff x="8048421" y="3334486"/>
            <a:chExt cx="276503" cy="369674"/>
          </a:xfrm>
        </p:grpSpPr>
        <p:sp>
          <p:nvSpPr>
            <p:cNvPr id="25534" name="Google Shape;25534;p47"/>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5" name="Google Shape;25535;p47"/>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6" name="Google Shape;25536;p47"/>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7" name="Google Shape;25537;p47"/>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8" name="Google Shape;25538;p47"/>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9" name="Google Shape;25539;p47"/>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40" name="Google Shape;25540;p47"/>
          <p:cNvGrpSpPr/>
          <p:nvPr/>
        </p:nvGrpSpPr>
        <p:grpSpPr>
          <a:xfrm>
            <a:off x="7575787" y="3154555"/>
            <a:ext cx="295384" cy="376834"/>
            <a:chOff x="7575787" y="3329955"/>
            <a:chExt cx="295384" cy="376834"/>
          </a:xfrm>
        </p:grpSpPr>
        <p:sp>
          <p:nvSpPr>
            <p:cNvPr id="25541" name="Google Shape;25541;p47"/>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2" name="Google Shape;25542;p47"/>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3" name="Google Shape;25543;p47"/>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4" name="Google Shape;25544;p47"/>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5" name="Google Shape;25545;p47"/>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6" name="Google Shape;25546;p47"/>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47" name="Google Shape;25547;p47"/>
          <p:cNvGrpSpPr/>
          <p:nvPr/>
        </p:nvGrpSpPr>
        <p:grpSpPr>
          <a:xfrm>
            <a:off x="864062" y="2709103"/>
            <a:ext cx="264084" cy="347783"/>
            <a:chOff x="864062" y="2884503"/>
            <a:chExt cx="264084" cy="347783"/>
          </a:xfrm>
        </p:grpSpPr>
        <p:sp>
          <p:nvSpPr>
            <p:cNvPr id="25548" name="Google Shape;25548;p47"/>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9" name="Google Shape;25549;p47"/>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0" name="Google Shape;25550;p47"/>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1" name="Google Shape;25551;p47"/>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2" name="Google Shape;25552;p47"/>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3" name="Google Shape;25553;p47"/>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4" name="Google Shape;25554;p47"/>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5" name="Google Shape;25555;p47"/>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6" name="Google Shape;25556;p47"/>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7" name="Google Shape;25557;p47"/>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58" name="Google Shape;25558;p47"/>
          <p:cNvGrpSpPr/>
          <p:nvPr/>
        </p:nvGrpSpPr>
        <p:grpSpPr>
          <a:xfrm>
            <a:off x="3978523" y="2709261"/>
            <a:ext cx="348955" cy="346516"/>
            <a:chOff x="3978523" y="2884661"/>
            <a:chExt cx="348955" cy="346516"/>
          </a:xfrm>
        </p:grpSpPr>
        <p:sp>
          <p:nvSpPr>
            <p:cNvPr id="25559" name="Google Shape;25559;p47"/>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0" name="Google Shape;25560;p47"/>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1" name="Google Shape;25561;p47"/>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2" name="Google Shape;25562;p47"/>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3" name="Google Shape;25563;p47"/>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4" name="Google Shape;25564;p47"/>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5" name="Google Shape;25565;p47"/>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6" name="Google Shape;25566;p47"/>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67" name="Google Shape;25567;p47"/>
          <p:cNvGrpSpPr/>
          <p:nvPr/>
        </p:nvGrpSpPr>
        <p:grpSpPr>
          <a:xfrm>
            <a:off x="3556255" y="2709863"/>
            <a:ext cx="347435" cy="345534"/>
            <a:chOff x="3527780" y="2885263"/>
            <a:chExt cx="347435" cy="345534"/>
          </a:xfrm>
        </p:grpSpPr>
        <p:sp>
          <p:nvSpPr>
            <p:cNvPr id="25568" name="Google Shape;25568;p47"/>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9" name="Google Shape;25569;p47"/>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0" name="Google Shape;25570;p47"/>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1" name="Google Shape;25571;p47"/>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2" name="Google Shape;25572;p47"/>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3" name="Google Shape;25573;p47"/>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4" name="Google Shape;25574;p47"/>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5" name="Google Shape;25575;p47"/>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6" name="Google Shape;25576;p47"/>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7" name="Google Shape;25577;p47"/>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8" name="Google Shape;25578;p47"/>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9" name="Google Shape;25579;p47"/>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0" name="Google Shape;25580;p47"/>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1" name="Google Shape;25581;p47"/>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2" name="Google Shape;25582;p47"/>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3" name="Google Shape;25583;p47"/>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4" name="Google Shape;25584;p47"/>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5" name="Google Shape;25585;p47"/>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6" name="Google Shape;25586;p47"/>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7" name="Google Shape;25587;p47"/>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8" name="Google Shape;25588;p47"/>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9" name="Google Shape;25589;p47"/>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0" name="Google Shape;25590;p47"/>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91" name="Google Shape;25591;p47"/>
          <p:cNvGrpSpPr/>
          <p:nvPr/>
        </p:nvGrpSpPr>
        <p:grpSpPr>
          <a:xfrm>
            <a:off x="2239671" y="2709103"/>
            <a:ext cx="218054" cy="348544"/>
            <a:chOff x="2239671" y="2884503"/>
            <a:chExt cx="218054" cy="348544"/>
          </a:xfrm>
        </p:grpSpPr>
        <p:sp>
          <p:nvSpPr>
            <p:cNvPr id="25592" name="Google Shape;25592;p47"/>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3" name="Google Shape;25593;p47"/>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4" name="Google Shape;25594;p47"/>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5" name="Google Shape;25595;p47"/>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6" name="Google Shape;25596;p47"/>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97" name="Google Shape;25597;p47"/>
          <p:cNvGrpSpPr/>
          <p:nvPr/>
        </p:nvGrpSpPr>
        <p:grpSpPr>
          <a:xfrm>
            <a:off x="2691555" y="2709103"/>
            <a:ext cx="215044" cy="348924"/>
            <a:chOff x="2691555" y="2884503"/>
            <a:chExt cx="215044" cy="348924"/>
          </a:xfrm>
        </p:grpSpPr>
        <p:sp>
          <p:nvSpPr>
            <p:cNvPr id="25598" name="Google Shape;25598;p47"/>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9" name="Google Shape;25599;p47"/>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0" name="Google Shape;25600;p47"/>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01" name="Google Shape;25601;p47"/>
          <p:cNvGrpSpPr/>
          <p:nvPr/>
        </p:nvGrpSpPr>
        <p:grpSpPr>
          <a:xfrm>
            <a:off x="1770459" y="2709103"/>
            <a:ext cx="254644" cy="348828"/>
            <a:chOff x="1770459" y="2884503"/>
            <a:chExt cx="254644" cy="348828"/>
          </a:xfrm>
        </p:grpSpPr>
        <p:sp>
          <p:nvSpPr>
            <p:cNvPr id="25602" name="Google Shape;25602;p47"/>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3" name="Google Shape;25603;p47"/>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4" name="Google Shape;25604;p47"/>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5" name="Google Shape;25605;p47"/>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6" name="Google Shape;25606;p47"/>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7" name="Google Shape;25607;p47"/>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8" name="Google Shape;25608;p47"/>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9" name="Google Shape;25609;p47"/>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10" name="Google Shape;25610;p47"/>
          <p:cNvGrpSpPr/>
          <p:nvPr/>
        </p:nvGrpSpPr>
        <p:grpSpPr>
          <a:xfrm>
            <a:off x="1317466" y="2709483"/>
            <a:ext cx="258382" cy="348543"/>
            <a:chOff x="1317466" y="2884883"/>
            <a:chExt cx="258382" cy="348543"/>
          </a:xfrm>
        </p:grpSpPr>
        <p:sp>
          <p:nvSpPr>
            <p:cNvPr id="25611" name="Google Shape;25611;p47"/>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2" name="Google Shape;25612;p47"/>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3" name="Google Shape;25613;p47"/>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4" name="Google Shape;25614;p47"/>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5" name="Google Shape;25615;p47"/>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6" name="Google Shape;25616;p47"/>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7" name="Google Shape;25617;p47"/>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8" name="Google Shape;25618;p47"/>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19" name="Google Shape;25619;p47"/>
          <p:cNvGrpSpPr/>
          <p:nvPr/>
        </p:nvGrpSpPr>
        <p:grpSpPr>
          <a:xfrm>
            <a:off x="3121167" y="2709483"/>
            <a:ext cx="258414" cy="348543"/>
            <a:chOff x="3121167" y="2884883"/>
            <a:chExt cx="258414" cy="348543"/>
          </a:xfrm>
        </p:grpSpPr>
        <p:sp>
          <p:nvSpPr>
            <p:cNvPr id="25620" name="Google Shape;25620;p47"/>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1" name="Google Shape;25621;p47"/>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2" name="Google Shape;25622;p47"/>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3" name="Google Shape;25623;p47"/>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4" name="Google Shape;25624;p47"/>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5" name="Google Shape;25625;p47"/>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6" name="Google Shape;25626;p47"/>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7" name="Google Shape;25627;p47"/>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28" name="Google Shape;25628;p47"/>
          <p:cNvGrpSpPr/>
          <p:nvPr/>
        </p:nvGrpSpPr>
        <p:grpSpPr>
          <a:xfrm>
            <a:off x="4899999" y="2706695"/>
            <a:ext cx="271244" cy="346801"/>
            <a:chOff x="4899999" y="2882095"/>
            <a:chExt cx="271244" cy="346801"/>
          </a:xfrm>
        </p:grpSpPr>
        <p:sp>
          <p:nvSpPr>
            <p:cNvPr id="25629" name="Google Shape;25629;p47"/>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0" name="Google Shape;25630;p47"/>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1" name="Google Shape;25631;p47"/>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2" name="Google Shape;25632;p47"/>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3" name="Google Shape;25633;p47"/>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4" name="Google Shape;25634;p47"/>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5" name="Google Shape;25635;p47"/>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6" name="Google Shape;25636;p47"/>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7" name="Google Shape;25637;p47"/>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8" name="Google Shape;25638;p47"/>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39" name="Google Shape;25639;p47"/>
          <p:cNvGrpSpPr/>
          <p:nvPr/>
        </p:nvGrpSpPr>
        <p:grpSpPr>
          <a:xfrm>
            <a:off x="7162775" y="2705713"/>
            <a:ext cx="259523" cy="346294"/>
            <a:chOff x="7162775" y="2881113"/>
            <a:chExt cx="259523" cy="346294"/>
          </a:xfrm>
        </p:grpSpPr>
        <p:sp>
          <p:nvSpPr>
            <p:cNvPr id="25640" name="Google Shape;25640;p47"/>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1" name="Google Shape;25641;p47"/>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2" name="Google Shape;25642;p47"/>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3" name="Google Shape;25643;p47"/>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4" name="Google Shape;25644;p47"/>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5" name="Google Shape;25645;p47"/>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46" name="Google Shape;25646;p47"/>
          <p:cNvGrpSpPr/>
          <p:nvPr/>
        </p:nvGrpSpPr>
        <p:grpSpPr>
          <a:xfrm>
            <a:off x="6709751" y="2706442"/>
            <a:ext cx="261075" cy="347815"/>
            <a:chOff x="6709751" y="2881842"/>
            <a:chExt cx="261075" cy="347815"/>
          </a:xfrm>
        </p:grpSpPr>
        <p:sp>
          <p:nvSpPr>
            <p:cNvPr id="25647" name="Google Shape;25647;p47"/>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8" name="Google Shape;25648;p47"/>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9" name="Google Shape;25649;p47"/>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0" name="Google Shape;25650;p47"/>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1" name="Google Shape;25651;p47"/>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2" name="Google Shape;25652;p47"/>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53" name="Google Shape;25653;p47"/>
          <p:cNvGrpSpPr/>
          <p:nvPr/>
        </p:nvGrpSpPr>
        <p:grpSpPr>
          <a:xfrm>
            <a:off x="5807156" y="2705713"/>
            <a:ext cx="261043" cy="348163"/>
            <a:chOff x="5807156" y="2881113"/>
            <a:chExt cx="261043" cy="348163"/>
          </a:xfrm>
        </p:grpSpPr>
        <p:sp>
          <p:nvSpPr>
            <p:cNvPr id="25654" name="Google Shape;25654;p47"/>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5" name="Google Shape;25655;p47"/>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6" name="Google Shape;25656;p47"/>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7" name="Google Shape;25657;p47"/>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8" name="Google Shape;25658;p47"/>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59" name="Google Shape;25659;p47"/>
          <p:cNvGrpSpPr/>
          <p:nvPr/>
        </p:nvGrpSpPr>
        <p:grpSpPr>
          <a:xfrm>
            <a:off x="5355653" y="2706093"/>
            <a:ext cx="262184" cy="346643"/>
            <a:chOff x="5355653" y="2881493"/>
            <a:chExt cx="262184" cy="346643"/>
          </a:xfrm>
        </p:grpSpPr>
        <p:sp>
          <p:nvSpPr>
            <p:cNvPr id="25660" name="Google Shape;25660;p47"/>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1" name="Google Shape;25661;p47"/>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2" name="Google Shape;25662;p47"/>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3" name="Google Shape;25663;p47"/>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4" name="Google Shape;25664;p47"/>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65" name="Google Shape;25665;p47"/>
          <p:cNvGrpSpPr/>
          <p:nvPr/>
        </p:nvGrpSpPr>
        <p:grpSpPr>
          <a:xfrm>
            <a:off x="8055961" y="2706442"/>
            <a:ext cx="260283" cy="345914"/>
            <a:chOff x="8055961" y="2881842"/>
            <a:chExt cx="260283" cy="345914"/>
          </a:xfrm>
        </p:grpSpPr>
        <p:sp>
          <p:nvSpPr>
            <p:cNvPr id="25666" name="Google Shape;25666;p47"/>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7" name="Google Shape;25667;p47"/>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8" name="Google Shape;25668;p47"/>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9" name="Google Shape;25669;p47"/>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70" name="Google Shape;25670;p47"/>
          <p:cNvGrpSpPr/>
          <p:nvPr/>
        </p:nvGrpSpPr>
        <p:grpSpPr>
          <a:xfrm>
            <a:off x="7609368" y="2718512"/>
            <a:ext cx="264813" cy="353105"/>
            <a:chOff x="7609368" y="2893912"/>
            <a:chExt cx="264813" cy="353105"/>
          </a:xfrm>
        </p:grpSpPr>
        <p:sp>
          <p:nvSpPr>
            <p:cNvPr id="25671" name="Google Shape;25671;p47"/>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2" name="Google Shape;25672;p47"/>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3" name="Google Shape;25673;p47"/>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4" name="Google Shape;25674;p47"/>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5" name="Google Shape;25675;p47"/>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6" name="Google Shape;25676;p47"/>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77" name="Google Shape;25677;p47"/>
          <p:cNvGrpSpPr/>
          <p:nvPr/>
        </p:nvGrpSpPr>
        <p:grpSpPr>
          <a:xfrm>
            <a:off x="6248458" y="2694372"/>
            <a:ext cx="270864" cy="360645"/>
            <a:chOff x="6248458" y="2869772"/>
            <a:chExt cx="270864" cy="360645"/>
          </a:xfrm>
        </p:grpSpPr>
        <p:sp>
          <p:nvSpPr>
            <p:cNvPr id="25678" name="Google Shape;25678;p47"/>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9" name="Google Shape;25679;p47"/>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0" name="Google Shape;25680;p47"/>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1" name="Google Shape;25681;p47"/>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2" name="Google Shape;25682;p47"/>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83" name="Google Shape;25683;p47"/>
          <p:cNvGrpSpPr/>
          <p:nvPr/>
        </p:nvGrpSpPr>
        <p:grpSpPr>
          <a:xfrm>
            <a:off x="3075928" y="2270398"/>
            <a:ext cx="363243" cy="300675"/>
            <a:chOff x="3075928" y="2445798"/>
            <a:chExt cx="363243" cy="300675"/>
          </a:xfrm>
        </p:grpSpPr>
        <p:sp>
          <p:nvSpPr>
            <p:cNvPr id="25684" name="Google Shape;25684;p47"/>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5" name="Google Shape;25685;p47"/>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6" name="Google Shape;25686;p47"/>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7" name="Google Shape;25687;p47"/>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8" name="Google Shape;25688;p47"/>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9" name="Google Shape;25689;p47"/>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0" name="Google Shape;25690;p47"/>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1" name="Google Shape;25691;p47"/>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2" name="Google Shape;25692;p47"/>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3" name="Google Shape;25693;p47"/>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4" name="Google Shape;25694;p47"/>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95" name="Google Shape;25695;p47"/>
          <p:cNvGrpSpPr/>
          <p:nvPr/>
        </p:nvGrpSpPr>
        <p:grpSpPr>
          <a:xfrm>
            <a:off x="2633105" y="2256459"/>
            <a:ext cx="363243" cy="328585"/>
            <a:chOff x="2633105" y="2431859"/>
            <a:chExt cx="363243" cy="328585"/>
          </a:xfrm>
        </p:grpSpPr>
        <p:sp>
          <p:nvSpPr>
            <p:cNvPr id="25696" name="Google Shape;25696;p47"/>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7" name="Google Shape;25697;p47"/>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8" name="Google Shape;25698;p47"/>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9" name="Google Shape;25699;p47"/>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0" name="Google Shape;25700;p47"/>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1" name="Google Shape;25701;p47"/>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2" name="Google Shape;25702;p47"/>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3" name="Google Shape;25703;p47"/>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04" name="Google Shape;25704;p47"/>
          <p:cNvGrpSpPr/>
          <p:nvPr/>
        </p:nvGrpSpPr>
        <p:grpSpPr>
          <a:xfrm>
            <a:off x="2189142" y="2245910"/>
            <a:ext cx="365904" cy="350064"/>
            <a:chOff x="2189142" y="2421310"/>
            <a:chExt cx="365904" cy="350064"/>
          </a:xfrm>
        </p:grpSpPr>
        <p:sp>
          <p:nvSpPr>
            <p:cNvPr id="25705" name="Google Shape;25705;p47"/>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6" name="Google Shape;25706;p47"/>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7" name="Google Shape;25707;p47"/>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8" name="Google Shape;25708;p47"/>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9" name="Google Shape;25709;p47"/>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0" name="Google Shape;25710;p47"/>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1" name="Google Shape;25711;p47"/>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2" name="Google Shape;25712;p47"/>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3" name="Google Shape;25713;p47"/>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714" name="Google Shape;25714;p47"/>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715" name="Google Shape;25715;p47"/>
          <p:cNvGrpSpPr/>
          <p:nvPr/>
        </p:nvGrpSpPr>
        <p:grpSpPr>
          <a:xfrm>
            <a:off x="3961923" y="2310917"/>
            <a:ext cx="364415" cy="220936"/>
            <a:chOff x="3961923" y="2486317"/>
            <a:chExt cx="364415" cy="220936"/>
          </a:xfrm>
        </p:grpSpPr>
        <p:sp>
          <p:nvSpPr>
            <p:cNvPr id="25716" name="Google Shape;25716;p47"/>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7" name="Google Shape;25717;p47"/>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8" name="Google Shape;25718;p47"/>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9" name="Google Shape;25719;p47"/>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720" name="Google Shape;25720;p47"/>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721" name="Google Shape;25721;p47"/>
          <p:cNvGrpSpPr/>
          <p:nvPr/>
        </p:nvGrpSpPr>
        <p:grpSpPr>
          <a:xfrm>
            <a:off x="1303876" y="2243977"/>
            <a:ext cx="363275" cy="354626"/>
            <a:chOff x="1303876" y="2419377"/>
            <a:chExt cx="363275" cy="354626"/>
          </a:xfrm>
        </p:grpSpPr>
        <p:sp>
          <p:nvSpPr>
            <p:cNvPr id="25722" name="Google Shape;25722;p47"/>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3" name="Google Shape;25723;p47"/>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4" name="Google Shape;25724;p47"/>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5" name="Google Shape;25725;p47"/>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6" name="Google Shape;25726;p47"/>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7" name="Google Shape;25727;p47"/>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8" name="Google Shape;25728;p47"/>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9" name="Google Shape;25729;p47"/>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30" name="Google Shape;25730;p47"/>
          <p:cNvGrpSpPr/>
          <p:nvPr/>
        </p:nvGrpSpPr>
        <p:grpSpPr>
          <a:xfrm>
            <a:off x="861053" y="2239510"/>
            <a:ext cx="362134" cy="363623"/>
            <a:chOff x="861053" y="2414910"/>
            <a:chExt cx="362134" cy="363623"/>
          </a:xfrm>
        </p:grpSpPr>
        <p:sp>
          <p:nvSpPr>
            <p:cNvPr id="25731" name="Google Shape;25731;p47"/>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2" name="Google Shape;25732;p47"/>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3" name="Google Shape;25733;p47"/>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4" name="Google Shape;25734;p47"/>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5" name="Google Shape;25735;p47"/>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36" name="Google Shape;25736;p47"/>
          <p:cNvGrpSpPr/>
          <p:nvPr/>
        </p:nvGrpSpPr>
        <p:grpSpPr>
          <a:xfrm>
            <a:off x="7594288" y="2239859"/>
            <a:ext cx="279513" cy="355735"/>
            <a:chOff x="7594288" y="2415259"/>
            <a:chExt cx="279513" cy="355735"/>
          </a:xfrm>
        </p:grpSpPr>
        <p:sp>
          <p:nvSpPr>
            <p:cNvPr id="25737" name="Google Shape;25737;p47"/>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8" name="Google Shape;25738;p47"/>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9" name="Google Shape;25739;p47"/>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0" name="Google Shape;25740;p47"/>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1" name="Google Shape;25741;p47"/>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2" name="Google Shape;25742;p47"/>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43" name="Google Shape;25743;p47"/>
          <p:cNvGrpSpPr/>
          <p:nvPr/>
        </p:nvGrpSpPr>
        <p:grpSpPr>
          <a:xfrm>
            <a:off x="7145794" y="2240239"/>
            <a:ext cx="278784" cy="355735"/>
            <a:chOff x="7145794" y="2415639"/>
            <a:chExt cx="278784" cy="355735"/>
          </a:xfrm>
        </p:grpSpPr>
        <p:sp>
          <p:nvSpPr>
            <p:cNvPr id="25744" name="Google Shape;25744;p47"/>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5" name="Google Shape;25745;p47"/>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6" name="Google Shape;25746;p47"/>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7" name="Google Shape;25747;p47"/>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8" name="Google Shape;25748;p47"/>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9" name="Google Shape;25749;p47"/>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0" name="Google Shape;25750;p47"/>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1" name="Google Shape;25751;p47"/>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2" name="Google Shape;25752;p47"/>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3" name="Google Shape;25753;p47"/>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54" name="Google Shape;25754;p47"/>
          <p:cNvGrpSpPr/>
          <p:nvPr/>
        </p:nvGrpSpPr>
        <p:grpSpPr>
          <a:xfrm>
            <a:off x="6698441" y="2239130"/>
            <a:ext cx="277644" cy="357984"/>
            <a:chOff x="6698441" y="2414530"/>
            <a:chExt cx="277644" cy="357984"/>
          </a:xfrm>
        </p:grpSpPr>
        <p:sp>
          <p:nvSpPr>
            <p:cNvPr id="25755" name="Google Shape;25755;p47"/>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6" name="Google Shape;25756;p47"/>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7" name="Google Shape;25757;p47"/>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8" name="Google Shape;25758;p47"/>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9" name="Google Shape;25759;p47"/>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0" name="Google Shape;25760;p47"/>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61" name="Google Shape;25761;p47"/>
          <p:cNvGrpSpPr/>
          <p:nvPr/>
        </p:nvGrpSpPr>
        <p:grpSpPr>
          <a:xfrm>
            <a:off x="4897750" y="2240239"/>
            <a:ext cx="279513" cy="357255"/>
            <a:chOff x="4897750" y="2415639"/>
            <a:chExt cx="279513" cy="357255"/>
          </a:xfrm>
        </p:grpSpPr>
        <p:sp>
          <p:nvSpPr>
            <p:cNvPr id="25762" name="Google Shape;25762;p47"/>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3" name="Google Shape;25763;p47"/>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4" name="Google Shape;25764;p47"/>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5" name="Google Shape;25765;p47"/>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6" name="Google Shape;25766;p47"/>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7" name="Google Shape;25767;p47"/>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8" name="Google Shape;25768;p47"/>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9" name="Google Shape;25769;p47"/>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70" name="Google Shape;25770;p47"/>
          <p:cNvGrpSpPr/>
          <p:nvPr/>
        </p:nvGrpSpPr>
        <p:grpSpPr>
          <a:xfrm>
            <a:off x="5812066" y="2240619"/>
            <a:ext cx="264813" cy="353454"/>
            <a:chOff x="5812066" y="2416019"/>
            <a:chExt cx="264813" cy="353454"/>
          </a:xfrm>
        </p:grpSpPr>
        <p:sp>
          <p:nvSpPr>
            <p:cNvPr id="25771" name="Google Shape;25771;p47"/>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2" name="Google Shape;25772;p47"/>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3" name="Google Shape;25773;p47"/>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4" name="Google Shape;25774;p47"/>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5" name="Google Shape;25775;p47"/>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6" name="Google Shape;25776;p47"/>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7" name="Google Shape;25777;p47"/>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78" name="Google Shape;25778;p47"/>
          <p:cNvGrpSpPr/>
          <p:nvPr/>
        </p:nvGrpSpPr>
        <p:grpSpPr>
          <a:xfrm>
            <a:off x="8054820" y="2240999"/>
            <a:ext cx="264433" cy="353454"/>
            <a:chOff x="8054820" y="2416399"/>
            <a:chExt cx="264433" cy="353454"/>
          </a:xfrm>
        </p:grpSpPr>
        <p:sp>
          <p:nvSpPr>
            <p:cNvPr id="25779" name="Google Shape;25779;p47"/>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0" name="Google Shape;25780;p47"/>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1" name="Google Shape;25781;p47"/>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2" name="Google Shape;25782;p47"/>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3" name="Google Shape;25783;p47"/>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4" name="Google Shape;25784;p47"/>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85" name="Google Shape;25785;p47"/>
          <p:cNvGrpSpPr/>
          <p:nvPr/>
        </p:nvGrpSpPr>
        <p:grpSpPr>
          <a:xfrm>
            <a:off x="5356413" y="2237990"/>
            <a:ext cx="271212" cy="361374"/>
            <a:chOff x="5356413" y="2413390"/>
            <a:chExt cx="271212" cy="361374"/>
          </a:xfrm>
        </p:grpSpPr>
        <p:sp>
          <p:nvSpPr>
            <p:cNvPr id="25786" name="Google Shape;25786;p47"/>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7" name="Google Shape;25787;p47"/>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8" name="Google Shape;25788;p47"/>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9" name="Google Shape;25789;p47"/>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0" name="Google Shape;25790;p47"/>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91" name="Google Shape;25791;p47"/>
          <p:cNvGrpSpPr/>
          <p:nvPr/>
        </p:nvGrpSpPr>
        <p:grpSpPr>
          <a:xfrm>
            <a:off x="6255238" y="2236849"/>
            <a:ext cx="271244" cy="360994"/>
            <a:chOff x="6255238" y="2412249"/>
            <a:chExt cx="271244" cy="360994"/>
          </a:xfrm>
        </p:grpSpPr>
        <p:sp>
          <p:nvSpPr>
            <p:cNvPr id="25792" name="Google Shape;25792;p47"/>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3" name="Google Shape;25793;p47"/>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4" name="Google Shape;25794;p47"/>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5" name="Google Shape;25795;p47"/>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6" name="Google Shape;25796;p47"/>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7" name="Google Shape;25797;p47"/>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98" name="Google Shape;25798;p47"/>
          <p:cNvGrpSpPr/>
          <p:nvPr/>
        </p:nvGrpSpPr>
        <p:grpSpPr>
          <a:xfrm>
            <a:off x="2185372" y="1782399"/>
            <a:ext cx="366664" cy="366981"/>
            <a:chOff x="2185372" y="1957799"/>
            <a:chExt cx="366664" cy="366981"/>
          </a:xfrm>
        </p:grpSpPr>
        <p:sp>
          <p:nvSpPr>
            <p:cNvPr id="25799" name="Google Shape;25799;p47"/>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0" name="Google Shape;25800;p47"/>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1" name="Google Shape;25801;p47"/>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2" name="Google Shape;25802;p47"/>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3" name="Google Shape;25803;p47"/>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4" name="Google Shape;25804;p47"/>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5" name="Google Shape;25805;p47"/>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6" name="Google Shape;25806;p47"/>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07" name="Google Shape;25807;p47"/>
          <p:cNvGrpSpPr/>
          <p:nvPr/>
        </p:nvGrpSpPr>
        <p:grpSpPr>
          <a:xfrm>
            <a:off x="1737258" y="1812971"/>
            <a:ext cx="370815" cy="307359"/>
            <a:chOff x="1737258" y="1988371"/>
            <a:chExt cx="370815" cy="307359"/>
          </a:xfrm>
        </p:grpSpPr>
        <p:sp>
          <p:nvSpPr>
            <p:cNvPr id="25808" name="Google Shape;25808;p47"/>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9" name="Google Shape;25809;p47"/>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0" name="Google Shape;25810;p47"/>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1" name="Google Shape;25811;p47"/>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12" name="Google Shape;25812;p47"/>
          <p:cNvGrpSpPr/>
          <p:nvPr/>
        </p:nvGrpSpPr>
        <p:grpSpPr>
          <a:xfrm>
            <a:off x="848983" y="1814111"/>
            <a:ext cx="369293" cy="304350"/>
            <a:chOff x="848983" y="1989511"/>
            <a:chExt cx="369293" cy="304350"/>
          </a:xfrm>
        </p:grpSpPr>
        <p:sp>
          <p:nvSpPr>
            <p:cNvPr id="25813" name="Google Shape;25813;p47"/>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4" name="Google Shape;25814;p47"/>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5" name="Google Shape;25815;p47"/>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6" name="Google Shape;25816;p47"/>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7" name="Google Shape;25817;p47"/>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18" name="Google Shape;25818;p47"/>
          <p:cNvGrpSpPr/>
          <p:nvPr/>
        </p:nvGrpSpPr>
        <p:grpSpPr>
          <a:xfrm>
            <a:off x="3074027" y="1808377"/>
            <a:ext cx="380604" cy="313854"/>
            <a:chOff x="3074027" y="1983777"/>
            <a:chExt cx="380604" cy="313854"/>
          </a:xfrm>
        </p:grpSpPr>
        <p:sp>
          <p:nvSpPr>
            <p:cNvPr id="25819" name="Google Shape;25819;p47"/>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0" name="Google Shape;25820;p47"/>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1" name="Google Shape;25821;p47"/>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2" name="Google Shape;25822;p47"/>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3" name="Google Shape;25823;p47"/>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24" name="Google Shape;25824;p47"/>
          <p:cNvGrpSpPr/>
          <p:nvPr/>
        </p:nvGrpSpPr>
        <p:grpSpPr>
          <a:xfrm>
            <a:off x="3522521" y="1800457"/>
            <a:ext cx="367013" cy="331278"/>
            <a:chOff x="3522521" y="1975857"/>
            <a:chExt cx="367013" cy="331278"/>
          </a:xfrm>
        </p:grpSpPr>
        <p:sp>
          <p:nvSpPr>
            <p:cNvPr id="25825" name="Google Shape;25825;p47"/>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6" name="Google Shape;25826;p47"/>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7" name="Google Shape;25827;p47"/>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8" name="Google Shape;25828;p47"/>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9" name="Google Shape;25829;p47"/>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0" name="Google Shape;25830;p47"/>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1" name="Google Shape;25831;p47"/>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32" name="Google Shape;25832;p47"/>
          <p:cNvGrpSpPr/>
          <p:nvPr/>
        </p:nvGrpSpPr>
        <p:grpSpPr>
          <a:xfrm>
            <a:off x="2630824" y="1801566"/>
            <a:ext cx="368186" cy="330454"/>
            <a:chOff x="2630824" y="1976966"/>
            <a:chExt cx="368186" cy="330454"/>
          </a:xfrm>
        </p:grpSpPr>
        <p:sp>
          <p:nvSpPr>
            <p:cNvPr id="25833" name="Google Shape;25833;p47"/>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4" name="Google Shape;25834;p47"/>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5" name="Google Shape;25835;p47"/>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6" name="Google Shape;25836;p47"/>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7" name="Google Shape;25837;p47"/>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8" name="Google Shape;25838;p47"/>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9" name="Google Shape;25839;p47"/>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0" name="Google Shape;25840;p47"/>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41" name="Google Shape;25841;p47"/>
          <p:cNvGrpSpPr/>
          <p:nvPr/>
        </p:nvGrpSpPr>
        <p:grpSpPr>
          <a:xfrm>
            <a:off x="1293706" y="1791016"/>
            <a:ext cx="369294" cy="350444"/>
            <a:chOff x="1293706" y="1966416"/>
            <a:chExt cx="369294" cy="350444"/>
          </a:xfrm>
        </p:grpSpPr>
        <p:sp>
          <p:nvSpPr>
            <p:cNvPr id="25842" name="Google Shape;25842;p47"/>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3" name="Google Shape;25843;p47"/>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4" name="Google Shape;25844;p47"/>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5" name="Google Shape;25845;p47"/>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6" name="Google Shape;25846;p47"/>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7" name="Google Shape;25847;p47"/>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8" name="Google Shape;25848;p47"/>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9" name="Google Shape;25849;p47"/>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50" name="Google Shape;25850;p47"/>
          <p:cNvGrpSpPr/>
          <p:nvPr/>
        </p:nvGrpSpPr>
        <p:grpSpPr>
          <a:xfrm>
            <a:off x="3967213" y="1800077"/>
            <a:ext cx="368185" cy="331816"/>
            <a:chOff x="3967213" y="1975477"/>
            <a:chExt cx="368185" cy="331816"/>
          </a:xfrm>
        </p:grpSpPr>
        <p:sp>
          <p:nvSpPr>
            <p:cNvPr id="25851" name="Google Shape;25851;p47"/>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2" name="Google Shape;25852;p47"/>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3" name="Google Shape;25853;p47"/>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54" name="Google Shape;25854;p47"/>
          <p:cNvGrpSpPr/>
          <p:nvPr/>
        </p:nvGrpSpPr>
        <p:grpSpPr>
          <a:xfrm>
            <a:off x="8047661" y="1793646"/>
            <a:ext cx="279132" cy="356875"/>
            <a:chOff x="8047661" y="1969046"/>
            <a:chExt cx="279132" cy="356875"/>
          </a:xfrm>
        </p:grpSpPr>
        <p:sp>
          <p:nvSpPr>
            <p:cNvPr id="25855" name="Google Shape;25855;p47"/>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6" name="Google Shape;25856;p47"/>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7" name="Google Shape;25857;p47"/>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8" name="Google Shape;25858;p47"/>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59" name="Google Shape;25859;p47"/>
          <p:cNvGrpSpPr/>
          <p:nvPr/>
        </p:nvGrpSpPr>
        <p:grpSpPr>
          <a:xfrm>
            <a:off x="7596157" y="1792759"/>
            <a:ext cx="279544" cy="358142"/>
            <a:chOff x="7596157" y="1968159"/>
            <a:chExt cx="279544" cy="358142"/>
          </a:xfrm>
        </p:grpSpPr>
        <p:sp>
          <p:nvSpPr>
            <p:cNvPr id="25860" name="Google Shape;25860;p47"/>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1" name="Google Shape;25861;p47"/>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2" name="Google Shape;25862;p47"/>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3" name="Google Shape;25863;p47"/>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4" name="Google Shape;25864;p47"/>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5" name="Google Shape;25865;p47"/>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66" name="Google Shape;25866;p47"/>
          <p:cNvGrpSpPr/>
          <p:nvPr/>
        </p:nvGrpSpPr>
        <p:grpSpPr>
          <a:xfrm>
            <a:off x="7147315" y="1793646"/>
            <a:ext cx="279513" cy="357635"/>
            <a:chOff x="7147315" y="1969046"/>
            <a:chExt cx="279513" cy="357635"/>
          </a:xfrm>
        </p:grpSpPr>
        <p:sp>
          <p:nvSpPr>
            <p:cNvPr id="25867" name="Google Shape;25867;p47"/>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8" name="Google Shape;25868;p47"/>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9" name="Google Shape;25869;p47"/>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0" name="Google Shape;25870;p47"/>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1" name="Google Shape;25871;p47"/>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2" name="Google Shape;25872;p47"/>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3" name="Google Shape;25873;p47"/>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74" name="Google Shape;25874;p47"/>
          <p:cNvGrpSpPr/>
          <p:nvPr/>
        </p:nvGrpSpPr>
        <p:grpSpPr>
          <a:xfrm>
            <a:off x="6697681" y="1792917"/>
            <a:ext cx="280305" cy="359093"/>
            <a:chOff x="6697681" y="1968317"/>
            <a:chExt cx="280305" cy="359093"/>
          </a:xfrm>
        </p:grpSpPr>
        <p:sp>
          <p:nvSpPr>
            <p:cNvPr id="25875" name="Google Shape;25875;p47"/>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6" name="Google Shape;25876;p47"/>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7" name="Google Shape;25877;p47"/>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8" name="Google Shape;25878;p47"/>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9" name="Google Shape;25879;p47"/>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0" name="Google Shape;25880;p47"/>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1" name="Google Shape;25881;p47"/>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82" name="Google Shape;25882;p47"/>
          <p:cNvGrpSpPr/>
          <p:nvPr/>
        </p:nvGrpSpPr>
        <p:grpSpPr>
          <a:xfrm>
            <a:off x="6248839" y="1792537"/>
            <a:ext cx="280273" cy="358745"/>
            <a:chOff x="6248839" y="1967937"/>
            <a:chExt cx="280273" cy="358745"/>
          </a:xfrm>
        </p:grpSpPr>
        <p:sp>
          <p:nvSpPr>
            <p:cNvPr id="25883" name="Google Shape;25883;p47"/>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4" name="Google Shape;25884;p47"/>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5" name="Google Shape;25885;p47"/>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6" name="Google Shape;25886;p47"/>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7" name="Google Shape;25887;p47"/>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8" name="Google Shape;25888;p47"/>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89" name="Google Shape;25889;p47"/>
          <p:cNvGrpSpPr/>
          <p:nvPr/>
        </p:nvGrpSpPr>
        <p:grpSpPr>
          <a:xfrm>
            <a:off x="5801485" y="1793646"/>
            <a:ext cx="279164" cy="357793"/>
            <a:chOff x="5801485" y="1969046"/>
            <a:chExt cx="279164" cy="357793"/>
          </a:xfrm>
        </p:grpSpPr>
        <p:sp>
          <p:nvSpPr>
            <p:cNvPr id="25890" name="Google Shape;25890;p47"/>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1" name="Google Shape;25891;p47"/>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2" name="Google Shape;25892;p47"/>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3" name="Google Shape;25893;p47"/>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4" name="Google Shape;25894;p47"/>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5" name="Google Shape;25895;p47"/>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6" name="Google Shape;25896;p47"/>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7" name="Google Shape;25897;p47"/>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8" name="Google Shape;25898;p47"/>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9" name="Google Shape;25899;p47"/>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0" name="Google Shape;25900;p47"/>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1" name="Google Shape;25901;p47"/>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2" name="Google Shape;25902;p47"/>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03" name="Google Shape;25903;p47"/>
          <p:cNvGrpSpPr/>
          <p:nvPr/>
        </p:nvGrpSpPr>
        <p:grpSpPr>
          <a:xfrm>
            <a:off x="5352643" y="1793646"/>
            <a:ext cx="278404" cy="358364"/>
            <a:chOff x="5352643" y="1969046"/>
            <a:chExt cx="278404" cy="358364"/>
          </a:xfrm>
        </p:grpSpPr>
        <p:sp>
          <p:nvSpPr>
            <p:cNvPr id="25904" name="Google Shape;25904;p47"/>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5" name="Google Shape;25905;p47"/>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6" name="Google Shape;25906;p47"/>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7" name="Google Shape;25907;p47"/>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08" name="Google Shape;25908;p47"/>
          <p:cNvGrpSpPr/>
          <p:nvPr/>
        </p:nvGrpSpPr>
        <p:grpSpPr>
          <a:xfrm>
            <a:off x="4897750" y="1792917"/>
            <a:ext cx="279132" cy="358364"/>
            <a:chOff x="4897750" y="1968317"/>
            <a:chExt cx="279132" cy="358364"/>
          </a:xfrm>
        </p:grpSpPr>
        <p:sp>
          <p:nvSpPr>
            <p:cNvPr id="25909" name="Google Shape;25909;p47"/>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0" name="Google Shape;25910;p47"/>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1" name="Google Shape;25911;p47"/>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2" name="Google Shape;25912;p47"/>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3" name="Google Shape;25913;p47"/>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4" name="Google Shape;25914;p47"/>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5" name="Google Shape;25915;p47"/>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6" name="Google Shape;25916;p47"/>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7" name="Google Shape;25917;p47"/>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8" name="Google Shape;25918;p47"/>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9" name="Google Shape;25919;p47"/>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0" name="Google Shape;25920;p47"/>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1" name="Google Shape;25921;p47"/>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922" name="Google Shape;25922;p47"/>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923" name="Google Shape;25923;p47"/>
          <p:cNvGrpSpPr/>
          <p:nvPr/>
        </p:nvGrpSpPr>
        <p:grpSpPr>
          <a:xfrm>
            <a:off x="1767449" y="1337644"/>
            <a:ext cx="324403" cy="347783"/>
            <a:chOff x="1767449" y="1513044"/>
            <a:chExt cx="324403" cy="347783"/>
          </a:xfrm>
        </p:grpSpPr>
        <p:sp>
          <p:nvSpPr>
            <p:cNvPr id="25924" name="Google Shape;25924;p47"/>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5" name="Google Shape;25925;p47"/>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6" name="Google Shape;25926;p47"/>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7" name="Google Shape;25927;p47"/>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8" name="Google Shape;25928;p47"/>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9" name="Google Shape;25929;p47"/>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0" name="Google Shape;25930;p47"/>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1" name="Google Shape;25931;p47"/>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2" name="Google Shape;25932;p47"/>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33" name="Google Shape;25933;p47"/>
          <p:cNvGrpSpPr/>
          <p:nvPr/>
        </p:nvGrpSpPr>
        <p:grpSpPr>
          <a:xfrm>
            <a:off x="4007193" y="1337327"/>
            <a:ext cx="320633" cy="348100"/>
            <a:chOff x="4007193" y="1512727"/>
            <a:chExt cx="320633" cy="348100"/>
          </a:xfrm>
        </p:grpSpPr>
        <p:sp>
          <p:nvSpPr>
            <p:cNvPr id="25934" name="Google Shape;25934;p47"/>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5" name="Google Shape;25935;p47"/>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6" name="Google Shape;25936;p47"/>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7" name="Google Shape;25937;p47"/>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8" name="Google Shape;25938;p47"/>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39" name="Google Shape;25939;p47"/>
          <p:cNvGrpSpPr/>
          <p:nvPr/>
        </p:nvGrpSpPr>
        <p:grpSpPr>
          <a:xfrm>
            <a:off x="3530425" y="1333347"/>
            <a:ext cx="368175" cy="344594"/>
            <a:chOff x="3530425" y="1508747"/>
            <a:chExt cx="368175" cy="344594"/>
          </a:xfrm>
        </p:grpSpPr>
        <p:sp>
          <p:nvSpPr>
            <p:cNvPr id="25940" name="Google Shape;25940;p47"/>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1" name="Google Shape;25941;p47"/>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2" name="Google Shape;25942;p47"/>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3" name="Google Shape;25943;p47"/>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44" name="Google Shape;25944;p47"/>
          <p:cNvGrpSpPr/>
          <p:nvPr/>
        </p:nvGrpSpPr>
        <p:grpSpPr>
          <a:xfrm>
            <a:off x="3127598" y="1337834"/>
            <a:ext cx="289714" cy="347593"/>
            <a:chOff x="3127598" y="1513234"/>
            <a:chExt cx="289714" cy="347593"/>
          </a:xfrm>
        </p:grpSpPr>
        <p:sp>
          <p:nvSpPr>
            <p:cNvPr id="25945" name="Google Shape;25945;p47"/>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6" name="Google Shape;25946;p47"/>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7" name="Google Shape;25947;p47"/>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8" name="Google Shape;25948;p47"/>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9" name="Google Shape;25949;p47"/>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50" name="Google Shape;25950;p47"/>
          <p:cNvGrpSpPr/>
          <p:nvPr/>
        </p:nvGrpSpPr>
        <p:grpSpPr>
          <a:xfrm>
            <a:off x="2662884" y="1337644"/>
            <a:ext cx="322914" cy="348543"/>
            <a:chOff x="2662884" y="1513044"/>
            <a:chExt cx="322914" cy="348543"/>
          </a:xfrm>
        </p:grpSpPr>
        <p:sp>
          <p:nvSpPr>
            <p:cNvPr id="25951" name="Google Shape;25951;p47"/>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2" name="Google Shape;25952;p47"/>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3" name="Google Shape;25953;p47"/>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4" name="Google Shape;25954;p47"/>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5" name="Google Shape;25955;p47"/>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6" name="Google Shape;25956;p47"/>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7" name="Google Shape;25957;p47"/>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8" name="Google Shape;25958;p47"/>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9" name="Google Shape;25959;p47"/>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0" name="Google Shape;25960;p47"/>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61" name="Google Shape;25961;p47"/>
          <p:cNvGrpSpPr/>
          <p:nvPr/>
        </p:nvGrpSpPr>
        <p:grpSpPr>
          <a:xfrm>
            <a:off x="2232511" y="1337359"/>
            <a:ext cx="299534" cy="348068"/>
            <a:chOff x="2232511" y="1512759"/>
            <a:chExt cx="299534" cy="348068"/>
          </a:xfrm>
        </p:grpSpPr>
        <p:sp>
          <p:nvSpPr>
            <p:cNvPr id="25962" name="Google Shape;25962;p47"/>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3" name="Google Shape;25963;p47"/>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4" name="Google Shape;25964;p47"/>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5" name="Google Shape;25965;p47"/>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6" name="Google Shape;25966;p47"/>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7" name="Google Shape;25967;p47"/>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8" name="Google Shape;25968;p47"/>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9" name="Google Shape;25969;p47"/>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0" name="Google Shape;25970;p47"/>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1" name="Google Shape;25971;p47"/>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2" name="Google Shape;25972;p47"/>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73" name="Google Shape;25973;p47"/>
          <p:cNvGrpSpPr/>
          <p:nvPr/>
        </p:nvGrpSpPr>
        <p:grpSpPr>
          <a:xfrm>
            <a:off x="1331406" y="1337961"/>
            <a:ext cx="301783" cy="348606"/>
            <a:chOff x="1331406" y="1513361"/>
            <a:chExt cx="301783" cy="348606"/>
          </a:xfrm>
        </p:grpSpPr>
        <p:sp>
          <p:nvSpPr>
            <p:cNvPr id="25974" name="Google Shape;25974;p47"/>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5" name="Google Shape;25975;p47"/>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6" name="Google Shape;25976;p47"/>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7" name="Google Shape;25977;p47"/>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78" name="Google Shape;25978;p47"/>
          <p:cNvGrpSpPr/>
          <p:nvPr/>
        </p:nvGrpSpPr>
        <p:grpSpPr>
          <a:xfrm>
            <a:off x="7144274" y="1324814"/>
            <a:ext cx="282174" cy="355735"/>
            <a:chOff x="7144274" y="1500214"/>
            <a:chExt cx="282174" cy="355735"/>
          </a:xfrm>
        </p:grpSpPr>
        <p:sp>
          <p:nvSpPr>
            <p:cNvPr id="25979" name="Google Shape;25979;p47"/>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0" name="Google Shape;25980;p47"/>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1" name="Google Shape;25981;p47"/>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2" name="Google Shape;25982;p47"/>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3" name="Google Shape;25983;p47"/>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4" name="Google Shape;25984;p47"/>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85" name="Google Shape;25985;p47"/>
          <p:cNvGrpSpPr/>
          <p:nvPr/>
        </p:nvGrpSpPr>
        <p:grpSpPr>
          <a:xfrm>
            <a:off x="6685262" y="1324814"/>
            <a:ext cx="289682" cy="354594"/>
            <a:chOff x="6685262" y="1500214"/>
            <a:chExt cx="289682" cy="354594"/>
          </a:xfrm>
        </p:grpSpPr>
        <p:sp>
          <p:nvSpPr>
            <p:cNvPr id="25986" name="Google Shape;25986;p47"/>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7" name="Google Shape;25987;p47"/>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8" name="Google Shape;25988;p47"/>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9" name="Google Shape;25989;p47"/>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90" name="Google Shape;25990;p47"/>
          <p:cNvGrpSpPr/>
          <p:nvPr/>
        </p:nvGrpSpPr>
        <p:grpSpPr>
          <a:xfrm>
            <a:off x="6200938" y="1325194"/>
            <a:ext cx="322154" cy="355355"/>
            <a:chOff x="6200938" y="1500594"/>
            <a:chExt cx="322154" cy="355355"/>
          </a:xfrm>
        </p:grpSpPr>
        <p:sp>
          <p:nvSpPr>
            <p:cNvPr id="25991" name="Google Shape;25991;p47"/>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2" name="Google Shape;25992;p47"/>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3" name="Google Shape;25993;p47"/>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4" name="Google Shape;25994;p47"/>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5" name="Google Shape;25995;p47"/>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96" name="Google Shape;25996;p47"/>
          <p:cNvGrpSpPr/>
          <p:nvPr/>
        </p:nvGrpSpPr>
        <p:grpSpPr>
          <a:xfrm>
            <a:off x="5289631" y="1324814"/>
            <a:ext cx="332355" cy="354974"/>
            <a:chOff x="5289631" y="1500214"/>
            <a:chExt cx="332355" cy="354974"/>
          </a:xfrm>
        </p:grpSpPr>
        <p:sp>
          <p:nvSpPr>
            <p:cNvPr id="25997" name="Google Shape;25997;p47"/>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8" name="Google Shape;25998;p47"/>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9" name="Google Shape;25999;p47"/>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0" name="Google Shape;26000;p47"/>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1" name="Google Shape;26001;p47"/>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2" name="Google Shape;26002;p47"/>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03" name="Google Shape;26003;p47"/>
          <p:cNvGrpSpPr/>
          <p:nvPr/>
        </p:nvGrpSpPr>
        <p:grpSpPr>
          <a:xfrm>
            <a:off x="5748295" y="1324433"/>
            <a:ext cx="323294" cy="356116"/>
            <a:chOff x="5748295" y="1499833"/>
            <a:chExt cx="323294" cy="356116"/>
          </a:xfrm>
        </p:grpSpPr>
        <p:sp>
          <p:nvSpPr>
            <p:cNvPr id="26004" name="Google Shape;26004;p47"/>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5" name="Google Shape;26005;p47"/>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6" name="Google Shape;26006;p47"/>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7" name="Google Shape;26007;p47"/>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8" name="Google Shape;26008;p47"/>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9" name="Google Shape;26009;p47"/>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0" name="Google Shape;26010;p47"/>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11" name="Google Shape;26011;p47"/>
          <p:cNvGrpSpPr/>
          <p:nvPr/>
        </p:nvGrpSpPr>
        <p:grpSpPr>
          <a:xfrm>
            <a:off x="8047661" y="1325637"/>
            <a:ext cx="278404" cy="355260"/>
            <a:chOff x="8047661" y="1501037"/>
            <a:chExt cx="278404" cy="355260"/>
          </a:xfrm>
        </p:grpSpPr>
        <p:sp>
          <p:nvSpPr>
            <p:cNvPr id="26012" name="Google Shape;26012;p47"/>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3" name="Google Shape;26013;p47"/>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4" name="Google Shape;26014;p47"/>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5" name="Google Shape;26015;p47"/>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16" name="Google Shape;26016;p47"/>
          <p:cNvGrpSpPr/>
          <p:nvPr/>
        </p:nvGrpSpPr>
        <p:grpSpPr>
          <a:xfrm>
            <a:off x="4903389" y="1324814"/>
            <a:ext cx="267854" cy="355735"/>
            <a:chOff x="4903389" y="1500214"/>
            <a:chExt cx="267854" cy="355735"/>
          </a:xfrm>
        </p:grpSpPr>
        <p:sp>
          <p:nvSpPr>
            <p:cNvPr id="26017" name="Google Shape;26017;p47"/>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8" name="Google Shape;26018;p47"/>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9" name="Google Shape;26019;p47"/>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0" name="Google Shape;26020;p47"/>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1" name="Google Shape;26021;p47"/>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22" name="Google Shape;26022;p47"/>
          <p:cNvGrpSpPr/>
          <p:nvPr/>
        </p:nvGrpSpPr>
        <p:grpSpPr>
          <a:xfrm>
            <a:off x="7613518" y="1325954"/>
            <a:ext cx="264433" cy="353074"/>
            <a:chOff x="7613518" y="1501354"/>
            <a:chExt cx="264433" cy="353074"/>
          </a:xfrm>
        </p:grpSpPr>
        <p:sp>
          <p:nvSpPr>
            <p:cNvPr id="26023" name="Google Shape;26023;p47"/>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4" name="Google Shape;26024;p47"/>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5" name="Google Shape;26025;p47"/>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6" name="Google Shape;26026;p47"/>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7" name="Google Shape;26027;p47"/>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8" name="Google Shape;26028;p47"/>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029" name="Google Shape;26029;p47"/>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Help &amp; Support Icons</a:t>
            </a:r>
            <a:endParaRPr b="0" i="0" sz="2400" u="none" cap="none" strike="noStrike">
              <a:solidFill>
                <a:srgbClr val="FFFFFF"/>
              </a:solidFill>
              <a:latin typeface="Arial"/>
              <a:ea typeface="Arial"/>
              <a:cs typeface="Arial"/>
              <a:sym typeface="Arial"/>
            </a:endParaRPr>
          </a:p>
        </p:txBody>
      </p:sp>
      <p:sp>
        <p:nvSpPr>
          <p:cNvPr id="26030" name="Google Shape;26030;p47"/>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Avatar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034" name="Shape 26034"/>
        <p:cNvGrpSpPr/>
        <p:nvPr/>
      </p:nvGrpSpPr>
      <p:grpSpPr>
        <a:xfrm>
          <a:off x="0" y="0"/>
          <a:ext cx="0" cy="0"/>
          <a:chOff x="0" y="0"/>
          <a:chExt cx="0" cy="0"/>
        </a:xfrm>
      </p:grpSpPr>
      <p:grpSp>
        <p:nvGrpSpPr>
          <p:cNvPr id="26035" name="Google Shape;26035;p48"/>
          <p:cNvGrpSpPr/>
          <p:nvPr/>
        </p:nvGrpSpPr>
        <p:grpSpPr>
          <a:xfrm>
            <a:off x="1757085" y="1325225"/>
            <a:ext cx="371069" cy="359396"/>
            <a:chOff x="1757085" y="1500675"/>
            <a:chExt cx="371069" cy="359396"/>
          </a:xfrm>
        </p:grpSpPr>
        <p:sp>
          <p:nvSpPr>
            <p:cNvPr id="26036" name="Google Shape;26036;p48"/>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7" name="Google Shape;26037;p48"/>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8" name="Google Shape;26038;p48"/>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9" name="Google Shape;26039;p48"/>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0" name="Google Shape;26040;p4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1" name="Google Shape;26041;p4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2" name="Google Shape;26042;p4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3" name="Google Shape;26043;p48"/>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4" name="Google Shape;26044;p4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5" name="Google Shape;26045;p48"/>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6" name="Google Shape;26046;p48"/>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7" name="Google Shape;26047;p4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8" name="Google Shape;26048;p4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9" name="Google Shape;26049;p48"/>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0" name="Google Shape;26050;p48"/>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1" name="Google Shape;26051;p4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2" name="Google Shape;26052;p48"/>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3" name="Google Shape;26053;p4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4" name="Google Shape;26054;p4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5" name="Google Shape;26055;p4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6" name="Google Shape;26056;p4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7" name="Google Shape;26057;p4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8" name="Google Shape;26058;p48"/>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9" name="Google Shape;26059;p48"/>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0" name="Google Shape;26060;p48"/>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1" name="Google Shape;26061;p48"/>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2" name="Google Shape;26062;p48"/>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3" name="Google Shape;26063;p48"/>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4" name="Google Shape;26064;p48"/>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65" name="Google Shape;26065;p48"/>
          <p:cNvGrpSpPr/>
          <p:nvPr/>
        </p:nvGrpSpPr>
        <p:grpSpPr>
          <a:xfrm>
            <a:off x="2774209" y="1779241"/>
            <a:ext cx="116693" cy="374187"/>
            <a:chOff x="2774209" y="1954691"/>
            <a:chExt cx="116693" cy="374187"/>
          </a:xfrm>
        </p:grpSpPr>
        <p:sp>
          <p:nvSpPr>
            <p:cNvPr id="26066" name="Google Shape;26066;p48"/>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7" name="Google Shape;26067;p48"/>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68" name="Google Shape;26068;p48"/>
          <p:cNvGrpSpPr/>
          <p:nvPr/>
        </p:nvGrpSpPr>
        <p:grpSpPr>
          <a:xfrm>
            <a:off x="4017435" y="1324462"/>
            <a:ext cx="315091" cy="359397"/>
            <a:chOff x="4017435" y="1499912"/>
            <a:chExt cx="315091" cy="359397"/>
          </a:xfrm>
        </p:grpSpPr>
        <p:sp>
          <p:nvSpPr>
            <p:cNvPr id="26069" name="Google Shape;26069;p48"/>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0" name="Google Shape;26070;p48"/>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71" name="Google Shape;26071;p48"/>
          <p:cNvGrpSpPr/>
          <p:nvPr/>
        </p:nvGrpSpPr>
        <p:grpSpPr>
          <a:xfrm>
            <a:off x="3963652" y="1824309"/>
            <a:ext cx="374155" cy="284051"/>
            <a:chOff x="3963652" y="1999759"/>
            <a:chExt cx="374155" cy="284051"/>
          </a:xfrm>
        </p:grpSpPr>
        <p:sp>
          <p:nvSpPr>
            <p:cNvPr id="26072" name="Google Shape;26072;p48"/>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3" name="Google Shape;26073;p48"/>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4" name="Google Shape;26074;p48"/>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75" name="Google Shape;26075;p48"/>
          <p:cNvGrpSpPr/>
          <p:nvPr/>
        </p:nvGrpSpPr>
        <p:grpSpPr>
          <a:xfrm>
            <a:off x="1777536" y="1839416"/>
            <a:ext cx="376444" cy="253772"/>
            <a:chOff x="1777536" y="2014866"/>
            <a:chExt cx="376444" cy="253772"/>
          </a:xfrm>
        </p:grpSpPr>
        <p:sp>
          <p:nvSpPr>
            <p:cNvPr id="26076" name="Google Shape;26076;p48"/>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7" name="Google Shape;26077;p48"/>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8" name="Google Shape;26078;p48"/>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9" name="Google Shape;26079;p48"/>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0" name="Google Shape;26080;p48"/>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81" name="Google Shape;26081;p48"/>
          <p:cNvGrpSpPr/>
          <p:nvPr/>
        </p:nvGrpSpPr>
        <p:grpSpPr>
          <a:xfrm>
            <a:off x="1309875" y="1881876"/>
            <a:ext cx="374154" cy="169680"/>
            <a:chOff x="1309875" y="2057326"/>
            <a:chExt cx="374154" cy="169680"/>
          </a:xfrm>
        </p:grpSpPr>
        <p:sp>
          <p:nvSpPr>
            <p:cNvPr id="26082" name="Google Shape;26082;p4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3" name="Google Shape;26083;p4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4" name="Google Shape;26084;p4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5" name="Google Shape;26085;p48"/>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6" name="Google Shape;26086;p48"/>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7" name="Google Shape;26087;p48"/>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8" name="Google Shape;26088;p4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9" name="Google Shape;26089;p4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0" name="Google Shape;26090;p48"/>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1" name="Google Shape;26091;p48"/>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2" name="Google Shape;26092;p48"/>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093" name="Google Shape;26093;p48"/>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094" name="Google Shape;26094;p48"/>
          <p:cNvGrpSpPr/>
          <p:nvPr/>
        </p:nvGrpSpPr>
        <p:grpSpPr>
          <a:xfrm>
            <a:off x="2347450" y="1779114"/>
            <a:ext cx="113638" cy="373168"/>
            <a:chOff x="2347450" y="1954564"/>
            <a:chExt cx="113638" cy="373168"/>
          </a:xfrm>
        </p:grpSpPr>
        <p:sp>
          <p:nvSpPr>
            <p:cNvPr id="26095" name="Google Shape;26095;p48"/>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6" name="Google Shape;26096;p48"/>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097" name="Google Shape;26097;p48"/>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098" name="Google Shape;26098;p48"/>
          <p:cNvGrpSpPr/>
          <p:nvPr/>
        </p:nvGrpSpPr>
        <p:grpSpPr>
          <a:xfrm>
            <a:off x="3110102" y="1324430"/>
            <a:ext cx="330613" cy="358378"/>
            <a:chOff x="3110102" y="1499880"/>
            <a:chExt cx="330613" cy="358378"/>
          </a:xfrm>
        </p:grpSpPr>
        <p:sp>
          <p:nvSpPr>
            <p:cNvPr id="26099" name="Google Shape;26099;p48"/>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0" name="Google Shape;26100;p48"/>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1" name="Google Shape;26101;p48"/>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2" name="Google Shape;26102;p48"/>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3" name="Google Shape;26103;p48"/>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4" name="Google Shape;26104;p48"/>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5" name="Google Shape;26105;p48"/>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106" name="Google Shape;26106;p48"/>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107" name="Google Shape;26107;p48"/>
          <p:cNvGrpSpPr/>
          <p:nvPr/>
        </p:nvGrpSpPr>
        <p:grpSpPr>
          <a:xfrm>
            <a:off x="3485575" y="1824309"/>
            <a:ext cx="373772" cy="284051"/>
            <a:chOff x="3531200" y="1999759"/>
            <a:chExt cx="373772" cy="284051"/>
          </a:xfrm>
        </p:grpSpPr>
        <p:sp>
          <p:nvSpPr>
            <p:cNvPr id="26108" name="Google Shape;26108;p48"/>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9" name="Google Shape;26109;p48"/>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0" name="Google Shape;26110;p48"/>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1" name="Google Shape;26111;p48"/>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12" name="Google Shape;26112;p48"/>
          <p:cNvGrpSpPr/>
          <p:nvPr/>
        </p:nvGrpSpPr>
        <p:grpSpPr>
          <a:xfrm>
            <a:off x="2667058" y="1324843"/>
            <a:ext cx="330231" cy="359015"/>
            <a:chOff x="2667058" y="1500293"/>
            <a:chExt cx="330231" cy="359015"/>
          </a:xfrm>
        </p:grpSpPr>
        <p:sp>
          <p:nvSpPr>
            <p:cNvPr id="26113" name="Google Shape;26113;p48"/>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4" name="Google Shape;26114;p48"/>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5" name="Google Shape;26115;p48"/>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6" name="Google Shape;26116;p48"/>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7" name="Google Shape;26117;p48"/>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8" name="Google Shape;26118;p4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9" name="Google Shape;26119;p4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0" name="Google Shape;26120;p4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1" name="Google Shape;26121;p4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2" name="Google Shape;26122;p48"/>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3" name="Google Shape;26123;p48"/>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4" name="Google Shape;26124;p4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5" name="Google Shape;26125;p4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6" name="Google Shape;26126;p48"/>
            <p:cNvSpPr/>
            <p:nvPr/>
          </p:nvSpPr>
          <p:spPr>
            <a:xfrm>
              <a:off x="2923438" y="1576784"/>
              <a:ext cx="0" cy="32"/>
            </a:xfrm>
            <a:custGeom>
              <a:rect b="b" l="l" r="r" t="t"/>
              <a:pathLst>
                <a:path extrusionOk="0" h="1" w="12000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7" name="Google Shape;26127;p48"/>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8" name="Google Shape;26128;p48"/>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9" name="Google Shape;26129;p48"/>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0" name="Google Shape;26130;p48"/>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31" name="Google Shape;26131;p48"/>
          <p:cNvGrpSpPr/>
          <p:nvPr/>
        </p:nvGrpSpPr>
        <p:grpSpPr>
          <a:xfrm>
            <a:off x="3567553" y="1324462"/>
            <a:ext cx="320022" cy="359778"/>
            <a:chOff x="3567553" y="1499912"/>
            <a:chExt cx="320022" cy="359778"/>
          </a:xfrm>
        </p:grpSpPr>
        <p:sp>
          <p:nvSpPr>
            <p:cNvPr id="26132" name="Google Shape;26132;p48"/>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3" name="Google Shape;26133;p48"/>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4" name="Google Shape;26134;p48"/>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5" name="Google Shape;26135;p48"/>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6" name="Google Shape;26136;p48"/>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7" name="Google Shape;26137;p48"/>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38" name="Google Shape;26138;p48"/>
          <p:cNvGrpSpPr/>
          <p:nvPr/>
        </p:nvGrpSpPr>
        <p:grpSpPr>
          <a:xfrm>
            <a:off x="1309875" y="1324462"/>
            <a:ext cx="359015" cy="358633"/>
            <a:chOff x="1309875" y="1499912"/>
            <a:chExt cx="359015" cy="358633"/>
          </a:xfrm>
        </p:grpSpPr>
        <p:sp>
          <p:nvSpPr>
            <p:cNvPr id="26139" name="Google Shape;26139;p48"/>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0" name="Google Shape;26140;p48"/>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1" name="Google Shape;26141;p48"/>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2" name="Google Shape;26142;p48"/>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3" name="Google Shape;26143;p48"/>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4" name="Google Shape;26144;p48"/>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5" name="Google Shape;26145;p48"/>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6" name="Google Shape;26146;p48"/>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7" name="Google Shape;26147;p48"/>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48" name="Google Shape;26148;p48"/>
          <p:cNvGrpSpPr/>
          <p:nvPr/>
        </p:nvGrpSpPr>
        <p:grpSpPr>
          <a:xfrm>
            <a:off x="2219466" y="1324843"/>
            <a:ext cx="330613" cy="359015"/>
            <a:chOff x="2219466" y="1500293"/>
            <a:chExt cx="330613" cy="359015"/>
          </a:xfrm>
        </p:grpSpPr>
        <p:sp>
          <p:nvSpPr>
            <p:cNvPr id="26149" name="Google Shape;26149;p48"/>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0" name="Google Shape;26150;p48"/>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51" name="Google Shape;26151;p48"/>
          <p:cNvGrpSpPr/>
          <p:nvPr/>
        </p:nvGrpSpPr>
        <p:grpSpPr>
          <a:xfrm>
            <a:off x="5343544" y="1333908"/>
            <a:ext cx="244676" cy="351095"/>
            <a:chOff x="5343544" y="1509358"/>
            <a:chExt cx="244676" cy="351095"/>
          </a:xfrm>
        </p:grpSpPr>
        <p:sp>
          <p:nvSpPr>
            <p:cNvPr id="26152" name="Google Shape;26152;p48"/>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3" name="Google Shape;26153;p48"/>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4" name="Google Shape;26154;p48"/>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55" name="Google Shape;26155;p48"/>
          <p:cNvGrpSpPr/>
          <p:nvPr/>
        </p:nvGrpSpPr>
        <p:grpSpPr>
          <a:xfrm>
            <a:off x="4882340" y="1333908"/>
            <a:ext cx="246171" cy="351095"/>
            <a:chOff x="4882340" y="1509358"/>
            <a:chExt cx="246171" cy="351095"/>
          </a:xfrm>
        </p:grpSpPr>
        <p:sp>
          <p:nvSpPr>
            <p:cNvPr id="26156" name="Google Shape;26156;p48"/>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7" name="Google Shape;26157;p48"/>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8" name="Google Shape;26158;p48"/>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9" name="Google Shape;26159;p48"/>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0" name="Google Shape;26160;p48"/>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61" name="Google Shape;26161;p48"/>
          <p:cNvGrpSpPr/>
          <p:nvPr/>
        </p:nvGrpSpPr>
        <p:grpSpPr>
          <a:xfrm>
            <a:off x="6273204" y="1333558"/>
            <a:ext cx="236343" cy="351445"/>
            <a:chOff x="6273204" y="1509008"/>
            <a:chExt cx="236343" cy="351445"/>
          </a:xfrm>
        </p:grpSpPr>
        <p:sp>
          <p:nvSpPr>
            <p:cNvPr id="26162" name="Google Shape;26162;p48"/>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3" name="Google Shape;26163;p48"/>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164" name="Google Shape;26164;p48"/>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165" name="Google Shape;26165;p48"/>
          <p:cNvGrpSpPr/>
          <p:nvPr/>
        </p:nvGrpSpPr>
        <p:grpSpPr>
          <a:xfrm>
            <a:off x="7219530" y="1332794"/>
            <a:ext cx="191625" cy="352209"/>
            <a:chOff x="7219530" y="1508244"/>
            <a:chExt cx="191625" cy="352209"/>
          </a:xfrm>
        </p:grpSpPr>
        <p:sp>
          <p:nvSpPr>
            <p:cNvPr id="26166" name="Google Shape;26166;p48"/>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7" name="Google Shape;26167;p48"/>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68" name="Google Shape;26168;p48"/>
          <p:cNvGrpSpPr/>
          <p:nvPr/>
        </p:nvGrpSpPr>
        <p:grpSpPr>
          <a:xfrm>
            <a:off x="7699309" y="1333176"/>
            <a:ext cx="154922" cy="351827"/>
            <a:chOff x="7699309" y="1508626"/>
            <a:chExt cx="154922" cy="351827"/>
          </a:xfrm>
        </p:grpSpPr>
        <p:sp>
          <p:nvSpPr>
            <p:cNvPr id="26169" name="Google Shape;26169;p48"/>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0" name="Google Shape;26170;p48"/>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1" name="Google Shape;26171;p48"/>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2" name="Google Shape;26172;p48"/>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3" name="Google Shape;26173;p48"/>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4" name="Google Shape;26174;p48"/>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5" name="Google Shape;26175;p48"/>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76" name="Google Shape;26176;p48"/>
          <p:cNvGrpSpPr/>
          <p:nvPr/>
        </p:nvGrpSpPr>
        <p:grpSpPr>
          <a:xfrm>
            <a:off x="8161690" y="1333558"/>
            <a:ext cx="153396" cy="351064"/>
            <a:chOff x="8161690" y="1509008"/>
            <a:chExt cx="153396" cy="351064"/>
          </a:xfrm>
        </p:grpSpPr>
        <p:sp>
          <p:nvSpPr>
            <p:cNvPr id="26177" name="Google Shape;26177;p48"/>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8" name="Google Shape;26178;p48"/>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9" name="Google Shape;26179;p48"/>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0" name="Google Shape;26180;p48"/>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81" name="Google Shape;26181;p48"/>
          <p:cNvGrpSpPr/>
          <p:nvPr/>
        </p:nvGrpSpPr>
        <p:grpSpPr>
          <a:xfrm>
            <a:off x="6746940" y="1333431"/>
            <a:ext cx="213221" cy="352304"/>
            <a:chOff x="6746940" y="1508881"/>
            <a:chExt cx="213221" cy="352304"/>
          </a:xfrm>
        </p:grpSpPr>
        <p:sp>
          <p:nvSpPr>
            <p:cNvPr id="26182" name="Google Shape;26182;p48"/>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3" name="Google Shape;26183;p48"/>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4" name="Google Shape;26184;p48"/>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5" name="Google Shape;26185;p48"/>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86" name="Google Shape;26186;p48"/>
          <p:cNvGrpSpPr/>
          <p:nvPr/>
        </p:nvGrpSpPr>
        <p:grpSpPr>
          <a:xfrm>
            <a:off x="5770336" y="1832165"/>
            <a:ext cx="350682" cy="292097"/>
            <a:chOff x="5770336" y="2007615"/>
            <a:chExt cx="350682" cy="292097"/>
          </a:xfrm>
        </p:grpSpPr>
        <p:sp>
          <p:nvSpPr>
            <p:cNvPr id="26187" name="Google Shape;26187;p48"/>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8" name="Google Shape;26188;p48"/>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9" name="Google Shape;26189;p48"/>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0" name="Google Shape;26190;p48"/>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91" name="Google Shape;26191;p48"/>
          <p:cNvGrpSpPr/>
          <p:nvPr/>
        </p:nvGrpSpPr>
        <p:grpSpPr>
          <a:xfrm>
            <a:off x="5326878" y="1804908"/>
            <a:ext cx="350332" cy="346229"/>
            <a:chOff x="5326878" y="1980358"/>
            <a:chExt cx="350332" cy="346229"/>
          </a:xfrm>
        </p:grpSpPr>
        <p:sp>
          <p:nvSpPr>
            <p:cNvPr id="26192" name="Google Shape;26192;p48"/>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3" name="Google Shape;26193;p48"/>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4" name="Google Shape;26194;p48"/>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5" name="Google Shape;26195;p48"/>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196" name="Google Shape;26196;p48"/>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197" name="Google Shape;26197;p48"/>
          <p:cNvGrpSpPr/>
          <p:nvPr/>
        </p:nvGrpSpPr>
        <p:grpSpPr>
          <a:xfrm>
            <a:off x="4883835" y="1817121"/>
            <a:ext cx="350300" cy="323044"/>
            <a:chOff x="4883835" y="1992571"/>
            <a:chExt cx="350300" cy="323044"/>
          </a:xfrm>
        </p:grpSpPr>
        <p:sp>
          <p:nvSpPr>
            <p:cNvPr id="26198" name="Google Shape;26198;p48"/>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9" name="Google Shape;26199;p48"/>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0" name="Google Shape;26200;p48"/>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1" name="Google Shape;26201;p48"/>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2" name="Google Shape;26202;p48"/>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3" name="Google Shape;26203;p48"/>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04" name="Google Shape;26204;p48"/>
          <p:cNvGrpSpPr/>
          <p:nvPr/>
        </p:nvGrpSpPr>
        <p:grpSpPr>
          <a:xfrm>
            <a:off x="7548967" y="1803477"/>
            <a:ext cx="333285" cy="349950"/>
            <a:chOff x="7548967" y="1978927"/>
            <a:chExt cx="333285" cy="349950"/>
          </a:xfrm>
        </p:grpSpPr>
        <p:sp>
          <p:nvSpPr>
            <p:cNvPr id="26205" name="Google Shape;26205;p48"/>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6" name="Google Shape;26206;p48"/>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7" name="Google Shape;26207;p48"/>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8" name="Google Shape;26208;p48"/>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9" name="Google Shape;26209;p48"/>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0" name="Google Shape;26210;p48"/>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1" name="Google Shape;26211;p48"/>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12" name="Google Shape;26212;p48"/>
          <p:cNvGrpSpPr/>
          <p:nvPr/>
        </p:nvGrpSpPr>
        <p:grpSpPr>
          <a:xfrm>
            <a:off x="6214142" y="1803477"/>
            <a:ext cx="346515" cy="350300"/>
            <a:chOff x="6214142" y="1978927"/>
            <a:chExt cx="346515" cy="350300"/>
          </a:xfrm>
        </p:grpSpPr>
        <p:sp>
          <p:nvSpPr>
            <p:cNvPr id="26213" name="Google Shape;26213;p48"/>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4" name="Google Shape;26214;p48"/>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15" name="Google Shape;26215;p48"/>
          <p:cNvGrpSpPr/>
          <p:nvPr/>
        </p:nvGrpSpPr>
        <p:grpSpPr>
          <a:xfrm>
            <a:off x="7105923" y="1803095"/>
            <a:ext cx="333285" cy="350682"/>
            <a:chOff x="7105923" y="1978545"/>
            <a:chExt cx="333285" cy="350682"/>
          </a:xfrm>
        </p:grpSpPr>
        <p:sp>
          <p:nvSpPr>
            <p:cNvPr id="26216" name="Google Shape;26216;p48"/>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7" name="Google Shape;26217;p48"/>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8" name="Google Shape;26218;p48"/>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9" name="Google Shape;26219;p48"/>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0" name="Google Shape;26220;p48"/>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1" name="Google Shape;26221;p48"/>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2" name="Google Shape;26222;p48"/>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223" name="Google Shape;26223;p48"/>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4" name="Google Shape;26224;p48"/>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225" name="Google Shape;26225;p48"/>
          <p:cNvGrpSpPr/>
          <p:nvPr/>
        </p:nvGrpSpPr>
        <p:grpSpPr>
          <a:xfrm>
            <a:off x="3616406" y="2246902"/>
            <a:ext cx="203393" cy="351827"/>
            <a:chOff x="3616406" y="2422352"/>
            <a:chExt cx="203393" cy="351827"/>
          </a:xfrm>
        </p:grpSpPr>
        <p:sp>
          <p:nvSpPr>
            <p:cNvPr id="26226" name="Google Shape;26226;p48"/>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7" name="Google Shape;26227;p48"/>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28" name="Google Shape;26228;p48"/>
          <p:cNvGrpSpPr/>
          <p:nvPr/>
        </p:nvGrpSpPr>
        <p:grpSpPr>
          <a:xfrm>
            <a:off x="878187" y="2246520"/>
            <a:ext cx="272696" cy="351827"/>
            <a:chOff x="913012" y="2421970"/>
            <a:chExt cx="272696" cy="351827"/>
          </a:xfrm>
        </p:grpSpPr>
        <p:sp>
          <p:nvSpPr>
            <p:cNvPr id="26229" name="Google Shape;26229;p48"/>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0" name="Google Shape;26230;p48"/>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1" name="Google Shape;26231;p48"/>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2" name="Google Shape;26232;p48"/>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33" name="Google Shape;26233;p48"/>
          <p:cNvGrpSpPr/>
          <p:nvPr/>
        </p:nvGrpSpPr>
        <p:grpSpPr>
          <a:xfrm>
            <a:off x="2274743" y="2246902"/>
            <a:ext cx="255649" cy="351445"/>
            <a:chOff x="2274743" y="2422352"/>
            <a:chExt cx="255649" cy="351445"/>
          </a:xfrm>
        </p:grpSpPr>
        <p:sp>
          <p:nvSpPr>
            <p:cNvPr id="26234" name="Google Shape;26234;p48"/>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5" name="Google Shape;26235;p48"/>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6" name="Google Shape;26236;p48"/>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37" name="Google Shape;26237;p48"/>
          <p:cNvGrpSpPr/>
          <p:nvPr/>
        </p:nvGrpSpPr>
        <p:grpSpPr>
          <a:xfrm>
            <a:off x="2708723" y="2245789"/>
            <a:ext cx="246552" cy="352559"/>
            <a:chOff x="2708723" y="2421239"/>
            <a:chExt cx="246552" cy="352559"/>
          </a:xfrm>
        </p:grpSpPr>
        <p:sp>
          <p:nvSpPr>
            <p:cNvPr id="26238" name="Google Shape;26238;p48"/>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9" name="Google Shape;26239;p48"/>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40" name="Google Shape;26240;p48"/>
          <p:cNvGrpSpPr/>
          <p:nvPr/>
        </p:nvGrpSpPr>
        <p:grpSpPr>
          <a:xfrm>
            <a:off x="1835485" y="2246902"/>
            <a:ext cx="259433" cy="350714"/>
            <a:chOff x="1835485" y="2422352"/>
            <a:chExt cx="259433" cy="350714"/>
          </a:xfrm>
        </p:grpSpPr>
        <p:sp>
          <p:nvSpPr>
            <p:cNvPr id="26241" name="Google Shape;26241;p48"/>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2" name="Google Shape;26242;p48"/>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3" name="Google Shape;26243;p48"/>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4" name="Google Shape;26244;p48"/>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5" name="Google Shape;26245;p48"/>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6" name="Google Shape;26246;p48"/>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7" name="Google Shape;26247;p48"/>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48" name="Google Shape;26248;p48"/>
          <p:cNvGrpSpPr/>
          <p:nvPr/>
        </p:nvGrpSpPr>
        <p:grpSpPr>
          <a:xfrm>
            <a:off x="3150240" y="2246902"/>
            <a:ext cx="212489" cy="351445"/>
            <a:chOff x="3150240" y="2422352"/>
            <a:chExt cx="212489" cy="351445"/>
          </a:xfrm>
        </p:grpSpPr>
        <p:sp>
          <p:nvSpPr>
            <p:cNvPr id="26249" name="Google Shape;26249;p48"/>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0" name="Google Shape;26250;p48"/>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51" name="Google Shape;26251;p48"/>
          <p:cNvGrpSpPr/>
          <p:nvPr/>
        </p:nvGrpSpPr>
        <p:grpSpPr>
          <a:xfrm>
            <a:off x="1367060" y="2246679"/>
            <a:ext cx="269262" cy="352050"/>
            <a:chOff x="1367060" y="2422129"/>
            <a:chExt cx="269262" cy="352050"/>
          </a:xfrm>
        </p:grpSpPr>
        <p:sp>
          <p:nvSpPr>
            <p:cNvPr id="26252" name="Google Shape;26252;p48"/>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3" name="Google Shape;26253;p48"/>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4" name="Google Shape;26254;p48"/>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5" name="Google Shape;26255;p48"/>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6" name="Google Shape;26256;p48"/>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7" name="Google Shape;26257;p48"/>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8" name="Google Shape;26258;p48"/>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9" name="Google Shape;26259;p48"/>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0" name="Google Shape;26260;p48"/>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1" name="Google Shape;26261;p48"/>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2" name="Google Shape;26262;p48"/>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3" name="Google Shape;26263;p48"/>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4" name="Google Shape;26264;p48"/>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5" name="Google Shape;26265;p48"/>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266" name="Google Shape;26266;p48"/>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267" name="Google Shape;26267;p48"/>
          <p:cNvGrpSpPr/>
          <p:nvPr/>
        </p:nvGrpSpPr>
        <p:grpSpPr>
          <a:xfrm>
            <a:off x="4882690" y="2249955"/>
            <a:ext cx="274572" cy="350682"/>
            <a:chOff x="4882690" y="2425405"/>
            <a:chExt cx="274572" cy="350682"/>
          </a:xfrm>
        </p:grpSpPr>
        <p:sp>
          <p:nvSpPr>
            <p:cNvPr id="26268" name="Google Shape;26268;p48"/>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9" name="Google Shape;26269;p48"/>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70" name="Google Shape;26270;p48"/>
          <p:cNvGrpSpPr/>
          <p:nvPr/>
        </p:nvGrpSpPr>
        <p:grpSpPr>
          <a:xfrm>
            <a:off x="6627639" y="2268434"/>
            <a:ext cx="355994" cy="313247"/>
            <a:chOff x="6627639" y="2443884"/>
            <a:chExt cx="355994" cy="313247"/>
          </a:xfrm>
        </p:grpSpPr>
        <p:sp>
          <p:nvSpPr>
            <p:cNvPr id="26271" name="Google Shape;26271;p48"/>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2" name="Google Shape;26272;p48"/>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3" name="Google Shape;26273;p48"/>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74" name="Google Shape;26274;p48"/>
          <p:cNvGrpSpPr/>
          <p:nvPr/>
        </p:nvGrpSpPr>
        <p:grpSpPr>
          <a:xfrm>
            <a:off x="6183451" y="2286690"/>
            <a:ext cx="351445" cy="277976"/>
            <a:chOff x="6183451" y="2462140"/>
            <a:chExt cx="351445" cy="277976"/>
          </a:xfrm>
        </p:grpSpPr>
        <p:sp>
          <p:nvSpPr>
            <p:cNvPr id="26275" name="Google Shape;26275;p48"/>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6" name="Google Shape;26276;p48"/>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7" name="Google Shape;26277;p48"/>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8" name="Google Shape;26278;p48"/>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9" name="Google Shape;26279;p48"/>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0" name="Google Shape;26280;p48"/>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1" name="Google Shape;26281;p48"/>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82" name="Google Shape;26282;p48"/>
          <p:cNvGrpSpPr/>
          <p:nvPr/>
        </p:nvGrpSpPr>
        <p:grpSpPr>
          <a:xfrm>
            <a:off x="5735477" y="2254408"/>
            <a:ext cx="353354" cy="341299"/>
            <a:chOff x="5735477" y="2429858"/>
            <a:chExt cx="353354" cy="341299"/>
          </a:xfrm>
        </p:grpSpPr>
        <p:sp>
          <p:nvSpPr>
            <p:cNvPr id="26283" name="Google Shape;26283;p48"/>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4" name="Google Shape;26284;p48"/>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5" name="Google Shape;26285;p48"/>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6" name="Google Shape;26286;p48"/>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7" name="Google Shape;26287;p48"/>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8" name="Google Shape;26288;p48"/>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89" name="Google Shape;26289;p48"/>
          <p:cNvGrpSpPr/>
          <p:nvPr/>
        </p:nvGrpSpPr>
        <p:grpSpPr>
          <a:xfrm>
            <a:off x="5243735" y="2271523"/>
            <a:ext cx="405255" cy="275498"/>
            <a:chOff x="5283337" y="2478774"/>
            <a:chExt cx="358633" cy="243912"/>
          </a:xfrm>
        </p:grpSpPr>
        <p:sp>
          <p:nvSpPr>
            <p:cNvPr id="26290" name="Google Shape;26290;p48"/>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1" name="Google Shape;26291;p48"/>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2" name="Google Shape;26292;p48"/>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3" name="Google Shape;26293;p48"/>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4" name="Google Shape;26294;p48"/>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5" name="Google Shape;26295;p48"/>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6" name="Google Shape;26296;p48"/>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7" name="Google Shape;26297;p48"/>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8" name="Google Shape;26298;p48"/>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9" name="Google Shape;26299;p48"/>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0" name="Google Shape;26300;p48"/>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1" name="Google Shape;26301;p48"/>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2" name="Google Shape;26302;p48"/>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3" name="Google Shape;26303;p48"/>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4" name="Google Shape;26304;p48"/>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5" name="Google Shape;26305;p48"/>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6" name="Google Shape;26306;p48"/>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07" name="Google Shape;26307;p48"/>
          <p:cNvGrpSpPr/>
          <p:nvPr/>
        </p:nvGrpSpPr>
        <p:grpSpPr>
          <a:xfrm>
            <a:off x="7964753" y="2295373"/>
            <a:ext cx="362068" cy="258670"/>
            <a:chOff x="7964753" y="2470823"/>
            <a:chExt cx="362068" cy="258670"/>
          </a:xfrm>
        </p:grpSpPr>
        <p:sp>
          <p:nvSpPr>
            <p:cNvPr id="26308" name="Google Shape;26308;p48"/>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9" name="Google Shape;26309;p48"/>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0" name="Google Shape;26310;p48"/>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1" name="Google Shape;26311;p48"/>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2" name="Google Shape;26312;p48"/>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3" name="Google Shape;26313;p48"/>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4" name="Google Shape;26314;p48"/>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5" name="Google Shape;26315;p48"/>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6" name="Google Shape;26316;p48"/>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17" name="Google Shape;26317;p48"/>
          <p:cNvGrpSpPr/>
          <p:nvPr/>
        </p:nvGrpSpPr>
        <p:grpSpPr>
          <a:xfrm>
            <a:off x="7524349" y="2280997"/>
            <a:ext cx="350332" cy="288948"/>
            <a:chOff x="7524349" y="2456447"/>
            <a:chExt cx="350332" cy="288948"/>
          </a:xfrm>
        </p:grpSpPr>
        <p:sp>
          <p:nvSpPr>
            <p:cNvPr id="26318" name="Google Shape;26318;p48"/>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9" name="Google Shape;26319;p48"/>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0" name="Google Shape;26320;p48"/>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1" name="Google Shape;26321;p48"/>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2" name="Google Shape;26322;p48"/>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23" name="Google Shape;26323;p48"/>
          <p:cNvGrpSpPr/>
          <p:nvPr/>
        </p:nvGrpSpPr>
        <p:grpSpPr>
          <a:xfrm>
            <a:off x="3972749" y="2719143"/>
            <a:ext cx="355230" cy="356725"/>
            <a:chOff x="3972749" y="2894211"/>
            <a:chExt cx="355230" cy="356725"/>
          </a:xfrm>
        </p:grpSpPr>
        <p:sp>
          <p:nvSpPr>
            <p:cNvPr id="26324" name="Google Shape;26324;p48"/>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5" name="Google Shape;26325;p48"/>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6" name="Google Shape;26326;p48"/>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7" name="Google Shape;26327;p48"/>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8" name="Google Shape;26328;p48"/>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29" name="Google Shape;26329;p48"/>
          <p:cNvGrpSpPr/>
          <p:nvPr/>
        </p:nvGrpSpPr>
        <p:grpSpPr>
          <a:xfrm>
            <a:off x="3527797" y="2743553"/>
            <a:ext cx="355993" cy="307904"/>
            <a:chOff x="3527797" y="2918796"/>
            <a:chExt cx="355993" cy="307904"/>
          </a:xfrm>
        </p:grpSpPr>
        <p:sp>
          <p:nvSpPr>
            <p:cNvPr id="26330" name="Google Shape;26330;p48"/>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1" name="Google Shape;26331;p48"/>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2" name="Google Shape;26332;p48"/>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3" name="Google Shape;26333;p48"/>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4" name="Google Shape;26334;p48"/>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5" name="Google Shape;26335;p48"/>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6" name="Google Shape;26336;p48"/>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7" name="Google Shape;26337;p48"/>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8" name="Google Shape;26338;p48"/>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9" name="Google Shape;26339;p48"/>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40" name="Google Shape;26340;p48"/>
          <p:cNvGrpSpPr/>
          <p:nvPr/>
        </p:nvGrpSpPr>
        <p:grpSpPr>
          <a:xfrm>
            <a:off x="3082845" y="2746336"/>
            <a:ext cx="356375" cy="302338"/>
            <a:chOff x="3082845" y="2920959"/>
            <a:chExt cx="356375" cy="302338"/>
          </a:xfrm>
        </p:grpSpPr>
        <p:sp>
          <p:nvSpPr>
            <p:cNvPr id="26341" name="Google Shape;26341;p48"/>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2" name="Google Shape;26342;p48"/>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43" name="Google Shape;26343;p48"/>
          <p:cNvGrpSpPr/>
          <p:nvPr/>
        </p:nvGrpSpPr>
        <p:grpSpPr>
          <a:xfrm>
            <a:off x="2639038" y="2719699"/>
            <a:ext cx="355612" cy="355612"/>
            <a:chOff x="2639038" y="2894942"/>
            <a:chExt cx="355612" cy="355612"/>
          </a:xfrm>
        </p:grpSpPr>
        <p:sp>
          <p:nvSpPr>
            <p:cNvPr id="26344" name="Google Shape;26344;p48"/>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5" name="Google Shape;26345;p48"/>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46" name="Google Shape;26346;p48"/>
          <p:cNvGrpSpPr/>
          <p:nvPr/>
        </p:nvGrpSpPr>
        <p:grpSpPr>
          <a:xfrm>
            <a:off x="2194468" y="2763622"/>
            <a:ext cx="355993" cy="267766"/>
            <a:chOff x="2194468" y="2938865"/>
            <a:chExt cx="355993" cy="267766"/>
          </a:xfrm>
        </p:grpSpPr>
        <p:sp>
          <p:nvSpPr>
            <p:cNvPr id="26347" name="Google Shape;26347;p48"/>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8" name="Google Shape;26348;p48"/>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9" name="Google Shape;26349;p48"/>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0" name="Google Shape;26350;p48"/>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1" name="Google Shape;26351;p48"/>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2" name="Google Shape;26352;p48"/>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3" name="Google Shape;26353;p48"/>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4" name="Google Shape;26354;p48"/>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5" name="Google Shape;26355;p48"/>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6" name="Google Shape;26356;p48"/>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7" name="Google Shape;26357;p48"/>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8" name="Google Shape;26358;p48"/>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9" name="Google Shape;26359;p48"/>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0" name="Google Shape;26360;p48"/>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1" name="Google Shape;26361;p48"/>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2" name="Google Shape;26362;p48"/>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3" name="Google Shape;26363;p48"/>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4" name="Google Shape;26364;p48"/>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5" name="Google Shape;26365;p48"/>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6" name="Google Shape;26366;p48"/>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67" name="Google Shape;26367;p48"/>
          <p:cNvGrpSpPr/>
          <p:nvPr/>
        </p:nvGrpSpPr>
        <p:grpSpPr>
          <a:xfrm>
            <a:off x="1749897" y="2719699"/>
            <a:ext cx="355994" cy="355611"/>
            <a:chOff x="1749897" y="2894561"/>
            <a:chExt cx="355994" cy="355611"/>
          </a:xfrm>
        </p:grpSpPr>
        <p:sp>
          <p:nvSpPr>
            <p:cNvPr id="26368" name="Google Shape;26368;p48"/>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9" name="Google Shape;26369;p48"/>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0" name="Google Shape;26370;p48"/>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1" name="Google Shape;26371;p48"/>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2" name="Google Shape;26372;p48"/>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3" name="Google Shape;26373;p48"/>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4" name="Google Shape;26374;p48"/>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5" name="Google Shape;26375;p48"/>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6" name="Google Shape;26376;p48"/>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7" name="Google Shape;26377;p48"/>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8" name="Google Shape;26378;p48"/>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79" name="Google Shape;26379;p48"/>
          <p:cNvGrpSpPr/>
          <p:nvPr/>
        </p:nvGrpSpPr>
        <p:grpSpPr>
          <a:xfrm>
            <a:off x="1305327" y="2718761"/>
            <a:ext cx="357520" cy="357488"/>
            <a:chOff x="1305327" y="2894211"/>
            <a:chExt cx="357520" cy="357488"/>
          </a:xfrm>
        </p:grpSpPr>
        <p:sp>
          <p:nvSpPr>
            <p:cNvPr id="26380" name="Google Shape;26380;p48"/>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1" name="Google Shape;26381;p48"/>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2" name="Google Shape;26382;p48"/>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3" name="Google Shape;26383;p48"/>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4" name="Google Shape;26384;p48"/>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85" name="Google Shape;26385;p48"/>
          <p:cNvGrpSpPr/>
          <p:nvPr/>
        </p:nvGrpSpPr>
        <p:grpSpPr>
          <a:xfrm>
            <a:off x="853950" y="2720860"/>
            <a:ext cx="364105" cy="353290"/>
            <a:chOff x="853950" y="2894720"/>
            <a:chExt cx="364105" cy="353290"/>
          </a:xfrm>
        </p:grpSpPr>
        <p:sp>
          <p:nvSpPr>
            <p:cNvPr id="26386" name="Google Shape;26386;p48"/>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7" name="Google Shape;26387;p48"/>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8" name="Google Shape;26388;p48"/>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9" name="Google Shape;26389;p48"/>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0" name="Google Shape;26390;p48"/>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1" name="Google Shape;26391;p48"/>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2" name="Google Shape;26392;p48"/>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93" name="Google Shape;26393;p48"/>
          <p:cNvGrpSpPr/>
          <p:nvPr/>
        </p:nvGrpSpPr>
        <p:grpSpPr>
          <a:xfrm>
            <a:off x="7066548" y="2737144"/>
            <a:ext cx="352209" cy="334939"/>
            <a:chOff x="7066548" y="2912594"/>
            <a:chExt cx="352209" cy="334939"/>
          </a:xfrm>
        </p:grpSpPr>
        <p:sp>
          <p:nvSpPr>
            <p:cNvPr id="26394" name="Google Shape;26394;p48"/>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5" name="Google Shape;26395;p48"/>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6" name="Google Shape;26396;p48"/>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7" name="Google Shape;26397;p48"/>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8" name="Google Shape;26398;p48"/>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9" name="Google Shape;26399;p48"/>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400" name="Google Shape;26400;p48"/>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1" name="Google Shape;26401;p48"/>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402" name="Google Shape;26402;p48"/>
          <p:cNvGrpSpPr/>
          <p:nvPr/>
        </p:nvGrpSpPr>
        <p:grpSpPr>
          <a:xfrm>
            <a:off x="7541397" y="2729352"/>
            <a:ext cx="318495" cy="352209"/>
            <a:chOff x="7541397" y="2904802"/>
            <a:chExt cx="318495" cy="352209"/>
          </a:xfrm>
        </p:grpSpPr>
        <p:sp>
          <p:nvSpPr>
            <p:cNvPr id="26403" name="Google Shape;26403;p48"/>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4" name="Google Shape;26404;p48"/>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05" name="Google Shape;26405;p48"/>
          <p:cNvGrpSpPr/>
          <p:nvPr/>
        </p:nvGrpSpPr>
        <p:grpSpPr>
          <a:xfrm>
            <a:off x="8003015" y="2728589"/>
            <a:ext cx="306759" cy="351444"/>
            <a:chOff x="8003015" y="2904039"/>
            <a:chExt cx="306759" cy="351444"/>
          </a:xfrm>
        </p:grpSpPr>
        <p:sp>
          <p:nvSpPr>
            <p:cNvPr id="26406" name="Google Shape;26406;p48"/>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7" name="Google Shape;26407;p48"/>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8" name="Google Shape;26408;p48"/>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9" name="Google Shape;26409;p48"/>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0" name="Google Shape;26410;p48"/>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1" name="Google Shape;26411;p48"/>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12" name="Google Shape;26412;p48"/>
          <p:cNvGrpSpPr/>
          <p:nvPr/>
        </p:nvGrpSpPr>
        <p:grpSpPr>
          <a:xfrm>
            <a:off x="5687770" y="2710046"/>
            <a:ext cx="369638" cy="369606"/>
            <a:chOff x="5687770" y="2885496"/>
            <a:chExt cx="369638" cy="369606"/>
          </a:xfrm>
        </p:grpSpPr>
        <p:sp>
          <p:nvSpPr>
            <p:cNvPr id="26413" name="Google Shape;26413;p48"/>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4" name="Google Shape;26414;p48"/>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5" name="Google Shape;26415;p48"/>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6" name="Google Shape;26416;p48"/>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7" name="Google Shape;26417;p48"/>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8" name="Google Shape;26418;p48"/>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9" name="Google Shape;26419;p48"/>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0" name="Google Shape;26420;p48"/>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1" name="Google Shape;26421;p48"/>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2" name="Google Shape;26422;p48"/>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23" name="Google Shape;26423;p48"/>
          <p:cNvGrpSpPr/>
          <p:nvPr/>
        </p:nvGrpSpPr>
        <p:grpSpPr>
          <a:xfrm>
            <a:off x="4881958" y="2729352"/>
            <a:ext cx="156417" cy="349537"/>
            <a:chOff x="4881958" y="2904802"/>
            <a:chExt cx="156417" cy="349537"/>
          </a:xfrm>
        </p:grpSpPr>
        <p:sp>
          <p:nvSpPr>
            <p:cNvPr id="26424" name="Google Shape;26424;p48"/>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5" name="Google Shape;26425;p48"/>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6" name="Google Shape;26426;p48"/>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7" name="Google Shape;26427;p48"/>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8" name="Google Shape;26428;p48"/>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9" name="Google Shape;26429;p48"/>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0" name="Google Shape;26430;p48"/>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31" name="Google Shape;26431;p48"/>
          <p:cNvGrpSpPr/>
          <p:nvPr/>
        </p:nvGrpSpPr>
        <p:grpSpPr>
          <a:xfrm>
            <a:off x="5230318" y="2711064"/>
            <a:ext cx="371133" cy="367443"/>
            <a:chOff x="5230318" y="2886514"/>
            <a:chExt cx="371133" cy="367443"/>
          </a:xfrm>
        </p:grpSpPr>
        <p:sp>
          <p:nvSpPr>
            <p:cNvPr id="26432" name="Google Shape;26432;p48"/>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3" name="Google Shape;26433;p48"/>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4" name="Google Shape;26434;p48"/>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5" name="Google Shape;26435;p48"/>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6" name="Google Shape;26436;p48"/>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7" name="Google Shape;26437;p48"/>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8" name="Google Shape;26438;p48"/>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9" name="Google Shape;26439;p48"/>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0" name="Google Shape;26440;p48"/>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41" name="Google Shape;26441;p48"/>
          <p:cNvGrpSpPr/>
          <p:nvPr/>
        </p:nvGrpSpPr>
        <p:grpSpPr>
          <a:xfrm>
            <a:off x="5748358" y="3259128"/>
            <a:ext cx="352590" cy="182560"/>
            <a:chOff x="5748358" y="3434578"/>
            <a:chExt cx="352590" cy="182560"/>
          </a:xfrm>
        </p:grpSpPr>
        <p:sp>
          <p:nvSpPr>
            <p:cNvPr id="26442" name="Google Shape;26442;p48"/>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3" name="Google Shape;26443;p48"/>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4" name="Google Shape;26444;p48"/>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5" name="Google Shape;26445;p48"/>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6" name="Google Shape;26446;p48"/>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7" name="Google Shape;26447;p48"/>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48" name="Google Shape;26448;p48"/>
          <p:cNvGrpSpPr/>
          <p:nvPr/>
        </p:nvGrpSpPr>
        <p:grpSpPr>
          <a:xfrm>
            <a:off x="862283" y="4099321"/>
            <a:ext cx="341204" cy="359301"/>
            <a:chOff x="862283" y="4274771"/>
            <a:chExt cx="341204" cy="359301"/>
          </a:xfrm>
        </p:grpSpPr>
        <p:sp>
          <p:nvSpPr>
            <p:cNvPr id="26449" name="Google Shape;26449;p48"/>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0" name="Google Shape;26450;p48"/>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1" name="Google Shape;26451;p48"/>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52" name="Google Shape;26452;p48"/>
          <p:cNvGrpSpPr/>
          <p:nvPr/>
        </p:nvGrpSpPr>
        <p:grpSpPr>
          <a:xfrm>
            <a:off x="1396957" y="4111915"/>
            <a:ext cx="301862" cy="332871"/>
            <a:chOff x="1396957" y="4287365"/>
            <a:chExt cx="301862" cy="332871"/>
          </a:xfrm>
        </p:grpSpPr>
        <p:sp>
          <p:nvSpPr>
            <p:cNvPr id="26453" name="Google Shape;26453;p48"/>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4" name="Google Shape;26454;p48"/>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5" name="Google Shape;26455;p48"/>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6" name="Google Shape;26456;p48"/>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7" name="Google Shape;26457;p48"/>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8" name="Google Shape;26458;p48"/>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9" name="Google Shape;26459;p48"/>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0" name="Google Shape;26460;p48"/>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1" name="Google Shape;26461;p48"/>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2" name="Google Shape;26462;p48"/>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3" name="Google Shape;26463;p48"/>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4" name="Google Shape;26464;p48"/>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5" name="Google Shape;26465;p48"/>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6" name="Google Shape;26466;p48"/>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7" name="Google Shape;26467;p48"/>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68" name="Google Shape;26468;p48"/>
          <p:cNvGrpSpPr/>
          <p:nvPr/>
        </p:nvGrpSpPr>
        <p:grpSpPr>
          <a:xfrm>
            <a:off x="1865381" y="4102056"/>
            <a:ext cx="396131" cy="355612"/>
            <a:chOff x="1865381" y="4277506"/>
            <a:chExt cx="396131" cy="355612"/>
          </a:xfrm>
        </p:grpSpPr>
        <p:sp>
          <p:nvSpPr>
            <p:cNvPr id="26469" name="Google Shape;26469;p48"/>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0" name="Google Shape;26470;p48"/>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1" name="Google Shape;26471;p48"/>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2" name="Google Shape;26472;p48"/>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3" name="Google Shape;26473;p48"/>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4" name="Google Shape;26474;p48"/>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75" name="Google Shape;26475;p48"/>
          <p:cNvGrpSpPr/>
          <p:nvPr/>
        </p:nvGrpSpPr>
        <p:grpSpPr>
          <a:xfrm>
            <a:off x="2411823" y="4128549"/>
            <a:ext cx="334398" cy="299954"/>
            <a:chOff x="2411823" y="4303999"/>
            <a:chExt cx="334398" cy="299954"/>
          </a:xfrm>
        </p:grpSpPr>
        <p:sp>
          <p:nvSpPr>
            <p:cNvPr id="26476" name="Google Shape;26476;p48"/>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7" name="Google Shape;26477;p48"/>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8" name="Google Shape;26478;p48"/>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9" name="Google Shape;26479;p48"/>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0" name="Google Shape;26480;p48"/>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1" name="Google Shape;26481;p48"/>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2" name="Google Shape;26482;p48"/>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83" name="Google Shape;26483;p48"/>
          <p:cNvGrpSpPr/>
          <p:nvPr/>
        </p:nvGrpSpPr>
        <p:grpSpPr>
          <a:xfrm>
            <a:off x="2903337" y="4103582"/>
            <a:ext cx="382519" cy="350682"/>
            <a:chOff x="2903337" y="4279032"/>
            <a:chExt cx="382519" cy="350682"/>
          </a:xfrm>
        </p:grpSpPr>
        <p:sp>
          <p:nvSpPr>
            <p:cNvPr id="26484" name="Google Shape;26484;p48"/>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5" name="Google Shape;26485;p48"/>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6" name="Google Shape;26486;p48"/>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7" name="Google Shape;26487;p48"/>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8" name="Google Shape;26488;p48"/>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9" name="Google Shape;26489;p48"/>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0" name="Google Shape;26490;p48"/>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1" name="Google Shape;26491;p48"/>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2" name="Google Shape;26492;p48"/>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3" name="Google Shape;26493;p48"/>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4" name="Google Shape;26494;p48"/>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5" name="Google Shape;26495;p48"/>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6" name="Google Shape;26496;p48"/>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7" name="Google Shape;26497;p48"/>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8" name="Google Shape;26498;p48"/>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99" name="Google Shape;26499;p48"/>
          <p:cNvGrpSpPr/>
          <p:nvPr/>
        </p:nvGrpSpPr>
        <p:grpSpPr>
          <a:xfrm>
            <a:off x="3933342" y="4140317"/>
            <a:ext cx="383632" cy="276449"/>
            <a:chOff x="3933342" y="4315767"/>
            <a:chExt cx="383632" cy="276449"/>
          </a:xfrm>
        </p:grpSpPr>
        <p:sp>
          <p:nvSpPr>
            <p:cNvPr id="26500" name="Google Shape;26500;p48"/>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1" name="Google Shape;26501;p48"/>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2" name="Google Shape;26502;p48"/>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3" name="Google Shape;26503;p48"/>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4" name="Google Shape;26504;p48"/>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5" name="Google Shape;26505;p48"/>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06" name="Google Shape;26506;p48"/>
          <p:cNvGrpSpPr/>
          <p:nvPr/>
        </p:nvGrpSpPr>
        <p:grpSpPr>
          <a:xfrm>
            <a:off x="3441065" y="4127055"/>
            <a:ext cx="337069" cy="302592"/>
            <a:chOff x="3441065" y="4302505"/>
            <a:chExt cx="337069" cy="302592"/>
          </a:xfrm>
        </p:grpSpPr>
        <p:sp>
          <p:nvSpPr>
            <p:cNvPr id="26507" name="Google Shape;26507;p48"/>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8" name="Google Shape;26508;p48"/>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9" name="Google Shape;26509;p48"/>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0" name="Google Shape;26510;p48"/>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1" name="Google Shape;26511;p48"/>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2" name="Google Shape;26512;p48"/>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3" name="Google Shape;26513;p48"/>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4" name="Google Shape;26514;p48"/>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5" name="Google Shape;26515;p48"/>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6" name="Google Shape;26516;p48"/>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7" name="Google Shape;26517;p48"/>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8" name="Google Shape;26518;p48"/>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9" name="Google Shape;26519;p48"/>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20" name="Google Shape;26520;p48"/>
          <p:cNvGrpSpPr/>
          <p:nvPr/>
        </p:nvGrpSpPr>
        <p:grpSpPr>
          <a:xfrm>
            <a:off x="3532345" y="3187185"/>
            <a:ext cx="339328" cy="336275"/>
            <a:chOff x="3532345" y="3362635"/>
            <a:chExt cx="339328" cy="336275"/>
          </a:xfrm>
        </p:grpSpPr>
        <p:sp>
          <p:nvSpPr>
            <p:cNvPr id="26521" name="Google Shape;26521;p4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2" name="Google Shape;26522;p48"/>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3" name="Google Shape;26523;p48"/>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4" name="Google Shape;26524;p4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5" name="Google Shape;26525;p48"/>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526" name="Google Shape;26526;p48"/>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527" name="Google Shape;26527;p48"/>
          <p:cNvGrpSpPr/>
          <p:nvPr/>
        </p:nvGrpSpPr>
        <p:grpSpPr>
          <a:xfrm>
            <a:off x="1883955" y="3633250"/>
            <a:ext cx="162873" cy="351446"/>
            <a:chOff x="1883955" y="3808700"/>
            <a:chExt cx="162873" cy="351446"/>
          </a:xfrm>
        </p:grpSpPr>
        <p:sp>
          <p:nvSpPr>
            <p:cNvPr id="26528" name="Google Shape;26528;p48"/>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9" name="Google Shape;26529;p48"/>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30" name="Google Shape;26530;p48"/>
          <p:cNvGrpSpPr/>
          <p:nvPr/>
        </p:nvGrpSpPr>
        <p:grpSpPr>
          <a:xfrm>
            <a:off x="939156" y="3633759"/>
            <a:ext cx="192007" cy="351318"/>
            <a:chOff x="939156" y="3809209"/>
            <a:chExt cx="192007" cy="351318"/>
          </a:xfrm>
        </p:grpSpPr>
        <p:sp>
          <p:nvSpPr>
            <p:cNvPr id="26531" name="Google Shape;26531;p48"/>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2" name="Google Shape;26532;p48"/>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33" name="Google Shape;26533;p48"/>
          <p:cNvGrpSpPr/>
          <p:nvPr/>
        </p:nvGrpSpPr>
        <p:grpSpPr>
          <a:xfrm>
            <a:off x="2306167" y="3634395"/>
            <a:ext cx="193915" cy="349155"/>
            <a:chOff x="2306167" y="3809845"/>
            <a:chExt cx="193915" cy="349155"/>
          </a:xfrm>
        </p:grpSpPr>
        <p:sp>
          <p:nvSpPr>
            <p:cNvPr id="26534" name="Google Shape;26534;p48"/>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5" name="Google Shape;26535;p48"/>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6" name="Google Shape;26536;p48"/>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7" name="Google Shape;26537;p48"/>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8" name="Google Shape;26538;p48"/>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9" name="Google Shape;26539;p48"/>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0" name="Google Shape;26540;p48"/>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41" name="Google Shape;26541;p48"/>
          <p:cNvGrpSpPr/>
          <p:nvPr/>
        </p:nvGrpSpPr>
        <p:grpSpPr>
          <a:xfrm>
            <a:off x="1323901" y="3631723"/>
            <a:ext cx="356343" cy="356757"/>
            <a:chOff x="1323901" y="3807173"/>
            <a:chExt cx="356343" cy="356757"/>
          </a:xfrm>
        </p:grpSpPr>
        <p:sp>
          <p:nvSpPr>
            <p:cNvPr id="26542" name="Google Shape;26542;p48"/>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3" name="Google Shape;26543;p48"/>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4" name="Google Shape;26544;p48"/>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5" name="Google Shape;26545;p48"/>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6" name="Google Shape;26546;p48"/>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7" name="Google Shape;26547;p48"/>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8" name="Google Shape;26548;p48"/>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9" name="Google Shape;26549;p48"/>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0" name="Google Shape;26550;p48"/>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1" name="Google Shape;26551;p48"/>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2" name="Google Shape;26552;p48"/>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3" name="Google Shape;26553;p48"/>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4" name="Google Shape;26554;p48"/>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5" name="Google Shape;26555;p48"/>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6" name="Google Shape;26556;p48"/>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7" name="Google Shape;26557;p48"/>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8" name="Google Shape;26558;p48"/>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9" name="Google Shape;26559;p48"/>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0" name="Google Shape;26560;p48"/>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1" name="Google Shape;26561;p48"/>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2" name="Google Shape;26562;p48"/>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3" name="Google Shape;26563;p48"/>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4" name="Google Shape;26564;p48"/>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5" name="Google Shape;26565;p48"/>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566" name="Google Shape;26566;p48"/>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567" name="Google Shape;26567;p48"/>
          <p:cNvGrpSpPr/>
          <p:nvPr/>
        </p:nvGrpSpPr>
        <p:grpSpPr>
          <a:xfrm>
            <a:off x="859262" y="3178470"/>
            <a:ext cx="306759" cy="351446"/>
            <a:chOff x="859262" y="3353920"/>
            <a:chExt cx="306759" cy="351446"/>
          </a:xfrm>
        </p:grpSpPr>
        <p:sp>
          <p:nvSpPr>
            <p:cNvPr id="26568" name="Google Shape;26568;p48"/>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9" name="Google Shape;26569;p48"/>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0" name="Google Shape;26570;p48"/>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1" name="Google Shape;26571;p48"/>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2" name="Google Shape;26572;p48"/>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573" name="Google Shape;26573;p48"/>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574" name="Google Shape;26574;p48"/>
          <p:cNvGrpSpPr/>
          <p:nvPr/>
        </p:nvGrpSpPr>
        <p:grpSpPr>
          <a:xfrm>
            <a:off x="3967437" y="3661652"/>
            <a:ext cx="364709" cy="295404"/>
            <a:chOff x="3967437" y="3837102"/>
            <a:chExt cx="364709" cy="295404"/>
          </a:xfrm>
        </p:grpSpPr>
        <p:sp>
          <p:nvSpPr>
            <p:cNvPr id="26575" name="Google Shape;26575;p48"/>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6" name="Google Shape;26576;p48"/>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7" name="Google Shape;26577;p48"/>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8" name="Google Shape;26578;p48"/>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9" name="Google Shape;26579;p48"/>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580" name="Google Shape;26580;p48"/>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1" name="Google Shape;26581;p48"/>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2" name="Google Shape;26582;p48"/>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583" name="Google Shape;26583;p48"/>
          <p:cNvGrpSpPr/>
          <p:nvPr/>
        </p:nvGrpSpPr>
        <p:grpSpPr>
          <a:xfrm>
            <a:off x="5811827" y="3631001"/>
            <a:ext cx="283743" cy="308444"/>
            <a:chOff x="5964227" y="3858701"/>
            <a:chExt cx="283743" cy="308444"/>
          </a:xfrm>
        </p:grpSpPr>
        <p:sp>
          <p:nvSpPr>
            <p:cNvPr id="26584" name="Google Shape;26584;p48"/>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5" name="Google Shape;26585;p48"/>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6" name="Google Shape;26586;p48"/>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7" name="Google Shape;26587;p48"/>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88" name="Google Shape;26588;p48"/>
          <p:cNvGrpSpPr/>
          <p:nvPr/>
        </p:nvGrpSpPr>
        <p:grpSpPr>
          <a:xfrm>
            <a:off x="6243508" y="3697623"/>
            <a:ext cx="320372" cy="213602"/>
            <a:chOff x="6395908" y="3873073"/>
            <a:chExt cx="320372" cy="213602"/>
          </a:xfrm>
        </p:grpSpPr>
        <p:sp>
          <p:nvSpPr>
            <p:cNvPr id="26589" name="Google Shape;26589;p48"/>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0" name="Google Shape;26590;p48"/>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1" name="Google Shape;26591;p48"/>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2" name="Google Shape;26592;p48"/>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3" name="Google Shape;26593;p48"/>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4" name="Google Shape;26594;p48"/>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5" name="Google Shape;26595;p48"/>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6" name="Google Shape;26596;p48"/>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7" name="Google Shape;26597;p48"/>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8" name="Google Shape;26598;p48"/>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99" name="Google Shape;26599;p48"/>
          <p:cNvGrpSpPr/>
          <p:nvPr/>
        </p:nvGrpSpPr>
        <p:grpSpPr>
          <a:xfrm>
            <a:off x="7262890" y="3627366"/>
            <a:ext cx="357138" cy="352018"/>
            <a:chOff x="7415290" y="3802816"/>
            <a:chExt cx="357138" cy="352018"/>
          </a:xfrm>
        </p:grpSpPr>
        <p:sp>
          <p:nvSpPr>
            <p:cNvPr id="26600" name="Google Shape;26600;p48"/>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1" name="Google Shape;26601;p48"/>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2" name="Google Shape;26602;p48"/>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3" name="Google Shape;26603;p48"/>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4" name="Google Shape;26604;p48"/>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5" name="Google Shape;26605;p48"/>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6" name="Google Shape;26606;p48"/>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7" name="Google Shape;26607;p48"/>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08" name="Google Shape;26608;p48"/>
          <p:cNvGrpSpPr/>
          <p:nvPr/>
        </p:nvGrpSpPr>
        <p:grpSpPr>
          <a:xfrm>
            <a:off x="6737312" y="3657963"/>
            <a:ext cx="355230" cy="293401"/>
            <a:chOff x="6889712" y="3833413"/>
            <a:chExt cx="355230" cy="293401"/>
          </a:xfrm>
        </p:grpSpPr>
        <p:sp>
          <p:nvSpPr>
            <p:cNvPr id="26609" name="Google Shape;26609;p48"/>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0" name="Google Shape;26610;p48"/>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1" name="Google Shape;26611;p48"/>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2" name="Google Shape;26612;p48"/>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3" name="Google Shape;26613;p48"/>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14" name="Google Shape;26614;p48"/>
          <p:cNvGrpSpPr/>
          <p:nvPr/>
        </p:nvGrpSpPr>
        <p:grpSpPr>
          <a:xfrm>
            <a:off x="7707152" y="3660420"/>
            <a:ext cx="282318" cy="337168"/>
            <a:chOff x="1635875" y="237775"/>
            <a:chExt cx="4370250" cy="5219325"/>
          </a:xfrm>
        </p:grpSpPr>
        <p:sp>
          <p:nvSpPr>
            <p:cNvPr id="26615" name="Google Shape;26615;p48"/>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6" name="Google Shape;26616;p48"/>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17" name="Google Shape;26617;p48"/>
          <p:cNvGrpSpPr/>
          <p:nvPr/>
        </p:nvGrpSpPr>
        <p:grpSpPr>
          <a:xfrm>
            <a:off x="3103963" y="3185690"/>
            <a:ext cx="297886" cy="337578"/>
            <a:chOff x="3103963" y="3361140"/>
            <a:chExt cx="297886" cy="337578"/>
          </a:xfrm>
        </p:grpSpPr>
        <p:sp>
          <p:nvSpPr>
            <p:cNvPr id="26618" name="Google Shape;26618;p48"/>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9" name="Google Shape;26619;p48"/>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0" name="Google Shape;26620;p48"/>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1" name="Google Shape;26621;p4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2" name="Google Shape;26622;p48"/>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3" name="Google Shape;26623;p4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4" name="Google Shape;26624;p4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5" name="Google Shape;26625;p48"/>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6" name="Google Shape;26626;p4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7" name="Google Shape;26627;p48"/>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8" name="Google Shape;26628;p4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9" name="Google Shape;26629;p48"/>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0" name="Google Shape;26630;p4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1" name="Google Shape;26631;p48"/>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2" name="Google Shape;26632;p4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3" name="Google Shape;26633;p48"/>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4" name="Google Shape;26634;p48"/>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5" name="Google Shape;26635;p4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6" name="Google Shape;26636;p4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7" name="Google Shape;26637;p4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8" name="Google Shape;26638;p4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9" name="Google Shape;26639;p48"/>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0" name="Google Shape;26640;p48"/>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1" name="Google Shape;26641;p4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42" name="Google Shape;26642;p48"/>
          <p:cNvGrpSpPr/>
          <p:nvPr/>
        </p:nvGrpSpPr>
        <p:grpSpPr>
          <a:xfrm>
            <a:off x="2667821" y="3185658"/>
            <a:ext cx="273046" cy="337801"/>
            <a:chOff x="2667821" y="3361108"/>
            <a:chExt cx="273046" cy="337801"/>
          </a:xfrm>
        </p:grpSpPr>
        <p:sp>
          <p:nvSpPr>
            <p:cNvPr id="26643" name="Google Shape;26643;p48"/>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4" name="Google Shape;26644;p48"/>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5" name="Google Shape;26645;p48"/>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6" name="Google Shape;26646;p48"/>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7" name="Google Shape;26647;p48"/>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8" name="Google Shape;26648;p48"/>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9" name="Google Shape;26649;p48"/>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0" name="Google Shape;26650;p48"/>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1" name="Google Shape;26651;p48"/>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2" name="Google Shape;26652;p48"/>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3" name="Google Shape;26653;p48"/>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4" name="Google Shape;26654;p48"/>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5" name="Google Shape;26655;p48"/>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6" name="Google Shape;26656;p48"/>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7" name="Google Shape;26657;p48"/>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8" name="Google Shape;26658;p48"/>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9" name="Google Shape;26659;p48"/>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0" name="Google Shape;26660;p48"/>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1" name="Google Shape;26661;p48"/>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62" name="Google Shape;26662;p48"/>
          <p:cNvGrpSpPr/>
          <p:nvPr/>
        </p:nvGrpSpPr>
        <p:grpSpPr>
          <a:xfrm>
            <a:off x="2212469" y="3184863"/>
            <a:ext cx="282715" cy="338659"/>
            <a:chOff x="2212469" y="3360313"/>
            <a:chExt cx="282715" cy="338659"/>
          </a:xfrm>
        </p:grpSpPr>
        <p:sp>
          <p:nvSpPr>
            <p:cNvPr id="26663" name="Google Shape;26663;p48"/>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4" name="Google Shape;26664;p48"/>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5" name="Google Shape;26665;p48"/>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66" name="Google Shape;26666;p48"/>
          <p:cNvGrpSpPr/>
          <p:nvPr/>
        </p:nvGrpSpPr>
        <p:grpSpPr>
          <a:xfrm>
            <a:off x="1768821" y="3185658"/>
            <a:ext cx="278739" cy="339074"/>
            <a:chOff x="1768821" y="3361108"/>
            <a:chExt cx="278739" cy="339074"/>
          </a:xfrm>
        </p:grpSpPr>
        <p:sp>
          <p:nvSpPr>
            <p:cNvPr id="26667" name="Google Shape;26667;p48"/>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8" name="Google Shape;26668;p48"/>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9" name="Google Shape;26669;p48"/>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0" name="Google Shape;26670;p48"/>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1" name="Google Shape;26671;p48"/>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2" name="Google Shape;26672;p48"/>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3" name="Google Shape;26673;p48"/>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4" name="Google Shape;26674;p48"/>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5" name="Google Shape;26675;p48"/>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6" name="Google Shape;26676;p48"/>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7" name="Google Shape;26677;p48"/>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78" name="Google Shape;26678;p48"/>
          <p:cNvGrpSpPr/>
          <p:nvPr/>
        </p:nvGrpSpPr>
        <p:grpSpPr>
          <a:xfrm>
            <a:off x="5337883" y="3161423"/>
            <a:ext cx="307141" cy="376826"/>
            <a:chOff x="5337883" y="3336873"/>
            <a:chExt cx="307141" cy="376826"/>
          </a:xfrm>
        </p:grpSpPr>
        <p:sp>
          <p:nvSpPr>
            <p:cNvPr id="26679" name="Google Shape;26679;p48"/>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0" name="Google Shape;26680;p48"/>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81" name="Google Shape;26681;p48"/>
          <p:cNvGrpSpPr/>
          <p:nvPr/>
        </p:nvGrpSpPr>
        <p:grpSpPr>
          <a:xfrm>
            <a:off x="4883835" y="3161805"/>
            <a:ext cx="323425" cy="377556"/>
            <a:chOff x="4883835" y="3337255"/>
            <a:chExt cx="323425" cy="377556"/>
          </a:xfrm>
        </p:grpSpPr>
        <p:sp>
          <p:nvSpPr>
            <p:cNvPr id="26682" name="Google Shape;26682;p48"/>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3" name="Google Shape;26683;p48"/>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4" name="Google Shape;26684;p48"/>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85" name="Google Shape;26685;p48"/>
          <p:cNvGrpSpPr/>
          <p:nvPr/>
        </p:nvGrpSpPr>
        <p:grpSpPr>
          <a:xfrm>
            <a:off x="6193310" y="3231839"/>
            <a:ext cx="352590" cy="237488"/>
            <a:chOff x="6193310" y="3407289"/>
            <a:chExt cx="352590" cy="237488"/>
          </a:xfrm>
        </p:grpSpPr>
        <p:sp>
          <p:nvSpPr>
            <p:cNvPr id="26686" name="Google Shape;26686;p48"/>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7" name="Google Shape;26687;p48"/>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8" name="Google Shape;26688;p48"/>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9" name="Google Shape;26689;p48"/>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0" name="Google Shape;26690;p48"/>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91" name="Google Shape;26691;p48"/>
          <p:cNvGrpSpPr/>
          <p:nvPr/>
        </p:nvGrpSpPr>
        <p:grpSpPr>
          <a:xfrm>
            <a:off x="6637117" y="3222393"/>
            <a:ext cx="353735" cy="254504"/>
            <a:chOff x="6637117" y="3397843"/>
            <a:chExt cx="353735" cy="254504"/>
          </a:xfrm>
        </p:grpSpPr>
        <p:sp>
          <p:nvSpPr>
            <p:cNvPr id="26692" name="Google Shape;26692;p48"/>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3" name="Google Shape;26693;p48"/>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4" name="Google Shape;26694;p48"/>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5" name="Google Shape;26695;p48"/>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6" name="Google Shape;26696;p48"/>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7" name="Google Shape;26697;p48"/>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98" name="Google Shape;26698;p48"/>
          <p:cNvGrpSpPr/>
          <p:nvPr/>
        </p:nvGrpSpPr>
        <p:grpSpPr>
          <a:xfrm>
            <a:off x="7075994" y="3174081"/>
            <a:ext cx="360637" cy="352336"/>
            <a:chOff x="7075994" y="3349531"/>
            <a:chExt cx="360637" cy="352336"/>
          </a:xfrm>
        </p:grpSpPr>
        <p:sp>
          <p:nvSpPr>
            <p:cNvPr id="26699" name="Google Shape;26699;p48"/>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0" name="Google Shape;26700;p48"/>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1" name="Google Shape;26701;p48"/>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2" name="Google Shape;26702;p48"/>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3" name="Google Shape;26703;p48"/>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4" name="Google Shape;26704;p48"/>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5" name="Google Shape;26705;p48"/>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06" name="Google Shape;26706;p48"/>
          <p:cNvGrpSpPr/>
          <p:nvPr/>
        </p:nvGrpSpPr>
        <p:grpSpPr>
          <a:xfrm>
            <a:off x="7651983" y="3173731"/>
            <a:ext cx="107182" cy="352400"/>
            <a:chOff x="7651983" y="3349181"/>
            <a:chExt cx="107182" cy="352400"/>
          </a:xfrm>
        </p:grpSpPr>
        <p:sp>
          <p:nvSpPr>
            <p:cNvPr id="26707" name="Google Shape;26707;p48"/>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8" name="Google Shape;26708;p48"/>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09" name="Google Shape;26709;p48"/>
          <p:cNvGrpSpPr/>
          <p:nvPr/>
        </p:nvGrpSpPr>
        <p:grpSpPr>
          <a:xfrm>
            <a:off x="7973468" y="3206872"/>
            <a:ext cx="352590" cy="287072"/>
            <a:chOff x="7973468" y="3382322"/>
            <a:chExt cx="352590" cy="287072"/>
          </a:xfrm>
        </p:grpSpPr>
        <p:sp>
          <p:nvSpPr>
            <p:cNvPr id="26710" name="Google Shape;26710;p48"/>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1" name="Google Shape;26711;p48"/>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2" name="Google Shape;26712;p48"/>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3" name="Google Shape;26713;p48"/>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4" name="Google Shape;26714;p48"/>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5" name="Google Shape;26715;p48"/>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6" name="Google Shape;26716;p48"/>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7" name="Google Shape;26717;p48"/>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8" name="Google Shape;26718;p48"/>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9" name="Google Shape;26719;p48"/>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0" name="Google Shape;26720;p48"/>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1" name="Google Shape;26721;p48"/>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722" name="Google Shape;26722;p48"/>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Creative Process Icons</a:t>
            </a:r>
            <a:endParaRPr b="0" i="0" sz="2400" u="none" cap="none" strike="noStrike">
              <a:solidFill>
                <a:srgbClr val="FFFFFF"/>
              </a:solidFill>
              <a:latin typeface="Arial"/>
              <a:ea typeface="Arial"/>
              <a:cs typeface="Arial"/>
              <a:sym typeface="Arial"/>
            </a:endParaRPr>
          </a:p>
        </p:txBody>
      </p:sp>
      <p:sp>
        <p:nvSpPr>
          <p:cNvPr id="26723" name="Google Shape;26723;p48"/>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Performing Arts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727" name="Shape 26727"/>
        <p:cNvGrpSpPr/>
        <p:nvPr/>
      </p:nvGrpSpPr>
      <p:grpSpPr>
        <a:xfrm>
          <a:off x="0" y="0"/>
          <a:ext cx="0" cy="0"/>
          <a:chOff x="0" y="0"/>
          <a:chExt cx="0" cy="0"/>
        </a:xfrm>
      </p:grpSpPr>
      <p:grpSp>
        <p:nvGrpSpPr>
          <p:cNvPr id="26728" name="Google Shape;26728;p49"/>
          <p:cNvGrpSpPr/>
          <p:nvPr/>
        </p:nvGrpSpPr>
        <p:grpSpPr>
          <a:xfrm>
            <a:off x="821808" y="1576858"/>
            <a:ext cx="347872" cy="347488"/>
            <a:chOff x="849677" y="1500658"/>
            <a:chExt cx="347872" cy="347488"/>
          </a:xfrm>
        </p:grpSpPr>
        <p:sp>
          <p:nvSpPr>
            <p:cNvPr id="26729" name="Google Shape;26729;p49"/>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0" name="Google Shape;26730;p49"/>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1" name="Google Shape;26731;p49"/>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2" name="Google Shape;26732;p49"/>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3" name="Google Shape;26733;p49"/>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4" name="Google Shape;26734;p49"/>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35" name="Google Shape;26735;p49"/>
          <p:cNvGrpSpPr/>
          <p:nvPr/>
        </p:nvGrpSpPr>
        <p:grpSpPr>
          <a:xfrm>
            <a:off x="1387984" y="1576858"/>
            <a:ext cx="315872" cy="347488"/>
            <a:chOff x="1415853" y="1500658"/>
            <a:chExt cx="315872" cy="347488"/>
          </a:xfrm>
        </p:grpSpPr>
        <p:sp>
          <p:nvSpPr>
            <p:cNvPr id="26736" name="Google Shape;26736;p49"/>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7" name="Google Shape;26737;p49"/>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8" name="Google Shape;26738;p49"/>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9" name="Google Shape;26739;p49"/>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40" name="Google Shape;26740;p49"/>
          <p:cNvGrpSpPr/>
          <p:nvPr/>
        </p:nvGrpSpPr>
        <p:grpSpPr>
          <a:xfrm>
            <a:off x="4669520" y="1576858"/>
            <a:ext cx="347520" cy="347104"/>
            <a:chOff x="4697389" y="1500658"/>
            <a:chExt cx="347520" cy="347104"/>
          </a:xfrm>
        </p:grpSpPr>
        <p:sp>
          <p:nvSpPr>
            <p:cNvPr id="26741" name="Google Shape;26741;p49"/>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2" name="Google Shape;26742;p49"/>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3" name="Google Shape;26743;p49"/>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44" name="Google Shape;26744;p49"/>
          <p:cNvGrpSpPr/>
          <p:nvPr/>
        </p:nvGrpSpPr>
        <p:grpSpPr>
          <a:xfrm>
            <a:off x="3575664" y="2041146"/>
            <a:ext cx="347520" cy="353760"/>
            <a:chOff x="3603533" y="1964946"/>
            <a:chExt cx="347520" cy="353760"/>
          </a:xfrm>
        </p:grpSpPr>
        <p:sp>
          <p:nvSpPr>
            <p:cNvPr id="26745" name="Google Shape;26745;p49"/>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6" name="Google Shape;26746;p49"/>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7" name="Google Shape;26747;p49"/>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48" name="Google Shape;26748;p49"/>
          <p:cNvGrpSpPr/>
          <p:nvPr/>
        </p:nvGrpSpPr>
        <p:grpSpPr>
          <a:xfrm>
            <a:off x="1922896" y="2040538"/>
            <a:ext cx="357792" cy="352448"/>
            <a:chOff x="1950765" y="1964338"/>
            <a:chExt cx="357792" cy="352448"/>
          </a:xfrm>
        </p:grpSpPr>
        <p:sp>
          <p:nvSpPr>
            <p:cNvPr id="26749" name="Google Shape;26749;p49"/>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0" name="Google Shape;26750;p49"/>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1" name="Google Shape;26751;p49"/>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2" name="Google Shape;26752;p49"/>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53" name="Google Shape;26753;p49"/>
          <p:cNvGrpSpPr/>
          <p:nvPr/>
        </p:nvGrpSpPr>
        <p:grpSpPr>
          <a:xfrm>
            <a:off x="7407760" y="2040890"/>
            <a:ext cx="367712" cy="353248"/>
            <a:chOff x="7435629" y="1964690"/>
            <a:chExt cx="367712" cy="353248"/>
          </a:xfrm>
        </p:grpSpPr>
        <p:sp>
          <p:nvSpPr>
            <p:cNvPr id="26754" name="Google Shape;26754;p49"/>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5" name="Google Shape;26755;p49"/>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6" name="Google Shape;26756;p49"/>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7" name="Google Shape;26757;p49"/>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58" name="Google Shape;26758;p49"/>
          <p:cNvGrpSpPr/>
          <p:nvPr/>
        </p:nvGrpSpPr>
        <p:grpSpPr>
          <a:xfrm>
            <a:off x="2484880" y="2041242"/>
            <a:ext cx="333024" cy="352896"/>
            <a:chOff x="2512749" y="1965042"/>
            <a:chExt cx="333024" cy="352896"/>
          </a:xfrm>
        </p:grpSpPr>
        <p:sp>
          <p:nvSpPr>
            <p:cNvPr id="26759" name="Google Shape;26759;p49"/>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0" name="Google Shape;26760;p49"/>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1" name="Google Shape;26761;p49"/>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2" name="Google Shape;26762;p49"/>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3" name="Google Shape;26763;p49"/>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64" name="Google Shape;26764;p49"/>
          <p:cNvGrpSpPr/>
          <p:nvPr/>
        </p:nvGrpSpPr>
        <p:grpSpPr>
          <a:xfrm>
            <a:off x="1370448" y="2057978"/>
            <a:ext cx="365792" cy="335392"/>
            <a:chOff x="1398317" y="1981778"/>
            <a:chExt cx="365792" cy="335392"/>
          </a:xfrm>
        </p:grpSpPr>
        <p:sp>
          <p:nvSpPr>
            <p:cNvPr id="26765" name="Google Shape;26765;p49"/>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6" name="Google Shape;26766;p49"/>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7" name="Google Shape;26767;p49"/>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8" name="Google Shape;26768;p49"/>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9" name="Google Shape;26769;p49"/>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0" name="Google Shape;26770;p49"/>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71" name="Google Shape;26771;p49"/>
          <p:cNvGrpSpPr/>
          <p:nvPr/>
        </p:nvGrpSpPr>
        <p:grpSpPr>
          <a:xfrm>
            <a:off x="3024368" y="2079770"/>
            <a:ext cx="353600" cy="314752"/>
            <a:chOff x="3052237" y="2003570"/>
            <a:chExt cx="353600" cy="314752"/>
          </a:xfrm>
        </p:grpSpPr>
        <p:sp>
          <p:nvSpPr>
            <p:cNvPr id="26772" name="Google Shape;26772;p49"/>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3" name="Google Shape;26773;p49"/>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4" name="Google Shape;26774;p49"/>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75" name="Google Shape;26775;p49"/>
          <p:cNvGrpSpPr/>
          <p:nvPr/>
        </p:nvGrpSpPr>
        <p:grpSpPr>
          <a:xfrm>
            <a:off x="1376144" y="3034266"/>
            <a:ext cx="368096" cy="223968"/>
            <a:chOff x="1404013" y="2958066"/>
            <a:chExt cx="368096" cy="223968"/>
          </a:xfrm>
        </p:grpSpPr>
        <p:sp>
          <p:nvSpPr>
            <p:cNvPr id="26776" name="Google Shape;26776;p49"/>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7" name="Google Shape;26777;p49"/>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778" name="Google Shape;26778;p49"/>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9" name="Google Shape;26779;p49"/>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780" name="Google Shape;26780;p49"/>
          <p:cNvGrpSpPr/>
          <p:nvPr/>
        </p:nvGrpSpPr>
        <p:grpSpPr>
          <a:xfrm>
            <a:off x="1923280" y="2961402"/>
            <a:ext cx="370368" cy="367328"/>
            <a:chOff x="1951149" y="2885202"/>
            <a:chExt cx="370368" cy="367328"/>
          </a:xfrm>
        </p:grpSpPr>
        <p:sp>
          <p:nvSpPr>
            <p:cNvPr id="26781" name="Google Shape;26781;p49"/>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2" name="Google Shape;26782;p49"/>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3" name="Google Shape;26783;p49"/>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84" name="Google Shape;26784;p49"/>
          <p:cNvGrpSpPr/>
          <p:nvPr/>
        </p:nvGrpSpPr>
        <p:grpSpPr>
          <a:xfrm>
            <a:off x="2473808" y="2982362"/>
            <a:ext cx="367328" cy="327296"/>
            <a:chOff x="2501677" y="2906162"/>
            <a:chExt cx="367328" cy="327296"/>
          </a:xfrm>
        </p:grpSpPr>
        <p:sp>
          <p:nvSpPr>
            <p:cNvPr id="26785" name="Google Shape;26785;p49"/>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6" name="Google Shape;26786;p49"/>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7" name="Google Shape;26787;p49"/>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788" name="Google Shape;26788;p49"/>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789" name="Google Shape;26789;p49"/>
          <p:cNvGrpSpPr/>
          <p:nvPr/>
        </p:nvGrpSpPr>
        <p:grpSpPr>
          <a:xfrm>
            <a:off x="3022448" y="2969914"/>
            <a:ext cx="367712" cy="354240"/>
            <a:chOff x="3050317" y="2893714"/>
            <a:chExt cx="367712" cy="354240"/>
          </a:xfrm>
        </p:grpSpPr>
        <p:sp>
          <p:nvSpPr>
            <p:cNvPr id="26790" name="Google Shape;26790;p49"/>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1" name="Google Shape;26791;p49"/>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792" name="Google Shape;26792;p49"/>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3" name="Google Shape;26793;p49"/>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794" name="Google Shape;26794;p49"/>
          <p:cNvGrpSpPr/>
          <p:nvPr/>
        </p:nvGrpSpPr>
        <p:grpSpPr>
          <a:xfrm>
            <a:off x="7503408" y="2962554"/>
            <a:ext cx="185184" cy="367296"/>
            <a:chOff x="7531277" y="2886354"/>
            <a:chExt cx="185184" cy="367296"/>
          </a:xfrm>
        </p:grpSpPr>
        <p:sp>
          <p:nvSpPr>
            <p:cNvPr id="26795" name="Google Shape;26795;p49"/>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6" name="Google Shape;26796;p49"/>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7" name="Google Shape;26797;p49"/>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98" name="Google Shape;26798;p49"/>
          <p:cNvGrpSpPr/>
          <p:nvPr/>
        </p:nvGrpSpPr>
        <p:grpSpPr>
          <a:xfrm>
            <a:off x="6898768" y="2962938"/>
            <a:ext cx="297184" cy="367296"/>
            <a:chOff x="6926637" y="2886738"/>
            <a:chExt cx="297184" cy="367296"/>
          </a:xfrm>
        </p:grpSpPr>
        <p:sp>
          <p:nvSpPr>
            <p:cNvPr id="26799" name="Google Shape;26799;p49"/>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0" name="Google Shape;26800;p49"/>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1" name="Google Shape;26801;p49"/>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802" name="Google Shape;26802;p49"/>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3" name="Google Shape;26803;p49"/>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804" name="Google Shape;26804;p49"/>
          <p:cNvGrpSpPr/>
          <p:nvPr/>
        </p:nvGrpSpPr>
        <p:grpSpPr>
          <a:xfrm>
            <a:off x="6312784" y="2962554"/>
            <a:ext cx="370368" cy="368064"/>
            <a:chOff x="6340653" y="2886354"/>
            <a:chExt cx="370368" cy="368064"/>
          </a:xfrm>
        </p:grpSpPr>
        <p:sp>
          <p:nvSpPr>
            <p:cNvPr id="26805" name="Google Shape;26805;p49"/>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6" name="Google Shape;26806;p49"/>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7" name="Google Shape;26807;p49"/>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8" name="Google Shape;26808;p49"/>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9" name="Google Shape;26809;p49"/>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0" name="Google Shape;26810;p49"/>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11" name="Google Shape;26811;p49"/>
          <p:cNvGrpSpPr/>
          <p:nvPr/>
        </p:nvGrpSpPr>
        <p:grpSpPr>
          <a:xfrm>
            <a:off x="5218928" y="2057626"/>
            <a:ext cx="354752" cy="336512"/>
            <a:chOff x="5246797" y="1981426"/>
            <a:chExt cx="354752" cy="336512"/>
          </a:xfrm>
        </p:grpSpPr>
        <p:sp>
          <p:nvSpPr>
            <p:cNvPr id="26812" name="Google Shape;26812;p49"/>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3" name="Google Shape;26813;p49"/>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14" name="Google Shape;26814;p49"/>
          <p:cNvGrpSpPr/>
          <p:nvPr/>
        </p:nvGrpSpPr>
        <p:grpSpPr>
          <a:xfrm>
            <a:off x="4120880" y="2178266"/>
            <a:ext cx="355136" cy="216256"/>
            <a:chOff x="4148749" y="2102066"/>
            <a:chExt cx="355136" cy="216256"/>
          </a:xfrm>
        </p:grpSpPr>
        <p:sp>
          <p:nvSpPr>
            <p:cNvPr id="26815" name="Google Shape;26815;p49"/>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6" name="Google Shape;26816;p49"/>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17" name="Google Shape;26817;p49"/>
          <p:cNvGrpSpPr/>
          <p:nvPr/>
        </p:nvGrpSpPr>
        <p:grpSpPr>
          <a:xfrm>
            <a:off x="5766800" y="2077626"/>
            <a:ext cx="354752" cy="315360"/>
            <a:chOff x="5794669" y="2001426"/>
            <a:chExt cx="354752" cy="315360"/>
          </a:xfrm>
        </p:grpSpPr>
        <p:sp>
          <p:nvSpPr>
            <p:cNvPr id="26818" name="Google Shape;26818;p49"/>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9" name="Google Shape;26819;p49"/>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20" name="Google Shape;26820;p49"/>
          <p:cNvGrpSpPr/>
          <p:nvPr/>
        </p:nvGrpSpPr>
        <p:grpSpPr>
          <a:xfrm>
            <a:off x="6317360" y="2106042"/>
            <a:ext cx="352832" cy="289216"/>
            <a:chOff x="6345229" y="2029842"/>
            <a:chExt cx="352832" cy="289216"/>
          </a:xfrm>
        </p:grpSpPr>
        <p:sp>
          <p:nvSpPr>
            <p:cNvPr id="26821" name="Google Shape;26821;p49"/>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2" name="Google Shape;26822;p49"/>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23" name="Google Shape;26823;p49"/>
          <p:cNvGrpSpPr/>
          <p:nvPr/>
        </p:nvGrpSpPr>
        <p:grpSpPr>
          <a:xfrm>
            <a:off x="4669520" y="2112538"/>
            <a:ext cx="354752" cy="281984"/>
            <a:chOff x="4697389" y="2036338"/>
            <a:chExt cx="354752" cy="281984"/>
          </a:xfrm>
        </p:grpSpPr>
        <p:sp>
          <p:nvSpPr>
            <p:cNvPr id="26824" name="Google Shape;26824;p49"/>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5" name="Google Shape;26825;p49"/>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26" name="Google Shape;26826;p49"/>
          <p:cNvGrpSpPr/>
          <p:nvPr/>
        </p:nvGrpSpPr>
        <p:grpSpPr>
          <a:xfrm>
            <a:off x="1376144" y="2500954"/>
            <a:ext cx="353600" cy="354944"/>
            <a:chOff x="1404013" y="2424754"/>
            <a:chExt cx="353600" cy="354944"/>
          </a:xfrm>
        </p:grpSpPr>
        <p:sp>
          <p:nvSpPr>
            <p:cNvPr id="26827" name="Google Shape;26827;p49"/>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8" name="Google Shape;26828;p49"/>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9" name="Google Shape;26829;p49"/>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0" name="Google Shape;26830;p49"/>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1" name="Google Shape;26831;p49"/>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32" name="Google Shape;26832;p49"/>
          <p:cNvGrpSpPr/>
          <p:nvPr/>
        </p:nvGrpSpPr>
        <p:grpSpPr>
          <a:xfrm>
            <a:off x="826384" y="2504474"/>
            <a:ext cx="355104" cy="351040"/>
            <a:chOff x="854253" y="2428274"/>
            <a:chExt cx="355104" cy="351040"/>
          </a:xfrm>
        </p:grpSpPr>
        <p:sp>
          <p:nvSpPr>
            <p:cNvPr id="26833" name="Google Shape;26833;p49"/>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4" name="Google Shape;26834;p49"/>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35" name="Google Shape;26835;p49"/>
          <p:cNvGrpSpPr/>
          <p:nvPr/>
        </p:nvGrpSpPr>
        <p:grpSpPr>
          <a:xfrm>
            <a:off x="6869040" y="2517146"/>
            <a:ext cx="354752" cy="275904"/>
            <a:chOff x="6896909" y="2440946"/>
            <a:chExt cx="354752" cy="275904"/>
          </a:xfrm>
        </p:grpSpPr>
        <p:sp>
          <p:nvSpPr>
            <p:cNvPr id="26836" name="Google Shape;26836;p49"/>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7" name="Google Shape;26837;p49"/>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838" name="Google Shape;26838;p49"/>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839" name="Google Shape;26839;p49"/>
          <p:cNvGrpSpPr/>
          <p:nvPr/>
        </p:nvGrpSpPr>
        <p:grpSpPr>
          <a:xfrm>
            <a:off x="5237200" y="2500954"/>
            <a:ext cx="321984" cy="354560"/>
            <a:chOff x="5265069" y="2424754"/>
            <a:chExt cx="321984" cy="354560"/>
          </a:xfrm>
        </p:grpSpPr>
        <p:sp>
          <p:nvSpPr>
            <p:cNvPr id="26840" name="Google Shape;26840;p49"/>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1" name="Google Shape;26841;p49"/>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42" name="Google Shape;26842;p49"/>
          <p:cNvGrpSpPr/>
          <p:nvPr/>
        </p:nvGrpSpPr>
        <p:grpSpPr>
          <a:xfrm>
            <a:off x="4122800" y="2542970"/>
            <a:ext cx="355104" cy="259584"/>
            <a:chOff x="4150669" y="2466770"/>
            <a:chExt cx="355104" cy="259584"/>
          </a:xfrm>
        </p:grpSpPr>
        <p:sp>
          <p:nvSpPr>
            <p:cNvPr id="26843" name="Google Shape;26843;p49"/>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4" name="Google Shape;26844;p49"/>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5" name="Google Shape;26845;p49"/>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6" name="Google Shape;26846;p49"/>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47" name="Google Shape;26847;p49"/>
          <p:cNvGrpSpPr/>
          <p:nvPr/>
        </p:nvGrpSpPr>
        <p:grpSpPr>
          <a:xfrm>
            <a:off x="4671824" y="2501146"/>
            <a:ext cx="354336" cy="353984"/>
            <a:chOff x="4699693" y="2424946"/>
            <a:chExt cx="354336" cy="353984"/>
          </a:xfrm>
        </p:grpSpPr>
        <p:sp>
          <p:nvSpPr>
            <p:cNvPr id="26848" name="Google Shape;26848;p49"/>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9" name="Google Shape;26849;p49"/>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850" name="Google Shape;26850;p49"/>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1" name="Google Shape;26851;p49"/>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852" name="Google Shape;26852;p49"/>
          <p:cNvGrpSpPr/>
          <p:nvPr/>
        </p:nvGrpSpPr>
        <p:grpSpPr>
          <a:xfrm>
            <a:off x="1925168" y="2628442"/>
            <a:ext cx="355136" cy="227072"/>
            <a:chOff x="1953037" y="2552242"/>
            <a:chExt cx="355136" cy="227072"/>
          </a:xfrm>
        </p:grpSpPr>
        <p:sp>
          <p:nvSpPr>
            <p:cNvPr id="26853" name="Google Shape;26853;p49"/>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4" name="Google Shape;26854;p49"/>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855" name="Google Shape;26855;p49"/>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856" name="Google Shape;26856;p49"/>
          <p:cNvGrpSpPr/>
          <p:nvPr/>
        </p:nvGrpSpPr>
        <p:grpSpPr>
          <a:xfrm>
            <a:off x="2473072" y="2603418"/>
            <a:ext cx="355104" cy="250944"/>
            <a:chOff x="2500941" y="2527218"/>
            <a:chExt cx="355104" cy="250944"/>
          </a:xfrm>
        </p:grpSpPr>
        <p:sp>
          <p:nvSpPr>
            <p:cNvPr id="26857" name="Google Shape;26857;p49"/>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8" name="Google Shape;26858;p49"/>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9" name="Google Shape;26859;p49"/>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0" name="Google Shape;26860;p49"/>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1" name="Google Shape;26861;p49"/>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862" name="Google Shape;26862;p49"/>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863" name="Google Shape;26863;p49"/>
          <p:cNvGrpSpPr/>
          <p:nvPr/>
        </p:nvGrpSpPr>
        <p:grpSpPr>
          <a:xfrm>
            <a:off x="7965936" y="2503322"/>
            <a:ext cx="356256" cy="351808"/>
            <a:chOff x="7993805" y="2427122"/>
            <a:chExt cx="356256" cy="351808"/>
          </a:xfrm>
        </p:grpSpPr>
        <p:sp>
          <p:nvSpPr>
            <p:cNvPr id="26864" name="Google Shape;26864;p49"/>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5" name="Google Shape;26865;p49"/>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6" name="Google Shape;26866;p49"/>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67" name="Google Shape;26867;p49"/>
          <p:cNvGrpSpPr/>
          <p:nvPr/>
        </p:nvGrpSpPr>
        <p:grpSpPr>
          <a:xfrm>
            <a:off x="850768" y="2041210"/>
            <a:ext cx="308640" cy="353312"/>
            <a:chOff x="878637" y="1965010"/>
            <a:chExt cx="308640" cy="353312"/>
          </a:xfrm>
        </p:grpSpPr>
        <p:sp>
          <p:nvSpPr>
            <p:cNvPr id="26868" name="Google Shape;26868;p49"/>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9" name="Google Shape;26869;p49"/>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0" name="Google Shape;26870;p49"/>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71" name="Google Shape;26871;p49"/>
          <p:cNvGrpSpPr/>
          <p:nvPr/>
        </p:nvGrpSpPr>
        <p:grpSpPr>
          <a:xfrm>
            <a:off x="6868272" y="2040922"/>
            <a:ext cx="348256" cy="352448"/>
            <a:chOff x="6896141" y="1964722"/>
            <a:chExt cx="348256" cy="352448"/>
          </a:xfrm>
        </p:grpSpPr>
        <p:sp>
          <p:nvSpPr>
            <p:cNvPr id="26872" name="Google Shape;26872;p49"/>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3" name="Google Shape;26873;p49"/>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4" name="Google Shape;26874;p49"/>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75" name="Google Shape;26875;p49"/>
          <p:cNvGrpSpPr/>
          <p:nvPr/>
        </p:nvGrpSpPr>
        <p:grpSpPr>
          <a:xfrm>
            <a:off x="7962128" y="2091578"/>
            <a:ext cx="355136" cy="303328"/>
            <a:chOff x="7989997" y="2015378"/>
            <a:chExt cx="355136" cy="303328"/>
          </a:xfrm>
        </p:grpSpPr>
        <p:sp>
          <p:nvSpPr>
            <p:cNvPr id="26876" name="Google Shape;26876;p49"/>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7" name="Google Shape;26877;p49"/>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8" name="Google Shape;26878;p49"/>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79" name="Google Shape;26879;p49"/>
          <p:cNvGrpSpPr/>
          <p:nvPr/>
        </p:nvGrpSpPr>
        <p:grpSpPr>
          <a:xfrm>
            <a:off x="3570352" y="1585562"/>
            <a:ext cx="348640" cy="330784"/>
            <a:chOff x="3598221" y="1509362"/>
            <a:chExt cx="348640" cy="330784"/>
          </a:xfrm>
        </p:grpSpPr>
        <p:sp>
          <p:nvSpPr>
            <p:cNvPr id="26880" name="Google Shape;26880;p49"/>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1" name="Google Shape;26881;p49"/>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2" name="Google Shape;26882;p49"/>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3" name="Google Shape;26883;p49"/>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84" name="Google Shape;26884;p49"/>
          <p:cNvGrpSpPr/>
          <p:nvPr/>
        </p:nvGrpSpPr>
        <p:grpSpPr>
          <a:xfrm>
            <a:off x="5218928" y="1576858"/>
            <a:ext cx="347872" cy="347488"/>
            <a:chOff x="5246797" y="1500658"/>
            <a:chExt cx="347872" cy="347488"/>
          </a:xfrm>
        </p:grpSpPr>
        <p:sp>
          <p:nvSpPr>
            <p:cNvPr id="26885" name="Google Shape;26885;p49"/>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6" name="Google Shape;26886;p49"/>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7" name="Google Shape;26887;p49"/>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8" name="Google Shape;26888;p49"/>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89" name="Google Shape;26889;p49"/>
          <p:cNvGrpSpPr/>
          <p:nvPr/>
        </p:nvGrpSpPr>
        <p:grpSpPr>
          <a:xfrm>
            <a:off x="5768720" y="1576858"/>
            <a:ext cx="349024" cy="346752"/>
            <a:chOff x="5796589" y="1500658"/>
            <a:chExt cx="349024" cy="346752"/>
          </a:xfrm>
        </p:grpSpPr>
        <p:sp>
          <p:nvSpPr>
            <p:cNvPr id="26890" name="Google Shape;26890;p49"/>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891" name="Google Shape;26891;p49"/>
            <p:cNvGrpSpPr/>
            <p:nvPr/>
          </p:nvGrpSpPr>
          <p:grpSpPr>
            <a:xfrm>
              <a:off x="5796589" y="1500658"/>
              <a:ext cx="349024" cy="346752"/>
              <a:chOff x="5796589" y="1500658"/>
              <a:chExt cx="349024" cy="346752"/>
            </a:xfrm>
          </p:grpSpPr>
          <p:sp>
            <p:nvSpPr>
              <p:cNvPr id="26892" name="Google Shape;26892;p49"/>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3" name="Google Shape;26893;p49"/>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4" name="Google Shape;26894;p49"/>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5" name="Google Shape;26895;p49"/>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6896" name="Google Shape;26896;p49"/>
          <p:cNvGrpSpPr/>
          <p:nvPr/>
        </p:nvGrpSpPr>
        <p:grpSpPr>
          <a:xfrm>
            <a:off x="6867504" y="1578778"/>
            <a:ext cx="348640" cy="343296"/>
            <a:chOff x="6895373" y="1502578"/>
            <a:chExt cx="348640" cy="343296"/>
          </a:xfrm>
        </p:grpSpPr>
        <p:sp>
          <p:nvSpPr>
            <p:cNvPr id="26897" name="Google Shape;26897;p49"/>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8" name="Google Shape;26898;p49"/>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9" name="Google Shape;26899;p49"/>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00" name="Google Shape;26900;p49"/>
          <p:cNvGrpSpPr/>
          <p:nvPr/>
        </p:nvGrpSpPr>
        <p:grpSpPr>
          <a:xfrm>
            <a:off x="4119728" y="1581658"/>
            <a:ext cx="347904" cy="336992"/>
            <a:chOff x="4147597" y="1505458"/>
            <a:chExt cx="347904" cy="336992"/>
          </a:xfrm>
        </p:grpSpPr>
        <p:sp>
          <p:nvSpPr>
            <p:cNvPr id="26901" name="Google Shape;26901;p49"/>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2" name="Google Shape;26902;p49"/>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3" name="Google Shape;26903;p49"/>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4" name="Google Shape;26904;p49"/>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5" name="Google Shape;26905;p49"/>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6" name="Google Shape;26906;p49"/>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7" name="Google Shape;26907;p49"/>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08" name="Google Shape;26908;p49"/>
          <p:cNvGrpSpPr/>
          <p:nvPr/>
        </p:nvGrpSpPr>
        <p:grpSpPr>
          <a:xfrm>
            <a:off x="2471536" y="1576090"/>
            <a:ext cx="347488" cy="348256"/>
            <a:chOff x="2499405" y="1499890"/>
            <a:chExt cx="347488" cy="348256"/>
          </a:xfrm>
        </p:grpSpPr>
        <p:sp>
          <p:nvSpPr>
            <p:cNvPr id="26909" name="Google Shape;26909;p49"/>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0" name="Google Shape;26910;p49"/>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1" name="Google Shape;26911;p49"/>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2" name="Google Shape;26912;p49"/>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3" name="Google Shape;26913;p49"/>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14" name="Google Shape;26914;p49"/>
          <p:cNvGrpSpPr/>
          <p:nvPr/>
        </p:nvGrpSpPr>
        <p:grpSpPr>
          <a:xfrm>
            <a:off x="1928976" y="1576698"/>
            <a:ext cx="331520" cy="348032"/>
            <a:chOff x="1956845" y="1500498"/>
            <a:chExt cx="331520" cy="348032"/>
          </a:xfrm>
        </p:grpSpPr>
        <p:sp>
          <p:nvSpPr>
            <p:cNvPr id="26915" name="Google Shape;26915;p49"/>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6" name="Google Shape;26916;p49"/>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7" name="Google Shape;26917;p49"/>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8" name="Google Shape;26918;p49"/>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9" name="Google Shape;26919;p49"/>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0" name="Google Shape;26920;p49"/>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1" name="Google Shape;26921;p49"/>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2" name="Google Shape;26922;p49"/>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3" name="Google Shape;26923;p49"/>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4" name="Google Shape;26924;p49"/>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5" name="Google Shape;26925;p49"/>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6" name="Google Shape;26926;p49"/>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27" name="Google Shape;26927;p49"/>
          <p:cNvGrpSpPr/>
          <p:nvPr/>
        </p:nvGrpSpPr>
        <p:grpSpPr>
          <a:xfrm>
            <a:off x="6317744" y="1626074"/>
            <a:ext cx="348640" cy="250656"/>
            <a:chOff x="6345613" y="1549874"/>
            <a:chExt cx="348640" cy="250656"/>
          </a:xfrm>
        </p:grpSpPr>
        <p:sp>
          <p:nvSpPr>
            <p:cNvPr id="26928" name="Google Shape;26928;p49"/>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9" name="Google Shape;26929;p49"/>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0" name="Google Shape;26930;p49"/>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1" name="Google Shape;26931;p49"/>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2" name="Google Shape;26932;p49"/>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3" name="Google Shape;26933;p49"/>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34" name="Google Shape;26934;p49"/>
          <p:cNvGrpSpPr/>
          <p:nvPr/>
        </p:nvGrpSpPr>
        <p:grpSpPr>
          <a:xfrm>
            <a:off x="7416912" y="1583226"/>
            <a:ext cx="348640" cy="334272"/>
            <a:chOff x="7444781" y="1507026"/>
            <a:chExt cx="348640" cy="334272"/>
          </a:xfrm>
        </p:grpSpPr>
        <p:sp>
          <p:nvSpPr>
            <p:cNvPr id="26935" name="Google Shape;26935;p49"/>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6" name="Google Shape;26936;p49"/>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7" name="Google Shape;26937;p49"/>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8" name="Google Shape;26938;p49"/>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9" name="Google Shape;26939;p49"/>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40" name="Google Shape;26940;p49"/>
          <p:cNvGrpSpPr/>
          <p:nvPr/>
        </p:nvGrpSpPr>
        <p:grpSpPr>
          <a:xfrm>
            <a:off x="7967472" y="1582938"/>
            <a:ext cx="347872" cy="334944"/>
            <a:chOff x="7995341" y="1506738"/>
            <a:chExt cx="347872" cy="334944"/>
          </a:xfrm>
        </p:grpSpPr>
        <p:sp>
          <p:nvSpPr>
            <p:cNvPr id="26941" name="Google Shape;26941;p49"/>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2" name="Google Shape;26942;p49"/>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3" name="Google Shape;26943;p49"/>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4" name="Google Shape;26944;p49"/>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5" name="Google Shape;26945;p49"/>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6" name="Google Shape;26946;p49"/>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47" name="Google Shape;26947;p49"/>
          <p:cNvGrpSpPr/>
          <p:nvPr/>
        </p:nvGrpSpPr>
        <p:grpSpPr>
          <a:xfrm>
            <a:off x="3020176" y="1599130"/>
            <a:ext cx="347872" cy="303904"/>
            <a:chOff x="3048045" y="1522930"/>
            <a:chExt cx="347872" cy="303904"/>
          </a:xfrm>
        </p:grpSpPr>
        <p:sp>
          <p:nvSpPr>
            <p:cNvPr id="26948" name="Google Shape;26948;p4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949" name="Google Shape;26949;p49"/>
            <p:cNvGrpSpPr/>
            <p:nvPr/>
          </p:nvGrpSpPr>
          <p:grpSpPr>
            <a:xfrm>
              <a:off x="3048045" y="1522930"/>
              <a:ext cx="347872" cy="303904"/>
              <a:chOff x="3048045" y="1522930"/>
              <a:chExt cx="347872" cy="303904"/>
            </a:xfrm>
          </p:grpSpPr>
          <p:sp>
            <p:nvSpPr>
              <p:cNvPr id="26950" name="Google Shape;26950;p49"/>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1" name="Google Shape;26951;p49"/>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6952" name="Google Shape;26952;p49"/>
          <p:cNvGrpSpPr/>
          <p:nvPr/>
        </p:nvGrpSpPr>
        <p:grpSpPr>
          <a:xfrm>
            <a:off x="1105264" y="3428122"/>
            <a:ext cx="313984" cy="358560"/>
            <a:chOff x="1133133" y="3351922"/>
            <a:chExt cx="313984" cy="358560"/>
          </a:xfrm>
        </p:grpSpPr>
        <p:sp>
          <p:nvSpPr>
            <p:cNvPr id="26953" name="Google Shape;26953;p49"/>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4" name="Google Shape;26954;p49"/>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5" name="Google Shape;26955;p49"/>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6" name="Google Shape;26956;p49"/>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7" name="Google Shape;26957;p49"/>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8" name="Google Shape;26958;p49"/>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9" name="Google Shape;26959;p49"/>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0" name="Google Shape;26960;p49"/>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1" name="Google Shape;26961;p49"/>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2" name="Google Shape;26962;p49"/>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3" name="Google Shape;26963;p49"/>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4" name="Google Shape;26964;p49"/>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5" name="Google Shape;26965;p49"/>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6" name="Google Shape;26966;p49"/>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7" name="Google Shape;26967;p49"/>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8" name="Google Shape;26968;p49"/>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969" name="Google Shape;26969;p49"/>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970" name="Google Shape;26970;p49"/>
          <p:cNvGrpSpPr/>
          <p:nvPr/>
        </p:nvGrpSpPr>
        <p:grpSpPr>
          <a:xfrm>
            <a:off x="2767184" y="3428794"/>
            <a:ext cx="288448" cy="357120"/>
            <a:chOff x="2795053" y="3352594"/>
            <a:chExt cx="288448" cy="357120"/>
          </a:xfrm>
        </p:grpSpPr>
        <p:sp>
          <p:nvSpPr>
            <p:cNvPr id="26971" name="Google Shape;26971;p49"/>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2" name="Google Shape;26972;p49"/>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3" name="Google Shape;26973;p49"/>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4" name="Google Shape;26974;p49"/>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5" name="Google Shape;26975;p49"/>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6" name="Google Shape;26976;p49"/>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7" name="Google Shape;26977;p49"/>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8" name="Google Shape;26978;p49"/>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9" name="Google Shape;26979;p49"/>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80" name="Google Shape;26980;p49"/>
          <p:cNvGrpSpPr/>
          <p:nvPr/>
        </p:nvGrpSpPr>
        <p:grpSpPr>
          <a:xfrm>
            <a:off x="2208656" y="3429402"/>
            <a:ext cx="304832" cy="356512"/>
            <a:chOff x="2236525" y="3353202"/>
            <a:chExt cx="304832" cy="356512"/>
          </a:xfrm>
        </p:grpSpPr>
        <p:sp>
          <p:nvSpPr>
            <p:cNvPr id="26981" name="Google Shape;26981;p49"/>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2" name="Google Shape;26982;p49"/>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3" name="Google Shape;26983;p49"/>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84" name="Google Shape;26984;p49"/>
          <p:cNvGrpSpPr/>
          <p:nvPr/>
        </p:nvGrpSpPr>
        <p:grpSpPr>
          <a:xfrm>
            <a:off x="3882768" y="3428890"/>
            <a:ext cx="256800" cy="357024"/>
            <a:chOff x="3910637" y="3352690"/>
            <a:chExt cx="256800" cy="357024"/>
          </a:xfrm>
        </p:grpSpPr>
        <p:sp>
          <p:nvSpPr>
            <p:cNvPr id="26985" name="Google Shape;26985;p49"/>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6" name="Google Shape;26986;p49"/>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7" name="Google Shape;26987;p49"/>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88" name="Google Shape;26988;p49"/>
          <p:cNvGrpSpPr/>
          <p:nvPr/>
        </p:nvGrpSpPr>
        <p:grpSpPr>
          <a:xfrm>
            <a:off x="6028560" y="3428122"/>
            <a:ext cx="360064" cy="360096"/>
            <a:chOff x="6056429" y="3351922"/>
            <a:chExt cx="360064" cy="360096"/>
          </a:xfrm>
        </p:grpSpPr>
        <p:sp>
          <p:nvSpPr>
            <p:cNvPr id="26989" name="Google Shape;26989;p49"/>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0" name="Google Shape;26990;p49"/>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1" name="Google Shape;26991;p49"/>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92" name="Google Shape;26992;p49"/>
          <p:cNvGrpSpPr/>
          <p:nvPr/>
        </p:nvGrpSpPr>
        <p:grpSpPr>
          <a:xfrm>
            <a:off x="6581008" y="3429274"/>
            <a:ext cx="357408" cy="357408"/>
            <a:chOff x="6608877" y="3353074"/>
            <a:chExt cx="357408" cy="357408"/>
          </a:xfrm>
        </p:grpSpPr>
        <p:sp>
          <p:nvSpPr>
            <p:cNvPr id="26993" name="Google Shape;26993;p49"/>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4" name="Google Shape;26994;p49"/>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5" name="Google Shape;26995;p49"/>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6" name="Google Shape;26996;p49"/>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7" name="Google Shape;26997;p49"/>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8" name="Google Shape;26998;p49"/>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9" name="Google Shape;26999;p49"/>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000" name="Google Shape;27000;p49"/>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1" name="Google Shape;27001;p49"/>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002" name="Google Shape;27002;p49"/>
          <p:cNvGrpSpPr/>
          <p:nvPr/>
        </p:nvGrpSpPr>
        <p:grpSpPr>
          <a:xfrm>
            <a:off x="4931664" y="3446426"/>
            <a:ext cx="357408" cy="323488"/>
            <a:chOff x="4959533" y="3370226"/>
            <a:chExt cx="357408" cy="323488"/>
          </a:xfrm>
        </p:grpSpPr>
        <p:sp>
          <p:nvSpPr>
            <p:cNvPr id="27003" name="Google Shape;27003;p49"/>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4" name="Google Shape;27004;p49"/>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05" name="Google Shape;27005;p49"/>
          <p:cNvGrpSpPr/>
          <p:nvPr/>
        </p:nvGrpSpPr>
        <p:grpSpPr>
          <a:xfrm>
            <a:off x="7130768" y="3429274"/>
            <a:ext cx="357056" cy="357408"/>
            <a:chOff x="7158637" y="3353074"/>
            <a:chExt cx="357056" cy="357408"/>
          </a:xfrm>
        </p:grpSpPr>
        <p:sp>
          <p:nvSpPr>
            <p:cNvPr id="27006" name="Google Shape;27006;p49"/>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7" name="Google Shape;27007;p49"/>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8" name="Google Shape;27008;p49"/>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9" name="Google Shape;27009;p49"/>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10" name="Google Shape;27010;p49"/>
          <p:cNvGrpSpPr/>
          <p:nvPr/>
        </p:nvGrpSpPr>
        <p:grpSpPr>
          <a:xfrm>
            <a:off x="3288400" y="3428602"/>
            <a:ext cx="344832" cy="356544"/>
            <a:chOff x="3316269" y="3352402"/>
            <a:chExt cx="344832" cy="356544"/>
          </a:xfrm>
        </p:grpSpPr>
        <p:sp>
          <p:nvSpPr>
            <p:cNvPr id="27011" name="Google Shape;27011;p49"/>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2" name="Google Shape;27012;p49"/>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3" name="Google Shape;27013;p49"/>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14" name="Google Shape;27014;p49"/>
          <p:cNvGrpSpPr/>
          <p:nvPr/>
        </p:nvGrpSpPr>
        <p:grpSpPr>
          <a:xfrm>
            <a:off x="5481040" y="3447706"/>
            <a:ext cx="358560" cy="319552"/>
            <a:chOff x="5508909" y="3371506"/>
            <a:chExt cx="358560" cy="319552"/>
          </a:xfrm>
        </p:grpSpPr>
        <p:sp>
          <p:nvSpPr>
            <p:cNvPr id="27015" name="Google Shape;27015;p49"/>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6" name="Google Shape;27016;p49"/>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7" name="Google Shape;27017;p49"/>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8" name="Google Shape;27018;p49"/>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9" name="Google Shape;27019;p49"/>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0" name="Google Shape;27020;p49"/>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1" name="Google Shape;27021;p49"/>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2" name="Google Shape;27022;p49"/>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3" name="Google Shape;27023;p49"/>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4" name="Google Shape;27024;p49"/>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025" name="Google Shape;27025;p49"/>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029" name="Shape 27029"/>
        <p:cNvGrpSpPr/>
        <p:nvPr/>
      </p:nvGrpSpPr>
      <p:grpSpPr>
        <a:xfrm>
          <a:off x="0" y="0"/>
          <a:ext cx="0" cy="0"/>
          <a:chOff x="0" y="0"/>
          <a:chExt cx="0" cy="0"/>
        </a:xfrm>
      </p:grpSpPr>
      <p:sp>
        <p:nvSpPr>
          <p:cNvPr id="27030" name="Google Shape;27030;p50"/>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031" name="Google Shape;27031;p50"/>
          <p:cNvGrpSpPr/>
          <p:nvPr/>
        </p:nvGrpSpPr>
        <p:grpSpPr>
          <a:xfrm>
            <a:off x="3026217" y="3893352"/>
            <a:ext cx="346056" cy="345674"/>
            <a:chOff x="3303268" y="3817349"/>
            <a:chExt cx="346056" cy="345674"/>
          </a:xfrm>
        </p:grpSpPr>
        <p:sp>
          <p:nvSpPr>
            <p:cNvPr id="27032" name="Google Shape;27032;p5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3" name="Google Shape;27033;p5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4" name="Google Shape;27034;p5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5" name="Google Shape;27035;p5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36" name="Google Shape;27036;p50"/>
          <p:cNvGrpSpPr/>
          <p:nvPr/>
        </p:nvGrpSpPr>
        <p:grpSpPr>
          <a:xfrm>
            <a:off x="3475306" y="3893352"/>
            <a:ext cx="346056" cy="345674"/>
            <a:chOff x="3752358" y="3817349"/>
            <a:chExt cx="346056" cy="345674"/>
          </a:xfrm>
        </p:grpSpPr>
        <p:sp>
          <p:nvSpPr>
            <p:cNvPr id="27037" name="Google Shape;27037;p5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8" name="Google Shape;27038;p5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9" name="Google Shape;27039;p5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0" name="Google Shape;27040;p5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41" name="Google Shape;27041;p50"/>
          <p:cNvGrpSpPr/>
          <p:nvPr/>
        </p:nvGrpSpPr>
        <p:grpSpPr>
          <a:xfrm>
            <a:off x="4822956" y="3893352"/>
            <a:ext cx="346024" cy="345674"/>
            <a:chOff x="5100008" y="3817349"/>
            <a:chExt cx="346024" cy="345674"/>
          </a:xfrm>
        </p:grpSpPr>
        <p:sp>
          <p:nvSpPr>
            <p:cNvPr id="27042" name="Google Shape;27042;p50"/>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3" name="Google Shape;27043;p50"/>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4" name="Google Shape;27044;p50"/>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45" name="Google Shape;27045;p50"/>
          <p:cNvGrpSpPr/>
          <p:nvPr/>
        </p:nvGrpSpPr>
        <p:grpSpPr>
          <a:xfrm>
            <a:off x="5721867" y="3893352"/>
            <a:ext cx="345674" cy="345674"/>
            <a:chOff x="5998919" y="3817349"/>
            <a:chExt cx="345674" cy="345674"/>
          </a:xfrm>
        </p:grpSpPr>
        <p:sp>
          <p:nvSpPr>
            <p:cNvPr id="27046" name="Google Shape;27046;p50"/>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7" name="Google Shape;27047;p50"/>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8" name="Google Shape;27048;p50"/>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49" name="Google Shape;27049;p50"/>
          <p:cNvGrpSpPr/>
          <p:nvPr/>
        </p:nvGrpSpPr>
        <p:grpSpPr>
          <a:xfrm>
            <a:off x="3924396" y="3893352"/>
            <a:ext cx="346024" cy="345674"/>
            <a:chOff x="4201447" y="3817349"/>
            <a:chExt cx="346024" cy="345674"/>
          </a:xfrm>
        </p:grpSpPr>
        <p:sp>
          <p:nvSpPr>
            <p:cNvPr id="27050" name="Google Shape;27050;p5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1" name="Google Shape;27051;p5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52" name="Google Shape;27052;p50"/>
          <p:cNvGrpSpPr/>
          <p:nvPr/>
        </p:nvGrpSpPr>
        <p:grpSpPr>
          <a:xfrm>
            <a:off x="4373867" y="3893352"/>
            <a:ext cx="346024" cy="345674"/>
            <a:chOff x="4650919" y="3817349"/>
            <a:chExt cx="346024" cy="345674"/>
          </a:xfrm>
        </p:grpSpPr>
        <p:sp>
          <p:nvSpPr>
            <p:cNvPr id="27053" name="Google Shape;27053;p50"/>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4" name="Google Shape;27054;p50"/>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5" name="Google Shape;27055;p50"/>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56" name="Google Shape;27056;p50"/>
          <p:cNvGrpSpPr/>
          <p:nvPr/>
        </p:nvGrpSpPr>
        <p:grpSpPr>
          <a:xfrm>
            <a:off x="5272810" y="3893352"/>
            <a:ext cx="345642" cy="345674"/>
            <a:chOff x="5549861" y="3817349"/>
            <a:chExt cx="345642" cy="345674"/>
          </a:xfrm>
        </p:grpSpPr>
        <p:sp>
          <p:nvSpPr>
            <p:cNvPr id="27057" name="Google Shape;27057;p50"/>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8" name="Google Shape;27058;p50"/>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9" name="Google Shape;27059;p50"/>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60" name="Google Shape;27060;p50"/>
          <p:cNvGrpSpPr/>
          <p:nvPr/>
        </p:nvGrpSpPr>
        <p:grpSpPr>
          <a:xfrm>
            <a:off x="1281335" y="3474029"/>
            <a:ext cx="367255" cy="269855"/>
            <a:chOff x="1306445" y="3397829"/>
            <a:chExt cx="367255" cy="269855"/>
          </a:xfrm>
        </p:grpSpPr>
        <p:sp>
          <p:nvSpPr>
            <p:cNvPr id="27061" name="Google Shape;27061;p50"/>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2" name="Google Shape;27062;p50"/>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3" name="Google Shape;27063;p50"/>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4" name="Google Shape;27064;p50"/>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5" name="Google Shape;27065;p50"/>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6" name="Google Shape;27066;p50"/>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67" name="Google Shape;27067;p50"/>
          <p:cNvGrpSpPr/>
          <p:nvPr/>
        </p:nvGrpSpPr>
        <p:grpSpPr>
          <a:xfrm>
            <a:off x="1756207" y="3467600"/>
            <a:ext cx="367255" cy="282364"/>
            <a:chOff x="1781317" y="3391400"/>
            <a:chExt cx="367255" cy="282364"/>
          </a:xfrm>
        </p:grpSpPr>
        <p:sp>
          <p:nvSpPr>
            <p:cNvPr id="27068" name="Google Shape;27068;p50"/>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9" name="Google Shape;27069;p50"/>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0" name="Google Shape;27070;p50"/>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1" name="Google Shape;27071;p50"/>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2" name="Google Shape;27072;p50"/>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3" name="Google Shape;27073;p50"/>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74" name="Google Shape;27074;p50"/>
          <p:cNvGrpSpPr/>
          <p:nvPr/>
        </p:nvGrpSpPr>
        <p:grpSpPr>
          <a:xfrm>
            <a:off x="3653720" y="3447133"/>
            <a:ext cx="369164" cy="323297"/>
            <a:chOff x="3678830" y="3370933"/>
            <a:chExt cx="369164" cy="323297"/>
          </a:xfrm>
        </p:grpSpPr>
        <p:sp>
          <p:nvSpPr>
            <p:cNvPr id="27075" name="Google Shape;27075;p50"/>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6" name="Google Shape;27076;p50"/>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7" name="Google Shape;27077;p50"/>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8" name="Google Shape;27078;p50"/>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9" name="Google Shape;27079;p50"/>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0" name="Google Shape;27080;p50"/>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1" name="Google Shape;27081;p50"/>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2" name="Google Shape;27082;p50"/>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3" name="Google Shape;27083;p50"/>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4" name="Google Shape;27084;p50"/>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5" name="Google Shape;27085;p50"/>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86" name="Google Shape;27086;p50"/>
          <p:cNvGrpSpPr/>
          <p:nvPr/>
        </p:nvGrpSpPr>
        <p:grpSpPr>
          <a:xfrm>
            <a:off x="834155" y="3424375"/>
            <a:ext cx="312316" cy="368400"/>
            <a:chOff x="859265" y="3348175"/>
            <a:chExt cx="312316" cy="368400"/>
          </a:xfrm>
        </p:grpSpPr>
        <p:sp>
          <p:nvSpPr>
            <p:cNvPr id="27087" name="Google Shape;27087;p50"/>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8" name="Google Shape;27088;p50"/>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9" name="Google Shape;27089;p50"/>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0" name="Google Shape;27090;p50"/>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1" name="Google Shape;27091;p50"/>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092" name="Google Shape;27092;p50"/>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093" name="Google Shape;27093;p50"/>
          <p:cNvGrpSpPr/>
          <p:nvPr/>
        </p:nvGrpSpPr>
        <p:grpSpPr>
          <a:xfrm>
            <a:off x="2741264" y="3437213"/>
            <a:ext cx="330111" cy="308908"/>
            <a:chOff x="2766264" y="3394042"/>
            <a:chExt cx="294874" cy="275934"/>
          </a:xfrm>
        </p:grpSpPr>
        <p:sp>
          <p:nvSpPr>
            <p:cNvPr id="27094" name="Google Shape;27094;p50"/>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5" name="Google Shape;27095;p50"/>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6" name="Google Shape;27096;p50"/>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7" name="Google Shape;27097;p50"/>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98" name="Google Shape;27098;p50"/>
          <p:cNvGrpSpPr/>
          <p:nvPr/>
        </p:nvGrpSpPr>
        <p:grpSpPr>
          <a:xfrm>
            <a:off x="3189862" y="3435388"/>
            <a:ext cx="346406" cy="347552"/>
            <a:chOff x="3214972" y="3359188"/>
            <a:chExt cx="346406" cy="347552"/>
          </a:xfrm>
        </p:grpSpPr>
        <p:sp>
          <p:nvSpPr>
            <p:cNvPr id="27099" name="Google Shape;27099;p50"/>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0" name="Google Shape;27100;p50"/>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1" name="Google Shape;27101;p50"/>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2" name="Google Shape;27102;p50"/>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3" name="Google Shape;27103;p50"/>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4" name="Google Shape;27104;p50"/>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5" name="Google Shape;27105;p50"/>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6" name="Google Shape;27106;p50"/>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7" name="Google Shape;27107;p50"/>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8" name="Google Shape;27108;p50"/>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9" name="Google Shape;27109;p50"/>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0" name="Google Shape;27110;p50"/>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1" name="Google Shape;27111;p50"/>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2" name="Google Shape;27112;p50"/>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13" name="Google Shape;27113;p50"/>
          <p:cNvGrpSpPr/>
          <p:nvPr/>
        </p:nvGrpSpPr>
        <p:grpSpPr>
          <a:xfrm>
            <a:off x="4604196" y="3485393"/>
            <a:ext cx="367255" cy="244486"/>
            <a:chOff x="4629306" y="3409193"/>
            <a:chExt cx="367255" cy="244486"/>
          </a:xfrm>
        </p:grpSpPr>
        <p:sp>
          <p:nvSpPr>
            <p:cNvPr id="27114" name="Google Shape;27114;p50"/>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5" name="Google Shape;27115;p50"/>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6" name="Google Shape;27116;p50"/>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7" name="Google Shape;27117;p50"/>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8" name="Google Shape;27118;p50"/>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9" name="Google Shape;27119;p50"/>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0" name="Google Shape;27120;p50"/>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1" name="Google Shape;27121;p50"/>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2" name="Google Shape;27122;p50"/>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3" name="Google Shape;27123;p50"/>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24" name="Google Shape;27124;p50"/>
          <p:cNvGrpSpPr/>
          <p:nvPr/>
        </p:nvGrpSpPr>
        <p:grpSpPr>
          <a:xfrm>
            <a:off x="4168380" y="3426284"/>
            <a:ext cx="289940" cy="334661"/>
            <a:chOff x="4193490" y="3350084"/>
            <a:chExt cx="289940" cy="334661"/>
          </a:xfrm>
        </p:grpSpPr>
        <p:sp>
          <p:nvSpPr>
            <p:cNvPr id="27125" name="Google Shape;27125;p50"/>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6" name="Google Shape;27126;p50"/>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7" name="Google Shape;27127;p50"/>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8" name="Google Shape;27128;p50"/>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9" name="Google Shape;27129;p50"/>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0" name="Google Shape;27130;p50"/>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1" name="Google Shape;27131;p50"/>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2" name="Google Shape;27132;p50"/>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3" name="Google Shape;27133;p50"/>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4" name="Google Shape;27134;p50"/>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35" name="Google Shape;27135;p50"/>
          <p:cNvGrpSpPr/>
          <p:nvPr/>
        </p:nvGrpSpPr>
        <p:grpSpPr>
          <a:xfrm>
            <a:off x="6508171" y="3427430"/>
            <a:ext cx="357037" cy="357005"/>
            <a:chOff x="6533281" y="3351230"/>
            <a:chExt cx="357037" cy="357005"/>
          </a:xfrm>
        </p:grpSpPr>
        <p:sp>
          <p:nvSpPr>
            <p:cNvPr id="27136" name="Google Shape;27136;p50"/>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7" name="Google Shape;27137;p50"/>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8" name="Google Shape;27138;p50"/>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39" name="Google Shape;27139;p50"/>
          <p:cNvGrpSpPr/>
          <p:nvPr/>
        </p:nvGrpSpPr>
        <p:grpSpPr>
          <a:xfrm>
            <a:off x="6033331" y="3427430"/>
            <a:ext cx="357387" cy="357005"/>
            <a:chOff x="6058441" y="3351230"/>
            <a:chExt cx="357387" cy="357005"/>
          </a:xfrm>
        </p:grpSpPr>
        <p:sp>
          <p:nvSpPr>
            <p:cNvPr id="27140" name="Google Shape;27140;p50"/>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1" name="Google Shape;27141;p50"/>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42" name="Google Shape;27142;p50"/>
          <p:cNvGrpSpPr/>
          <p:nvPr/>
        </p:nvGrpSpPr>
        <p:grpSpPr>
          <a:xfrm>
            <a:off x="7932373" y="3427048"/>
            <a:ext cx="357387" cy="357387"/>
            <a:chOff x="7957483" y="3350848"/>
            <a:chExt cx="357387" cy="357387"/>
          </a:xfrm>
        </p:grpSpPr>
        <p:sp>
          <p:nvSpPr>
            <p:cNvPr id="27143" name="Google Shape;27143;p50"/>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4" name="Google Shape;27144;p50"/>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5" name="Google Shape;27145;p50"/>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46" name="Google Shape;27146;p50"/>
          <p:cNvGrpSpPr/>
          <p:nvPr/>
        </p:nvGrpSpPr>
        <p:grpSpPr>
          <a:xfrm>
            <a:off x="6982661" y="3427430"/>
            <a:ext cx="357387" cy="357005"/>
            <a:chOff x="7007771" y="3351230"/>
            <a:chExt cx="357387" cy="357005"/>
          </a:xfrm>
        </p:grpSpPr>
        <p:sp>
          <p:nvSpPr>
            <p:cNvPr id="27147" name="Google Shape;27147;p50"/>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8" name="Google Shape;27148;p50"/>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9" name="Google Shape;27149;p50"/>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0" name="Google Shape;27150;p50"/>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1" name="Google Shape;27151;p50"/>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52" name="Google Shape;27152;p50"/>
          <p:cNvGrpSpPr/>
          <p:nvPr/>
        </p:nvGrpSpPr>
        <p:grpSpPr>
          <a:xfrm>
            <a:off x="5083620" y="3427430"/>
            <a:ext cx="357005" cy="357005"/>
            <a:chOff x="5108729" y="3351230"/>
            <a:chExt cx="357005" cy="357005"/>
          </a:xfrm>
        </p:grpSpPr>
        <p:sp>
          <p:nvSpPr>
            <p:cNvPr id="27153" name="Google Shape;27153;p50"/>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4" name="Google Shape;27154;p50"/>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55" name="Google Shape;27155;p50"/>
          <p:cNvGrpSpPr/>
          <p:nvPr/>
        </p:nvGrpSpPr>
        <p:grpSpPr>
          <a:xfrm>
            <a:off x="5558459" y="3427430"/>
            <a:ext cx="357419" cy="357005"/>
            <a:chOff x="5583569" y="3351230"/>
            <a:chExt cx="357419" cy="357005"/>
          </a:xfrm>
        </p:grpSpPr>
        <p:sp>
          <p:nvSpPr>
            <p:cNvPr id="27156" name="Google Shape;27156;p50"/>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7" name="Google Shape;27157;p50"/>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58" name="Google Shape;27158;p50"/>
          <p:cNvGrpSpPr/>
          <p:nvPr/>
        </p:nvGrpSpPr>
        <p:grpSpPr>
          <a:xfrm>
            <a:off x="7457119" y="3427430"/>
            <a:ext cx="357419" cy="357005"/>
            <a:chOff x="7482229" y="3351230"/>
            <a:chExt cx="357419" cy="357005"/>
          </a:xfrm>
        </p:grpSpPr>
        <p:sp>
          <p:nvSpPr>
            <p:cNvPr id="27159" name="Google Shape;27159;p50"/>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0" name="Google Shape;27160;p50"/>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1" name="Google Shape;27161;p50"/>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2" name="Google Shape;27162;p50"/>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3" name="Google Shape;27163;p50"/>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64" name="Google Shape;27164;p50"/>
          <p:cNvGrpSpPr/>
          <p:nvPr/>
        </p:nvGrpSpPr>
        <p:grpSpPr>
          <a:xfrm>
            <a:off x="3739375" y="2966882"/>
            <a:ext cx="222874" cy="345737"/>
            <a:chOff x="3764485" y="2890682"/>
            <a:chExt cx="222874" cy="345737"/>
          </a:xfrm>
        </p:grpSpPr>
        <p:sp>
          <p:nvSpPr>
            <p:cNvPr id="27165" name="Google Shape;27165;p50"/>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6" name="Google Shape;27166;p50"/>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7" name="Google Shape;27167;p50"/>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68" name="Google Shape;27168;p50"/>
          <p:cNvGrpSpPr/>
          <p:nvPr/>
        </p:nvGrpSpPr>
        <p:grpSpPr>
          <a:xfrm>
            <a:off x="2213507" y="2984331"/>
            <a:ext cx="422596" cy="310382"/>
            <a:chOff x="2278533" y="2937377"/>
            <a:chExt cx="346788" cy="254704"/>
          </a:xfrm>
        </p:grpSpPr>
        <p:sp>
          <p:nvSpPr>
            <p:cNvPr id="27169" name="Google Shape;27169;p50"/>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0" name="Google Shape;27170;p50"/>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171" name="Google Shape;27171;p50"/>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172" name="Google Shape;27172;p50"/>
          <p:cNvGrpSpPr/>
          <p:nvPr/>
        </p:nvGrpSpPr>
        <p:grpSpPr>
          <a:xfrm>
            <a:off x="1811527" y="2967710"/>
            <a:ext cx="286152" cy="346437"/>
            <a:chOff x="1836637" y="2891510"/>
            <a:chExt cx="286152" cy="346437"/>
          </a:xfrm>
        </p:grpSpPr>
        <p:sp>
          <p:nvSpPr>
            <p:cNvPr id="27173" name="Google Shape;27173;p50"/>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4" name="Google Shape;27174;p50"/>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5" name="Google Shape;27175;p50"/>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76" name="Google Shape;27176;p50"/>
          <p:cNvGrpSpPr/>
          <p:nvPr/>
        </p:nvGrpSpPr>
        <p:grpSpPr>
          <a:xfrm>
            <a:off x="5560751" y="2982129"/>
            <a:ext cx="379764" cy="337684"/>
            <a:chOff x="5585861" y="2905929"/>
            <a:chExt cx="379764" cy="337684"/>
          </a:xfrm>
        </p:grpSpPr>
        <p:sp>
          <p:nvSpPr>
            <p:cNvPr id="27177" name="Google Shape;27177;p50"/>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8" name="Google Shape;27178;p50"/>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9" name="Google Shape;27179;p50"/>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0" name="Google Shape;27180;p50"/>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81" name="Google Shape;27181;p50"/>
          <p:cNvGrpSpPr/>
          <p:nvPr/>
        </p:nvGrpSpPr>
        <p:grpSpPr>
          <a:xfrm>
            <a:off x="1302566" y="2986680"/>
            <a:ext cx="347934" cy="310024"/>
            <a:chOff x="1327676" y="2910480"/>
            <a:chExt cx="347934" cy="310024"/>
          </a:xfrm>
        </p:grpSpPr>
        <p:sp>
          <p:nvSpPr>
            <p:cNvPr id="27182" name="Google Shape;27182;p50"/>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3" name="Google Shape;27183;p50"/>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4" name="Google Shape;27184;p50"/>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5" name="Google Shape;27185;p50"/>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6" name="Google Shape;27186;p50"/>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187" name="Google Shape;27187;p50"/>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188" name="Google Shape;27188;p50"/>
          <p:cNvGrpSpPr/>
          <p:nvPr/>
        </p:nvGrpSpPr>
        <p:grpSpPr>
          <a:xfrm>
            <a:off x="2728291" y="2945764"/>
            <a:ext cx="382828" cy="358601"/>
            <a:chOff x="2753373" y="2902523"/>
            <a:chExt cx="347552" cy="325557"/>
          </a:xfrm>
        </p:grpSpPr>
        <p:sp>
          <p:nvSpPr>
            <p:cNvPr id="27189" name="Google Shape;27189;p50"/>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0" name="Google Shape;27190;p50"/>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1" name="Google Shape;27191;p50"/>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2" name="Google Shape;27192;p50"/>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3" name="Google Shape;27193;p50"/>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4" name="Google Shape;27194;p50"/>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95" name="Google Shape;27195;p50"/>
          <p:cNvGrpSpPr/>
          <p:nvPr/>
        </p:nvGrpSpPr>
        <p:grpSpPr>
          <a:xfrm>
            <a:off x="823906" y="2979455"/>
            <a:ext cx="356655" cy="335425"/>
            <a:chOff x="849016" y="2903255"/>
            <a:chExt cx="356655" cy="335425"/>
          </a:xfrm>
        </p:grpSpPr>
        <p:sp>
          <p:nvSpPr>
            <p:cNvPr id="27196" name="Google Shape;27196;p50"/>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7" name="Google Shape;27197;p50"/>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8" name="Google Shape;27198;p50"/>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9" name="Google Shape;27199;p50"/>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0" name="Google Shape;27200;p50"/>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1" name="Google Shape;27201;p50"/>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2" name="Google Shape;27202;p50"/>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3" name="Google Shape;27203;p50"/>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4" name="Google Shape;27204;p50"/>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5" name="Google Shape;27205;p50"/>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6" name="Google Shape;27206;p50"/>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07" name="Google Shape;27207;p50"/>
          <p:cNvGrpSpPr/>
          <p:nvPr/>
        </p:nvGrpSpPr>
        <p:grpSpPr>
          <a:xfrm>
            <a:off x="4185823" y="3002977"/>
            <a:ext cx="280072" cy="275521"/>
            <a:chOff x="4210933" y="2926777"/>
            <a:chExt cx="280072" cy="275521"/>
          </a:xfrm>
        </p:grpSpPr>
        <p:sp>
          <p:nvSpPr>
            <p:cNvPr id="27208" name="Google Shape;27208;p50"/>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9" name="Google Shape;27209;p50"/>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0" name="Google Shape;27210;p50"/>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1" name="Google Shape;27211;p50"/>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2" name="Google Shape;27212;p50"/>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3" name="Google Shape;27213;p50"/>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4" name="Google Shape;27214;p50"/>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5" name="Google Shape;27215;p50"/>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6" name="Google Shape;27216;p50"/>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7" name="Google Shape;27217;p50"/>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8" name="Google Shape;27218;p50"/>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9" name="Google Shape;27219;p50"/>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0" name="Google Shape;27220;p50"/>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21" name="Google Shape;27221;p50"/>
          <p:cNvGrpSpPr/>
          <p:nvPr/>
        </p:nvGrpSpPr>
        <p:grpSpPr>
          <a:xfrm>
            <a:off x="4642106" y="2991582"/>
            <a:ext cx="320273" cy="318395"/>
            <a:chOff x="4667216" y="2915382"/>
            <a:chExt cx="320273" cy="318395"/>
          </a:xfrm>
        </p:grpSpPr>
        <p:sp>
          <p:nvSpPr>
            <p:cNvPr id="27222" name="Google Shape;27222;p50"/>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3" name="Google Shape;27223;p50"/>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4" name="Google Shape;27224;p50"/>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5" name="Google Shape;27225;p50"/>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26" name="Google Shape;27226;p50"/>
          <p:cNvGrpSpPr/>
          <p:nvPr/>
        </p:nvGrpSpPr>
        <p:grpSpPr>
          <a:xfrm>
            <a:off x="5145370" y="3010839"/>
            <a:ext cx="261929" cy="280550"/>
            <a:chOff x="5170480" y="2934639"/>
            <a:chExt cx="261929" cy="280550"/>
          </a:xfrm>
        </p:grpSpPr>
        <p:sp>
          <p:nvSpPr>
            <p:cNvPr id="27227" name="Google Shape;27227;p50"/>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8" name="Google Shape;27228;p50"/>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9" name="Google Shape;27229;p50"/>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0" name="Google Shape;27230;p50"/>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1" name="Google Shape;27231;p50"/>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2" name="Google Shape;27232;p50"/>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3" name="Google Shape;27233;p50"/>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34" name="Google Shape;27234;p50"/>
          <p:cNvGrpSpPr/>
          <p:nvPr/>
        </p:nvGrpSpPr>
        <p:grpSpPr>
          <a:xfrm>
            <a:off x="6044313" y="2968091"/>
            <a:ext cx="362320" cy="364230"/>
            <a:chOff x="6069423" y="2891892"/>
            <a:chExt cx="362320" cy="364230"/>
          </a:xfrm>
        </p:grpSpPr>
        <p:sp>
          <p:nvSpPr>
            <p:cNvPr id="27235" name="Google Shape;27235;p50"/>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6" name="Google Shape;27236;p50"/>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7" name="Google Shape;27237;p50"/>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8" name="Google Shape;27238;p50"/>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9" name="Google Shape;27239;p50"/>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0" name="Google Shape;27240;p50"/>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41" name="Google Shape;27241;p50"/>
          <p:cNvGrpSpPr/>
          <p:nvPr/>
        </p:nvGrpSpPr>
        <p:grpSpPr>
          <a:xfrm>
            <a:off x="6546845" y="2995370"/>
            <a:ext cx="308878" cy="311170"/>
            <a:chOff x="6571955" y="2919170"/>
            <a:chExt cx="308878" cy="311170"/>
          </a:xfrm>
        </p:grpSpPr>
        <p:sp>
          <p:nvSpPr>
            <p:cNvPr id="27242" name="Google Shape;27242;p50"/>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3" name="Google Shape;27243;p50"/>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4" name="Google Shape;27244;p50"/>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5" name="Google Shape;27245;p50"/>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6" name="Google Shape;27246;p50"/>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7" name="Google Shape;27247;p50"/>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8" name="Google Shape;27248;p50"/>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9" name="Google Shape;27249;p50"/>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0" name="Google Shape;27250;p50"/>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1" name="Google Shape;27251;p50"/>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52" name="Google Shape;27252;p50"/>
          <p:cNvGrpSpPr/>
          <p:nvPr/>
        </p:nvGrpSpPr>
        <p:grpSpPr>
          <a:xfrm>
            <a:off x="7474944" y="3010935"/>
            <a:ext cx="350576" cy="280454"/>
            <a:chOff x="7500054" y="2934735"/>
            <a:chExt cx="350576" cy="280454"/>
          </a:xfrm>
        </p:grpSpPr>
        <p:sp>
          <p:nvSpPr>
            <p:cNvPr id="27253" name="Google Shape;27253;p50"/>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4" name="Google Shape;27254;p50"/>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5" name="Google Shape;27255;p50"/>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6" name="Google Shape;27256;p50"/>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7" name="Google Shape;27257;p50"/>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8" name="Google Shape;27258;p50"/>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9" name="Google Shape;27259;p50"/>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0" name="Google Shape;27260;p50"/>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61" name="Google Shape;27261;p50"/>
          <p:cNvGrpSpPr/>
          <p:nvPr/>
        </p:nvGrpSpPr>
        <p:grpSpPr>
          <a:xfrm>
            <a:off x="6987570" y="2950862"/>
            <a:ext cx="332012" cy="355454"/>
            <a:chOff x="7055134" y="2919170"/>
            <a:chExt cx="290321" cy="310820"/>
          </a:xfrm>
        </p:grpSpPr>
        <p:sp>
          <p:nvSpPr>
            <p:cNvPr id="27262" name="Google Shape;27262;p50"/>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3" name="Google Shape;27263;p50"/>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4" name="Google Shape;27264;p50"/>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5" name="Google Shape;27265;p50"/>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6" name="Google Shape;27266;p50"/>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7" name="Google Shape;27267;p50"/>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8" name="Google Shape;27268;p50"/>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9" name="Google Shape;27269;p50"/>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0" name="Google Shape;27270;p50"/>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1" name="Google Shape;27271;p50"/>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2" name="Google Shape;27272;p50"/>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3" name="Google Shape;27273;p50"/>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4" name="Google Shape;27274;p50"/>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5" name="Google Shape;27275;p50"/>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76" name="Google Shape;27276;p50"/>
          <p:cNvGrpSpPr/>
          <p:nvPr/>
        </p:nvGrpSpPr>
        <p:grpSpPr>
          <a:xfrm>
            <a:off x="7960033" y="2976813"/>
            <a:ext cx="330109" cy="347552"/>
            <a:chOff x="7985143" y="2900613"/>
            <a:chExt cx="330109" cy="347552"/>
          </a:xfrm>
        </p:grpSpPr>
        <p:sp>
          <p:nvSpPr>
            <p:cNvPr id="27277" name="Google Shape;27277;p50"/>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8" name="Google Shape;27278;p50"/>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9" name="Google Shape;27279;p50"/>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0" name="Google Shape;27280;p50"/>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1" name="Google Shape;27281;p50"/>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2" name="Google Shape;27282;p50"/>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3" name="Google Shape;27283;p50"/>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4" name="Google Shape;27284;p50"/>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85" name="Google Shape;27285;p50"/>
          <p:cNvGrpSpPr/>
          <p:nvPr/>
        </p:nvGrpSpPr>
        <p:grpSpPr>
          <a:xfrm>
            <a:off x="7965731" y="2511426"/>
            <a:ext cx="354363" cy="353631"/>
            <a:chOff x="7990840" y="2435226"/>
            <a:chExt cx="354363" cy="353631"/>
          </a:xfrm>
        </p:grpSpPr>
        <p:sp>
          <p:nvSpPr>
            <p:cNvPr id="27286" name="Google Shape;27286;p50"/>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7" name="Google Shape;27287;p50"/>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8" name="Google Shape;27288;p50"/>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89" name="Google Shape;27289;p50"/>
          <p:cNvGrpSpPr/>
          <p:nvPr/>
        </p:nvGrpSpPr>
        <p:grpSpPr>
          <a:xfrm>
            <a:off x="1792207" y="2556530"/>
            <a:ext cx="350958" cy="263043"/>
            <a:chOff x="1817317" y="2480330"/>
            <a:chExt cx="350958" cy="263043"/>
          </a:xfrm>
        </p:grpSpPr>
        <p:sp>
          <p:nvSpPr>
            <p:cNvPr id="27290" name="Google Shape;27290;p50"/>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1" name="Google Shape;27291;p50"/>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2" name="Google Shape;27292;p50"/>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3" name="Google Shape;27293;p50"/>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4" name="Google Shape;27294;p50"/>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95" name="Google Shape;27295;p50"/>
          <p:cNvGrpSpPr/>
          <p:nvPr/>
        </p:nvGrpSpPr>
        <p:grpSpPr>
          <a:xfrm>
            <a:off x="1316617" y="2559549"/>
            <a:ext cx="419913" cy="308109"/>
            <a:chOff x="1341727" y="2483349"/>
            <a:chExt cx="419913" cy="308109"/>
          </a:xfrm>
        </p:grpSpPr>
        <p:sp>
          <p:nvSpPr>
            <p:cNvPr id="27296" name="Google Shape;27296;p50"/>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7" name="Google Shape;27297;p50"/>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8" name="Google Shape;27298;p50"/>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99" name="Google Shape;27299;p50"/>
          <p:cNvGrpSpPr/>
          <p:nvPr/>
        </p:nvGrpSpPr>
        <p:grpSpPr>
          <a:xfrm>
            <a:off x="829222" y="2523936"/>
            <a:ext cx="376358" cy="330108"/>
            <a:chOff x="854332" y="2447736"/>
            <a:chExt cx="376358" cy="330108"/>
          </a:xfrm>
        </p:grpSpPr>
        <p:sp>
          <p:nvSpPr>
            <p:cNvPr id="27300" name="Google Shape;27300;p50"/>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1" name="Google Shape;27301;p50"/>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2" name="Google Shape;27302;p50"/>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3" name="Google Shape;27303;p50"/>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4" name="Google Shape;27304;p50"/>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5" name="Google Shape;27305;p50"/>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6" name="Google Shape;27306;p50"/>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7" name="Google Shape;27307;p50"/>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08" name="Google Shape;27308;p50"/>
          <p:cNvGrpSpPr/>
          <p:nvPr/>
        </p:nvGrpSpPr>
        <p:grpSpPr>
          <a:xfrm>
            <a:off x="4181653" y="2527151"/>
            <a:ext cx="322151" cy="322374"/>
            <a:chOff x="4206763" y="2450951"/>
            <a:chExt cx="322151" cy="322374"/>
          </a:xfrm>
        </p:grpSpPr>
        <p:sp>
          <p:nvSpPr>
            <p:cNvPr id="27309" name="Google Shape;27309;p50"/>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0" name="Google Shape;27310;p50"/>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11" name="Google Shape;27311;p50"/>
          <p:cNvGrpSpPr/>
          <p:nvPr/>
        </p:nvGrpSpPr>
        <p:grpSpPr>
          <a:xfrm>
            <a:off x="7491236" y="2526259"/>
            <a:ext cx="327976" cy="324316"/>
            <a:chOff x="7528096" y="2450059"/>
            <a:chExt cx="327976" cy="324316"/>
          </a:xfrm>
        </p:grpSpPr>
        <p:sp>
          <p:nvSpPr>
            <p:cNvPr id="27312" name="Google Shape;27312;p50"/>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3" name="Google Shape;27313;p50"/>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4" name="Google Shape;27314;p50"/>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5" name="Google Shape;27315;p50"/>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6" name="Google Shape;27316;p50"/>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17" name="Google Shape;27317;p50"/>
          <p:cNvGrpSpPr/>
          <p:nvPr/>
        </p:nvGrpSpPr>
        <p:grpSpPr>
          <a:xfrm>
            <a:off x="7052019" y="2588742"/>
            <a:ext cx="282364" cy="198619"/>
            <a:chOff x="7077129" y="2512542"/>
            <a:chExt cx="282364" cy="198619"/>
          </a:xfrm>
        </p:grpSpPr>
        <p:sp>
          <p:nvSpPr>
            <p:cNvPr id="27318" name="Google Shape;27318;p50"/>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9" name="Google Shape;27319;p50"/>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0" name="Google Shape;27320;p50"/>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1" name="Google Shape;27321;p50"/>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2" name="Google Shape;27322;p50"/>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3" name="Google Shape;27323;p50"/>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24" name="Google Shape;27324;p50"/>
          <p:cNvGrpSpPr/>
          <p:nvPr/>
        </p:nvGrpSpPr>
        <p:grpSpPr>
          <a:xfrm>
            <a:off x="3700351" y="2520912"/>
            <a:ext cx="334279" cy="334661"/>
            <a:chOff x="3725461" y="2444712"/>
            <a:chExt cx="334279" cy="334661"/>
          </a:xfrm>
        </p:grpSpPr>
        <p:sp>
          <p:nvSpPr>
            <p:cNvPr id="27325" name="Google Shape;27325;p50"/>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6" name="Google Shape;27326;p50"/>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7" name="Google Shape;27327;p50"/>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8" name="Google Shape;27328;p50"/>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9" name="Google Shape;27329;p50"/>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0" name="Google Shape;27330;p50"/>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1" name="Google Shape;27331;p50"/>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32" name="Google Shape;27332;p50"/>
          <p:cNvGrpSpPr/>
          <p:nvPr/>
        </p:nvGrpSpPr>
        <p:grpSpPr>
          <a:xfrm>
            <a:off x="6552128" y="2533421"/>
            <a:ext cx="332019" cy="310788"/>
            <a:chOff x="6577238" y="2457221"/>
            <a:chExt cx="332019" cy="310788"/>
          </a:xfrm>
        </p:grpSpPr>
        <p:sp>
          <p:nvSpPr>
            <p:cNvPr id="27333" name="Google Shape;27333;p50"/>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4" name="Google Shape;27334;p50"/>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5" name="Google Shape;27335;p50"/>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6" name="Google Shape;27336;p50"/>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7" name="Google Shape;27337;p50"/>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8" name="Google Shape;27338;p50"/>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39" name="Google Shape;27339;p50"/>
          <p:cNvGrpSpPr/>
          <p:nvPr/>
        </p:nvGrpSpPr>
        <p:grpSpPr>
          <a:xfrm>
            <a:off x="2793451" y="2515978"/>
            <a:ext cx="247892" cy="346024"/>
            <a:chOff x="2818561" y="2439778"/>
            <a:chExt cx="247892" cy="346024"/>
          </a:xfrm>
        </p:grpSpPr>
        <p:sp>
          <p:nvSpPr>
            <p:cNvPr id="27340" name="Google Shape;27340;p50"/>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1" name="Google Shape;27341;p50"/>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2" name="Google Shape;27342;p50"/>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3" name="Google Shape;27343;p50"/>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4" name="Google Shape;27344;p50"/>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5" name="Google Shape;27345;p50"/>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6" name="Google Shape;27346;p50"/>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7" name="Google Shape;27347;p50"/>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8" name="Google Shape;27348;p50"/>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9" name="Google Shape;27349;p50"/>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0" name="Google Shape;27350;p50"/>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1" name="Google Shape;27351;p50"/>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52" name="Google Shape;27352;p50"/>
          <p:cNvGrpSpPr/>
          <p:nvPr/>
        </p:nvGrpSpPr>
        <p:grpSpPr>
          <a:xfrm>
            <a:off x="3182668" y="2550832"/>
            <a:ext cx="419933" cy="275170"/>
            <a:chOff x="3207778" y="2474632"/>
            <a:chExt cx="419933" cy="275170"/>
          </a:xfrm>
        </p:grpSpPr>
        <p:sp>
          <p:nvSpPr>
            <p:cNvPr id="27353" name="Google Shape;27353;p50"/>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4" name="Google Shape;27354;p50"/>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5" name="Google Shape;27355;p50"/>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6" name="Google Shape;27356;p50"/>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7" name="Google Shape;27357;p50"/>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8" name="Google Shape;27358;p50"/>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9" name="Google Shape;27359;p50"/>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0" name="Google Shape;27360;p50"/>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1" name="Google Shape;27361;p50"/>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2" name="Google Shape;27362;p50"/>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3" name="Google Shape;27363;p50"/>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4" name="Google Shape;27364;p50"/>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5" name="Google Shape;27365;p50"/>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6" name="Google Shape;27366;p50"/>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67" name="Google Shape;27367;p50"/>
          <p:cNvGrpSpPr/>
          <p:nvPr/>
        </p:nvGrpSpPr>
        <p:grpSpPr>
          <a:xfrm>
            <a:off x="6074265" y="2532275"/>
            <a:ext cx="337684" cy="314194"/>
            <a:chOff x="6099375" y="2456075"/>
            <a:chExt cx="337684" cy="314194"/>
          </a:xfrm>
        </p:grpSpPr>
        <p:sp>
          <p:nvSpPr>
            <p:cNvPr id="27368" name="Google Shape;27368;p50"/>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9" name="Google Shape;27369;p50"/>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70" name="Google Shape;27370;p50"/>
          <p:cNvGrpSpPr/>
          <p:nvPr/>
        </p:nvGrpSpPr>
        <p:grpSpPr>
          <a:xfrm>
            <a:off x="2287513" y="2544784"/>
            <a:ext cx="312698" cy="286534"/>
            <a:chOff x="2312623" y="2468584"/>
            <a:chExt cx="312698" cy="286534"/>
          </a:xfrm>
        </p:grpSpPr>
        <p:sp>
          <p:nvSpPr>
            <p:cNvPr id="27371" name="Google Shape;27371;p50"/>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2" name="Google Shape;27372;p50"/>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3" name="Google Shape;27373;p50"/>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74" name="Google Shape;27374;p50"/>
          <p:cNvGrpSpPr/>
          <p:nvPr/>
        </p:nvGrpSpPr>
        <p:grpSpPr>
          <a:xfrm>
            <a:off x="5593695" y="2517124"/>
            <a:ext cx="345292" cy="342618"/>
            <a:chOff x="5618805" y="2440924"/>
            <a:chExt cx="345292" cy="342618"/>
          </a:xfrm>
        </p:grpSpPr>
        <p:sp>
          <p:nvSpPr>
            <p:cNvPr id="27375" name="Google Shape;27375;p50"/>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6" name="Google Shape;27376;p50"/>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7" name="Google Shape;27377;p50"/>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8" name="Google Shape;27378;p50"/>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9" name="Google Shape;27379;p50"/>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80" name="Google Shape;27380;p50"/>
          <p:cNvGrpSpPr/>
          <p:nvPr/>
        </p:nvGrpSpPr>
        <p:grpSpPr>
          <a:xfrm>
            <a:off x="4628069" y="2522790"/>
            <a:ext cx="377886" cy="331255"/>
            <a:chOff x="4653179" y="2446590"/>
            <a:chExt cx="377886" cy="331255"/>
          </a:xfrm>
        </p:grpSpPr>
        <p:sp>
          <p:nvSpPr>
            <p:cNvPr id="27381" name="Google Shape;27381;p50"/>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2" name="Google Shape;27382;p50"/>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3" name="Google Shape;27383;p50"/>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4" name="Google Shape;27384;p50"/>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85" name="Google Shape;27385;p50"/>
          <p:cNvGrpSpPr/>
          <p:nvPr/>
        </p:nvGrpSpPr>
        <p:grpSpPr>
          <a:xfrm>
            <a:off x="5159407" y="2535681"/>
            <a:ext cx="252062" cy="305122"/>
            <a:chOff x="5184517" y="2459481"/>
            <a:chExt cx="252062" cy="305122"/>
          </a:xfrm>
        </p:grpSpPr>
        <p:sp>
          <p:nvSpPr>
            <p:cNvPr id="27386" name="Google Shape;27386;p50"/>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7" name="Google Shape;27387;p50"/>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8" name="Google Shape;27388;p50"/>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9" name="Google Shape;27389;p50"/>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0" name="Google Shape;27390;p50"/>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1" name="Google Shape;27391;p50"/>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392" name="Google Shape;27392;p50"/>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393" name="Google Shape;27393;p50"/>
          <p:cNvGrpSpPr/>
          <p:nvPr/>
        </p:nvGrpSpPr>
        <p:grpSpPr>
          <a:xfrm>
            <a:off x="6130349" y="2045308"/>
            <a:ext cx="249770" cy="363849"/>
            <a:chOff x="6155459" y="1969108"/>
            <a:chExt cx="249770" cy="363849"/>
          </a:xfrm>
        </p:grpSpPr>
        <p:sp>
          <p:nvSpPr>
            <p:cNvPr id="27394" name="Google Shape;27394;p50"/>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5" name="Google Shape;27395;p50"/>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6" name="Google Shape;27396;p50"/>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7" name="Google Shape;27397;p50"/>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8" name="Google Shape;27398;p50"/>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9" name="Google Shape;27399;p50"/>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0" name="Google Shape;27400;p50"/>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1" name="Google Shape;27401;p50"/>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2" name="Google Shape;27402;p50"/>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03" name="Google Shape;27403;p50"/>
          <p:cNvGrpSpPr/>
          <p:nvPr/>
        </p:nvGrpSpPr>
        <p:grpSpPr>
          <a:xfrm>
            <a:off x="2254919" y="2046804"/>
            <a:ext cx="353631" cy="354395"/>
            <a:chOff x="2280029" y="1970604"/>
            <a:chExt cx="353631" cy="354395"/>
          </a:xfrm>
        </p:grpSpPr>
        <p:sp>
          <p:nvSpPr>
            <p:cNvPr id="27404" name="Google Shape;27404;p50"/>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5" name="Google Shape;27405;p50"/>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6" name="Google Shape;27406;p50"/>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7" name="Google Shape;27407;p50"/>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08" name="Google Shape;27408;p50"/>
          <p:cNvGrpSpPr/>
          <p:nvPr/>
        </p:nvGrpSpPr>
        <p:grpSpPr>
          <a:xfrm>
            <a:off x="8039990" y="2076374"/>
            <a:ext cx="255086" cy="301684"/>
            <a:chOff x="8065100" y="2000174"/>
            <a:chExt cx="255086" cy="301684"/>
          </a:xfrm>
        </p:grpSpPr>
        <p:sp>
          <p:nvSpPr>
            <p:cNvPr id="27409" name="Google Shape;27409;p50"/>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0" name="Google Shape;27410;p50"/>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1" name="Google Shape;27411;p50"/>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2" name="Google Shape;27412;p50"/>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13" name="Google Shape;27413;p50"/>
          <p:cNvGrpSpPr/>
          <p:nvPr/>
        </p:nvGrpSpPr>
        <p:grpSpPr>
          <a:xfrm>
            <a:off x="6608595" y="2045308"/>
            <a:ext cx="249420" cy="363849"/>
            <a:chOff x="6633705" y="1969108"/>
            <a:chExt cx="249420" cy="363849"/>
          </a:xfrm>
        </p:grpSpPr>
        <p:sp>
          <p:nvSpPr>
            <p:cNvPr id="27414" name="Google Shape;27414;p50"/>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5" name="Google Shape;27415;p50"/>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6" name="Google Shape;27416;p50"/>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7" name="Google Shape;27417;p50"/>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8" name="Google Shape;27418;p50"/>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9" name="Google Shape;27419;p50"/>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0" name="Google Shape;27420;p50"/>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1" name="Google Shape;27421;p50"/>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22" name="Google Shape;27422;p50"/>
          <p:cNvGrpSpPr/>
          <p:nvPr/>
        </p:nvGrpSpPr>
        <p:grpSpPr>
          <a:xfrm>
            <a:off x="5185921" y="2045308"/>
            <a:ext cx="226661" cy="363467"/>
            <a:chOff x="5211031" y="1969108"/>
            <a:chExt cx="226661" cy="363467"/>
          </a:xfrm>
        </p:grpSpPr>
        <p:sp>
          <p:nvSpPr>
            <p:cNvPr id="27423" name="Google Shape;27423;p50"/>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4" name="Google Shape;27424;p50"/>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25" name="Google Shape;27425;p50"/>
          <p:cNvGrpSpPr/>
          <p:nvPr/>
        </p:nvGrpSpPr>
        <p:grpSpPr>
          <a:xfrm>
            <a:off x="3687842" y="2046804"/>
            <a:ext cx="354363" cy="354395"/>
            <a:chOff x="3712952" y="1970604"/>
            <a:chExt cx="354363" cy="354395"/>
          </a:xfrm>
        </p:grpSpPr>
        <p:sp>
          <p:nvSpPr>
            <p:cNvPr id="27426" name="Google Shape;27426;p50"/>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7" name="Google Shape;27427;p50"/>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8" name="Google Shape;27428;p50"/>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9" name="Google Shape;27429;p50"/>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0" name="Google Shape;27430;p50"/>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1" name="Google Shape;27431;p50"/>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2" name="Google Shape;27432;p50"/>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3" name="Google Shape;27433;p50"/>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4" name="Google Shape;27434;p50"/>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35" name="Google Shape;27435;p50"/>
          <p:cNvGrpSpPr/>
          <p:nvPr/>
        </p:nvGrpSpPr>
        <p:grpSpPr>
          <a:xfrm>
            <a:off x="3210329" y="2046804"/>
            <a:ext cx="354364" cy="354745"/>
            <a:chOff x="3235438" y="1970604"/>
            <a:chExt cx="354364" cy="354745"/>
          </a:xfrm>
        </p:grpSpPr>
        <p:sp>
          <p:nvSpPr>
            <p:cNvPr id="27436" name="Google Shape;27436;p50"/>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7" name="Google Shape;27437;p50"/>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8" name="Google Shape;27438;p50"/>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9" name="Google Shape;27439;p50"/>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0" name="Google Shape;27440;p50"/>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1" name="Google Shape;27441;p50"/>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2" name="Google Shape;27442;p50"/>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3" name="Google Shape;27443;p50"/>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4" name="Google Shape;27444;p50"/>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5" name="Google Shape;27445;p50"/>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6" name="Google Shape;27446;p50"/>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7" name="Google Shape;27447;p50"/>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8" name="Google Shape;27448;p50"/>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49" name="Google Shape;27449;p50"/>
          <p:cNvGrpSpPr/>
          <p:nvPr/>
        </p:nvGrpSpPr>
        <p:grpSpPr>
          <a:xfrm>
            <a:off x="1304475" y="2066125"/>
            <a:ext cx="341473" cy="335074"/>
            <a:chOff x="1329585" y="1989925"/>
            <a:chExt cx="341473" cy="335074"/>
          </a:xfrm>
        </p:grpSpPr>
        <p:sp>
          <p:nvSpPr>
            <p:cNvPr id="27450" name="Google Shape;27450;p50"/>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1" name="Google Shape;27451;p50"/>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2" name="Google Shape;27452;p50"/>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53" name="Google Shape;27453;p50"/>
          <p:cNvGrpSpPr/>
          <p:nvPr/>
        </p:nvGrpSpPr>
        <p:grpSpPr>
          <a:xfrm>
            <a:off x="5566761" y="2066106"/>
            <a:ext cx="416649" cy="325597"/>
            <a:chOff x="5626763" y="2013829"/>
            <a:chExt cx="351722" cy="274788"/>
          </a:xfrm>
        </p:grpSpPr>
        <p:sp>
          <p:nvSpPr>
            <p:cNvPr id="27454" name="Google Shape;27454;p50"/>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5" name="Google Shape;27455;p50"/>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6" name="Google Shape;27456;p50"/>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7" name="Google Shape;27457;p50"/>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8" name="Google Shape;27458;p50"/>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9" name="Google Shape;27459;p50"/>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0" name="Google Shape;27460;p50"/>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1" name="Google Shape;27461;p50"/>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2" name="Google Shape;27462;p50"/>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3" name="Google Shape;27463;p50"/>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64" name="Google Shape;27464;p50"/>
          <p:cNvGrpSpPr/>
          <p:nvPr/>
        </p:nvGrpSpPr>
        <p:grpSpPr>
          <a:xfrm>
            <a:off x="7551495" y="2060077"/>
            <a:ext cx="276698" cy="333133"/>
            <a:chOff x="7576605" y="1983877"/>
            <a:chExt cx="276698" cy="333133"/>
          </a:xfrm>
        </p:grpSpPr>
        <p:sp>
          <p:nvSpPr>
            <p:cNvPr id="27465" name="Google Shape;27465;p50"/>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6" name="Google Shape;27466;p50"/>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67" name="Google Shape;27467;p50"/>
          <p:cNvGrpSpPr/>
          <p:nvPr/>
        </p:nvGrpSpPr>
        <p:grpSpPr>
          <a:xfrm>
            <a:off x="828458" y="2051738"/>
            <a:ext cx="337334" cy="353599"/>
            <a:chOff x="853568" y="1975538"/>
            <a:chExt cx="337334" cy="353599"/>
          </a:xfrm>
        </p:grpSpPr>
        <p:sp>
          <p:nvSpPr>
            <p:cNvPr id="27468" name="Google Shape;27468;p50"/>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9" name="Google Shape;27469;p50"/>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0" name="Google Shape;27470;p50"/>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1" name="Google Shape;27471;p50"/>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72" name="Google Shape;27472;p50"/>
          <p:cNvGrpSpPr/>
          <p:nvPr/>
        </p:nvGrpSpPr>
        <p:grpSpPr>
          <a:xfrm>
            <a:off x="2733192" y="2085828"/>
            <a:ext cx="327085" cy="277079"/>
            <a:chOff x="2770052" y="2009628"/>
            <a:chExt cx="327085" cy="277079"/>
          </a:xfrm>
        </p:grpSpPr>
        <p:sp>
          <p:nvSpPr>
            <p:cNvPr id="27473" name="Google Shape;27473;p50"/>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4" name="Google Shape;27474;p50"/>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475" name="Google Shape;27475;p50"/>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476" name="Google Shape;27476;p50"/>
          <p:cNvGrpSpPr/>
          <p:nvPr/>
        </p:nvGrpSpPr>
        <p:grpSpPr>
          <a:xfrm>
            <a:off x="4170289" y="2046804"/>
            <a:ext cx="344879" cy="343573"/>
            <a:chOff x="4195399" y="1970604"/>
            <a:chExt cx="344879" cy="343573"/>
          </a:xfrm>
        </p:grpSpPr>
        <p:sp>
          <p:nvSpPr>
            <p:cNvPr id="27477" name="Google Shape;27477;p50"/>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8" name="Google Shape;27478;p50"/>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9" name="Google Shape;27479;p50"/>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0" name="Google Shape;27480;p50"/>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81" name="Google Shape;27481;p50"/>
          <p:cNvGrpSpPr/>
          <p:nvPr/>
        </p:nvGrpSpPr>
        <p:grpSpPr>
          <a:xfrm>
            <a:off x="4649681" y="2053647"/>
            <a:ext cx="344528" cy="344114"/>
            <a:chOff x="4674791" y="1977447"/>
            <a:chExt cx="344528" cy="344114"/>
          </a:xfrm>
        </p:grpSpPr>
        <p:sp>
          <p:nvSpPr>
            <p:cNvPr id="27482" name="Google Shape;27482;p50"/>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3" name="Google Shape;27483;p50"/>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4" name="Google Shape;27484;p50"/>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5" name="Google Shape;27485;p50"/>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6" name="Google Shape;27486;p50"/>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7" name="Google Shape;27487;p50"/>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8" name="Google Shape;27488;p50"/>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9" name="Google Shape;27489;p50"/>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0" name="Google Shape;27490;p50"/>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1" name="Google Shape;27491;p50"/>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2" name="Google Shape;27492;p50"/>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3" name="Google Shape;27493;p50"/>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4" name="Google Shape;27494;p50"/>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5" name="Google Shape;27495;p50"/>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6" name="Google Shape;27496;p50"/>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7" name="Google Shape;27497;p50"/>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8" name="Google Shape;27498;p50"/>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9" name="Google Shape;27499;p50"/>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0" name="Google Shape;27500;p50"/>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1" name="Google Shape;27501;p50"/>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2" name="Google Shape;27502;p50"/>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3" name="Google Shape;27503;p50"/>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4" name="Google Shape;27504;p50"/>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5" name="Google Shape;27505;p50"/>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6" name="Google Shape;27506;p50"/>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7" name="Google Shape;27507;p50"/>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08" name="Google Shape;27508;p50"/>
          <p:cNvGrpSpPr/>
          <p:nvPr/>
        </p:nvGrpSpPr>
        <p:grpSpPr>
          <a:xfrm>
            <a:off x="6058700" y="1623497"/>
            <a:ext cx="382819" cy="310788"/>
            <a:chOff x="6083810" y="1547297"/>
            <a:chExt cx="382819" cy="310788"/>
          </a:xfrm>
        </p:grpSpPr>
        <p:sp>
          <p:nvSpPr>
            <p:cNvPr id="27509" name="Google Shape;27509;p50"/>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0" name="Google Shape;27510;p50"/>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1" name="Google Shape;27511;p50"/>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2" name="Google Shape;27512;p50"/>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3" name="Google Shape;27513;p50"/>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4" name="Google Shape;27514;p50"/>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5" name="Google Shape;27515;p50"/>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6" name="Google Shape;27516;p50"/>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7" name="Google Shape;27517;p50"/>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8" name="Google Shape;27518;p50"/>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9" name="Google Shape;27519;p50"/>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0" name="Google Shape;27520;p50"/>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1" name="Google Shape;27521;p50"/>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2" name="Google Shape;27522;p50"/>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3" name="Google Shape;27523;p50"/>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4" name="Google Shape;27524;p50"/>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5" name="Google Shape;27525;p50"/>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6" name="Google Shape;27526;p50"/>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27" name="Google Shape;27527;p50"/>
          <p:cNvGrpSpPr/>
          <p:nvPr/>
        </p:nvGrpSpPr>
        <p:grpSpPr>
          <a:xfrm>
            <a:off x="6533190" y="1614393"/>
            <a:ext cx="382788" cy="328613"/>
            <a:chOff x="6558300" y="1538193"/>
            <a:chExt cx="382788" cy="328613"/>
          </a:xfrm>
        </p:grpSpPr>
        <p:sp>
          <p:nvSpPr>
            <p:cNvPr id="27528" name="Google Shape;27528;p50"/>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9" name="Google Shape;27529;p50"/>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30" name="Google Shape;27530;p50"/>
          <p:cNvGrpSpPr/>
          <p:nvPr/>
        </p:nvGrpSpPr>
        <p:grpSpPr>
          <a:xfrm>
            <a:off x="5168892" y="1587497"/>
            <a:ext cx="259605" cy="346024"/>
            <a:chOff x="5194002" y="1511297"/>
            <a:chExt cx="259605" cy="346024"/>
          </a:xfrm>
        </p:grpSpPr>
        <p:sp>
          <p:nvSpPr>
            <p:cNvPr id="27531" name="Google Shape;27531;p50"/>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2" name="Google Shape;27532;p50"/>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3" name="Google Shape;27533;p50"/>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4" name="Google Shape;27534;p50"/>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35" name="Google Shape;27535;p50"/>
          <p:cNvGrpSpPr/>
          <p:nvPr/>
        </p:nvGrpSpPr>
        <p:grpSpPr>
          <a:xfrm>
            <a:off x="1369631" y="1588261"/>
            <a:ext cx="252444" cy="351722"/>
            <a:chOff x="1394741" y="1512061"/>
            <a:chExt cx="252444" cy="351722"/>
          </a:xfrm>
        </p:grpSpPr>
        <p:sp>
          <p:nvSpPr>
            <p:cNvPr id="27536" name="Google Shape;27536;p50"/>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7" name="Google Shape;27537;p50"/>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8" name="Google Shape;27538;p50"/>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9" name="Google Shape;27539;p50"/>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0" name="Google Shape;27540;p50"/>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1" name="Google Shape;27541;p50"/>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2" name="Google Shape;27542;p50"/>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3" name="Google Shape;27543;p50"/>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4" name="Google Shape;27544;p50"/>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5" name="Google Shape;27545;p50"/>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6" name="Google Shape;27546;p50"/>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7" name="Google Shape;27547;p50"/>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8" name="Google Shape;27548;p50"/>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9" name="Google Shape;27549;p50"/>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0" name="Google Shape;27550;p50"/>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1" name="Google Shape;27551;p50"/>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2" name="Google Shape;27552;p50"/>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53" name="Google Shape;27553;p50"/>
          <p:cNvGrpSpPr/>
          <p:nvPr/>
        </p:nvGrpSpPr>
        <p:grpSpPr>
          <a:xfrm>
            <a:off x="829986" y="1580685"/>
            <a:ext cx="380909" cy="339594"/>
            <a:chOff x="855096" y="1504485"/>
            <a:chExt cx="380909" cy="339594"/>
          </a:xfrm>
        </p:grpSpPr>
        <p:sp>
          <p:nvSpPr>
            <p:cNvPr id="27554" name="Google Shape;27554;p50"/>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5" name="Google Shape;27555;p50"/>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6" name="Google Shape;27556;p50"/>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7" name="Google Shape;27557;p50"/>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8" name="Google Shape;27558;p50"/>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59" name="Google Shape;27559;p50"/>
          <p:cNvGrpSpPr/>
          <p:nvPr/>
        </p:nvGrpSpPr>
        <p:grpSpPr>
          <a:xfrm>
            <a:off x="1794466" y="1587879"/>
            <a:ext cx="352103" cy="352103"/>
            <a:chOff x="1819576" y="1511679"/>
            <a:chExt cx="352103" cy="352103"/>
          </a:xfrm>
        </p:grpSpPr>
        <p:sp>
          <p:nvSpPr>
            <p:cNvPr id="27560" name="Google Shape;27560;p50"/>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1" name="Google Shape;27561;p50"/>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2" name="Google Shape;27562;p50"/>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3" name="Google Shape;27563;p50"/>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64" name="Google Shape;27564;p50"/>
          <p:cNvGrpSpPr/>
          <p:nvPr/>
        </p:nvGrpSpPr>
        <p:grpSpPr>
          <a:xfrm>
            <a:off x="5595987" y="1576961"/>
            <a:ext cx="371424" cy="355446"/>
            <a:chOff x="5621097" y="1500761"/>
            <a:chExt cx="371424" cy="355446"/>
          </a:xfrm>
        </p:grpSpPr>
        <p:sp>
          <p:nvSpPr>
            <p:cNvPr id="27565" name="Google Shape;27565;p50"/>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6" name="Google Shape;27566;p50"/>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67" name="Google Shape;27567;p50"/>
          <p:cNvGrpSpPr/>
          <p:nvPr/>
        </p:nvGrpSpPr>
        <p:grpSpPr>
          <a:xfrm>
            <a:off x="4645129" y="1617799"/>
            <a:ext cx="359679" cy="321833"/>
            <a:chOff x="4670239" y="1541599"/>
            <a:chExt cx="359679" cy="321833"/>
          </a:xfrm>
        </p:grpSpPr>
        <p:sp>
          <p:nvSpPr>
            <p:cNvPr id="27568" name="Google Shape;27568;p50"/>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9" name="Google Shape;27569;p50"/>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0" name="Google Shape;27570;p50"/>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1" name="Google Shape;27571;p50"/>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2" name="Google Shape;27572;p50"/>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73" name="Google Shape;27573;p50"/>
          <p:cNvGrpSpPr/>
          <p:nvPr/>
        </p:nvGrpSpPr>
        <p:grpSpPr>
          <a:xfrm>
            <a:off x="4187319" y="1578585"/>
            <a:ext cx="321037" cy="353822"/>
            <a:chOff x="4212429" y="1502385"/>
            <a:chExt cx="321037" cy="353822"/>
          </a:xfrm>
        </p:grpSpPr>
        <p:sp>
          <p:nvSpPr>
            <p:cNvPr id="27574" name="Google Shape;27574;p50"/>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5" name="Google Shape;27575;p50"/>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6" name="Google Shape;27576;p50"/>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7" name="Google Shape;27577;p50"/>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78" name="Google Shape;27578;p50"/>
          <p:cNvGrpSpPr/>
          <p:nvPr/>
        </p:nvGrpSpPr>
        <p:grpSpPr>
          <a:xfrm>
            <a:off x="2277678" y="1582181"/>
            <a:ext cx="336188" cy="335425"/>
            <a:chOff x="2302788" y="1505981"/>
            <a:chExt cx="336188" cy="335425"/>
          </a:xfrm>
        </p:grpSpPr>
        <p:sp>
          <p:nvSpPr>
            <p:cNvPr id="27579" name="Google Shape;27579;p50"/>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0" name="Google Shape;27580;p50"/>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1" name="Google Shape;27581;p50"/>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2" name="Google Shape;27582;p50"/>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3" name="Google Shape;27583;p50"/>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4" name="Google Shape;27584;p50"/>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5" name="Google Shape;27585;p50"/>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6" name="Google Shape;27586;p50"/>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7" name="Google Shape;27587;p50"/>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8" name="Google Shape;27588;p50"/>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9" name="Google Shape;27589;p50"/>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0" name="Google Shape;27590;p50"/>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1" name="Google Shape;27591;p50"/>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2" name="Google Shape;27592;p50"/>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3" name="Google Shape;27593;p50"/>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4" name="Google Shape;27594;p50"/>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5" name="Google Shape;27595;p50"/>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96" name="Google Shape;27596;p50"/>
          <p:cNvGrpSpPr/>
          <p:nvPr/>
        </p:nvGrpSpPr>
        <p:grpSpPr>
          <a:xfrm>
            <a:off x="2755191" y="1598096"/>
            <a:ext cx="333133" cy="321038"/>
            <a:chOff x="2780301" y="1521896"/>
            <a:chExt cx="333133" cy="321038"/>
          </a:xfrm>
        </p:grpSpPr>
        <p:sp>
          <p:nvSpPr>
            <p:cNvPr id="27597" name="Google Shape;27597;p50"/>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8" name="Google Shape;27598;p50"/>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9" name="Google Shape;27599;p50"/>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0" name="Google Shape;27600;p50"/>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1" name="Google Shape;27601;p50"/>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2" name="Google Shape;27602;p50"/>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3" name="Google Shape;27603;p50"/>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4" name="Google Shape;27604;p50"/>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5" name="Google Shape;27605;p50"/>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6" name="Google Shape;27606;p50"/>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7" name="Google Shape;27607;p50"/>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8" name="Google Shape;27608;p50"/>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9" name="Google Shape;27609;p50"/>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0" name="Google Shape;27610;p50"/>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1" name="Google Shape;27611;p50"/>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2" name="Google Shape;27612;p50"/>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3" name="Google Shape;27613;p50"/>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4" name="Google Shape;27614;p50"/>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5" name="Google Shape;27615;p50"/>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6" name="Google Shape;27616;p50"/>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17" name="Google Shape;27617;p50"/>
          <p:cNvGrpSpPr/>
          <p:nvPr/>
        </p:nvGrpSpPr>
        <p:grpSpPr>
          <a:xfrm>
            <a:off x="3291049" y="1591285"/>
            <a:ext cx="211893" cy="339594"/>
            <a:chOff x="3316159" y="1515085"/>
            <a:chExt cx="211893" cy="339594"/>
          </a:xfrm>
        </p:grpSpPr>
        <p:sp>
          <p:nvSpPr>
            <p:cNvPr id="27618" name="Google Shape;27618;p50"/>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9" name="Google Shape;27619;p50"/>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0" name="Google Shape;27620;p50"/>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621" name="Google Shape;27621;p50"/>
            <p:cNvGrpSpPr/>
            <p:nvPr/>
          </p:nvGrpSpPr>
          <p:grpSpPr>
            <a:xfrm>
              <a:off x="3316159" y="1515085"/>
              <a:ext cx="211893" cy="339594"/>
              <a:chOff x="3316159" y="1515085"/>
              <a:chExt cx="211893" cy="339594"/>
            </a:xfrm>
          </p:grpSpPr>
          <p:sp>
            <p:nvSpPr>
              <p:cNvPr id="27622" name="Google Shape;27622;p50"/>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3" name="Google Shape;27623;p50"/>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4" name="Google Shape;27624;p50"/>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5" name="Google Shape;27625;p50"/>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6" name="Google Shape;27626;p50"/>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7" name="Google Shape;27627;p50"/>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7628" name="Google Shape;27628;p50"/>
          <p:cNvGrpSpPr/>
          <p:nvPr/>
        </p:nvGrpSpPr>
        <p:grpSpPr>
          <a:xfrm>
            <a:off x="3691248" y="1620855"/>
            <a:ext cx="361971" cy="314958"/>
            <a:chOff x="3716358" y="1544655"/>
            <a:chExt cx="361971" cy="314958"/>
          </a:xfrm>
        </p:grpSpPr>
        <p:sp>
          <p:nvSpPr>
            <p:cNvPr id="27629" name="Google Shape;27629;p50"/>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0" name="Google Shape;27630;p50"/>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1" name="Google Shape;27631;p50"/>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2" name="Google Shape;27632;p50"/>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3" name="Google Shape;27633;p50"/>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634" name="Google Shape;27634;p50"/>
            <p:cNvGrpSpPr/>
            <p:nvPr/>
          </p:nvGrpSpPr>
          <p:grpSpPr>
            <a:xfrm>
              <a:off x="3716358" y="1544655"/>
              <a:ext cx="361971" cy="314958"/>
              <a:chOff x="3716358" y="1544655"/>
              <a:chExt cx="361971" cy="314958"/>
            </a:xfrm>
          </p:grpSpPr>
          <p:sp>
            <p:nvSpPr>
              <p:cNvPr id="27635" name="Google Shape;27635;p50"/>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6" name="Google Shape;27636;p50"/>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7" name="Google Shape;27637;p50"/>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8" name="Google Shape;27638;p50"/>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9" name="Google Shape;27639;p50"/>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7640" name="Google Shape;27640;p50"/>
          <p:cNvGrpSpPr/>
          <p:nvPr/>
        </p:nvGrpSpPr>
        <p:grpSpPr>
          <a:xfrm>
            <a:off x="6986814" y="1633752"/>
            <a:ext cx="499533" cy="305136"/>
            <a:chOff x="7009649" y="1541981"/>
            <a:chExt cx="524940" cy="320655"/>
          </a:xfrm>
        </p:grpSpPr>
        <p:sp>
          <p:nvSpPr>
            <p:cNvPr id="27641" name="Google Shape;27641;p50"/>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2" name="Google Shape;27642;p50"/>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3" name="Google Shape;27643;p50"/>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4" name="Google Shape;27644;p50"/>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5" name="Google Shape;27645;p50"/>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6" name="Google Shape;27646;p50"/>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7" name="Google Shape;27647;p50"/>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8" name="Google Shape;27648;p50"/>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49" name="Google Shape;27649;p50"/>
          <p:cNvGrpSpPr/>
          <p:nvPr/>
        </p:nvGrpSpPr>
        <p:grpSpPr>
          <a:xfrm>
            <a:off x="8008924" y="1594309"/>
            <a:ext cx="282746" cy="340358"/>
            <a:chOff x="8034034" y="1518109"/>
            <a:chExt cx="282746" cy="340358"/>
          </a:xfrm>
        </p:grpSpPr>
        <p:sp>
          <p:nvSpPr>
            <p:cNvPr id="27650" name="Google Shape;27650;p50"/>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1" name="Google Shape;27651;p50"/>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2" name="Google Shape;27652;p50"/>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3" name="Google Shape;27653;p50"/>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54" name="Google Shape;27654;p50"/>
          <p:cNvGrpSpPr/>
          <p:nvPr/>
        </p:nvGrpSpPr>
        <p:grpSpPr>
          <a:xfrm>
            <a:off x="7557192" y="1576134"/>
            <a:ext cx="369133" cy="360411"/>
            <a:chOff x="7582302" y="1499934"/>
            <a:chExt cx="369133" cy="360411"/>
          </a:xfrm>
        </p:grpSpPr>
        <p:sp>
          <p:nvSpPr>
            <p:cNvPr id="27655" name="Google Shape;27655;p50"/>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6" name="Google Shape;27656;p50"/>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7" name="Google Shape;27657;p50"/>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8" name="Google Shape;27658;p50"/>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9" name="Google Shape;27659;p50"/>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60" name="Google Shape;27660;p50"/>
          <p:cNvGrpSpPr/>
          <p:nvPr/>
        </p:nvGrpSpPr>
        <p:grpSpPr>
          <a:xfrm>
            <a:off x="6170979" y="3893352"/>
            <a:ext cx="346056" cy="345674"/>
            <a:chOff x="2238181" y="4120624"/>
            <a:chExt cx="346056" cy="345674"/>
          </a:xfrm>
        </p:grpSpPr>
        <p:grpSp>
          <p:nvGrpSpPr>
            <p:cNvPr id="27661" name="Google Shape;27661;p50"/>
            <p:cNvGrpSpPr/>
            <p:nvPr/>
          </p:nvGrpSpPr>
          <p:grpSpPr>
            <a:xfrm>
              <a:off x="2309155" y="4177413"/>
              <a:ext cx="203862" cy="231903"/>
              <a:chOff x="1512725" y="258500"/>
              <a:chExt cx="4570900" cy="5199625"/>
            </a:xfrm>
          </p:grpSpPr>
          <p:sp>
            <p:nvSpPr>
              <p:cNvPr id="27662" name="Google Shape;27662;p50"/>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3" name="Google Shape;27663;p50"/>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664" name="Google Shape;27664;p50"/>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665" name="Google Shape;27665;p50"/>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669" name="Shape 27669"/>
        <p:cNvGrpSpPr/>
        <p:nvPr/>
      </p:nvGrpSpPr>
      <p:grpSpPr>
        <a:xfrm>
          <a:off x="0" y="0"/>
          <a:ext cx="0" cy="0"/>
          <a:chOff x="0" y="0"/>
          <a:chExt cx="0" cy="0"/>
        </a:xfrm>
      </p:grpSpPr>
      <p:pic>
        <p:nvPicPr>
          <p:cNvPr id="27670" name="Google Shape;27670;p51">
            <a:hlinkClick r:id="rId3"/>
          </p:cNvPr>
          <p:cNvPicPr preferRelativeResize="0"/>
          <p:nvPr/>
        </p:nvPicPr>
        <p:blipFill rotWithShape="1">
          <a:blip r:embed="rId4">
            <a:alphaModFix/>
          </a:blip>
          <a:srcRect b="0" l="0" r="0" t="0"/>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Introduction to Coding Workshop by Slidesgo">
  <a:themeElements>
    <a:clrScheme name="Simple Light">
      <a:dk1>
        <a:srgbClr val="1D1D1D"/>
      </a:dk1>
      <a:lt1>
        <a:srgbClr val="F5F8FF"/>
      </a:lt1>
      <a:dk2>
        <a:srgbClr val="0C0A9E"/>
      </a:dk2>
      <a:lt2>
        <a:srgbClr val="EB9109"/>
      </a:lt2>
      <a:accent1>
        <a:srgbClr val="8208D5"/>
      </a:accent1>
      <a:accent2>
        <a:srgbClr val="BFBEF7"/>
      </a:accent2>
      <a:accent3>
        <a:srgbClr val="FFFFFF"/>
      </a:accent3>
      <a:accent4>
        <a:srgbClr val="FFFFFF"/>
      </a:accent4>
      <a:accent5>
        <a:srgbClr val="FFFFFF"/>
      </a:accent5>
      <a:accent6>
        <a:srgbClr val="FFFFFF"/>
      </a:accent6>
      <a:hlink>
        <a:srgbClr val="1D1D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